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4"/>
    <p:sldMasterId id="2147483759" r:id="rId5"/>
    <p:sldMasterId id="2147483768" r:id="rId6"/>
  </p:sldMasterIdLst>
  <p:notesMasterIdLst>
    <p:notesMasterId r:id="rId16"/>
  </p:notesMasterIdLst>
  <p:sldIdLst>
    <p:sldId id="2147483397" r:id="rId7"/>
    <p:sldId id="348" r:id="rId8"/>
    <p:sldId id="350" r:id="rId9"/>
    <p:sldId id="349" r:id="rId10"/>
    <p:sldId id="324" r:id="rId11"/>
    <p:sldId id="325" r:id="rId12"/>
    <p:sldId id="2147483449" r:id="rId13"/>
    <p:sldId id="2147483444" r:id="rId14"/>
    <p:sldId id="2147483443" r:id="rId15"/>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C68CDB19-3B5A-4C92-9FD0-2EAB331909C3}">
          <p14:sldIdLst>
            <p14:sldId id="2147483397"/>
            <p14:sldId id="348"/>
            <p14:sldId id="350"/>
            <p14:sldId id="349"/>
            <p14:sldId id="324"/>
            <p14:sldId id="325"/>
            <p14:sldId id="2147483449"/>
            <p14:sldId id="2147483444"/>
            <p14:sldId id="214748344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6ECA532E-61E6-26D5-2715-F415BEA539F7}" name="Honda, Keiko" initials="KH" userId="S::keiko.honda@accenture.com::375496db-4b17-4194-84b5-e6f9bb884af8" providerId="AD"/>
  <p188:author id="{5CA10C3E-5F7A-08DB-649E-816987B951E2}" name="上堀 元気(uehori-motoki.3r6)" initials="元上" userId="S::UMKUA@lansys.mhlw.go.jp::fd98a273-c2dd-4e34-997e-f68194df1f18" providerId="AD"/>
  <p188:author id="{CF79BF5C-DD7D-70F1-BE74-C4007AFBFD61}" name="Nakazawa, Masato" initials="NM" userId="S::masato.nakazawa@accenture.com::1233bff8-608b-4080-8826-e11782bff050" providerId="AD"/>
  <p188:author id="{78CC1E8B-938D-36A5-C320-91114E34F238}" name="長谷川 聖(hasegawa-satoru.f83)" initials="長聖" userId="S::hsxae@lansys.mhlw.go.jp::0328cc67-5612-4c45-a253-85389a058c6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ADA"/>
    <a:srgbClr val="0000FF"/>
    <a:srgbClr val="DCE6F2"/>
    <a:srgbClr val="F6F5EE"/>
    <a:srgbClr val="F2DCD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466AD2-6409-44C0-86D8-92C54CBF30B7}" v="1157" dt="2026-10-13T01:55:51.802"/>
    <p1510:client id="{7F3ADBC6-6C5E-4732-B1CC-1060FE1AEB47}" v="649" dt="2026-10-13T03:43:19.21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8/10/relationships/authors" Target="authors.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akawa, Rion" userId="5623036d-59d7-4fb8-b6b7-e50aa9ebf0c2" providerId="ADAL" clId="{7985E48F-32F0-49FB-9C1F-EE0B60D40D27}"/>
    <pc:docChg chg="custSel addSld delSld modSld delMainMaster delSection modSection">
      <pc:chgData name="Yamakawa, Rion" userId="5623036d-59d7-4fb8-b6b7-e50aa9ebf0c2" providerId="ADAL" clId="{7985E48F-32F0-49FB-9C1F-EE0B60D40D27}" dt="2026-10-09T05:18:04.349" v="281" actId="20577"/>
      <pc:docMkLst>
        <pc:docMk/>
      </pc:docMkLst>
      <pc:sldChg chg="del mod modShow">
        <pc:chgData name="Yamakawa, Rion" userId="5623036d-59d7-4fb8-b6b7-e50aa9ebf0c2" providerId="ADAL" clId="{7985E48F-32F0-49FB-9C1F-EE0B60D40D27}" dt="2026-10-09T04:02:40.322" v="7" actId="47"/>
        <pc:sldMkLst>
          <pc:docMk/>
          <pc:sldMk cId="705021952" sldId="263"/>
        </pc:sldMkLst>
      </pc:sldChg>
      <pc:sldChg chg="del mod modShow">
        <pc:chgData name="Yamakawa, Rion" userId="5623036d-59d7-4fb8-b6b7-e50aa9ebf0c2" providerId="ADAL" clId="{7985E48F-32F0-49FB-9C1F-EE0B60D40D27}" dt="2026-10-09T04:02:40.322" v="7" actId="47"/>
        <pc:sldMkLst>
          <pc:docMk/>
          <pc:sldMk cId="2783903334" sldId="264"/>
        </pc:sldMkLst>
      </pc:sldChg>
      <pc:sldChg chg="del mod modShow">
        <pc:chgData name="Yamakawa, Rion" userId="5623036d-59d7-4fb8-b6b7-e50aa9ebf0c2" providerId="ADAL" clId="{7985E48F-32F0-49FB-9C1F-EE0B60D40D27}" dt="2026-10-09T04:02:40.322" v="7" actId="47"/>
        <pc:sldMkLst>
          <pc:docMk/>
          <pc:sldMk cId="4260220668" sldId="270"/>
        </pc:sldMkLst>
      </pc:sldChg>
      <pc:sldChg chg="del mod modShow">
        <pc:chgData name="Yamakawa, Rion" userId="5623036d-59d7-4fb8-b6b7-e50aa9ebf0c2" providerId="ADAL" clId="{7985E48F-32F0-49FB-9C1F-EE0B60D40D27}" dt="2026-10-09T04:02:40.322" v="7" actId="47"/>
        <pc:sldMkLst>
          <pc:docMk/>
          <pc:sldMk cId="759423103" sldId="271"/>
        </pc:sldMkLst>
      </pc:sldChg>
      <pc:sldChg chg="del mod modShow">
        <pc:chgData name="Yamakawa, Rion" userId="5623036d-59d7-4fb8-b6b7-e50aa9ebf0c2" providerId="ADAL" clId="{7985E48F-32F0-49FB-9C1F-EE0B60D40D27}" dt="2026-10-09T04:02:40.322" v="7" actId="47"/>
        <pc:sldMkLst>
          <pc:docMk/>
          <pc:sldMk cId="3439936427" sldId="280"/>
        </pc:sldMkLst>
      </pc:sldChg>
      <pc:sldChg chg="del mod modShow">
        <pc:chgData name="Yamakawa, Rion" userId="5623036d-59d7-4fb8-b6b7-e50aa9ebf0c2" providerId="ADAL" clId="{7985E48F-32F0-49FB-9C1F-EE0B60D40D27}" dt="2026-10-09T04:02:40.322" v="7" actId="47"/>
        <pc:sldMkLst>
          <pc:docMk/>
          <pc:sldMk cId="1212331430" sldId="284"/>
        </pc:sldMkLst>
      </pc:sldChg>
      <pc:sldChg chg="del mod modShow">
        <pc:chgData name="Yamakawa, Rion" userId="5623036d-59d7-4fb8-b6b7-e50aa9ebf0c2" providerId="ADAL" clId="{7985E48F-32F0-49FB-9C1F-EE0B60D40D27}" dt="2026-10-09T04:02:40.322" v="7" actId="47"/>
        <pc:sldMkLst>
          <pc:docMk/>
          <pc:sldMk cId="3934202888" sldId="287"/>
        </pc:sldMkLst>
      </pc:sldChg>
      <pc:sldChg chg="del mod modShow">
        <pc:chgData name="Yamakawa, Rion" userId="5623036d-59d7-4fb8-b6b7-e50aa9ebf0c2" providerId="ADAL" clId="{7985E48F-32F0-49FB-9C1F-EE0B60D40D27}" dt="2026-10-09T04:02:40.322" v="7" actId="47"/>
        <pc:sldMkLst>
          <pc:docMk/>
          <pc:sldMk cId="2740659215" sldId="290"/>
        </pc:sldMkLst>
      </pc:sldChg>
      <pc:sldChg chg="del mod modShow">
        <pc:chgData name="Yamakawa, Rion" userId="5623036d-59d7-4fb8-b6b7-e50aa9ebf0c2" providerId="ADAL" clId="{7985E48F-32F0-49FB-9C1F-EE0B60D40D27}" dt="2026-10-09T04:02:35.998" v="6" actId="47"/>
        <pc:sldMkLst>
          <pc:docMk/>
          <pc:sldMk cId="85808576" sldId="311"/>
        </pc:sldMkLst>
      </pc:sldChg>
      <pc:sldChg chg="delSp modSp add mod">
        <pc:chgData name="Yamakawa, Rion" userId="5623036d-59d7-4fb8-b6b7-e50aa9ebf0c2" providerId="ADAL" clId="{7985E48F-32F0-49FB-9C1F-EE0B60D40D27}" dt="2026-10-09T05:18:04.349" v="281" actId="20577"/>
        <pc:sldMkLst>
          <pc:docMk/>
          <pc:sldMk cId="2668377432" sldId="348"/>
        </pc:sldMkLst>
        <pc:spChg chg="del">
          <ac:chgData name="Yamakawa, Rion" userId="5623036d-59d7-4fb8-b6b7-e50aa9ebf0c2" providerId="ADAL" clId="{7985E48F-32F0-49FB-9C1F-EE0B60D40D27}" dt="2026-10-09T04:03:09.553" v="19" actId="478"/>
          <ac:spMkLst>
            <pc:docMk/>
            <pc:sldMk cId="2668377432" sldId="348"/>
            <ac:spMk id="5" creationId="{9C364E35-1BD0-77D2-3FB9-0522D26CD330}"/>
          </ac:spMkLst>
        </pc:spChg>
        <pc:spChg chg="mod">
          <ac:chgData name="Yamakawa, Rion" userId="5623036d-59d7-4fb8-b6b7-e50aa9ebf0c2" providerId="ADAL" clId="{7985E48F-32F0-49FB-9C1F-EE0B60D40D27}" dt="2026-10-09T05:18:04.349" v="281" actId="20577"/>
          <ac:spMkLst>
            <pc:docMk/>
            <pc:sldMk cId="2668377432" sldId="348"/>
            <ac:spMk id="8" creationId="{04C7A161-6370-59E9-0E21-BF88EB115B87}"/>
          </ac:spMkLst>
        </pc:spChg>
        <pc:spChg chg="del">
          <ac:chgData name="Yamakawa, Rion" userId="5623036d-59d7-4fb8-b6b7-e50aa9ebf0c2" providerId="ADAL" clId="{7985E48F-32F0-49FB-9C1F-EE0B60D40D27}" dt="2026-10-09T04:03:09.553" v="19" actId="478"/>
          <ac:spMkLst>
            <pc:docMk/>
            <pc:sldMk cId="2668377432" sldId="348"/>
            <ac:spMk id="16" creationId="{BD272D60-9F74-FC9E-F394-6304533F1BA9}"/>
          </ac:spMkLst>
        </pc:spChg>
        <pc:spChg chg="mod">
          <ac:chgData name="Yamakawa, Rion" userId="5623036d-59d7-4fb8-b6b7-e50aa9ebf0c2" providerId="ADAL" clId="{7985E48F-32F0-49FB-9C1F-EE0B60D40D27}" dt="2026-10-09T04:02:48.710" v="11" actId="20577"/>
          <ac:spMkLst>
            <pc:docMk/>
            <pc:sldMk cId="2668377432" sldId="348"/>
            <ac:spMk id="24" creationId="{0F1FE4D6-BA15-26FE-406D-2CB2642CF5E5}"/>
          </ac:spMkLst>
        </pc:spChg>
        <pc:spChg chg="del">
          <ac:chgData name="Yamakawa, Rion" userId="5623036d-59d7-4fb8-b6b7-e50aa9ebf0c2" providerId="ADAL" clId="{7985E48F-32F0-49FB-9C1F-EE0B60D40D27}" dt="2026-10-09T04:03:09.553" v="19" actId="478"/>
          <ac:spMkLst>
            <pc:docMk/>
            <pc:sldMk cId="2668377432" sldId="348"/>
            <ac:spMk id="26" creationId="{0F425E18-10C1-9E7B-7A2D-5CF084F9A168}"/>
          </ac:spMkLst>
        </pc:spChg>
        <pc:cxnChg chg="del">
          <ac:chgData name="Yamakawa, Rion" userId="5623036d-59d7-4fb8-b6b7-e50aa9ebf0c2" providerId="ADAL" clId="{7985E48F-32F0-49FB-9C1F-EE0B60D40D27}" dt="2026-10-09T04:03:09.553" v="19" actId="478"/>
          <ac:cxnSpMkLst>
            <pc:docMk/>
            <pc:sldMk cId="2668377432" sldId="348"/>
            <ac:cxnSpMk id="17" creationId="{3DB5C4E2-F7AE-A1AC-97F0-1ED98F885BE4}"/>
          </ac:cxnSpMkLst>
        </pc:cxnChg>
      </pc:sldChg>
      <pc:sldChg chg="modSp add mod">
        <pc:chgData name="Yamakawa, Rion" userId="5623036d-59d7-4fb8-b6b7-e50aa9ebf0c2" providerId="ADAL" clId="{7985E48F-32F0-49FB-9C1F-EE0B60D40D27}" dt="2026-10-09T04:03:20.873" v="45" actId="20577"/>
        <pc:sldMkLst>
          <pc:docMk/>
          <pc:sldMk cId="1235160568" sldId="349"/>
        </pc:sldMkLst>
        <pc:spChg chg="mod">
          <ac:chgData name="Yamakawa, Rion" userId="5623036d-59d7-4fb8-b6b7-e50aa9ebf0c2" providerId="ADAL" clId="{7985E48F-32F0-49FB-9C1F-EE0B60D40D27}" dt="2026-10-09T04:03:20.873" v="45" actId="20577"/>
          <ac:spMkLst>
            <pc:docMk/>
            <pc:sldMk cId="1235160568" sldId="349"/>
            <ac:spMk id="24" creationId="{E2085BAD-38CE-0BCA-C747-9B899293CAF6}"/>
          </ac:spMkLst>
        </pc:spChg>
      </pc:sldChg>
      <pc:sldChg chg="delSp modSp add mod">
        <pc:chgData name="Yamakawa, Rion" userId="5623036d-59d7-4fb8-b6b7-e50aa9ebf0c2" providerId="ADAL" clId="{7985E48F-32F0-49FB-9C1F-EE0B60D40D27}" dt="2026-10-09T04:03:14.872" v="32" actId="20577"/>
        <pc:sldMkLst>
          <pc:docMk/>
          <pc:sldMk cId="2210300788" sldId="350"/>
        </pc:sldMkLst>
        <pc:spChg chg="mod">
          <ac:chgData name="Yamakawa, Rion" userId="5623036d-59d7-4fb8-b6b7-e50aa9ebf0c2" providerId="ADAL" clId="{7985E48F-32F0-49FB-9C1F-EE0B60D40D27}" dt="2026-10-09T04:03:14.872" v="32" actId="20577"/>
          <ac:spMkLst>
            <pc:docMk/>
            <pc:sldMk cId="2210300788" sldId="350"/>
            <ac:spMk id="24" creationId="{DBC35EA2-BCFE-6E2C-9FB1-4116BA01BC83}"/>
          </ac:spMkLst>
        </pc:spChg>
        <pc:spChg chg="del">
          <ac:chgData name="Yamakawa, Rion" userId="5623036d-59d7-4fb8-b6b7-e50aa9ebf0c2" providerId="ADAL" clId="{7985E48F-32F0-49FB-9C1F-EE0B60D40D27}" dt="2026-10-09T04:02:54.294" v="15" actId="478"/>
          <ac:spMkLst>
            <pc:docMk/>
            <pc:sldMk cId="2210300788" sldId="350"/>
            <ac:spMk id="40" creationId="{6AE9A1FC-0705-05B2-E932-AA5AB8555D47}"/>
          </ac:spMkLst>
        </pc:spChg>
      </pc:sldChg>
      <pc:sldChg chg="del mod modShow">
        <pc:chgData name="Yamakawa, Rion" userId="5623036d-59d7-4fb8-b6b7-e50aa9ebf0c2" providerId="ADAL" clId="{7985E48F-32F0-49FB-9C1F-EE0B60D40D27}" dt="2026-10-09T04:02:40.322" v="7" actId="47"/>
        <pc:sldMkLst>
          <pc:docMk/>
          <pc:sldMk cId="2254933644" sldId="412"/>
        </pc:sldMkLst>
      </pc:sldChg>
      <pc:sldChg chg="modSp mod">
        <pc:chgData name="Yamakawa, Rion" userId="5623036d-59d7-4fb8-b6b7-e50aa9ebf0c2" providerId="ADAL" clId="{7985E48F-32F0-49FB-9C1F-EE0B60D40D27}" dt="2026-10-09T04:09:03.407" v="208" actId="20577"/>
        <pc:sldMkLst>
          <pc:docMk/>
          <pc:sldMk cId="595883249" sldId="2147483397"/>
        </pc:sldMkLst>
        <pc:spChg chg="mod">
          <ac:chgData name="Yamakawa, Rion" userId="5623036d-59d7-4fb8-b6b7-e50aa9ebf0c2" providerId="ADAL" clId="{7985E48F-32F0-49FB-9C1F-EE0B60D40D27}" dt="2026-10-09T04:09:03.407" v="208" actId="20577"/>
          <ac:spMkLst>
            <pc:docMk/>
            <pc:sldMk cId="595883249" sldId="2147483397"/>
            <ac:spMk id="3" creationId="{A0CD0069-7296-5C95-4100-5FD1F67D4FDE}"/>
          </ac:spMkLst>
        </pc:spChg>
      </pc:sldChg>
      <pc:sldChg chg="del mod modShow">
        <pc:chgData name="Yamakawa, Rion" userId="5623036d-59d7-4fb8-b6b7-e50aa9ebf0c2" providerId="ADAL" clId="{7985E48F-32F0-49FB-9C1F-EE0B60D40D27}" dt="2026-10-09T04:02:40.322" v="7" actId="47"/>
        <pc:sldMkLst>
          <pc:docMk/>
          <pc:sldMk cId="3705545676" sldId="2147483435"/>
        </pc:sldMkLst>
      </pc:sldChg>
      <pc:sldChg chg="del mod modShow">
        <pc:chgData name="Yamakawa, Rion" userId="5623036d-59d7-4fb8-b6b7-e50aa9ebf0c2" providerId="ADAL" clId="{7985E48F-32F0-49FB-9C1F-EE0B60D40D27}" dt="2026-10-09T04:02:40.322" v="7" actId="47"/>
        <pc:sldMkLst>
          <pc:docMk/>
          <pc:sldMk cId="817220878" sldId="2147483436"/>
        </pc:sldMkLst>
      </pc:sldChg>
      <pc:sldChg chg="del mod modShow">
        <pc:chgData name="Yamakawa, Rion" userId="5623036d-59d7-4fb8-b6b7-e50aa9ebf0c2" providerId="ADAL" clId="{7985E48F-32F0-49FB-9C1F-EE0B60D40D27}" dt="2026-10-09T04:02:40.322" v="7" actId="47"/>
        <pc:sldMkLst>
          <pc:docMk/>
          <pc:sldMk cId="2803003126" sldId="2147483437"/>
        </pc:sldMkLst>
      </pc:sldChg>
      <pc:sldChg chg="del mod modShow">
        <pc:chgData name="Yamakawa, Rion" userId="5623036d-59d7-4fb8-b6b7-e50aa9ebf0c2" providerId="ADAL" clId="{7985E48F-32F0-49FB-9C1F-EE0B60D40D27}" dt="2026-10-09T04:02:40.322" v="7" actId="47"/>
        <pc:sldMkLst>
          <pc:docMk/>
          <pc:sldMk cId="2495384255" sldId="2147483438"/>
        </pc:sldMkLst>
      </pc:sldChg>
      <pc:sldChg chg="del mod modShow">
        <pc:chgData name="Yamakawa, Rion" userId="5623036d-59d7-4fb8-b6b7-e50aa9ebf0c2" providerId="ADAL" clId="{7985E48F-32F0-49FB-9C1F-EE0B60D40D27}" dt="2026-10-09T04:02:40.322" v="7" actId="47"/>
        <pc:sldMkLst>
          <pc:docMk/>
          <pc:sldMk cId="4052467605" sldId="2147483439"/>
        </pc:sldMkLst>
      </pc:sldChg>
      <pc:sldChg chg="del mod modShow">
        <pc:chgData name="Yamakawa, Rion" userId="5623036d-59d7-4fb8-b6b7-e50aa9ebf0c2" providerId="ADAL" clId="{7985E48F-32F0-49FB-9C1F-EE0B60D40D27}" dt="2026-10-09T04:02:40.322" v="7" actId="47"/>
        <pc:sldMkLst>
          <pc:docMk/>
          <pc:sldMk cId="1935930408" sldId="2147483440"/>
        </pc:sldMkLst>
      </pc:sldChg>
      <pc:sldChg chg="del mod modShow">
        <pc:chgData name="Yamakawa, Rion" userId="5623036d-59d7-4fb8-b6b7-e50aa9ebf0c2" providerId="ADAL" clId="{7985E48F-32F0-49FB-9C1F-EE0B60D40D27}" dt="2026-10-09T04:02:40.322" v="7" actId="47"/>
        <pc:sldMkLst>
          <pc:docMk/>
          <pc:sldMk cId="814529769" sldId="2147483441"/>
        </pc:sldMkLst>
      </pc:sldChg>
      <pc:sldChg chg="del mod modShow">
        <pc:chgData name="Yamakawa, Rion" userId="5623036d-59d7-4fb8-b6b7-e50aa9ebf0c2" providerId="ADAL" clId="{7985E48F-32F0-49FB-9C1F-EE0B60D40D27}" dt="2026-10-09T04:02:40.322" v="7" actId="47"/>
        <pc:sldMkLst>
          <pc:docMk/>
          <pc:sldMk cId="3909189937" sldId="2147483442"/>
        </pc:sldMkLst>
      </pc:sldChg>
      <pc:sldChg chg="del mod modShow">
        <pc:chgData name="Yamakawa, Rion" userId="5623036d-59d7-4fb8-b6b7-e50aa9ebf0c2" providerId="ADAL" clId="{7985E48F-32F0-49FB-9C1F-EE0B60D40D27}" dt="2026-10-09T04:02:40.322" v="7" actId="47"/>
        <pc:sldMkLst>
          <pc:docMk/>
          <pc:sldMk cId="2716819494" sldId="2147483443"/>
        </pc:sldMkLst>
      </pc:sldChg>
      <pc:sldChg chg="del mod modShow">
        <pc:chgData name="Yamakawa, Rion" userId="5623036d-59d7-4fb8-b6b7-e50aa9ebf0c2" providerId="ADAL" clId="{7985E48F-32F0-49FB-9C1F-EE0B60D40D27}" dt="2026-10-09T04:02:40.322" v="7" actId="47"/>
        <pc:sldMkLst>
          <pc:docMk/>
          <pc:sldMk cId="61962872" sldId="2147483444"/>
        </pc:sldMkLst>
      </pc:sldChg>
      <pc:sldChg chg="del mod modShow">
        <pc:chgData name="Yamakawa, Rion" userId="5623036d-59d7-4fb8-b6b7-e50aa9ebf0c2" providerId="ADAL" clId="{7985E48F-32F0-49FB-9C1F-EE0B60D40D27}" dt="2026-10-09T04:02:40.322" v="7" actId="47"/>
        <pc:sldMkLst>
          <pc:docMk/>
          <pc:sldMk cId="2348157068" sldId="2147483445"/>
        </pc:sldMkLst>
      </pc:sldChg>
      <pc:sldChg chg="del mod modShow">
        <pc:chgData name="Yamakawa, Rion" userId="5623036d-59d7-4fb8-b6b7-e50aa9ebf0c2" providerId="ADAL" clId="{7985E48F-32F0-49FB-9C1F-EE0B60D40D27}" dt="2026-10-09T04:02:40.322" v="7" actId="47"/>
        <pc:sldMkLst>
          <pc:docMk/>
          <pc:sldMk cId="4092686630" sldId="2147483446"/>
        </pc:sldMkLst>
      </pc:sldChg>
      <pc:sldChg chg="del mod modShow">
        <pc:chgData name="Yamakawa, Rion" userId="5623036d-59d7-4fb8-b6b7-e50aa9ebf0c2" providerId="ADAL" clId="{7985E48F-32F0-49FB-9C1F-EE0B60D40D27}" dt="2026-10-09T04:02:40.322" v="7" actId="47"/>
        <pc:sldMkLst>
          <pc:docMk/>
          <pc:sldMk cId="282182776" sldId="2147483447"/>
        </pc:sldMkLst>
      </pc:sldChg>
      <pc:sldChg chg="del mod modShow">
        <pc:chgData name="Yamakawa, Rion" userId="5623036d-59d7-4fb8-b6b7-e50aa9ebf0c2" providerId="ADAL" clId="{7985E48F-32F0-49FB-9C1F-EE0B60D40D27}" dt="2026-10-09T04:02:40.322" v="7" actId="47"/>
        <pc:sldMkLst>
          <pc:docMk/>
          <pc:sldMk cId="2528049026" sldId="2147483448"/>
        </pc:sldMkLst>
      </pc:sldChg>
      <pc:sldChg chg="del mod modShow">
        <pc:chgData name="Yamakawa, Rion" userId="5623036d-59d7-4fb8-b6b7-e50aa9ebf0c2" providerId="ADAL" clId="{7985E48F-32F0-49FB-9C1F-EE0B60D40D27}" dt="2026-10-09T04:02:40.322" v="7" actId="47"/>
        <pc:sldMkLst>
          <pc:docMk/>
          <pc:sldMk cId="348946050" sldId="2147483449"/>
        </pc:sldMkLst>
      </pc:sldChg>
      <pc:sldChg chg="del mod modShow">
        <pc:chgData name="Yamakawa, Rion" userId="5623036d-59d7-4fb8-b6b7-e50aa9ebf0c2" providerId="ADAL" clId="{7985E48F-32F0-49FB-9C1F-EE0B60D40D27}" dt="2026-10-09T04:02:40.322" v="7" actId="47"/>
        <pc:sldMkLst>
          <pc:docMk/>
          <pc:sldMk cId="444256917" sldId="2147483450"/>
        </pc:sldMkLst>
      </pc:sldChg>
      <pc:sldChg chg="del mod modShow">
        <pc:chgData name="Yamakawa, Rion" userId="5623036d-59d7-4fb8-b6b7-e50aa9ebf0c2" providerId="ADAL" clId="{7985E48F-32F0-49FB-9C1F-EE0B60D40D27}" dt="2026-10-09T04:02:40.322" v="7" actId="47"/>
        <pc:sldMkLst>
          <pc:docMk/>
          <pc:sldMk cId="1757843476" sldId="2147483451"/>
        </pc:sldMkLst>
      </pc:sldChg>
      <pc:sldChg chg="del mod modShow">
        <pc:chgData name="Yamakawa, Rion" userId="5623036d-59d7-4fb8-b6b7-e50aa9ebf0c2" providerId="ADAL" clId="{7985E48F-32F0-49FB-9C1F-EE0B60D40D27}" dt="2026-10-09T04:02:40.322" v="7" actId="47"/>
        <pc:sldMkLst>
          <pc:docMk/>
          <pc:sldMk cId="3559315595" sldId="2147483452"/>
        </pc:sldMkLst>
      </pc:sldChg>
      <pc:sldMasterChg chg="del delSldLayout">
        <pc:chgData name="Yamakawa, Rion" userId="5623036d-59d7-4fb8-b6b7-e50aa9ebf0c2" providerId="ADAL" clId="{7985E48F-32F0-49FB-9C1F-EE0B60D40D27}" dt="2026-10-09T04:02:40.322" v="7" actId="47"/>
        <pc:sldMasterMkLst>
          <pc:docMk/>
          <pc:sldMasterMk cId="1911037122" sldId="2147483759"/>
        </pc:sldMasterMkLst>
        <pc:sldLayoutChg chg="del">
          <pc:chgData name="Yamakawa, Rion" userId="5623036d-59d7-4fb8-b6b7-e50aa9ebf0c2" providerId="ADAL" clId="{7985E48F-32F0-49FB-9C1F-EE0B60D40D27}" dt="2026-10-09T04:02:40.322" v="7" actId="47"/>
          <pc:sldLayoutMkLst>
            <pc:docMk/>
            <pc:sldMasterMk cId="1911037122" sldId="2147483759"/>
            <pc:sldLayoutMk cId="2141291197" sldId="2147483760"/>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500130478" sldId="2147483761"/>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793979966" sldId="2147483762"/>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795344207" sldId="2147483763"/>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692121668" sldId="2147483764"/>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341316991" sldId="2147483765"/>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226785088" sldId="2147483766"/>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975704340" sldId="2147483767"/>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949214595" sldId="2147483768"/>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791090912" sldId="2147483769"/>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2417583490" sldId="2147483770"/>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938549789" sldId="2147483771"/>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029576781" sldId="2147483772"/>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464783829" sldId="2147483773"/>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162366294" sldId="2147483774"/>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4091294243" sldId="2147483775"/>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2890976480" sldId="2147483776"/>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95276879" sldId="2147483777"/>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815522271" sldId="2147483778"/>
          </pc:sldLayoutMkLst>
        </pc:sldLayoutChg>
      </pc:sldMasterChg>
      <pc:sldMasterChg chg="del delSldLayout">
        <pc:chgData name="Yamakawa, Rion" userId="5623036d-59d7-4fb8-b6b7-e50aa9ebf0c2" providerId="ADAL" clId="{7985E48F-32F0-49FB-9C1F-EE0B60D40D27}" dt="2026-10-09T04:02:40.322" v="7" actId="47"/>
        <pc:sldMasterMkLst>
          <pc:docMk/>
          <pc:sldMasterMk cId="798667303" sldId="2147483779"/>
        </pc:sldMasterMkLst>
        <pc:sldLayoutChg chg="del">
          <pc:chgData name="Yamakawa, Rion" userId="5623036d-59d7-4fb8-b6b7-e50aa9ebf0c2" providerId="ADAL" clId="{7985E48F-32F0-49FB-9C1F-EE0B60D40D27}" dt="2026-10-09T04:02:40.322" v="7" actId="47"/>
          <pc:sldLayoutMkLst>
            <pc:docMk/>
            <pc:sldMasterMk cId="798667303" sldId="2147483779"/>
            <pc:sldLayoutMk cId="2963352781" sldId="2147483780"/>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1239105402" sldId="2147483781"/>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3979477293" sldId="2147483782"/>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404630649" sldId="2147483783"/>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321136571" sldId="2147483784"/>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706222548" sldId="2147483785"/>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3386862089" sldId="2147483786"/>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645872531" sldId="2147483787"/>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2456206112" sldId="2147483788"/>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3385604942" sldId="2147483789"/>
          </pc:sldLayoutMkLst>
        </pc:sldLayoutChg>
      </pc:sldMasterChg>
      <pc:sldMasterChg chg="del delSldLayout">
        <pc:chgData name="Yamakawa, Rion" userId="5623036d-59d7-4fb8-b6b7-e50aa9ebf0c2" providerId="ADAL" clId="{7985E48F-32F0-49FB-9C1F-EE0B60D40D27}" dt="2026-10-09T04:02:40.322" v="7" actId="47"/>
        <pc:sldMasterMkLst>
          <pc:docMk/>
          <pc:sldMasterMk cId="1863629358" sldId="2147483790"/>
        </pc:sldMasterMkLst>
        <pc:sldLayoutChg chg="del">
          <pc:chgData name="Yamakawa, Rion" userId="5623036d-59d7-4fb8-b6b7-e50aa9ebf0c2" providerId="ADAL" clId="{7985E48F-32F0-49FB-9C1F-EE0B60D40D27}" dt="2026-10-09T04:02:40.322" v="7" actId="47"/>
          <pc:sldLayoutMkLst>
            <pc:docMk/>
            <pc:sldMasterMk cId="1863629358" sldId="2147483790"/>
            <pc:sldLayoutMk cId="3486106112" sldId="2147483791"/>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821956788" sldId="2147483792"/>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1148598943" sldId="2147483793"/>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203888476" sldId="2147483794"/>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532978779" sldId="2147483795"/>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637378498" sldId="2147483796"/>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893225312" sldId="2147483797"/>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777345940" sldId="2147483798"/>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1155198489" sldId="2147483799"/>
          </pc:sldLayoutMkLst>
        </pc:sldLayoutChg>
      </pc:sldMasterChg>
    </pc:docChg>
  </pc:docChgLst>
  <pc:docChgLst>
    <pc:chgData name="Honda, Keiko" userId="375496db-4b17-4194-84b5-e6f9bb884af8" providerId="ADAL" clId="{F7CF527C-2471-481A-9057-C5CD703C1E49}"/>
    <pc:docChg chg="undo custSel addSld delSld modSld modSection">
      <pc:chgData name="Honda, Keiko" userId="375496db-4b17-4194-84b5-e6f9bb884af8" providerId="ADAL" clId="{F7CF527C-2471-481A-9057-C5CD703C1E49}" dt="2026-10-13T03:43:19.215" v="1540" actId="13926"/>
      <pc:docMkLst>
        <pc:docMk/>
      </pc:docMkLst>
      <pc:sldChg chg="addSp delSp modSp add del mod">
        <pc:chgData name="Honda, Keiko" userId="375496db-4b17-4194-84b5-e6f9bb884af8" providerId="ADAL" clId="{F7CF527C-2471-481A-9057-C5CD703C1E49}" dt="2026-10-13T02:18:53.992" v="1458" actId="478"/>
        <pc:sldMkLst>
          <pc:docMk/>
          <pc:sldMk cId="1890492439" sldId="324"/>
        </pc:sldMkLst>
        <pc:spChg chg="mod">
          <ac:chgData name="Honda, Keiko" userId="375496db-4b17-4194-84b5-e6f9bb884af8" providerId="ADAL" clId="{F7CF527C-2471-481A-9057-C5CD703C1E49}" dt="2026-10-09T08:28:07.662" v="33"/>
          <ac:spMkLst>
            <pc:docMk/>
            <pc:sldMk cId="1890492439" sldId="324"/>
            <ac:spMk id="2" creationId="{8C3C159F-F2B8-134D-3280-837EA0DDE40A}"/>
          </ac:spMkLst>
        </pc:spChg>
        <pc:spChg chg="del">
          <ac:chgData name="Honda, Keiko" userId="375496db-4b17-4194-84b5-e6f9bb884af8" providerId="ADAL" clId="{F7CF527C-2471-481A-9057-C5CD703C1E49}" dt="2026-10-13T02:18:48.296" v="1456" actId="478"/>
          <ac:spMkLst>
            <pc:docMk/>
            <pc:sldMk cId="1890492439" sldId="324"/>
            <ac:spMk id="5" creationId="{644FA821-445F-A6B0-8480-D037565EC425}"/>
          </ac:spMkLst>
        </pc:spChg>
        <pc:spChg chg="add mod">
          <ac:chgData name="Honda, Keiko" userId="375496db-4b17-4194-84b5-e6f9bb884af8" providerId="ADAL" clId="{F7CF527C-2471-481A-9057-C5CD703C1E49}" dt="2026-10-09T08:30:30.251" v="88" actId="1076"/>
          <ac:spMkLst>
            <pc:docMk/>
            <pc:sldMk cId="1890492439" sldId="324"/>
            <ac:spMk id="6" creationId="{2FAAD378-7123-F146-3105-C1C764C3258E}"/>
          </ac:spMkLst>
        </pc:spChg>
        <pc:spChg chg="mod">
          <ac:chgData name="Honda, Keiko" userId="375496db-4b17-4194-84b5-e6f9bb884af8" providerId="ADAL" clId="{F7CF527C-2471-481A-9057-C5CD703C1E49}" dt="2026-10-09T08:43:46.707" v="483"/>
          <ac:spMkLst>
            <pc:docMk/>
            <pc:sldMk cId="1890492439" sldId="324"/>
            <ac:spMk id="9" creationId="{F63D718E-F1A8-5273-8A82-28B2C98BF486}"/>
          </ac:spMkLst>
        </pc:spChg>
        <pc:spChg chg="mod">
          <ac:chgData name="Honda, Keiko" userId="375496db-4b17-4194-84b5-e6f9bb884af8" providerId="ADAL" clId="{F7CF527C-2471-481A-9057-C5CD703C1E49}" dt="2026-10-13T02:15:19.042" v="1454"/>
          <ac:spMkLst>
            <pc:docMk/>
            <pc:sldMk cId="1890492439" sldId="324"/>
            <ac:spMk id="10" creationId="{211C5006-A916-6F9B-F491-A9E7F02DE4E4}"/>
          </ac:spMkLst>
        </pc:spChg>
        <pc:spChg chg="mod">
          <ac:chgData name="Honda, Keiko" userId="375496db-4b17-4194-84b5-e6f9bb884af8" providerId="ADAL" clId="{F7CF527C-2471-481A-9057-C5CD703C1E49}" dt="2026-10-13T02:15:07.836" v="1442" actId="20577"/>
          <ac:spMkLst>
            <pc:docMk/>
            <pc:sldMk cId="1890492439" sldId="324"/>
            <ac:spMk id="11" creationId="{ECF1BE7C-B5D4-0B32-BAE2-CF13FADCC9E0}"/>
          </ac:spMkLst>
        </pc:spChg>
        <pc:spChg chg="del">
          <ac:chgData name="Honda, Keiko" userId="375496db-4b17-4194-84b5-e6f9bb884af8" providerId="ADAL" clId="{F7CF527C-2471-481A-9057-C5CD703C1E49}" dt="2026-10-13T02:15:25.742" v="1455" actId="478"/>
          <ac:spMkLst>
            <pc:docMk/>
            <pc:sldMk cId="1890492439" sldId="324"/>
            <ac:spMk id="14" creationId="{F325B36E-BEF1-AEA0-70A4-773A13459020}"/>
          </ac:spMkLst>
        </pc:spChg>
        <pc:spChg chg="add del">
          <ac:chgData name="Honda, Keiko" userId="375496db-4b17-4194-84b5-e6f9bb884af8" providerId="ADAL" clId="{F7CF527C-2471-481A-9057-C5CD703C1E49}" dt="2026-10-13T02:18:49.590" v="1457" actId="478"/>
          <ac:spMkLst>
            <pc:docMk/>
            <pc:sldMk cId="1890492439" sldId="324"/>
            <ac:spMk id="82" creationId="{A29E78DD-FF7B-EFF8-27B2-799255885B4E}"/>
          </ac:spMkLst>
        </pc:spChg>
        <pc:grpChg chg="del mod">
          <ac:chgData name="Honda, Keiko" userId="375496db-4b17-4194-84b5-e6f9bb884af8" providerId="ADAL" clId="{F7CF527C-2471-481A-9057-C5CD703C1E49}" dt="2026-10-13T02:18:53.992" v="1458" actId="478"/>
          <ac:grpSpMkLst>
            <pc:docMk/>
            <pc:sldMk cId="1890492439" sldId="324"/>
            <ac:grpSpMk id="7" creationId="{B718FBEC-4165-203A-1473-B029A8A213FC}"/>
          </ac:grpSpMkLst>
        </pc:grpChg>
        <pc:picChg chg="add mod">
          <ac:chgData name="Honda, Keiko" userId="375496db-4b17-4194-84b5-e6f9bb884af8" providerId="ADAL" clId="{F7CF527C-2471-481A-9057-C5CD703C1E49}" dt="2026-10-09T08:30:58.402" v="90" actId="14100"/>
          <ac:picMkLst>
            <pc:docMk/>
            <pc:sldMk cId="1890492439" sldId="324"/>
            <ac:picMk id="80" creationId="{86FCFC8B-A0D5-F279-2687-C88F6296ADC0}"/>
          </ac:picMkLst>
        </pc:picChg>
        <pc:cxnChg chg="del">
          <ac:chgData name="Honda, Keiko" userId="375496db-4b17-4194-84b5-e6f9bb884af8" providerId="ADAL" clId="{F7CF527C-2471-481A-9057-C5CD703C1E49}" dt="2026-10-13T02:18:48.296" v="1456" actId="478"/>
          <ac:cxnSpMkLst>
            <pc:docMk/>
            <pc:sldMk cId="1890492439" sldId="324"/>
            <ac:cxnSpMk id="12" creationId="{5165E6D7-73A0-D855-83B1-C7AFDAEDAB9D}"/>
          </ac:cxnSpMkLst>
        </pc:cxnChg>
        <pc:cxnChg chg="del">
          <ac:chgData name="Honda, Keiko" userId="375496db-4b17-4194-84b5-e6f9bb884af8" providerId="ADAL" clId="{F7CF527C-2471-481A-9057-C5CD703C1E49}" dt="2026-10-13T02:15:25.742" v="1455" actId="478"/>
          <ac:cxnSpMkLst>
            <pc:docMk/>
            <pc:sldMk cId="1890492439" sldId="324"/>
            <ac:cxnSpMk id="15" creationId="{229C66AB-49A4-678F-2DA6-3EA2F0E2269E}"/>
          </ac:cxnSpMkLst>
        </pc:cxnChg>
      </pc:sldChg>
      <pc:sldChg chg="addSp delSp modSp add del mod">
        <pc:chgData name="Honda, Keiko" userId="375496db-4b17-4194-84b5-e6f9bb884af8" providerId="ADAL" clId="{F7CF527C-2471-481A-9057-C5CD703C1E49}" dt="2026-10-13T03:13:54.611" v="1530"/>
        <pc:sldMkLst>
          <pc:docMk/>
          <pc:sldMk cId="1430694521" sldId="325"/>
        </pc:sldMkLst>
        <pc:spChg chg="mod">
          <ac:chgData name="Honda, Keiko" userId="375496db-4b17-4194-84b5-e6f9bb884af8" providerId="ADAL" clId="{F7CF527C-2471-481A-9057-C5CD703C1E49}" dt="2026-10-09T08:43:58.675" v="504" actId="14100"/>
          <ac:spMkLst>
            <pc:docMk/>
            <pc:sldMk cId="1430694521" sldId="325"/>
            <ac:spMk id="9" creationId="{DF992A76-9B71-8ECE-A3CD-9506DDF90A2D}"/>
          </ac:spMkLst>
        </pc:spChg>
        <pc:spChg chg="mod">
          <ac:chgData name="Honda, Keiko" userId="375496db-4b17-4194-84b5-e6f9bb884af8" providerId="ADAL" clId="{F7CF527C-2471-481A-9057-C5CD703C1E49}" dt="2026-10-13T03:13:54.611" v="1530"/>
          <ac:spMkLst>
            <pc:docMk/>
            <pc:sldMk cId="1430694521" sldId="325"/>
            <ac:spMk id="10" creationId="{A16BED88-47F5-BF78-D808-27E27638B1D4}"/>
          </ac:spMkLst>
        </pc:spChg>
        <pc:spChg chg="add del">
          <ac:chgData name="Honda, Keiko" userId="375496db-4b17-4194-84b5-e6f9bb884af8" providerId="ADAL" clId="{F7CF527C-2471-481A-9057-C5CD703C1E49}" dt="2026-10-13T02:18:58.621" v="1459" actId="478"/>
          <ac:spMkLst>
            <pc:docMk/>
            <pc:sldMk cId="1430694521" sldId="325"/>
            <ac:spMk id="11" creationId="{FAADF7A5-48F3-E3FE-4E67-F1669E00FE1B}"/>
          </ac:spMkLst>
        </pc:spChg>
        <pc:spChg chg="mod">
          <ac:chgData name="Honda, Keiko" userId="375496db-4b17-4194-84b5-e6f9bb884af8" providerId="ADAL" clId="{F7CF527C-2471-481A-9057-C5CD703C1E49}" dt="2026-10-13T02:31:55.017" v="1490"/>
          <ac:spMkLst>
            <pc:docMk/>
            <pc:sldMk cId="1430694521" sldId="325"/>
            <ac:spMk id="26" creationId="{39B5F905-6F9F-FEE5-5DD7-E2B949877720}"/>
          </ac:spMkLst>
        </pc:spChg>
        <pc:spChg chg="mod">
          <ac:chgData name="Honda, Keiko" userId="375496db-4b17-4194-84b5-e6f9bb884af8" providerId="ADAL" clId="{F7CF527C-2471-481A-9057-C5CD703C1E49}" dt="2026-10-09T08:46:00.967" v="787" actId="6549"/>
          <ac:spMkLst>
            <pc:docMk/>
            <pc:sldMk cId="1430694521" sldId="325"/>
            <ac:spMk id="50" creationId="{5468FAAD-D151-8D35-2B6F-B6865D15491E}"/>
          </ac:spMkLst>
        </pc:spChg>
        <pc:spChg chg="mod">
          <ac:chgData name="Honda, Keiko" userId="375496db-4b17-4194-84b5-e6f9bb884af8" providerId="ADAL" clId="{F7CF527C-2471-481A-9057-C5CD703C1E49}" dt="2026-10-09T08:45:48.535" v="766" actId="1036"/>
          <ac:spMkLst>
            <pc:docMk/>
            <pc:sldMk cId="1430694521" sldId="325"/>
            <ac:spMk id="52" creationId="{E9F6646F-F584-007A-2B14-208DD327E006}"/>
          </ac:spMkLst>
        </pc:spChg>
        <pc:spChg chg="mod">
          <ac:chgData name="Honda, Keiko" userId="375496db-4b17-4194-84b5-e6f9bb884af8" providerId="ADAL" clId="{F7CF527C-2471-481A-9057-C5CD703C1E49}" dt="2026-10-13T02:32:04.861" v="1504" actId="14100"/>
          <ac:spMkLst>
            <pc:docMk/>
            <pc:sldMk cId="1430694521" sldId="325"/>
            <ac:spMk id="99" creationId="{47AD6892-255C-1FF2-D243-66A8D8547D02}"/>
          </ac:spMkLst>
        </pc:spChg>
      </pc:sldChg>
      <pc:sldChg chg="addSp delSp modSp mod">
        <pc:chgData name="Honda, Keiko" userId="375496db-4b17-4194-84b5-e6f9bb884af8" providerId="ADAL" clId="{F7CF527C-2471-481A-9057-C5CD703C1E49}" dt="2026-10-13T03:43:19.215" v="1540" actId="13926"/>
        <pc:sldMkLst>
          <pc:docMk/>
          <pc:sldMk cId="2668377432" sldId="348"/>
        </pc:sldMkLst>
        <pc:spChg chg="del">
          <ac:chgData name="Honda, Keiko" userId="375496db-4b17-4194-84b5-e6f9bb884af8" providerId="ADAL" clId="{F7CF527C-2471-481A-9057-C5CD703C1E49}" dt="2026-10-13T02:31:24.529" v="1472" actId="478"/>
          <ac:spMkLst>
            <pc:docMk/>
            <pc:sldMk cId="2668377432" sldId="348"/>
            <ac:spMk id="2" creationId="{13025582-57EA-E060-62C2-250B14E1DD65}"/>
          </ac:spMkLst>
        </pc:spChg>
        <pc:spChg chg="add del">
          <ac:chgData name="Honda, Keiko" userId="375496db-4b17-4194-84b5-e6f9bb884af8" providerId="ADAL" clId="{F7CF527C-2471-481A-9057-C5CD703C1E49}" dt="2026-10-13T02:30:11.897" v="1466" actId="478"/>
          <ac:spMkLst>
            <pc:docMk/>
            <pc:sldMk cId="2668377432" sldId="348"/>
            <ac:spMk id="3" creationId="{CB774674-1BEB-F912-A4DB-D3597E01568F}"/>
          </ac:spMkLst>
        </pc:spChg>
        <pc:spChg chg="del">
          <ac:chgData name="Honda, Keiko" userId="375496db-4b17-4194-84b5-e6f9bb884af8" providerId="ADAL" clId="{F7CF527C-2471-481A-9057-C5CD703C1E49}" dt="2026-10-13T03:43:13.406" v="1539" actId="478"/>
          <ac:spMkLst>
            <pc:docMk/>
            <pc:sldMk cId="2668377432" sldId="348"/>
            <ac:spMk id="4" creationId="{D2858778-EEB2-85E5-6A61-686AA30A7DAD}"/>
          </ac:spMkLst>
        </pc:spChg>
        <pc:spChg chg="mod">
          <ac:chgData name="Honda, Keiko" userId="375496db-4b17-4194-84b5-e6f9bb884af8" providerId="ADAL" clId="{F7CF527C-2471-481A-9057-C5CD703C1E49}" dt="2026-10-13T02:11:34.960" v="914" actId="1036"/>
          <ac:spMkLst>
            <pc:docMk/>
            <pc:sldMk cId="2668377432" sldId="348"/>
            <ac:spMk id="8" creationId="{04C7A161-6370-59E9-0E21-BF88EB115B87}"/>
          </ac:spMkLst>
        </pc:spChg>
        <pc:spChg chg="mod">
          <ac:chgData name="Honda, Keiko" userId="375496db-4b17-4194-84b5-e6f9bb884af8" providerId="ADAL" clId="{F7CF527C-2471-481A-9057-C5CD703C1E49}" dt="2026-10-13T02:11:34.960" v="914" actId="1036"/>
          <ac:spMkLst>
            <pc:docMk/>
            <pc:sldMk cId="2668377432" sldId="348"/>
            <ac:spMk id="10" creationId="{4AF91EC2-87B9-8431-E444-F8FB1704F7D0}"/>
          </ac:spMkLst>
        </pc:spChg>
        <pc:spChg chg="mod">
          <ac:chgData name="Honda, Keiko" userId="375496db-4b17-4194-84b5-e6f9bb884af8" providerId="ADAL" clId="{F7CF527C-2471-481A-9057-C5CD703C1E49}" dt="2026-10-13T03:43:19.215" v="1540" actId="13926"/>
          <ac:spMkLst>
            <pc:docMk/>
            <pc:sldMk cId="2668377432" sldId="348"/>
            <ac:spMk id="21" creationId="{8C036D8B-CD3A-824A-A735-99A7D0ECF23D}"/>
          </ac:spMkLst>
        </pc:spChg>
        <pc:spChg chg="mod">
          <ac:chgData name="Honda, Keiko" userId="375496db-4b17-4194-84b5-e6f9bb884af8" providerId="ADAL" clId="{F7CF527C-2471-481A-9057-C5CD703C1E49}" dt="2026-10-09T08:28:21.391" v="46"/>
          <ac:spMkLst>
            <pc:docMk/>
            <pc:sldMk cId="2668377432" sldId="348"/>
            <ac:spMk id="24" creationId="{0F1FE4D6-BA15-26FE-406D-2CB2642CF5E5}"/>
          </ac:spMkLst>
        </pc:spChg>
        <pc:cxnChg chg="del">
          <ac:chgData name="Honda, Keiko" userId="375496db-4b17-4194-84b5-e6f9bb884af8" providerId="ADAL" clId="{F7CF527C-2471-481A-9057-C5CD703C1E49}" dt="2026-10-13T02:31:24.529" v="1472" actId="478"/>
          <ac:cxnSpMkLst>
            <pc:docMk/>
            <pc:sldMk cId="2668377432" sldId="348"/>
            <ac:cxnSpMk id="6" creationId="{CA8EDBB3-930C-2685-E88A-E470CF3FCB4C}"/>
          </ac:cxnSpMkLst>
        </pc:cxnChg>
      </pc:sldChg>
      <pc:sldChg chg="addSp delSp modSp mod">
        <pc:chgData name="Honda, Keiko" userId="375496db-4b17-4194-84b5-e6f9bb884af8" providerId="ADAL" clId="{F7CF527C-2471-481A-9057-C5CD703C1E49}" dt="2026-10-13T02:30:06.497" v="1464" actId="478"/>
        <pc:sldMkLst>
          <pc:docMk/>
          <pc:sldMk cId="1235160568" sldId="349"/>
        </pc:sldMkLst>
        <pc:spChg chg="mod">
          <ac:chgData name="Honda, Keiko" userId="375496db-4b17-4194-84b5-e6f9bb884af8" providerId="ADAL" clId="{F7CF527C-2471-481A-9057-C5CD703C1E49}" dt="2026-10-09T08:42:52.861" v="440" actId="1076"/>
          <ac:spMkLst>
            <pc:docMk/>
            <pc:sldMk cId="1235160568" sldId="349"/>
            <ac:spMk id="2" creationId="{BAC4197E-F935-D555-FC4A-35301ACD976D}"/>
          </ac:spMkLst>
        </pc:spChg>
        <pc:spChg chg="add del">
          <ac:chgData name="Honda, Keiko" userId="375496db-4b17-4194-84b5-e6f9bb884af8" providerId="ADAL" clId="{F7CF527C-2471-481A-9057-C5CD703C1E49}" dt="2026-10-13T02:30:06.497" v="1464" actId="478"/>
          <ac:spMkLst>
            <pc:docMk/>
            <pc:sldMk cId="1235160568" sldId="349"/>
            <ac:spMk id="5" creationId="{3EE5699F-18B6-14C9-A01E-DDCFAAFF03B8}"/>
          </ac:spMkLst>
        </pc:spChg>
        <pc:spChg chg="mod">
          <ac:chgData name="Honda, Keiko" userId="375496db-4b17-4194-84b5-e6f9bb884af8" providerId="ADAL" clId="{F7CF527C-2471-481A-9057-C5CD703C1E49}" dt="2026-10-09T08:28:26.355" v="54"/>
          <ac:spMkLst>
            <pc:docMk/>
            <pc:sldMk cId="1235160568" sldId="349"/>
            <ac:spMk id="24" creationId="{E2085BAD-38CE-0BCA-C747-9B899293CAF6}"/>
          </ac:spMkLst>
        </pc:spChg>
        <pc:cxnChg chg="mod">
          <ac:chgData name="Honda, Keiko" userId="375496db-4b17-4194-84b5-e6f9bb884af8" providerId="ADAL" clId="{F7CF527C-2471-481A-9057-C5CD703C1E49}" dt="2026-10-09T08:42:52.861" v="440" actId="1076"/>
          <ac:cxnSpMkLst>
            <pc:docMk/>
            <pc:sldMk cId="1235160568" sldId="349"/>
            <ac:cxnSpMk id="3" creationId="{205FCFFF-6129-86BD-A70F-264491EB5898}"/>
          </ac:cxnSpMkLst>
        </pc:cxnChg>
      </pc:sldChg>
      <pc:sldChg chg="addSp delSp modSp mod">
        <pc:chgData name="Honda, Keiko" userId="375496db-4b17-4194-84b5-e6f9bb884af8" providerId="ADAL" clId="{F7CF527C-2471-481A-9057-C5CD703C1E49}" dt="2026-10-13T02:30:08.199" v="1465" actId="478"/>
        <pc:sldMkLst>
          <pc:docMk/>
          <pc:sldMk cId="2210300788" sldId="350"/>
        </pc:sldMkLst>
        <pc:spChg chg="add del">
          <ac:chgData name="Honda, Keiko" userId="375496db-4b17-4194-84b5-e6f9bb884af8" providerId="ADAL" clId="{F7CF527C-2471-481A-9057-C5CD703C1E49}" dt="2026-10-13T02:30:08.199" v="1465" actId="478"/>
          <ac:spMkLst>
            <pc:docMk/>
            <pc:sldMk cId="2210300788" sldId="350"/>
            <ac:spMk id="4" creationId="{5123E292-59B8-AA48-AA4E-24DF9A10827B}"/>
          </ac:spMkLst>
        </pc:spChg>
        <pc:spChg chg="mod">
          <ac:chgData name="Honda, Keiko" userId="375496db-4b17-4194-84b5-e6f9bb884af8" providerId="ADAL" clId="{F7CF527C-2471-481A-9057-C5CD703C1E49}" dt="2026-10-09T08:28:24.342" v="50"/>
          <ac:spMkLst>
            <pc:docMk/>
            <pc:sldMk cId="2210300788" sldId="350"/>
            <ac:spMk id="24" creationId="{DBC35EA2-BCFE-6E2C-9FB1-4116BA01BC83}"/>
          </ac:spMkLst>
        </pc:spChg>
      </pc:sldChg>
      <pc:sldChg chg="addSp delSp modSp mod">
        <pc:chgData name="Honda, Keiko" userId="375496db-4b17-4194-84b5-e6f9bb884af8" providerId="ADAL" clId="{F7CF527C-2471-481A-9057-C5CD703C1E49}" dt="2026-10-13T02:11:02.417" v="894" actId="478"/>
        <pc:sldMkLst>
          <pc:docMk/>
          <pc:sldMk cId="595883249" sldId="2147483397"/>
        </pc:sldMkLst>
        <pc:spChg chg="mod">
          <ac:chgData name="Honda, Keiko" userId="375496db-4b17-4194-84b5-e6f9bb884af8" providerId="ADAL" clId="{F7CF527C-2471-481A-9057-C5CD703C1E49}" dt="2026-10-09T08:47:01.118" v="872" actId="20577"/>
          <ac:spMkLst>
            <pc:docMk/>
            <pc:sldMk cId="595883249" sldId="2147483397"/>
            <ac:spMk id="3" creationId="{A0CD0069-7296-5C95-4100-5FD1F67D4FDE}"/>
          </ac:spMkLst>
        </pc:spChg>
        <pc:spChg chg="add del mod">
          <ac:chgData name="Honda, Keiko" userId="375496db-4b17-4194-84b5-e6f9bb884af8" providerId="ADAL" clId="{F7CF527C-2471-481A-9057-C5CD703C1E49}" dt="2026-10-13T02:11:02.417" v="894" actId="478"/>
          <ac:spMkLst>
            <pc:docMk/>
            <pc:sldMk cId="595883249" sldId="2147483397"/>
            <ac:spMk id="4" creationId="{ED51D8B0-84BB-91AC-ED7A-5B478D083C17}"/>
          </ac:spMkLst>
        </pc:spChg>
      </pc:sldChg>
      <pc:sldChg chg="addSp delSp modSp add del mod">
        <pc:chgData name="Honda, Keiko" userId="375496db-4b17-4194-84b5-e6f9bb884af8" providerId="ADAL" clId="{F7CF527C-2471-481A-9057-C5CD703C1E49}" dt="2026-10-13T03:31:45.716" v="1538" actId="47"/>
        <pc:sldMkLst>
          <pc:docMk/>
          <pc:sldMk cId="3909189937" sldId="2147483442"/>
        </pc:sldMkLst>
        <pc:spChg chg="add del">
          <ac:chgData name="Honda, Keiko" userId="375496db-4b17-4194-84b5-e6f9bb884af8" providerId="ADAL" clId="{F7CF527C-2471-481A-9057-C5CD703C1E49}" dt="2026-10-13T02:19:02.207" v="1460" actId="478"/>
          <ac:spMkLst>
            <pc:docMk/>
            <pc:sldMk cId="3909189937" sldId="2147483442"/>
            <ac:spMk id="5" creationId="{C9A850F4-4CEA-75A5-6E1F-973A6ADA0B7E}"/>
          </ac:spMkLst>
        </pc:spChg>
        <pc:graphicFrameChg chg="mod modGraphic">
          <ac:chgData name="Honda, Keiko" userId="375496db-4b17-4194-84b5-e6f9bb884af8" providerId="ADAL" clId="{F7CF527C-2471-481A-9057-C5CD703C1E49}" dt="2026-10-13T03:31:38.772" v="1537" actId="20577"/>
          <ac:graphicFrameMkLst>
            <pc:docMk/>
            <pc:sldMk cId="3909189937" sldId="2147483442"/>
            <ac:graphicFrameMk id="7" creationId="{E1C95EFB-FE24-552E-F57D-765EB6D6D9EB}"/>
          </ac:graphicFrameMkLst>
        </pc:graphicFrameChg>
      </pc:sldChg>
      <pc:sldChg chg="addSp delSp add mod">
        <pc:chgData name="Honda, Keiko" userId="375496db-4b17-4194-84b5-e6f9bb884af8" providerId="ADAL" clId="{F7CF527C-2471-481A-9057-C5CD703C1E49}" dt="2026-10-13T02:19:07.180" v="1463" actId="478"/>
        <pc:sldMkLst>
          <pc:docMk/>
          <pc:sldMk cId="2716819494" sldId="2147483443"/>
        </pc:sldMkLst>
        <pc:spChg chg="add del">
          <ac:chgData name="Honda, Keiko" userId="375496db-4b17-4194-84b5-e6f9bb884af8" providerId="ADAL" clId="{F7CF527C-2471-481A-9057-C5CD703C1E49}" dt="2026-10-13T02:19:07.180" v="1463" actId="478"/>
          <ac:spMkLst>
            <pc:docMk/>
            <pc:sldMk cId="2716819494" sldId="2147483443"/>
            <ac:spMk id="7" creationId="{93EA2302-2119-B7E3-FAE5-CF32B97DBB3A}"/>
          </ac:spMkLst>
        </pc:spChg>
      </pc:sldChg>
      <pc:sldChg chg="addSp delSp add mod">
        <pc:chgData name="Honda, Keiko" userId="375496db-4b17-4194-84b5-e6f9bb884af8" providerId="ADAL" clId="{F7CF527C-2471-481A-9057-C5CD703C1E49}" dt="2026-10-13T02:19:05.543" v="1462" actId="478"/>
        <pc:sldMkLst>
          <pc:docMk/>
          <pc:sldMk cId="61962872" sldId="2147483444"/>
        </pc:sldMkLst>
        <pc:spChg chg="add del">
          <ac:chgData name="Honda, Keiko" userId="375496db-4b17-4194-84b5-e6f9bb884af8" providerId="ADAL" clId="{F7CF527C-2471-481A-9057-C5CD703C1E49}" dt="2026-10-13T02:19:05.543" v="1462" actId="478"/>
          <ac:spMkLst>
            <pc:docMk/>
            <pc:sldMk cId="61962872" sldId="2147483444"/>
            <ac:spMk id="5" creationId="{9BC9F062-D4EF-A510-2F17-8E014060A8FF}"/>
          </ac:spMkLst>
        </pc:spChg>
      </pc:sldChg>
      <pc:sldChg chg="addSp delSp add mod">
        <pc:chgData name="Honda, Keiko" userId="375496db-4b17-4194-84b5-e6f9bb884af8" providerId="ADAL" clId="{F7CF527C-2471-481A-9057-C5CD703C1E49}" dt="2026-10-13T02:19:04.240" v="1461" actId="478"/>
        <pc:sldMkLst>
          <pc:docMk/>
          <pc:sldMk cId="348946050" sldId="2147483449"/>
        </pc:sldMkLst>
        <pc:spChg chg="add del">
          <ac:chgData name="Honda, Keiko" userId="375496db-4b17-4194-84b5-e6f9bb884af8" providerId="ADAL" clId="{F7CF527C-2471-481A-9057-C5CD703C1E49}" dt="2026-10-13T02:19:04.240" v="1461" actId="478"/>
          <ac:spMkLst>
            <pc:docMk/>
            <pc:sldMk cId="348946050" sldId="2147483449"/>
            <ac:spMk id="7" creationId="{816BCCEB-2594-2B27-F9BB-43CB0F7F4E43}"/>
          </ac:spMkLst>
        </pc:spChg>
      </pc:sldChg>
    </pc:docChg>
  </pc:docChgLst>
  <pc:docChgLst>
    <pc:chgData name="Nakazawa, Masato" userId="1233bff8-608b-4080-8826-e11782bff050" providerId="ADAL" clId="{916A5C74-C9E2-42DE-B8FB-29CE5C8966F7}"/>
    <pc:docChg chg="addSld delSld modSld delMainMaster delSection modSection">
      <pc:chgData name="Nakazawa, Masato" userId="1233bff8-608b-4080-8826-e11782bff050" providerId="ADAL" clId="{916A5C74-C9E2-42DE-B8FB-29CE5C8966F7}" dt="2026-10-05T04:20:15.427" v="4" actId="17851"/>
      <pc:docMkLst>
        <pc:docMk/>
      </pc:docMkLst>
      <pc:sldChg chg="add del">
        <pc:chgData name="Nakazawa, Masato" userId="1233bff8-608b-4080-8826-e11782bff050" providerId="ADAL" clId="{916A5C74-C9E2-42DE-B8FB-29CE5C8966F7}" dt="2026-10-05T04:20:05.604" v="3"/>
        <pc:sldMkLst>
          <pc:docMk/>
          <pc:sldMk cId="595883249" sldId="2147483397"/>
        </pc:sldMkLst>
      </pc:sldChg>
      <pc:sldMasterChg chg="delSldLayout">
        <pc:chgData name="Nakazawa, Masato" userId="1233bff8-608b-4080-8826-e11782bff050" providerId="ADAL" clId="{916A5C74-C9E2-42DE-B8FB-29CE5C8966F7}" dt="2026-10-05T04:19:50.434" v="0" actId="47"/>
        <pc:sldMasterMkLst>
          <pc:docMk/>
          <pc:sldMasterMk cId="767315000" sldId="2147483727"/>
        </pc:sldMasterMkLst>
      </pc:sldMasterChg>
    </pc:docChg>
  </pc:docChgLst>
  <pc:docChgLst>
    <pc:chgData name="Mukai, Chiaki" userId="4981200e-0e53-4de9-9471-8cf3db9590d5" providerId="ADAL" clId="{CB8EC4D2-7CBD-49BA-B42A-A3090EE21873}"/>
    <pc:docChg chg="custSel modSld">
      <pc:chgData name="Mukai, Chiaki" userId="4981200e-0e53-4de9-9471-8cf3db9590d5" providerId="ADAL" clId="{CB8EC4D2-7CBD-49BA-B42A-A3090EE21873}" dt="2026-10-13T01:55:51.802" v="1156" actId="20577"/>
      <pc:docMkLst>
        <pc:docMk/>
      </pc:docMkLst>
      <pc:sldChg chg="addSp modSp mod">
        <pc:chgData name="Mukai, Chiaki" userId="4981200e-0e53-4de9-9471-8cf3db9590d5" providerId="ADAL" clId="{CB8EC4D2-7CBD-49BA-B42A-A3090EE21873}" dt="2026-10-13T01:55:51.802" v="1156" actId="20577"/>
        <pc:sldMkLst>
          <pc:docMk/>
          <pc:sldMk cId="1890492439" sldId="324"/>
        </pc:sldMkLst>
        <pc:spChg chg="add mod">
          <ac:chgData name="Mukai, Chiaki" userId="4981200e-0e53-4de9-9471-8cf3db9590d5" providerId="ADAL" clId="{CB8EC4D2-7CBD-49BA-B42A-A3090EE21873}" dt="2026-10-13T01:54:11.954" v="1072" actId="14100"/>
          <ac:spMkLst>
            <pc:docMk/>
            <pc:sldMk cId="1890492439" sldId="324"/>
            <ac:spMk id="5" creationId="{644FA821-445F-A6B0-8480-D037565EC425}"/>
          </ac:spMkLst>
        </pc:spChg>
        <pc:spChg chg="mod">
          <ac:chgData name="Mukai, Chiaki" userId="4981200e-0e53-4de9-9471-8cf3db9590d5" providerId="ADAL" clId="{CB8EC4D2-7CBD-49BA-B42A-A3090EE21873}" dt="2026-10-13T01:55:38.152" v="1140" actId="13926"/>
          <ac:spMkLst>
            <pc:docMk/>
            <pc:sldMk cId="1890492439" sldId="324"/>
            <ac:spMk id="10" creationId="{211C5006-A916-6F9B-F491-A9E7F02DE4E4}"/>
          </ac:spMkLst>
        </pc:spChg>
        <pc:spChg chg="mod">
          <ac:chgData name="Mukai, Chiaki" userId="4981200e-0e53-4de9-9471-8cf3db9590d5" providerId="ADAL" clId="{CB8EC4D2-7CBD-49BA-B42A-A3090EE21873}" dt="2026-10-13T01:55:10.644" v="1139" actId="20577"/>
          <ac:spMkLst>
            <pc:docMk/>
            <pc:sldMk cId="1890492439" sldId="324"/>
            <ac:spMk id="11" creationId="{ECF1BE7C-B5D4-0B32-BAE2-CF13FADCC9E0}"/>
          </ac:spMkLst>
        </pc:spChg>
        <pc:spChg chg="add mod">
          <ac:chgData name="Mukai, Chiaki" userId="4981200e-0e53-4de9-9471-8cf3db9590d5" providerId="ADAL" clId="{CB8EC4D2-7CBD-49BA-B42A-A3090EE21873}" dt="2026-10-13T01:55:51.802" v="1156" actId="20577"/>
          <ac:spMkLst>
            <pc:docMk/>
            <pc:sldMk cId="1890492439" sldId="324"/>
            <ac:spMk id="14" creationId="{F325B36E-BEF1-AEA0-70A4-773A13459020}"/>
          </ac:spMkLst>
        </pc:spChg>
        <pc:cxnChg chg="add mod">
          <ac:chgData name="Mukai, Chiaki" userId="4981200e-0e53-4de9-9471-8cf3db9590d5" providerId="ADAL" clId="{CB8EC4D2-7CBD-49BA-B42A-A3090EE21873}" dt="2026-10-13T01:53:54.576" v="1012" actId="14100"/>
          <ac:cxnSpMkLst>
            <pc:docMk/>
            <pc:sldMk cId="1890492439" sldId="324"/>
            <ac:cxnSpMk id="12" creationId="{5165E6D7-73A0-D855-83B1-C7AFDAEDAB9D}"/>
          </ac:cxnSpMkLst>
        </pc:cxnChg>
        <pc:cxnChg chg="add mod">
          <ac:chgData name="Mukai, Chiaki" userId="4981200e-0e53-4de9-9471-8cf3db9590d5" providerId="ADAL" clId="{CB8EC4D2-7CBD-49BA-B42A-A3090EE21873}" dt="2026-10-13T01:55:47.907" v="1142" actId="14100"/>
          <ac:cxnSpMkLst>
            <pc:docMk/>
            <pc:sldMk cId="1890492439" sldId="324"/>
            <ac:cxnSpMk id="15" creationId="{229C66AB-49A4-678F-2DA6-3EA2F0E2269E}"/>
          </ac:cxnSpMkLst>
        </pc:cxnChg>
      </pc:sldChg>
      <pc:sldChg chg="addSp modSp mod">
        <pc:chgData name="Mukai, Chiaki" userId="4981200e-0e53-4de9-9471-8cf3db9590d5" providerId="ADAL" clId="{CB8EC4D2-7CBD-49BA-B42A-A3090EE21873}" dt="2026-10-13T01:53:22.064" v="1010" actId="11529"/>
        <pc:sldMkLst>
          <pc:docMk/>
          <pc:sldMk cId="2668377432" sldId="348"/>
        </pc:sldMkLst>
        <pc:spChg chg="add mod">
          <ac:chgData name="Mukai, Chiaki" userId="4981200e-0e53-4de9-9471-8cf3db9590d5" providerId="ADAL" clId="{CB8EC4D2-7CBD-49BA-B42A-A3090EE21873}" dt="2026-10-13T01:49:41.017" v="556" actId="1076"/>
          <ac:spMkLst>
            <pc:docMk/>
            <pc:sldMk cId="2668377432" sldId="348"/>
            <ac:spMk id="2" creationId="{13025582-57EA-E060-62C2-250B14E1DD65}"/>
          </ac:spMkLst>
        </pc:spChg>
        <pc:spChg chg="add mod">
          <ac:chgData name="Mukai, Chiaki" userId="4981200e-0e53-4de9-9471-8cf3db9590d5" providerId="ADAL" clId="{CB8EC4D2-7CBD-49BA-B42A-A3090EE21873}" dt="2026-10-13T01:53:14.104" v="1009" actId="20577"/>
          <ac:spMkLst>
            <pc:docMk/>
            <pc:sldMk cId="2668377432" sldId="348"/>
            <ac:spMk id="4" creationId="{D2858778-EEB2-85E5-6A61-686AA30A7DAD}"/>
          </ac:spMkLst>
        </pc:spChg>
        <pc:spChg chg="mod">
          <ac:chgData name="Mukai, Chiaki" userId="4981200e-0e53-4de9-9471-8cf3db9590d5" providerId="ADAL" clId="{CB8EC4D2-7CBD-49BA-B42A-A3090EE21873}" dt="2026-10-13T01:48:37.807" v="509" actId="20577"/>
          <ac:spMkLst>
            <pc:docMk/>
            <pc:sldMk cId="2668377432" sldId="348"/>
            <ac:spMk id="8" creationId="{04C7A161-6370-59E9-0E21-BF88EB115B87}"/>
          </ac:spMkLst>
        </pc:spChg>
        <pc:spChg chg="mod">
          <ac:chgData name="Mukai, Chiaki" userId="4981200e-0e53-4de9-9471-8cf3db9590d5" providerId="ADAL" clId="{CB8EC4D2-7CBD-49BA-B42A-A3090EE21873}" dt="2026-10-13T01:49:31.559" v="555" actId="20577"/>
          <ac:spMkLst>
            <pc:docMk/>
            <pc:sldMk cId="2668377432" sldId="348"/>
            <ac:spMk id="21" creationId="{8C036D8B-CD3A-824A-A735-99A7D0ECF23D}"/>
          </ac:spMkLst>
        </pc:spChg>
        <pc:cxnChg chg="add">
          <ac:chgData name="Mukai, Chiaki" userId="4981200e-0e53-4de9-9471-8cf3db9590d5" providerId="ADAL" clId="{CB8EC4D2-7CBD-49BA-B42A-A3090EE21873}" dt="2026-10-13T01:53:22.064" v="1010" actId="11529"/>
          <ac:cxnSpMkLst>
            <pc:docMk/>
            <pc:sldMk cId="2668377432" sldId="348"/>
            <ac:cxnSpMk id="6" creationId="{CA8EDBB3-930C-2685-E88A-E470CF3FCB4C}"/>
          </ac:cxnSpMkLst>
        </pc:cxnChg>
      </pc:sldChg>
      <pc:sldChg chg="modSp mod">
        <pc:chgData name="Mukai, Chiaki" userId="4981200e-0e53-4de9-9471-8cf3db9590d5" providerId="ADAL" clId="{CB8EC4D2-7CBD-49BA-B42A-A3090EE21873}" dt="2026-10-13T01:41:45.612" v="9" actId="20577"/>
        <pc:sldMkLst>
          <pc:docMk/>
          <pc:sldMk cId="595883249" sldId="2147483397"/>
        </pc:sldMkLst>
        <pc:spChg chg="mod">
          <ac:chgData name="Mukai, Chiaki" userId="4981200e-0e53-4de9-9471-8cf3db9590d5" providerId="ADAL" clId="{CB8EC4D2-7CBD-49BA-B42A-A3090EE21873}" dt="2026-10-13T01:41:45.612" v="9" actId="20577"/>
          <ac:spMkLst>
            <pc:docMk/>
            <pc:sldMk cId="595883249" sldId="2147483397"/>
            <ac:spMk id="3" creationId="{A0CD0069-7296-5C95-4100-5FD1F67D4F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63E022-68E8-4175-B175-D1FDC5859CB1}" type="datetimeFigureOut">
              <a:rPr kumimoji="1" lang="ja-JP" altLang="en-US" smtClean="0"/>
              <a:t>2026/10/12</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E31D0F-2B0E-4C4E-B97D-B2F1DED60C87}" type="slidenum">
              <a:rPr kumimoji="1" lang="ja-JP" altLang="en-US" smtClean="0"/>
              <a:t>‹#›</a:t>
            </a:fld>
            <a:endParaRPr kumimoji="1" lang="ja-JP" altLang="en-US"/>
          </a:p>
        </p:txBody>
      </p:sp>
    </p:spTree>
    <p:extLst>
      <p:ext uri="{BB962C8B-B14F-4D97-AF65-F5344CB8AC3E}">
        <p14:creationId xmlns:p14="http://schemas.microsoft.com/office/powerpoint/2010/main" val="38022876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6"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83"/>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52"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0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58"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1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761" algn="l" defTabSz="843906"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13" algn="l" defTabSz="843906"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666" algn="l" defTabSz="843906"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617" algn="l" defTabSz="843906"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27148021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72547618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5294">
          <p15:clr>
            <a:srgbClr val="FBAE40"/>
          </p15:clr>
        </p15:guide>
        <p15:guide id="3" pos="19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1"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990832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5293">
          <p15:clr>
            <a:srgbClr val="FBAE40"/>
          </p15:clr>
        </p15:guide>
        <p15:guide id="3" pos="19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3"/>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50102848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5" y="3"/>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26666340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01">
          <p15:clr>
            <a:srgbClr val="FBAE40"/>
          </p15:clr>
        </p15:guide>
        <p15:guide id="3" pos="52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1" y="8"/>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76763337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01">
          <p15:clr>
            <a:srgbClr val="FBAE40"/>
          </p15:clr>
        </p15:guide>
        <p15:guide id="3" pos="529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2" y="3"/>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90752860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2" y="3"/>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7721658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6" y="6645244"/>
            <a:ext cx="265144" cy="212756"/>
          </a:xfrm>
          <a:prstGeom prst="rect">
            <a:avLst/>
          </a:prstGeom>
          <a:solidFill>
            <a:srgbClr val="CBDDF5"/>
          </a:solidFill>
        </p:spPr>
        <p:txBody>
          <a:bodyPr wrap="none" lIns="33231" tIns="33231" rIns="33231" bIns="33231" rtlCol="0" anchor="ctr">
            <a:noAutofit/>
          </a:bodyPr>
          <a:lstStyle/>
          <a:p>
            <a:pPr algn="l"/>
            <a:endParaRPr kumimoji="1" lang="ja-JP" altLang="en-US" sz="1663"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4" y="606582"/>
            <a:ext cx="9795850" cy="624689"/>
          </a:xfrm>
          <a:prstGeom prst="rect">
            <a:avLst/>
          </a:prstGeom>
          <a:solidFill>
            <a:srgbClr val="CBDDF5"/>
          </a:solidFill>
        </p:spPr>
        <p:txBody>
          <a:bodyPr wrap="none" lIns="33231" tIns="33231" rIns="33231" bIns="33231" rtlCol="0" anchor="ctr">
            <a:noAutofit/>
          </a:bodyPr>
          <a:lstStyle/>
          <a:p>
            <a:pPr algn="l"/>
            <a:endParaRPr kumimoji="1" lang="ja-JP" altLang="en-US" sz="1663"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5" y="7"/>
            <a:ext cx="10076507" cy="6953061"/>
          </a:xfrm>
          <a:prstGeom prst="rect">
            <a:avLst/>
          </a:prstGeom>
        </p:spPr>
        <p:txBody>
          <a:bodyPr wrap="none" lIns="33231" tIns="33231" rIns="33231" bIns="33231" rtlCol="0" anchor="ctr">
            <a:noAutofit/>
          </a:bodyPr>
          <a:lstStyle/>
          <a:p>
            <a:pPr algn="l"/>
            <a:endParaRPr kumimoji="1" lang="ja-JP" altLang="en-US" sz="1663" i="0">
              <a:latin typeface="+mn-ea"/>
              <a:ea typeface="+mn-ea"/>
              <a:cs typeface="Arial" charset="0"/>
            </a:endParaRPr>
          </a:p>
        </p:txBody>
      </p:sp>
    </p:spTree>
    <p:extLst>
      <p:ext uri="{BB962C8B-B14F-4D97-AF65-F5344CB8AC3E}">
        <p14:creationId xmlns:p14="http://schemas.microsoft.com/office/powerpoint/2010/main" val="298265215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5294">
          <p15:clr>
            <a:srgbClr val="FBAE40"/>
          </p15:clr>
        </p15:guide>
        <p15:guide id="3" pos="19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1899288"/>
          </a:xfrm>
        </p:spPr>
        <p:txBody>
          <a:bodyPr wrap="square" lIns="288000">
            <a:spAutoFit/>
          </a:bodyPr>
          <a:lstStyle>
            <a:lvl1pPr marL="0" indent="0">
              <a:spcAft>
                <a:spcPts val="369"/>
              </a:spcAft>
              <a:buNone/>
              <a:defRPr lang="ja-JP" altLang="en-US" sz="1477" spc="137" smtClean="0">
                <a:solidFill>
                  <a:schemeClr val="tx1"/>
                </a:solidFill>
              </a:defRPr>
            </a:lvl1pPr>
            <a:lvl2pPr marL="211015" indent="0">
              <a:spcAft>
                <a:spcPts val="369"/>
              </a:spcAft>
              <a:buNone/>
              <a:defRPr lang="ja-JP" altLang="en-US" sz="1477" smtClean="0">
                <a:solidFill>
                  <a:schemeClr val="tx1"/>
                </a:solidFill>
                <a:latin typeface="+mn-lt"/>
                <a:ea typeface="+mn-ea"/>
              </a:defRPr>
            </a:lvl2pPr>
            <a:lvl3pPr marL="633044" indent="0">
              <a:spcAft>
                <a:spcPts val="369"/>
              </a:spcAft>
              <a:buNone/>
              <a:defRPr lang="ja-JP" altLang="en-US" sz="1477" smtClean="0">
                <a:solidFill>
                  <a:schemeClr val="tx1"/>
                </a:solidFill>
                <a:latin typeface="+mn-lt"/>
                <a:ea typeface="+mn-ea"/>
              </a:defRPr>
            </a:lvl3pPr>
            <a:lvl4pPr marL="1055071" indent="0">
              <a:spcAft>
                <a:spcPts val="369"/>
              </a:spcAft>
              <a:buNone/>
              <a:defRPr lang="ja-JP" altLang="en-US" sz="1477" smtClean="0">
                <a:solidFill>
                  <a:schemeClr val="tx1"/>
                </a:solidFill>
                <a:latin typeface="+mn-lt"/>
                <a:ea typeface="+mn-ea"/>
              </a:defRPr>
            </a:lvl4pPr>
            <a:lvl5pPr marL="1477100" indent="0">
              <a:spcAft>
                <a:spcPts val="369"/>
              </a:spcAft>
              <a:buNone/>
              <a:defRPr lang="ja-JP" altLang="en-US" sz="1477">
                <a:solidFill>
                  <a:schemeClr val="tx1"/>
                </a:solidFill>
                <a:latin typeface="+mn-lt"/>
                <a:ea typeface="+mn-ea"/>
              </a:defRPr>
            </a:lvl5pPr>
          </a:lstStyle>
          <a:p>
            <a:pPr marL="0" lvl="0" defTabSz="422028"/>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2" y="6379373"/>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8"/>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168726759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7"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372"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945681638"/>
      </p:ext>
    </p:extLst>
  </p:cSld>
  <p:clrMapOvr>
    <a:masterClrMapping/>
  </p:clrMapOvr>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58261567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74497879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1223356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625"/>
            </a:lvl1pPr>
          </a:lstStyle>
          <a:p>
            <a:endParaRPr lang="ja-JP" altLang="en-US" sz="14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625"/>
            </a:lvl1pPr>
          </a:lstStyle>
          <a:p>
            <a:r>
              <a:rPr lang="ja-JP" altLang="en-US" sz="1462"/>
              <a:t>資料作成日付、</a:t>
            </a:r>
            <a:br>
              <a:rPr lang="en-US" altLang="ja-JP" sz="1462"/>
            </a:br>
            <a:r>
              <a:rPr lang="ja-JP" altLang="en-US" sz="14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1950" b="1">
                <a:latin typeface="+mj-ea"/>
                <a:ea typeface="+mj-ea"/>
              </a:defRPr>
            </a:lvl1pPr>
            <a:lvl2pPr>
              <a:defRPr sz="1950">
                <a:latin typeface="+mj-ea"/>
                <a:ea typeface="+mj-ea"/>
              </a:defRPr>
            </a:lvl2pPr>
            <a:lvl3pPr>
              <a:defRPr sz="1950">
                <a:latin typeface="+mj-ea"/>
                <a:ea typeface="+mj-ea"/>
              </a:defRPr>
            </a:lvl3pPr>
            <a:lvl4pPr>
              <a:defRPr sz="1950">
                <a:latin typeface="+mj-ea"/>
                <a:ea typeface="+mj-ea"/>
              </a:defRPr>
            </a:lvl4pPr>
            <a:lvl5pPr>
              <a:defRPr sz="1950">
                <a:latin typeface="+mj-ea"/>
                <a:ea typeface="+mj-ea"/>
              </a:defRPr>
            </a:lvl5pPr>
          </a:lstStyle>
          <a:p>
            <a:pPr lvl="0"/>
            <a:r>
              <a:rPr kumimoji="1" lang="ja-JP" altLang="en-US"/>
              <a:t>ファイルタイトルを入力</a:t>
            </a:r>
          </a:p>
        </p:txBody>
      </p:sp>
    </p:spTree>
    <p:extLst>
      <p:ext uri="{BB962C8B-B14F-4D97-AF65-F5344CB8AC3E}">
        <p14:creationId xmlns:p14="http://schemas.microsoft.com/office/powerpoint/2010/main" val="3440342945"/>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8595542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824071569"/>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11048846"/>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Tree>
    <p:extLst>
      <p:ext uri="{BB962C8B-B14F-4D97-AF65-F5344CB8AC3E}">
        <p14:creationId xmlns:p14="http://schemas.microsoft.com/office/powerpoint/2010/main" val="301164160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281637041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29462164"/>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976526289"/>
      </p:ext>
    </p:extLst>
  </p:cSld>
  <p:clrMapOvr>
    <a:masterClrMapping/>
  </p:clrMapOvr>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5948145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68752186"/>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736936505"/>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95790062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36995518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799492235"/>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emf"/><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oleObject" Target="../embeddings/oleObject1.bin"/><Relationship Id="rId5" Type="http://schemas.openxmlformats.org/officeDocument/2006/relationships/slideLayout" Target="../slideLayouts/slideLayout16.xml"/><Relationship Id="rId10" Type="http://schemas.openxmlformats.org/officeDocument/2006/relationships/tags" Target="../tags/tag1.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10" Type="http://schemas.openxmlformats.org/officeDocument/2006/relationships/theme" Target="../theme/theme3.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10"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5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56"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6" y="-376518"/>
            <a:ext cx="611065" cy="348237"/>
          </a:xfrm>
          <a:prstGeom prst="rect">
            <a:avLst/>
          </a:prstGeom>
          <a:noFill/>
        </p:spPr>
        <p:txBody>
          <a:bodyPr wrap="none" rtlCol="0">
            <a:spAutoFit/>
          </a:bodyPr>
          <a:lstStyle/>
          <a:p>
            <a:r>
              <a:rPr kumimoji="1" lang="ja-JP" altLang="en-US" sz="1663"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61" y="-376518"/>
            <a:ext cx="611065" cy="348237"/>
          </a:xfrm>
          <a:prstGeom prst="rect">
            <a:avLst/>
          </a:prstGeom>
          <a:noFill/>
        </p:spPr>
        <p:txBody>
          <a:bodyPr wrap="none" rtlCol="0">
            <a:spAutoFit/>
          </a:bodyPr>
          <a:lstStyle/>
          <a:p>
            <a:r>
              <a:rPr kumimoji="1" lang="ja-JP" altLang="en-US" sz="1663"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2"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3"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6" y="7012044"/>
            <a:ext cx="611065" cy="348237"/>
          </a:xfrm>
          <a:prstGeom prst="rect">
            <a:avLst/>
          </a:prstGeom>
          <a:noFill/>
        </p:spPr>
        <p:txBody>
          <a:bodyPr wrap="none" rtlCol="0">
            <a:spAutoFit/>
          </a:bodyPr>
          <a:lstStyle/>
          <a:p>
            <a:r>
              <a:rPr kumimoji="1" lang="ja-JP" altLang="en-US" sz="1663"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61" y="7012044"/>
            <a:ext cx="611065" cy="348237"/>
          </a:xfrm>
          <a:prstGeom prst="rect">
            <a:avLst/>
          </a:prstGeom>
          <a:noFill/>
        </p:spPr>
        <p:txBody>
          <a:bodyPr wrap="none" rtlCol="0">
            <a:spAutoFit/>
          </a:bodyPr>
          <a:lstStyle/>
          <a:p>
            <a:r>
              <a:rPr kumimoji="1" lang="ja-JP" altLang="en-US" sz="1663"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2"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8"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7" y="1233662"/>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60" eaLnBrk="1" fontAlgn="auto" latinLnBrk="0" hangingPunct="1">
              <a:lnSpc>
                <a:spcPct val="100000"/>
              </a:lnSpc>
              <a:spcBef>
                <a:spcPts val="0"/>
              </a:spcBef>
              <a:spcAft>
                <a:spcPts val="0"/>
              </a:spcAft>
              <a:buClrTx/>
              <a:buSzTx/>
              <a:buFontTx/>
              <a:buNone/>
              <a:tabLst/>
              <a:defRPr/>
            </a:pPr>
            <a:endParaRPr kumimoji="0" lang="ja-JP" altLang="en-US" sz="1663"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7" y="1628310"/>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60" eaLnBrk="1" fontAlgn="auto" latinLnBrk="0" hangingPunct="1">
              <a:lnSpc>
                <a:spcPct val="100000"/>
              </a:lnSpc>
              <a:spcBef>
                <a:spcPts val="0"/>
              </a:spcBef>
              <a:spcAft>
                <a:spcPts val="0"/>
              </a:spcAft>
              <a:buClrTx/>
              <a:buSzTx/>
              <a:buFontTx/>
              <a:buNone/>
              <a:tabLst/>
              <a:defRPr/>
            </a:pPr>
            <a:endParaRPr kumimoji="0" lang="ja-JP" altLang="en-US" sz="1663"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7" y="2022966"/>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60" eaLnBrk="1" fontAlgn="auto" latinLnBrk="0" hangingPunct="1">
              <a:lnSpc>
                <a:spcPct val="100000"/>
              </a:lnSpc>
              <a:spcBef>
                <a:spcPts val="0"/>
              </a:spcBef>
              <a:spcAft>
                <a:spcPts val="0"/>
              </a:spcAft>
              <a:buClrTx/>
              <a:buSzTx/>
              <a:buFontTx/>
              <a:buNone/>
              <a:tabLst/>
              <a:defRPr/>
            </a:pPr>
            <a:endParaRPr kumimoji="0" lang="ja-JP" altLang="en-US" sz="1663"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7" y="2417618"/>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7" tIns="42203" rIns="84407" bIns="42203" numCol="1" spcCol="0" rtlCol="0" fromWordArt="0" anchor="ctr" anchorCtr="0" forceAA="0" compatLnSpc="1">
            <a:prstTxWarp prst="textNoShape">
              <a:avLst/>
            </a:prstTxWarp>
            <a:noAutofit/>
          </a:bodyPr>
          <a:lstStyle/>
          <a:p>
            <a:pPr defTabSz="843960"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5"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7"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6"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5"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7" i="0" kern="0"/>
          </a:p>
        </p:txBody>
      </p:sp>
    </p:spTree>
    <p:extLst>
      <p:ext uri="{BB962C8B-B14F-4D97-AF65-F5344CB8AC3E}">
        <p14:creationId xmlns:p14="http://schemas.microsoft.com/office/powerpoint/2010/main" val="3008034493"/>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dt="0"/>
  <p:txStyles>
    <p:titleStyle>
      <a:lvl1pPr algn="ctr" defTabSz="703254" rtl="0" eaLnBrk="1" fontAlgn="base" hangingPunct="1">
        <a:spcBef>
          <a:spcPct val="0"/>
        </a:spcBef>
        <a:spcAft>
          <a:spcPct val="0"/>
        </a:spcAft>
        <a:defRPr kumimoji="1" sz="1477">
          <a:solidFill>
            <a:schemeClr val="bg1"/>
          </a:solidFill>
          <a:latin typeface="+mj-ea"/>
          <a:ea typeface="+mj-ea"/>
          <a:cs typeface="+mj-cs"/>
        </a:defRPr>
      </a:lvl1pPr>
      <a:lvl2pPr algn="ctr" defTabSz="703254"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54"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54"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54"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52" algn="ctr" defTabSz="70325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06" algn="ctr" defTabSz="70325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58" algn="ctr" defTabSz="70325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10" algn="ctr" defTabSz="70325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185" indent="-263720"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2975" indent="-210976"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764"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4pPr>
      <a:lvl5pPr marL="1898785" indent="-212441" algn="l" rtl="0" eaLnBrk="1" fontAlgn="base" hangingPunct="1">
        <a:spcBef>
          <a:spcPct val="20000"/>
        </a:spcBef>
        <a:spcAft>
          <a:spcPct val="0"/>
        </a:spcAft>
        <a:buChar char="»"/>
        <a:defRPr kumimoji="1" sz="1847">
          <a:solidFill>
            <a:schemeClr val="tx1"/>
          </a:solidFill>
          <a:latin typeface="Times New Roman" pitchFamily="18" charset="0"/>
          <a:ea typeface="+mn-ea"/>
        </a:defRPr>
      </a:lvl5pPr>
      <a:lvl6pPr marL="2320738"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6pPr>
      <a:lvl7pPr marL="2742690"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7pPr>
      <a:lvl8pPr marL="3164641"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8pPr>
      <a:lvl9pPr marL="3586593"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9pPr>
    </p:bodyStyle>
    <p:otherStyle>
      <a:defPPr>
        <a:defRPr lang="ja-JP"/>
      </a:defPPr>
      <a:lvl1pPr marL="0" algn="l" defTabSz="843906" rtl="0" eaLnBrk="1" latinLnBrk="0" hangingPunct="1">
        <a:defRPr kumimoji="1" sz="1663" kern="1200">
          <a:solidFill>
            <a:schemeClr val="tx1"/>
          </a:solidFill>
          <a:latin typeface="+mn-lt"/>
          <a:ea typeface="+mn-ea"/>
          <a:cs typeface="+mn-cs"/>
        </a:defRPr>
      </a:lvl1pPr>
      <a:lvl2pPr marL="421952" algn="l" defTabSz="843906" rtl="0" eaLnBrk="1" latinLnBrk="0" hangingPunct="1">
        <a:defRPr kumimoji="1" sz="1663" kern="1200">
          <a:solidFill>
            <a:schemeClr val="tx1"/>
          </a:solidFill>
          <a:latin typeface="+mn-lt"/>
          <a:ea typeface="+mn-ea"/>
          <a:cs typeface="+mn-cs"/>
        </a:defRPr>
      </a:lvl2pPr>
      <a:lvl3pPr marL="843906" algn="l" defTabSz="843906" rtl="0" eaLnBrk="1" latinLnBrk="0" hangingPunct="1">
        <a:defRPr kumimoji="1" sz="1663" kern="1200">
          <a:solidFill>
            <a:schemeClr val="tx1"/>
          </a:solidFill>
          <a:latin typeface="+mn-lt"/>
          <a:ea typeface="+mn-ea"/>
          <a:cs typeface="+mn-cs"/>
        </a:defRPr>
      </a:lvl3pPr>
      <a:lvl4pPr marL="1265858" algn="l" defTabSz="843906" rtl="0" eaLnBrk="1" latinLnBrk="0" hangingPunct="1">
        <a:defRPr kumimoji="1" sz="1663" kern="1200">
          <a:solidFill>
            <a:schemeClr val="tx1"/>
          </a:solidFill>
          <a:latin typeface="+mn-lt"/>
          <a:ea typeface="+mn-ea"/>
          <a:cs typeface="+mn-cs"/>
        </a:defRPr>
      </a:lvl4pPr>
      <a:lvl5pPr marL="1687810" algn="l" defTabSz="843906" rtl="0" eaLnBrk="1" latinLnBrk="0" hangingPunct="1">
        <a:defRPr kumimoji="1" sz="1663" kern="1200">
          <a:solidFill>
            <a:schemeClr val="tx1"/>
          </a:solidFill>
          <a:latin typeface="+mn-lt"/>
          <a:ea typeface="+mn-ea"/>
          <a:cs typeface="+mn-cs"/>
        </a:defRPr>
      </a:lvl5pPr>
      <a:lvl6pPr marL="2109761" algn="l" defTabSz="843906" rtl="0" eaLnBrk="1" latinLnBrk="0" hangingPunct="1">
        <a:defRPr kumimoji="1" sz="1663" kern="1200">
          <a:solidFill>
            <a:schemeClr val="tx1"/>
          </a:solidFill>
          <a:latin typeface="+mn-lt"/>
          <a:ea typeface="+mn-ea"/>
          <a:cs typeface="+mn-cs"/>
        </a:defRPr>
      </a:lvl6pPr>
      <a:lvl7pPr marL="2531713" algn="l" defTabSz="843906" rtl="0" eaLnBrk="1" latinLnBrk="0" hangingPunct="1">
        <a:defRPr kumimoji="1" sz="1663" kern="1200">
          <a:solidFill>
            <a:schemeClr val="tx1"/>
          </a:solidFill>
          <a:latin typeface="+mn-lt"/>
          <a:ea typeface="+mn-ea"/>
          <a:cs typeface="+mn-cs"/>
        </a:defRPr>
      </a:lvl7pPr>
      <a:lvl8pPr marL="2953666" algn="l" defTabSz="843906" rtl="0" eaLnBrk="1" latinLnBrk="0" hangingPunct="1">
        <a:defRPr kumimoji="1" sz="1663" kern="1200">
          <a:solidFill>
            <a:schemeClr val="tx1"/>
          </a:solidFill>
          <a:latin typeface="+mn-lt"/>
          <a:ea typeface="+mn-ea"/>
          <a:cs typeface="+mn-cs"/>
        </a:defRPr>
      </a:lvl8pPr>
      <a:lvl9pPr marL="3375617" algn="l" defTabSz="843906" rtl="0" eaLnBrk="1" latinLnBrk="0" hangingPunct="1">
        <a:defRPr kumimoji="1" sz="166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0"/>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1" imgW="360" imgH="360" progId="TCLayout.ActiveDocument.1">
                  <p:embed/>
                </p:oleObj>
              </mc:Choice>
              <mc:Fallback>
                <p:oleObj name="think-cellスライド" r:id="rId11"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2"/>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2868039989"/>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000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49964670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Lst>
  <p:hf hdr="0" ft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A97E-29D4-0987-D197-D01DBBE86F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6E5AE9-DB38-A5E9-E6B7-77ADCEA2B04F}"/>
              </a:ext>
            </a:extLst>
          </p:cNvPr>
          <p:cNvSpPr>
            <a:spLocks noGrp="1"/>
          </p:cNvSpPr>
          <p:nvPr>
            <p:ph type="title"/>
          </p:nvPr>
        </p:nvSpPr>
        <p:spPr/>
        <p:txBody>
          <a:bodyPr/>
          <a:lstStyle/>
          <a:p>
            <a:r>
              <a:rPr lang="ja-JP" altLang="en-US"/>
              <a:t>厚労省側付議事項</a:t>
            </a:r>
            <a:endParaRPr kumimoji="1" lang="ja-JP" altLang="en-US"/>
          </a:p>
        </p:txBody>
      </p:sp>
      <p:sp>
        <p:nvSpPr>
          <p:cNvPr id="3" name="コンテンツ プレースホルダー 2">
            <a:extLst>
              <a:ext uri="{FF2B5EF4-FFF2-40B4-BE49-F238E27FC236}">
                <a16:creationId xmlns:a16="http://schemas.microsoft.com/office/drawing/2014/main" id="{A0CD0069-7296-5C95-4100-5FD1F67D4FDE}"/>
              </a:ext>
            </a:extLst>
          </p:cNvPr>
          <p:cNvSpPr>
            <a:spLocks noGrp="1"/>
          </p:cNvSpPr>
          <p:nvPr>
            <p:ph idx="1"/>
          </p:nvPr>
        </p:nvSpPr>
        <p:spPr>
          <a:xfrm>
            <a:off x="509729" y="692695"/>
            <a:ext cx="8888736" cy="2619999"/>
          </a:xfrm>
        </p:spPr>
        <p:txBody>
          <a:bodyPr/>
          <a:lstStyle/>
          <a:p>
            <a:r>
              <a:rPr lang="en-US" altLang="ja-JP">
                <a:latin typeface="Meiryo UI" panose="020B0604030504040204" pitchFamily="50" charset="-128"/>
                <a:ea typeface="Meiryo UI" panose="020B0604030504040204" pitchFamily="50" charset="-128"/>
              </a:rPr>
              <a:t>1</a:t>
            </a:r>
            <a:r>
              <a:rPr lang="ja-JP" altLang="en-US">
                <a:latin typeface="Meiryo UI" panose="020B0604030504040204" pitchFamily="50" charset="-128"/>
                <a:ea typeface="Meiryo UI" panose="020B0604030504040204" pitchFamily="50" charset="-128"/>
              </a:rPr>
              <a:t>．口頭同意に係る体制整備状況に関する医療機関の自己申告について</a:t>
            </a:r>
            <a:endParaRPr lang="en-US" altLang="ja-JP">
              <a:latin typeface="Meiryo UI" panose="020B0604030504040204" pitchFamily="50" charset="-128"/>
              <a:ea typeface="Meiryo UI" panose="020B0604030504040204" pitchFamily="50" charset="-128"/>
            </a:endParaRPr>
          </a:p>
          <a:p>
            <a:r>
              <a:rPr lang="en-US" altLang="ja-JP">
                <a:latin typeface="Meiryo UI" panose="020B0604030504040204" pitchFamily="50" charset="-128"/>
                <a:ea typeface="Meiryo UI" panose="020B0604030504040204" pitchFamily="50" charset="-128"/>
              </a:rPr>
              <a:t>2</a:t>
            </a:r>
            <a:r>
              <a:rPr lang="ja-JP" altLang="en-US">
                <a:latin typeface="Meiryo UI" panose="020B0604030504040204" pitchFamily="50" charset="-128"/>
                <a:ea typeface="Meiryo UI" panose="020B0604030504040204" pitchFamily="50" charset="-128"/>
              </a:rPr>
              <a:t>．</a:t>
            </a:r>
            <a:r>
              <a:rPr lang="ja-JP" altLang="ja-JP"/>
              <a:t>血液型の共有停止に向けたモデル期間データの論理削除・登録抑止に係る</a:t>
            </a:r>
            <a:r>
              <a:rPr lang="ja-JP" altLang="en-US"/>
              <a:t>ご依頼</a:t>
            </a:r>
            <a:endParaRPr lang="en-US" altLang="ja-JP"/>
          </a:p>
          <a:p>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a:t>
            </a:r>
            <a:r>
              <a:rPr lang="en-US" altLang="ja-JP">
                <a:latin typeface="Meiryo UI" panose="020B0604030504040204" pitchFamily="50" charset="-128"/>
                <a:ea typeface="Meiryo UI" panose="020B0604030504040204" pitchFamily="50" charset="-128"/>
              </a:rPr>
              <a:t>(20261005</a:t>
            </a:r>
            <a:r>
              <a:rPr lang="ja-JP" altLang="en-US">
                <a:latin typeface="Meiryo UI" panose="020B0604030504040204" pitchFamily="50" charset="-128"/>
                <a:ea typeface="Meiryo UI" panose="020B0604030504040204" pitchFamily="50" charset="-128"/>
              </a:rPr>
              <a:t> 開発課題検討会残アジェンダ</a:t>
            </a:r>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br>
              <a:rPr lang="en-US" altLang="ja-JP">
                <a:latin typeface="Meiryo UI" panose="020B0604030504040204" pitchFamily="50" charset="-128"/>
                <a:ea typeface="Meiryo UI" panose="020B0604030504040204" pitchFamily="50" charset="-128"/>
              </a:rPr>
            </a:br>
            <a:endParaRPr lang="en-US" altLang="ja-JP">
              <a:latin typeface="Meiryo UI" panose="020B0604030504040204" pitchFamily="50" charset="-128"/>
              <a:ea typeface="Meiryo UI" panose="020B0604030504040204" pitchFamily="50" charset="-128"/>
            </a:endParaRPr>
          </a:p>
          <a:p>
            <a:pPr marL="342900" indent="-342900">
              <a:buFont typeface="+mj-lt"/>
              <a:buAutoNum type="arabicPeriod" startAt="2"/>
            </a:pPr>
            <a:endParaRPr lang="en-US" altLang="ja-JP">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95883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745CD-3B3D-4142-B0D8-2F4DF8F414BA}"/>
            </a:ext>
          </a:extLst>
        </p:cNvPr>
        <p:cNvGrpSpPr/>
        <p:nvPr/>
      </p:nvGrpSpPr>
      <p:grpSpPr>
        <a:xfrm>
          <a:off x="0" y="0"/>
          <a:ext cx="0" cy="0"/>
          <a:chOff x="0" y="0"/>
          <a:chExt cx="0" cy="0"/>
        </a:xfrm>
      </p:grpSpPr>
      <p:sp>
        <p:nvSpPr>
          <p:cNvPr id="24" name="タイトル 1">
            <a:extLst>
              <a:ext uri="{FF2B5EF4-FFF2-40B4-BE49-F238E27FC236}">
                <a16:creationId xmlns:a16="http://schemas.microsoft.com/office/drawing/2014/main" id="{0F1FE4D6-BA15-26FE-406D-2CB2642CF5E5}"/>
              </a:ext>
            </a:extLst>
          </p:cNvPr>
          <p:cNvSpPr txBox="1">
            <a:spLocks/>
          </p:cNvSpPr>
          <p:nvPr/>
        </p:nvSpPr>
        <p:spPr>
          <a:xfrm>
            <a:off x="495301" y="135479"/>
            <a:ext cx="8915399" cy="578870"/>
          </a:xfrm>
          <a:prstGeom prst="rect">
            <a:avLst/>
          </a:prstGeom>
        </p:spPr>
        <p:txBody>
          <a:bodyPr lIns="0" rIns="0" anchor="b" anchorCtr="0">
            <a:normAutofit/>
          </a:bodyPr>
          <a:lstStyle>
            <a:lvl1pPr algn="l" defTabSz="571394" rtl="0" eaLnBrk="1" fontAlgn="base" hangingPunct="1">
              <a:spcBef>
                <a:spcPct val="0"/>
              </a:spcBef>
              <a:spcAft>
                <a:spcPct val="0"/>
              </a:spcAft>
              <a:defRPr kumimoji="1" sz="1846" b="1">
                <a:solidFill>
                  <a:srgbClr val="17375E"/>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a:lstStyle>
          <a:p>
            <a:pPr marL="0" marR="0" lvl="0" indent="0" algn="l" defTabSz="571394" rtl="0" eaLnBrk="1" fontAlgn="base" latinLnBrk="0" hangingPunct="1">
              <a:lnSpc>
                <a:spcPct val="100000"/>
              </a:lnSpc>
              <a:spcBef>
                <a:spcPct val="0"/>
              </a:spcBef>
              <a:spcAft>
                <a:spcPct val="0"/>
              </a:spcAft>
              <a:buClrTx/>
              <a:buSzTx/>
              <a:buFontTx/>
              <a:buNone/>
              <a:tabLst/>
              <a:defRPr/>
            </a:pPr>
            <a:r>
              <a:rPr kumimoji="1" lang="ja-JP" altLang="en-US" sz="1700" b="1" i="0" u="none" strike="noStrike" kern="0" cap="none" spc="0" normalizeH="0" baseline="0" noProof="0">
                <a:ln>
                  <a:noFill/>
                </a:ln>
                <a:solidFill>
                  <a:srgbClr val="17375E"/>
                </a:solidFill>
                <a:effectLst/>
                <a:uLnTx/>
                <a:uFillTx/>
                <a:latin typeface="Meiryo UI"/>
                <a:ea typeface="Meiryo UI"/>
                <a:cs typeface="+mj-cs"/>
              </a:rPr>
              <a:t>１．口頭同意に係る体制整備状況に関する医療機関の自己申告について（１</a:t>
            </a:r>
            <a:r>
              <a:rPr kumimoji="1" lang="en-US" altLang="ja-JP" sz="1700" b="1" i="0" u="none" strike="noStrike" kern="0" cap="none" spc="0" normalizeH="0" baseline="0" noProof="0">
                <a:ln>
                  <a:noFill/>
                </a:ln>
                <a:solidFill>
                  <a:srgbClr val="17375E"/>
                </a:solidFill>
                <a:effectLst/>
                <a:uLnTx/>
                <a:uFillTx/>
                <a:latin typeface="Meiryo UI"/>
                <a:ea typeface="Meiryo UI"/>
                <a:cs typeface="+mj-cs"/>
              </a:rPr>
              <a:t>/</a:t>
            </a:r>
            <a:r>
              <a:rPr kumimoji="1" lang="ja-JP" altLang="en-US" sz="1700" b="1" i="0" u="none" strike="noStrike" kern="0" cap="none" spc="0" normalizeH="0" baseline="0" noProof="0">
                <a:ln>
                  <a:noFill/>
                </a:ln>
                <a:solidFill>
                  <a:srgbClr val="17375E"/>
                </a:solidFill>
                <a:effectLst/>
                <a:uLnTx/>
                <a:uFillTx/>
                <a:latin typeface="Meiryo UI"/>
                <a:ea typeface="Meiryo UI"/>
                <a:cs typeface="+mj-cs"/>
              </a:rPr>
              <a:t>３）</a:t>
            </a:r>
            <a:endParaRPr kumimoji="1" lang="en-US" altLang="ja-JP" sz="1700" b="1" i="0" u="none" strike="noStrike" kern="0" cap="none" spc="0" normalizeH="0" baseline="0" noProof="0">
              <a:ln>
                <a:noFill/>
              </a:ln>
              <a:solidFill>
                <a:srgbClr val="17375E"/>
              </a:solidFill>
              <a:effectLst/>
              <a:uLnTx/>
              <a:uFillTx/>
              <a:latin typeface="Meiryo UI"/>
              <a:ea typeface="Meiryo UI"/>
              <a:cs typeface="+mj-cs"/>
            </a:endParaRPr>
          </a:p>
        </p:txBody>
      </p:sp>
      <p:sp>
        <p:nvSpPr>
          <p:cNvPr id="21" name="テキスト ボックス 20">
            <a:extLst>
              <a:ext uri="{FF2B5EF4-FFF2-40B4-BE49-F238E27FC236}">
                <a16:creationId xmlns:a16="http://schemas.microsoft.com/office/drawing/2014/main" id="{8C036D8B-CD3A-824A-A735-99A7D0ECF23D}"/>
              </a:ext>
            </a:extLst>
          </p:cNvPr>
          <p:cNvSpPr txBox="1"/>
          <p:nvPr/>
        </p:nvSpPr>
        <p:spPr>
          <a:xfrm>
            <a:off x="396241" y="1483361"/>
            <a:ext cx="9183988" cy="2479039"/>
          </a:xfrm>
          <a:prstGeom prst="rect">
            <a:avLst/>
          </a:prstGeom>
          <a:noFill/>
          <a:ln>
            <a:solidFill>
              <a:srgbClr val="002060"/>
            </a:solidFill>
          </a:ln>
        </p:spPr>
        <p:txBody>
          <a:bodyPr wrap="square" lIns="36000" tIns="36000" rIns="36000" bIns="36000" rtlCol="0" anchor="ctr">
            <a:noAutofit/>
          </a:bodyPr>
          <a:lstStyle/>
          <a:p>
            <a:pPr marL="173355" lvl="0" indent="-173355" fontAlgn="base">
              <a:spcBef>
                <a:spcPts val="288"/>
              </a:spcBef>
              <a:buSzPts val="1200"/>
              <a:buFont typeface="Arial" panose="020B0604020202020204" pitchFamily="34" charset="0"/>
              <a:buChar char="•"/>
              <a:defRPr/>
            </a:pPr>
            <a:r>
              <a:rPr kumimoji="0" lang="ja-JP" altLang="en-US" sz="1200" b="0" i="0" u="none" strike="noStrike" kern="1200" cap="none" spc="0" normalizeH="0" baseline="0" noProof="0">
                <a:ln>
                  <a:noFill/>
                </a:ln>
                <a:solidFill>
                  <a:prstClr val="black"/>
                </a:solidFill>
                <a:effectLst/>
                <a:uLnTx/>
                <a:uFillTx/>
                <a:latin typeface="Meiryo UI"/>
                <a:ea typeface="Meiryo UI"/>
                <a:cs typeface="+mn-cs"/>
              </a:rPr>
              <a:t>電子カルテ情報共有サービスを用いて診療情報提供書等を送付する際は、</a:t>
            </a:r>
            <a:br>
              <a:rPr kumimoji="0" lang="en-US" altLang="ja-JP" sz="1200" b="0" i="0" u="none" strike="noStrike" kern="1200" cap="none" spc="0" normalizeH="0" baseline="0" noProof="0">
                <a:ln>
                  <a:noFill/>
                </a:ln>
                <a:solidFill>
                  <a:prstClr val="black"/>
                </a:solidFill>
                <a:effectLst/>
                <a:uLnTx/>
                <a:uFillTx/>
                <a:latin typeface="Meiryo UI"/>
                <a:ea typeface="Meiryo UI"/>
                <a:cs typeface="+mn-cs"/>
              </a:rPr>
            </a:br>
            <a:r>
              <a:rPr kumimoji="0" lang="ja-JP" altLang="en-US" sz="1200" b="0" i="0" u="none" strike="noStrike" kern="1200" cap="none" spc="0" normalizeH="0" baseline="0" noProof="0">
                <a:ln>
                  <a:noFill/>
                </a:ln>
                <a:solidFill>
                  <a:prstClr val="black"/>
                </a:solidFill>
                <a:effectLst/>
                <a:uLnTx/>
                <a:uFillTx/>
                <a:latin typeface="Meiryo UI"/>
                <a:ea typeface="Meiryo UI"/>
                <a:cs typeface="+mn-cs"/>
              </a:rPr>
              <a:t> ① 電子カルテ情報共有サービスを利用することについて、院内掲示等により同意を取得していること</a:t>
            </a:r>
            <a:br>
              <a:rPr kumimoji="0" lang="en-US" altLang="ja-JP" sz="1200" b="0" i="0" u="none" strike="noStrike" kern="1200" cap="none" spc="0" normalizeH="0" baseline="0" noProof="0">
                <a:ln>
                  <a:noFill/>
                </a:ln>
                <a:solidFill>
                  <a:prstClr val="black"/>
                </a:solidFill>
                <a:effectLst/>
                <a:uLnTx/>
                <a:uFillTx/>
                <a:latin typeface="Meiryo UI"/>
                <a:ea typeface="Meiryo UI"/>
                <a:cs typeface="+mn-cs"/>
              </a:rPr>
            </a:br>
            <a:r>
              <a:rPr kumimoji="0" lang="ja-JP" altLang="en-US" sz="1200" b="0" i="0" u="none" strike="noStrike" kern="1200" cap="none" spc="0" normalizeH="0" baseline="0" noProof="0">
                <a:ln>
                  <a:noFill/>
                </a:ln>
                <a:solidFill>
                  <a:prstClr val="black"/>
                </a:solidFill>
                <a:effectLst/>
                <a:uLnTx/>
                <a:uFillTx/>
                <a:latin typeface="Meiryo UI"/>
                <a:ea typeface="Meiryo UI"/>
                <a:cs typeface="+mn-cs"/>
              </a:rPr>
              <a:t> ② 従来どおり、他医療機関へ診療情報提供書等を送付することについて説明を行い、同意を取得していること </a:t>
            </a:r>
            <a:br>
              <a:rPr kumimoji="0" lang="en-US" altLang="ja-JP" sz="1200" b="0" i="0" u="none" strike="noStrike" kern="1200" cap="none" spc="0" normalizeH="0" baseline="0" noProof="0">
                <a:ln>
                  <a:noFill/>
                </a:ln>
                <a:solidFill>
                  <a:prstClr val="black"/>
                </a:solidFill>
                <a:effectLst/>
                <a:uLnTx/>
                <a:uFillTx/>
                <a:latin typeface="Meiryo UI"/>
                <a:ea typeface="Meiryo UI"/>
                <a:cs typeface="+mn-cs"/>
              </a:rPr>
            </a:br>
            <a:r>
              <a:rPr kumimoji="0" lang="ja-JP" altLang="en-US" sz="1200" b="0" i="0" u="none" strike="noStrike" kern="1200" cap="none" spc="0" normalizeH="0" baseline="0" noProof="0">
                <a:ln>
                  <a:noFill/>
                </a:ln>
                <a:solidFill>
                  <a:prstClr val="black"/>
                </a:solidFill>
                <a:effectLst/>
                <a:uLnTx/>
                <a:uFillTx/>
                <a:latin typeface="Meiryo UI"/>
                <a:ea typeface="Meiryo UI"/>
                <a:cs typeface="+mn-cs"/>
              </a:rPr>
              <a:t>を前提としており、これらが満たされている場合は、患者から「電子カルテ情報共有サービスを通じて診療情報提供書を紹介先医療機関へ送付すること」について同意が得られているものとして整理されている。</a:t>
            </a:r>
            <a:endParaRPr kumimoji="0" lang="en-US" altLang="ja-JP" sz="1200" b="0" i="0" u="none" strike="noStrike" kern="1200" cap="none" spc="0" normalizeH="0" baseline="0" noProof="0">
              <a:ln>
                <a:noFill/>
              </a:ln>
              <a:solidFill>
                <a:prstClr val="black"/>
              </a:solidFill>
              <a:effectLst/>
              <a:uLnTx/>
              <a:uFillTx/>
              <a:latin typeface="Arial"/>
              <a:ea typeface="Meiryo UI"/>
              <a:cs typeface="+mn-cs"/>
            </a:endParaRPr>
          </a:p>
          <a:p>
            <a:pPr marL="173355" lvl="0" indent="-173355" fontAlgn="base">
              <a:spcBef>
                <a:spcPts val="288"/>
              </a:spcBef>
              <a:buSzPts val="1200"/>
              <a:buFont typeface="Arial" panose="020B0604020202020204" pitchFamily="34" charset="0"/>
              <a:buChar char="•"/>
              <a:defRPr/>
            </a:pPr>
            <a:r>
              <a:rPr kumimoji="0" lang="ja-JP" altLang="en-US" sz="1200" b="0" i="0" u="none" strike="noStrike" kern="1200" cap="none" spc="0" normalizeH="0" baseline="0" noProof="0">
                <a:ln>
                  <a:noFill/>
                </a:ln>
                <a:solidFill>
                  <a:prstClr val="black"/>
                </a:solidFill>
                <a:effectLst/>
                <a:uLnTx/>
                <a:uFillTx/>
                <a:latin typeface="Arial"/>
                <a:ea typeface="Meiryo UI"/>
                <a:cs typeface="+mn-cs"/>
              </a:rPr>
              <a:t>電カル共有を通じて診療情報提供書・健診文書を送付する際に、医療機関が正しい方式で口頭同意を取得しているかについて、</a:t>
            </a:r>
            <a:r>
              <a:rPr kumimoji="0" lang="en-US" altLang="ja-JP" sz="1200" b="0" i="0" u="none" strike="noStrike" kern="1200" cap="none" spc="0" normalizeH="0" baseline="0" noProof="0">
                <a:ln>
                  <a:noFill/>
                </a:ln>
                <a:solidFill>
                  <a:prstClr val="black"/>
                </a:solidFill>
                <a:effectLst/>
                <a:uLnTx/>
                <a:uFillTx/>
                <a:latin typeface="Arial"/>
                <a:ea typeface="Meiryo UI"/>
                <a:cs typeface="+mn-cs"/>
              </a:rPr>
              <a:t>DX</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機構側では判断が出来ない。当該同意取得の有無を</a:t>
            </a:r>
            <a:r>
              <a:rPr kumimoji="0" lang="en-US" altLang="ja-JP" sz="1200">
                <a:solidFill>
                  <a:prstClr val="black"/>
                </a:solidFill>
              </a:rPr>
              <a:t>DX</a:t>
            </a:r>
            <a:r>
              <a:rPr kumimoji="0" lang="ja-JP" altLang="en-US" sz="1200">
                <a:solidFill>
                  <a:prstClr val="black"/>
                </a:solidFill>
              </a:rPr>
              <a:t>機構がどこまで担保</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するべきかという点について、以下の対応を行う必要があるかを</a:t>
            </a:r>
            <a:r>
              <a:rPr kumimoji="0" lang="en-US" altLang="ja-JP" sz="1200" b="0" i="0" u="none" strike="noStrike" kern="1200" cap="none" spc="0" normalizeH="0" baseline="0" noProof="0">
                <a:ln>
                  <a:noFill/>
                </a:ln>
                <a:solidFill>
                  <a:prstClr val="black"/>
                </a:solidFill>
                <a:effectLst/>
                <a:uLnTx/>
                <a:uFillTx/>
                <a:latin typeface="Arial"/>
                <a:ea typeface="Meiryo UI"/>
                <a:cs typeface="+mn-cs"/>
              </a:rPr>
              <a:t>DX</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機構より厚労省様宛に相談いただいた。</a:t>
            </a:r>
            <a:endParaRPr kumimoji="0" lang="en-US" altLang="ja-JP" sz="1200" b="0" i="0" u="none" strike="noStrike" kern="1200" cap="none" spc="0" normalizeH="0" baseline="0" noProof="0">
              <a:ln>
                <a:noFill/>
              </a:ln>
              <a:solidFill>
                <a:prstClr val="black"/>
              </a:solidFill>
              <a:effectLst/>
              <a:uLnTx/>
              <a:uFillTx/>
              <a:latin typeface="Arial"/>
              <a:ea typeface="Meiryo UI"/>
              <a:cs typeface="+mn-cs"/>
            </a:endParaRPr>
          </a:p>
          <a:p>
            <a:pPr marL="630555" marR="0" lvl="1" indent="-173355" algn="l" defTabSz="914400" rtl="0" eaLnBrk="1" fontAlgn="base" latinLnBrk="0" hangingPunct="1">
              <a:lnSpc>
                <a:spcPct val="100000"/>
              </a:lnSpc>
              <a:spcBef>
                <a:spcPts val="288"/>
              </a:spcBef>
              <a:spcAft>
                <a:spcPts val="0"/>
              </a:spcAft>
              <a:buClrTx/>
              <a:buSzPts val="1200"/>
              <a:buFont typeface="Tisa Offc Serif Pro Thin" panose="02010404030101010102" pitchFamily="2" charset="0"/>
              <a:buChar char="-"/>
              <a:tabLst/>
              <a:defRPr/>
            </a:pPr>
            <a:r>
              <a:rPr kumimoji="0" lang="ja-JP" altLang="ja-JP" sz="1200" b="0" i="0" u="none" strike="noStrike" kern="1200" cap="none" spc="0" normalizeH="0" baseline="0" noProof="0">
                <a:ln>
                  <a:noFill/>
                </a:ln>
                <a:solidFill>
                  <a:prstClr val="black"/>
                </a:solidFill>
                <a:effectLst/>
                <a:uLnTx/>
                <a:uFillTx/>
                <a:latin typeface="Arial"/>
                <a:ea typeface="Meiryo UI"/>
                <a:cs typeface="+mn-cs"/>
              </a:rPr>
              <a:t>利用規約に「診療情報提供書</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等</a:t>
            </a:r>
            <a:r>
              <a:rPr kumimoji="0" lang="ja-JP" altLang="ja-JP" sz="1200" b="0" i="0" u="none" strike="noStrike" kern="1200" cap="none" spc="0" normalizeH="0" baseline="0" noProof="0">
                <a:ln>
                  <a:noFill/>
                </a:ln>
                <a:solidFill>
                  <a:prstClr val="black"/>
                </a:solidFill>
                <a:effectLst/>
                <a:uLnTx/>
                <a:uFillTx/>
                <a:latin typeface="Arial"/>
                <a:ea typeface="Meiryo UI"/>
                <a:cs typeface="+mn-cs"/>
              </a:rPr>
              <a:t>を電カル共有を通じて送付することを院内掲示等で周知すること」を医療機関の義務として規定する</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a:t>
            </a:r>
          </a:p>
          <a:p>
            <a:pPr marL="630555" marR="0" lvl="1" indent="-173355" algn="l" defTabSz="914400" rtl="0" eaLnBrk="1" fontAlgn="base" latinLnBrk="0" hangingPunct="1">
              <a:lnSpc>
                <a:spcPct val="100000"/>
              </a:lnSpc>
              <a:spcBef>
                <a:spcPts val="288"/>
              </a:spcBef>
              <a:spcAft>
                <a:spcPts val="0"/>
              </a:spcAft>
              <a:buClrTx/>
              <a:buSzPts val="1200"/>
              <a:buFont typeface="Tisa Offc Serif Pro Thin" panose="02010404030101010102" pitchFamily="2" charset="0"/>
              <a:buChar char="-"/>
              <a:tabLst/>
              <a:defRPr/>
            </a:pPr>
            <a:r>
              <a:rPr kumimoji="0" lang="ja-JP" altLang="en-US" sz="1200" b="0" i="0" u="none" strike="noStrike" kern="1200" cap="none" spc="0" normalizeH="0" baseline="0" noProof="0">
                <a:ln>
                  <a:noFill/>
                </a:ln>
                <a:solidFill>
                  <a:prstClr val="black"/>
                </a:solidFill>
                <a:effectLst/>
                <a:uLnTx/>
                <a:uFillTx/>
                <a:latin typeface="Arial"/>
                <a:ea typeface="Meiryo UI"/>
                <a:cs typeface="+mn-cs"/>
              </a:rPr>
              <a:t>口頭同意の取得体制の整備が出来ていることについて、運用開始前に医療機関から申告いただく。</a:t>
            </a:r>
            <a:endParaRPr kumimoji="0" lang="en-US" altLang="ja-JP" sz="1200">
              <a:solidFill>
                <a:prstClr val="black"/>
              </a:solidFill>
              <a:latin typeface="Arial"/>
              <a:ea typeface="Meiryo UI"/>
            </a:endParaRPr>
          </a:p>
          <a:p>
            <a:pPr marL="171450" indent="-171450" fontAlgn="base">
              <a:spcBef>
                <a:spcPts val="288"/>
              </a:spcBef>
              <a:buSzPts val="1200"/>
              <a:buFont typeface="Arial" panose="020B0604020202020204" pitchFamily="34" charset="0"/>
              <a:buChar char="•"/>
              <a:defRPr/>
            </a:pPr>
            <a:r>
              <a:rPr kumimoji="0" lang="ja-JP" altLang="en-US" sz="1200" b="0" i="0" u="none" strike="noStrike" kern="1200" cap="none" spc="0" normalizeH="0" baseline="0" noProof="0">
                <a:ln>
                  <a:noFill/>
                </a:ln>
                <a:solidFill>
                  <a:prstClr val="black"/>
                </a:solidFill>
                <a:effectLst/>
                <a:uLnTx/>
                <a:uFillTx/>
                <a:latin typeface="Arial"/>
                <a:ea typeface="Meiryo UI"/>
                <a:cs typeface="+mn-cs"/>
              </a:rPr>
              <a:t>現在、厚労省において、</a:t>
            </a:r>
            <a:r>
              <a:rPr kumimoji="0" lang="ja-JP" altLang="en-US" sz="1200">
                <a:solidFill>
                  <a:prstClr val="black"/>
                </a:solidFill>
              </a:rPr>
              <a:t>当該同意取得の有無を</a:t>
            </a:r>
            <a:r>
              <a:rPr kumimoji="0" lang="en-US" altLang="ja-JP" sz="1200">
                <a:solidFill>
                  <a:prstClr val="black"/>
                </a:solidFill>
              </a:rPr>
              <a:t>DX</a:t>
            </a:r>
            <a:r>
              <a:rPr kumimoji="0" lang="ja-JP" altLang="en-US" sz="1200">
                <a:solidFill>
                  <a:prstClr val="black"/>
                </a:solidFill>
              </a:rPr>
              <a:t>機構がどこまで担保するべきか（そのために</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どのような対応が必要か）は確認中。</a:t>
            </a:r>
            <a:endParaRPr kumimoji="0" lang="en-US" altLang="ja-JP" sz="1200" b="0" i="0" u="none" strike="noStrike" kern="1200" cap="none" spc="0" normalizeH="0" baseline="0" noProof="0">
              <a:ln>
                <a:noFill/>
              </a:ln>
              <a:solidFill>
                <a:prstClr val="black"/>
              </a:solidFill>
              <a:effectLst/>
              <a:uLnTx/>
              <a:uFillTx/>
              <a:latin typeface="Arial"/>
              <a:ea typeface="Meiryo UI"/>
              <a:cs typeface="+mn-cs"/>
            </a:endParaRPr>
          </a:p>
        </p:txBody>
      </p:sp>
      <p:sp>
        <p:nvSpPr>
          <p:cNvPr id="8" name="テキスト ボックス 7">
            <a:extLst>
              <a:ext uri="{FF2B5EF4-FFF2-40B4-BE49-F238E27FC236}">
                <a16:creationId xmlns:a16="http://schemas.microsoft.com/office/drawing/2014/main" id="{04C7A161-6370-59E9-0E21-BF88EB115B87}"/>
              </a:ext>
            </a:extLst>
          </p:cNvPr>
          <p:cNvSpPr txBox="1"/>
          <p:nvPr/>
        </p:nvSpPr>
        <p:spPr>
          <a:xfrm>
            <a:off x="395045" y="4505634"/>
            <a:ext cx="9183988" cy="907848"/>
          </a:xfrm>
          <a:prstGeom prst="rect">
            <a:avLst/>
          </a:prstGeom>
          <a:noFill/>
          <a:ln>
            <a:solidFill>
              <a:srgbClr val="002060"/>
            </a:solidFill>
          </a:ln>
        </p:spPr>
        <p:txBody>
          <a:bodyPr wrap="square" lIns="36000" tIns="36000" rIns="36000" bIns="36000" rtlCol="0" anchor="ctr">
            <a:noAutofit/>
          </a:bodyPr>
          <a:lstStyle/>
          <a:p>
            <a:pPr marL="173355" lvl="0" indent="-173355" fontAlgn="base">
              <a:spcBef>
                <a:spcPts val="288"/>
              </a:spcBef>
              <a:buSzPts val="1200"/>
              <a:buFont typeface="Arial" panose="020B0604020202020204" pitchFamily="34" charset="0"/>
              <a:buChar char="•"/>
              <a:defRPr/>
            </a:pPr>
            <a:r>
              <a:rPr kumimoji="0" lang="ja-JP" altLang="en-US" sz="1200">
                <a:solidFill>
                  <a:prstClr val="black"/>
                </a:solidFill>
              </a:rPr>
              <a:t>当該同意取得の有無を</a:t>
            </a:r>
            <a:r>
              <a:rPr kumimoji="0" lang="en-US" altLang="ja-JP" sz="1200">
                <a:solidFill>
                  <a:prstClr val="black"/>
                </a:solidFill>
              </a:rPr>
              <a:t>DX</a:t>
            </a:r>
            <a:r>
              <a:rPr kumimoji="0" lang="ja-JP" altLang="en-US" sz="1200">
                <a:solidFill>
                  <a:prstClr val="black"/>
                </a:solidFill>
              </a:rPr>
              <a:t>機構がどこまで担保するべきかという点について、今後、</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医療</a:t>
            </a:r>
            <a:r>
              <a:rPr kumimoji="0" lang="ja-JP" altLang="en-US" sz="1200">
                <a:solidFill>
                  <a:prstClr val="black"/>
                </a:solidFill>
              </a:rPr>
              <a:t>機関が「口頭同意の取得体制の整備が出来ていること」申告</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する必要がある方針となった場合、媒体として、医療機関等向け総合ポータルサイトを用いる方針で検討中。</a:t>
            </a:r>
            <a:endParaRPr kumimoji="0" lang="en-US" altLang="ja-JP" sz="1200" b="0" i="0" u="none" strike="noStrike" kern="1200" cap="none" spc="0" normalizeH="0" baseline="0" noProof="0">
              <a:ln>
                <a:noFill/>
              </a:ln>
              <a:solidFill>
                <a:prstClr val="black"/>
              </a:solidFill>
              <a:effectLst/>
              <a:uLnTx/>
              <a:uFillTx/>
              <a:latin typeface="Arial"/>
              <a:ea typeface="Meiryo UI"/>
              <a:cs typeface="+mn-cs"/>
            </a:endParaRPr>
          </a:p>
          <a:p>
            <a:pPr marL="173355" marR="0" lvl="0" indent="-173355" algn="l" defTabSz="914400" rtl="0" eaLnBrk="1" fontAlgn="base" latinLnBrk="0" hangingPunct="1">
              <a:lnSpc>
                <a:spcPct val="100000"/>
              </a:lnSpc>
              <a:spcBef>
                <a:spcPts val="288"/>
              </a:spcBef>
              <a:spcAft>
                <a:spcPts val="0"/>
              </a:spcAft>
              <a:buClrTx/>
              <a:buSzPts val="1200"/>
              <a:buFont typeface="Arial" panose="020B0604020202020204" pitchFamily="34" charset="0"/>
              <a:buChar char="•"/>
              <a:tabLst/>
              <a:defRPr/>
            </a:pPr>
            <a:r>
              <a:rPr kumimoji="0" lang="ja-JP" altLang="en-US" sz="1200" b="0" i="0" u="none" strike="noStrike" kern="1200" cap="none" spc="0" normalizeH="0" baseline="0" noProof="0">
                <a:ln>
                  <a:noFill/>
                </a:ln>
                <a:solidFill>
                  <a:prstClr val="black"/>
                </a:solidFill>
                <a:effectLst/>
                <a:uLnTx/>
                <a:uFillTx/>
                <a:latin typeface="Arial"/>
                <a:ea typeface="Meiryo UI"/>
                <a:cs typeface="+mn-cs"/>
              </a:rPr>
              <a:t>医療機関の申告の要否は、厚労省より法令課等に確認中であるが、先だってポータルサイト改修のリリース可能時期について、ご確認いただきたい。</a:t>
            </a:r>
          </a:p>
        </p:txBody>
      </p:sp>
      <p:sp>
        <p:nvSpPr>
          <p:cNvPr id="10" name="四角形: 角を丸くする 9">
            <a:extLst>
              <a:ext uri="{FF2B5EF4-FFF2-40B4-BE49-F238E27FC236}">
                <a16:creationId xmlns:a16="http://schemas.microsoft.com/office/drawing/2014/main" id="{4AF91EC2-87B9-8431-E444-F8FB1704F7D0}"/>
              </a:ext>
            </a:extLst>
          </p:cNvPr>
          <p:cNvSpPr/>
          <p:nvPr/>
        </p:nvSpPr>
        <p:spPr>
          <a:xfrm>
            <a:off x="494105" y="4394408"/>
            <a:ext cx="1908000" cy="22245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solidFill>
                <a:effectLst/>
                <a:uLnTx/>
                <a:uFillTx/>
                <a:latin typeface="Arial"/>
                <a:ea typeface="Meiryo UI"/>
                <a:cs typeface="+mn-cs"/>
              </a:rPr>
              <a:t>ご確認いただきたい事項</a:t>
            </a:r>
          </a:p>
        </p:txBody>
      </p:sp>
      <p:sp>
        <p:nvSpPr>
          <p:cNvPr id="15" name="四角形: 角を丸くする 14">
            <a:extLst>
              <a:ext uri="{FF2B5EF4-FFF2-40B4-BE49-F238E27FC236}">
                <a16:creationId xmlns:a16="http://schemas.microsoft.com/office/drawing/2014/main" id="{82BDED13-05F0-3115-11BC-BC03B4877ACE}"/>
              </a:ext>
            </a:extLst>
          </p:cNvPr>
          <p:cNvSpPr/>
          <p:nvPr/>
        </p:nvSpPr>
        <p:spPr>
          <a:xfrm>
            <a:off x="495301" y="1392698"/>
            <a:ext cx="1687084" cy="22245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solidFill>
                <a:effectLst/>
                <a:uLnTx/>
                <a:uFillTx/>
                <a:latin typeface="Arial"/>
                <a:ea typeface="Meiryo UI"/>
                <a:cs typeface="+mn-cs"/>
              </a:rPr>
              <a:t>背景</a:t>
            </a:r>
          </a:p>
        </p:txBody>
      </p:sp>
    </p:spTree>
    <p:extLst>
      <p:ext uri="{BB962C8B-B14F-4D97-AF65-F5344CB8AC3E}">
        <p14:creationId xmlns:p14="http://schemas.microsoft.com/office/powerpoint/2010/main" val="2668377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0C724-D9A6-CD9B-E717-33D8016F25E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AB2DD31-3550-9E30-CF1F-86BE5384EA3F}"/>
              </a:ext>
            </a:extLst>
          </p:cNvPr>
          <p:cNvSpPr/>
          <p:nvPr/>
        </p:nvSpPr>
        <p:spPr>
          <a:xfrm>
            <a:off x="847096" y="2488889"/>
            <a:ext cx="3960000" cy="3586792"/>
          </a:xfrm>
          <a:prstGeom prst="rect">
            <a:avLst/>
          </a:prstGeom>
          <a:solidFill>
            <a:schemeClr val="bg1"/>
          </a:solidFill>
          <a:ln>
            <a:solidFill>
              <a:schemeClr val="tx1"/>
            </a:solidFill>
          </a:ln>
        </p:spPr>
        <p:txBody>
          <a:bodyPr wrap="square" lIns="72000" tIns="72000" rIns="72000" bIns="72000" rtlCol="0" anchor="t">
            <a:no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50" b="0" i="0" u="none" strike="noStrike" kern="1200" cap="none" spc="0" normalizeH="0" baseline="0" noProof="0">
                <a:ln>
                  <a:noFill/>
                </a:ln>
                <a:solidFill>
                  <a:prstClr val="black"/>
                </a:solidFill>
                <a:effectLst/>
                <a:uLnTx/>
                <a:uFillTx/>
                <a:latin typeface="Meiryo UI"/>
                <a:ea typeface="Meiryo UI"/>
                <a:cs typeface="+mn-cs"/>
              </a:rPr>
              <a:t>登録画面に遷移する前の記事に、「「運用開始日入力画面へ進むボタンを押下する」ことは、電子カルテ情報共有サービスを通じて診療情報提供書を送付する旨の口頭同意を取得する体制を整えたこととみなす」旨を記載する（</a:t>
            </a:r>
            <a:r>
              <a:rPr kumimoji="0" lang="en-US" altLang="ja-JP" sz="1050" b="0" i="0" u="none" strike="noStrike" kern="1200" cap="none" spc="0" normalizeH="0" baseline="0" noProof="0">
                <a:ln>
                  <a:noFill/>
                </a:ln>
                <a:solidFill>
                  <a:prstClr val="black"/>
                </a:solidFill>
                <a:effectLst/>
                <a:uLnTx/>
                <a:uFillTx/>
                <a:latin typeface="Meiryo UI"/>
                <a:ea typeface="Meiryo UI"/>
                <a:cs typeface="+mn-cs"/>
              </a:rPr>
              <a:t>DX</a:t>
            </a:r>
            <a:r>
              <a:rPr kumimoji="0" lang="ja-JP" altLang="en-US" sz="1050" b="0" i="0" u="none" strike="noStrike" kern="1200" cap="none" spc="0" normalizeH="0" baseline="0" noProof="0">
                <a:ln>
                  <a:noFill/>
                </a:ln>
                <a:solidFill>
                  <a:prstClr val="black"/>
                </a:solidFill>
                <a:effectLst/>
                <a:uLnTx/>
                <a:uFillTx/>
                <a:latin typeface="Meiryo UI"/>
                <a:ea typeface="Meiryo UI"/>
                <a:cs typeface="+mn-cs"/>
              </a:rPr>
              <a:t>機構の作業のみで対応可）</a:t>
            </a:r>
            <a:br>
              <a:rPr kumimoji="0" lang="en-US" altLang="ja-JP" sz="1050" b="0" i="0" u="none" strike="noStrike" kern="1200" cap="none" spc="0" normalizeH="0" baseline="0" noProof="0">
                <a:ln>
                  <a:noFill/>
                </a:ln>
                <a:solidFill>
                  <a:prstClr val="black"/>
                </a:solidFill>
                <a:effectLst/>
                <a:uLnTx/>
                <a:uFillTx/>
                <a:latin typeface="Meiryo UI"/>
                <a:ea typeface="Meiryo UI"/>
                <a:cs typeface="+mn-cs"/>
              </a:rPr>
            </a:br>
            <a:r>
              <a:rPr kumimoji="0" lang="en-US" altLang="ja-JP" sz="1050" b="0" i="0" u="none" strike="noStrike" kern="1200" cap="none" spc="0" normalizeH="0" baseline="0" noProof="0">
                <a:ln>
                  <a:noFill/>
                </a:ln>
                <a:solidFill>
                  <a:prstClr val="black"/>
                </a:solidFill>
                <a:effectLst/>
                <a:uLnTx/>
                <a:uFillTx/>
                <a:latin typeface="Meiryo UI"/>
                <a:ea typeface="Meiryo UI"/>
                <a:cs typeface="+mn-cs"/>
              </a:rPr>
              <a:t>※</a:t>
            </a:r>
            <a:r>
              <a:rPr kumimoji="0" lang="ja-JP" altLang="en-US" sz="1050" b="0" i="0" u="none" strike="noStrike" kern="1200" cap="none" spc="0" normalizeH="0" baseline="0" noProof="0">
                <a:ln>
                  <a:noFill/>
                </a:ln>
                <a:solidFill>
                  <a:prstClr val="black"/>
                </a:solidFill>
                <a:effectLst/>
                <a:uLnTx/>
                <a:uFillTx/>
                <a:latin typeface="Meiryo UI"/>
                <a:ea typeface="Meiryo UI"/>
                <a:cs typeface="+mn-cs"/>
              </a:rPr>
              <a:t>文言は未定</a:t>
            </a:r>
            <a:endParaRPr kumimoji="0" lang="en-US" altLang="ja-JP" sz="1050" b="0" i="0" u="none" strike="noStrike" kern="1200" cap="none" spc="0" normalizeH="0" baseline="0" noProof="0">
              <a:ln>
                <a:noFill/>
              </a:ln>
              <a:solidFill>
                <a:prstClr val="black"/>
              </a:solidFill>
              <a:effectLst/>
              <a:uLnTx/>
              <a:uFillTx/>
              <a:latin typeface="Meiryo UI"/>
              <a:ea typeface="Meiryo UI"/>
              <a:cs typeface="+mn-cs"/>
            </a:endParaRPr>
          </a:p>
        </p:txBody>
      </p:sp>
      <p:sp>
        <p:nvSpPr>
          <p:cNvPr id="20" name="正方形/長方形 19">
            <a:extLst>
              <a:ext uri="{FF2B5EF4-FFF2-40B4-BE49-F238E27FC236}">
                <a16:creationId xmlns:a16="http://schemas.microsoft.com/office/drawing/2014/main" id="{575E2F3F-DB33-E965-A3A1-E31601B2A654}"/>
              </a:ext>
            </a:extLst>
          </p:cNvPr>
          <p:cNvSpPr/>
          <p:nvPr/>
        </p:nvSpPr>
        <p:spPr>
          <a:xfrm>
            <a:off x="847096" y="2236538"/>
            <a:ext cx="3960000" cy="252352"/>
          </a:xfrm>
          <a:prstGeom prst="rect">
            <a:avLst/>
          </a:prstGeom>
          <a:solidFill>
            <a:schemeClr val="accent1"/>
          </a:solidFill>
          <a:ln>
            <a:solidFill>
              <a:schemeClr val="tx1"/>
            </a:solidFill>
          </a:ln>
        </p:spPr>
        <p:txBody>
          <a:bodyPr wrap="none" lIns="72000" tIns="72000" rIns="72000" bIns="7200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050" b="1" i="0" u="none" strike="noStrike" kern="1200" cap="none" spc="0" normalizeH="0" baseline="0" noProof="0">
                <a:ln>
                  <a:noFill/>
                </a:ln>
                <a:solidFill>
                  <a:prstClr val="white"/>
                </a:solidFill>
                <a:effectLst/>
                <a:uLnTx/>
                <a:uFillTx/>
                <a:latin typeface="Meiryo UI"/>
                <a:ea typeface="Meiryo UI"/>
                <a:cs typeface="Arial" charset="0"/>
              </a:rPr>
              <a:t>暫定対応（運用開始～）</a:t>
            </a:r>
          </a:p>
        </p:txBody>
      </p:sp>
      <p:sp>
        <p:nvSpPr>
          <p:cNvPr id="23" name="正方形/長方形 22">
            <a:extLst>
              <a:ext uri="{FF2B5EF4-FFF2-40B4-BE49-F238E27FC236}">
                <a16:creationId xmlns:a16="http://schemas.microsoft.com/office/drawing/2014/main" id="{CC660A5F-7F9B-A4E8-5360-594BF9357AC2}"/>
              </a:ext>
            </a:extLst>
          </p:cNvPr>
          <p:cNvSpPr/>
          <p:nvPr/>
        </p:nvSpPr>
        <p:spPr>
          <a:xfrm>
            <a:off x="4807096" y="2488888"/>
            <a:ext cx="3960000" cy="3586791"/>
          </a:xfrm>
          <a:prstGeom prst="rect">
            <a:avLst/>
          </a:prstGeom>
          <a:solidFill>
            <a:schemeClr val="bg1"/>
          </a:solidFill>
          <a:ln>
            <a:solidFill>
              <a:schemeClr val="tx1"/>
            </a:solidFill>
          </a:ln>
        </p:spPr>
        <p:txBody>
          <a:bodyPr wrap="square" lIns="72000" tIns="72000" rIns="72000" bIns="72000" rtlCol="0" anchor="t">
            <a:no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50" b="0" i="0" u="none" strike="noStrike" kern="1200" cap="none" spc="0" normalizeH="0" baseline="0" noProof="0">
                <a:ln>
                  <a:noFill/>
                </a:ln>
                <a:solidFill>
                  <a:prstClr val="black"/>
                </a:solidFill>
                <a:effectLst/>
                <a:uLnTx/>
                <a:uFillTx/>
                <a:latin typeface="Meiryo UI"/>
                <a:ea typeface="Meiryo UI"/>
                <a:cs typeface="+mn-cs"/>
              </a:rPr>
              <a:t>ポータルサイトの運用開始日登録の画面にチェックボックスを追加する。</a:t>
            </a:r>
            <a:endParaRPr kumimoji="0" lang="en-US" altLang="ja-JP" sz="1050" b="0" i="0" u="none" strike="noStrike" kern="1200" cap="none" spc="0" normalizeH="0" baseline="0" noProof="0">
              <a:ln>
                <a:noFill/>
              </a:ln>
              <a:solidFill>
                <a:prstClr val="black"/>
              </a:solidFill>
              <a:effectLst/>
              <a:uLnTx/>
              <a:uFillTx/>
              <a:latin typeface="Meiryo UI"/>
              <a:ea typeface="Meiryo UI"/>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50" b="0" i="0" u="none" strike="noStrike" kern="1200" cap="none" spc="0" normalizeH="0" baseline="0" noProof="0">
                <a:ln>
                  <a:noFill/>
                </a:ln>
                <a:solidFill>
                  <a:prstClr val="black"/>
                </a:solidFill>
                <a:effectLst/>
                <a:uLnTx/>
                <a:uFillTx/>
                <a:latin typeface="Meiryo UI"/>
                <a:ea typeface="Meiryo UI"/>
                <a:cs typeface="+mn-cs"/>
              </a:rPr>
              <a:t>チェックを付けないと運用開始日登録が出来ない仕様とする。</a:t>
            </a:r>
            <a:br>
              <a:rPr kumimoji="0" lang="en-US" altLang="ja-JP" sz="1050" b="0" i="0" u="none" strike="noStrike" kern="1200" cap="none" spc="0" normalizeH="0" baseline="0" noProof="0">
                <a:ln>
                  <a:noFill/>
                </a:ln>
                <a:solidFill>
                  <a:prstClr val="black"/>
                </a:solidFill>
                <a:effectLst/>
                <a:uLnTx/>
                <a:uFillTx/>
                <a:latin typeface="Meiryo UI"/>
                <a:ea typeface="Meiryo UI"/>
                <a:cs typeface="+mn-cs"/>
              </a:rPr>
            </a:br>
            <a:r>
              <a:rPr kumimoji="0" lang="en-US" altLang="ja-JP" sz="1050" b="0" i="0" u="none" strike="noStrike" kern="1200" cap="none" spc="0" normalizeH="0" baseline="0" noProof="0">
                <a:ln>
                  <a:noFill/>
                </a:ln>
                <a:solidFill>
                  <a:prstClr val="black"/>
                </a:solidFill>
                <a:effectLst/>
                <a:uLnTx/>
                <a:uFillTx/>
                <a:latin typeface="Meiryo UI"/>
                <a:ea typeface="Meiryo UI"/>
                <a:cs typeface="+mn-cs"/>
              </a:rPr>
              <a:t>※</a:t>
            </a:r>
            <a:r>
              <a:rPr kumimoji="0" lang="ja-JP" altLang="en-US" sz="1050" b="0" i="0" u="none" strike="noStrike" kern="1200" cap="none" spc="0" normalizeH="0" baseline="0" noProof="0">
                <a:ln>
                  <a:noFill/>
                </a:ln>
                <a:solidFill>
                  <a:prstClr val="black"/>
                </a:solidFill>
                <a:effectLst/>
                <a:uLnTx/>
                <a:uFillTx/>
                <a:latin typeface="Meiryo UI"/>
                <a:ea typeface="Meiryo UI"/>
                <a:cs typeface="+mn-cs"/>
              </a:rPr>
              <a:t>文言は未定</a:t>
            </a:r>
            <a:endPar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30" name="正方形/長方形 29">
            <a:extLst>
              <a:ext uri="{FF2B5EF4-FFF2-40B4-BE49-F238E27FC236}">
                <a16:creationId xmlns:a16="http://schemas.microsoft.com/office/drawing/2014/main" id="{91DC54A8-C9BC-9254-EC36-7C1617DA6C79}"/>
              </a:ext>
            </a:extLst>
          </p:cNvPr>
          <p:cNvSpPr/>
          <p:nvPr/>
        </p:nvSpPr>
        <p:spPr>
          <a:xfrm>
            <a:off x="4807096" y="2236537"/>
            <a:ext cx="3960000" cy="252352"/>
          </a:xfrm>
          <a:prstGeom prst="rect">
            <a:avLst/>
          </a:prstGeom>
          <a:solidFill>
            <a:schemeClr val="accent1"/>
          </a:solidFill>
          <a:ln>
            <a:solidFill>
              <a:schemeClr val="tx1"/>
            </a:solidFill>
          </a:ln>
        </p:spPr>
        <p:txBody>
          <a:bodyPr wrap="none" lIns="72000" tIns="72000" rIns="72000" bIns="7200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050" b="1" i="0" u="none" strike="noStrike" kern="1200" cap="none" spc="0" normalizeH="0" baseline="0" noProof="0">
                <a:ln>
                  <a:noFill/>
                </a:ln>
                <a:solidFill>
                  <a:prstClr val="white"/>
                </a:solidFill>
                <a:effectLst/>
                <a:uLnTx/>
                <a:uFillTx/>
                <a:latin typeface="Meiryo UI"/>
                <a:ea typeface="Meiryo UI"/>
                <a:cs typeface="Arial" charset="0"/>
              </a:rPr>
              <a:t>恒久対応</a:t>
            </a:r>
          </a:p>
        </p:txBody>
      </p:sp>
      <p:sp>
        <p:nvSpPr>
          <p:cNvPr id="24" name="タイトル 1">
            <a:extLst>
              <a:ext uri="{FF2B5EF4-FFF2-40B4-BE49-F238E27FC236}">
                <a16:creationId xmlns:a16="http://schemas.microsoft.com/office/drawing/2014/main" id="{DBC35EA2-BCFE-6E2C-9FB1-4116BA01BC83}"/>
              </a:ext>
            </a:extLst>
          </p:cNvPr>
          <p:cNvSpPr txBox="1">
            <a:spLocks/>
          </p:cNvSpPr>
          <p:nvPr/>
        </p:nvSpPr>
        <p:spPr>
          <a:xfrm>
            <a:off x="495301" y="135479"/>
            <a:ext cx="8915399" cy="578870"/>
          </a:xfrm>
          <a:prstGeom prst="rect">
            <a:avLst/>
          </a:prstGeom>
        </p:spPr>
        <p:txBody>
          <a:bodyPr lIns="0" rIns="0" anchor="b" anchorCtr="0">
            <a:normAutofit/>
          </a:bodyPr>
          <a:lstStyle>
            <a:lvl1pPr algn="l" defTabSz="571394" rtl="0" eaLnBrk="1" fontAlgn="base" hangingPunct="1">
              <a:spcBef>
                <a:spcPct val="0"/>
              </a:spcBef>
              <a:spcAft>
                <a:spcPct val="0"/>
              </a:spcAft>
              <a:defRPr kumimoji="1" sz="1846" b="1">
                <a:solidFill>
                  <a:srgbClr val="17375E"/>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a:lstStyle>
          <a:p>
            <a:pPr marL="0" marR="0" lvl="0" indent="0" algn="l" defTabSz="571394" rtl="0" eaLnBrk="1" fontAlgn="base" latinLnBrk="0" hangingPunct="1">
              <a:lnSpc>
                <a:spcPct val="100000"/>
              </a:lnSpc>
              <a:spcBef>
                <a:spcPct val="0"/>
              </a:spcBef>
              <a:spcAft>
                <a:spcPct val="0"/>
              </a:spcAft>
              <a:buClrTx/>
              <a:buSzTx/>
              <a:buFontTx/>
              <a:buNone/>
              <a:tabLst/>
              <a:defRPr/>
            </a:pPr>
            <a:r>
              <a:rPr kumimoji="1" lang="ja-JP" altLang="en-US" sz="1700" b="1" i="0" u="none" strike="noStrike" kern="0" cap="none" spc="0" normalizeH="0" baseline="0" noProof="0">
                <a:ln>
                  <a:noFill/>
                </a:ln>
                <a:solidFill>
                  <a:srgbClr val="17375E"/>
                </a:solidFill>
                <a:effectLst/>
                <a:uLnTx/>
                <a:uFillTx/>
                <a:latin typeface="Meiryo UI"/>
                <a:ea typeface="Meiryo UI"/>
                <a:cs typeface="+mj-cs"/>
              </a:rPr>
              <a:t>１．口頭同意に</a:t>
            </a:r>
            <a:r>
              <a:rPr lang="ja-JP" altLang="en-US" sz="1700" kern="0">
                <a:latin typeface="Meiryo UI"/>
                <a:ea typeface="Meiryo UI"/>
              </a:rPr>
              <a:t>係る</a:t>
            </a:r>
            <a:r>
              <a:rPr kumimoji="1" lang="ja-JP" altLang="en-US" sz="1700" b="1" i="0" u="none" strike="noStrike" kern="0" cap="none" spc="0" normalizeH="0" baseline="0" noProof="0">
                <a:ln>
                  <a:noFill/>
                </a:ln>
                <a:solidFill>
                  <a:srgbClr val="17375E"/>
                </a:solidFill>
                <a:effectLst/>
                <a:uLnTx/>
                <a:uFillTx/>
                <a:latin typeface="Meiryo UI"/>
                <a:ea typeface="Meiryo UI"/>
                <a:cs typeface="+mj-cs"/>
              </a:rPr>
              <a:t>体制整備状況に関する医療機関の自己申告について（２</a:t>
            </a:r>
            <a:r>
              <a:rPr kumimoji="1" lang="en-US" altLang="ja-JP" sz="1700" b="1" i="0" u="none" strike="noStrike" kern="0" cap="none" spc="0" normalizeH="0" baseline="0" noProof="0">
                <a:ln>
                  <a:noFill/>
                </a:ln>
                <a:solidFill>
                  <a:srgbClr val="17375E"/>
                </a:solidFill>
                <a:effectLst/>
                <a:uLnTx/>
                <a:uFillTx/>
                <a:latin typeface="Meiryo UI"/>
                <a:ea typeface="Meiryo UI"/>
                <a:cs typeface="+mj-cs"/>
              </a:rPr>
              <a:t>/</a:t>
            </a:r>
            <a:r>
              <a:rPr kumimoji="1" lang="ja-JP" altLang="en-US" sz="1700" b="1" i="0" u="none" strike="noStrike" kern="0" cap="none" spc="0" normalizeH="0" baseline="0" noProof="0">
                <a:ln>
                  <a:noFill/>
                </a:ln>
                <a:solidFill>
                  <a:srgbClr val="17375E"/>
                </a:solidFill>
                <a:effectLst/>
                <a:uLnTx/>
                <a:uFillTx/>
                <a:latin typeface="Meiryo UI"/>
                <a:ea typeface="Meiryo UI"/>
                <a:cs typeface="+mj-cs"/>
              </a:rPr>
              <a:t>３）</a:t>
            </a:r>
            <a:endParaRPr kumimoji="1" lang="en-US" altLang="ja-JP" sz="1700" b="1" i="0" u="none" strike="noStrike" kern="0" cap="none" spc="0" normalizeH="0" baseline="0" noProof="0">
              <a:ln>
                <a:noFill/>
              </a:ln>
              <a:solidFill>
                <a:srgbClr val="17375E"/>
              </a:solidFill>
              <a:effectLst/>
              <a:uLnTx/>
              <a:uFillTx/>
              <a:latin typeface="Meiryo UI"/>
              <a:ea typeface="Meiryo UI"/>
              <a:cs typeface="+mj-cs"/>
            </a:endParaRPr>
          </a:p>
        </p:txBody>
      </p:sp>
      <p:sp>
        <p:nvSpPr>
          <p:cNvPr id="16" name="四角形: 角を丸くする 15">
            <a:extLst>
              <a:ext uri="{FF2B5EF4-FFF2-40B4-BE49-F238E27FC236}">
                <a16:creationId xmlns:a16="http://schemas.microsoft.com/office/drawing/2014/main" id="{C77CED23-7C0B-C124-5121-C0F9060E9635}"/>
              </a:ext>
            </a:extLst>
          </p:cNvPr>
          <p:cNvSpPr/>
          <p:nvPr/>
        </p:nvSpPr>
        <p:spPr>
          <a:xfrm>
            <a:off x="8841890" y="3093138"/>
            <a:ext cx="3329790" cy="1519502"/>
          </a:xfrm>
          <a:prstGeom prst="roundRect">
            <a:avLst>
              <a:gd name="adj" fmla="val 12614"/>
            </a:avLst>
          </a:prstGeom>
          <a:solidFill>
            <a:schemeClr val="accent3">
              <a:lumMod val="20000"/>
              <a:lumOff val="80000"/>
            </a:schemeClr>
          </a:solidFill>
          <a:ln w="12700">
            <a:solidFill>
              <a:schemeClr val="accent3"/>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rPr>
              <a:t>【</a:t>
            </a: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ご確認いただきたい事項</a:t>
            </a:r>
            <a:r>
              <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恒久対応（登録日入力画面へのチェックボックスの追加）は、</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R8</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年度</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3</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末リリースの改修に組み込めるか。</a:t>
            </a:r>
            <a:endPar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R8</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年度</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3</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末リリースの改修に組み込めない場合、</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R9</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年度</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12</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月末リリースより前の改修は可能か。</a:t>
            </a:r>
            <a:endPar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endParaRPr>
          </a:p>
        </p:txBody>
      </p:sp>
      <p:cxnSp>
        <p:nvCxnSpPr>
          <p:cNvPr id="17" name="直線コネクタ 16">
            <a:extLst>
              <a:ext uri="{FF2B5EF4-FFF2-40B4-BE49-F238E27FC236}">
                <a16:creationId xmlns:a16="http://schemas.microsoft.com/office/drawing/2014/main" id="{5733B6E7-D033-FD51-215B-49BF2ACA3C86}"/>
              </a:ext>
            </a:extLst>
          </p:cNvPr>
          <p:cNvCxnSpPr>
            <a:cxnSpLocks/>
            <a:stCxn id="16" idx="1"/>
          </p:cNvCxnSpPr>
          <p:nvPr/>
        </p:nvCxnSpPr>
        <p:spPr bwMode="auto">
          <a:xfrm flipH="1" flipV="1">
            <a:off x="8043674" y="2976880"/>
            <a:ext cx="798216" cy="876009"/>
          </a:xfrm>
          <a:prstGeom prst="line">
            <a:avLst/>
          </a:prstGeom>
          <a:solidFill>
            <a:schemeClr val="bg1"/>
          </a:solidFill>
          <a:ln w="12700" cap="flat" cmpd="sng" algn="ctr">
            <a:solidFill>
              <a:schemeClr val="accent3"/>
            </a:solidFill>
            <a:prstDash val="solid"/>
            <a:round/>
            <a:headEnd type="oval" w="med" len="med"/>
            <a:tailEnd type="oval" w="med" len="med"/>
          </a:ln>
          <a:effectLst>
            <a:outerShdw blurRad="50800" dist="38100" dir="2700000" algn="tl" rotWithShape="0">
              <a:prstClr val="black">
                <a:alpha val="40000"/>
              </a:prstClr>
            </a:outerShdw>
          </a:effectLst>
        </p:spPr>
      </p:cxnSp>
      <p:sp>
        <p:nvSpPr>
          <p:cNvPr id="28" name="四角形: 角を丸くする 27">
            <a:extLst>
              <a:ext uri="{FF2B5EF4-FFF2-40B4-BE49-F238E27FC236}">
                <a16:creationId xmlns:a16="http://schemas.microsoft.com/office/drawing/2014/main" id="{4957585F-EFAE-0838-D561-083AB7D92799}"/>
              </a:ext>
            </a:extLst>
          </p:cNvPr>
          <p:cNvSpPr/>
          <p:nvPr/>
        </p:nvSpPr>
        <p:spPr>
          <a:xfrm>
            <a:off x="495301" y="1087204"/>
            <a:ext cx="3384000" cy="22245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solidFill>
                <a:effectLst/>
                <a:uLnTx/>
                <a:uFillTx/>
                <a:latin typeface="Arial"/>
                <a:ea typeface="Meiryo UI"/>
                <a:cs typeface="+mn-cs"/>
              </a:rPr>
              <a:t>ポータルサイトへの記載案</a:t>
            </a:r>
            <a:r>
              <a:rPr kumimoji="1" lang="ja-JP" altLang="en-US" sz="1200" b="1" i="0" u="none" strike="noStrike" kern="1200" cap="none" spc="0" normalizeH="0" baseline="0" noProof="0">
                <a:ln>
                  <a:noFill/>
                </a:ln>
                <a:solidFill>
                  <a:srgbClr val="FFFF00"/>
                </a:solidFill>
                <a:effectLst/>
                <a:uLnTx/>
                <a:uFillTx/>
                <a:latin typeface="Arial"/>
                <a:ea typeface="Meiryo UI"/>
                <a:cs typeface="+mn-cs"/>
              </a:rPr>
              <a:t>（単独の登録画面）</a:t>
            </a:r>
          </a:p>
        </p:txBody>
      </p:sp>
      <p:pic>
        <p:nvPicPr>
          <p:cNvPr id="2" name="図 1">
            <a:extLst>
              <a:ext uri="{FF2B5EF4-FFF2-40B4-BE49-F238E27FC236}">
                <a16:creationId xmlns:a16="http://schemas.microsoft.com/office/drawing/2014/main" id="{7D263668-6618-7F49-2F2C-D14A579D07C5}"/>
              </a:ext>
            </a:extLst>
          </p:cNvPr>
          <p:cNvPicPr>
            <a:picLocks noChangeAspect="1"/>
          </p:cNvPicPr>
          <p:nvPr/>
        </p:nvPicPr>
        <p:blipFill>
          <a:blip r:embed="rId2"/>
          <a:srcRect l="10519" t="7844" r="29464" b="32829"/>
          <a:stretch>
            <a:fillRect/>
          </a:stretch>
        </p:blipFill>
        <p:spPr>
          <a:xfrm>
            <a:off x="1738528" y="3515996"/>
            <a:ext cx="2150445" cy="2352272"/>
          </a:xfrm>
          <a:prstGeom prst="rect">
            <a:avLst/>
          </a:prstGeom>
          <a:ln>
            <a:solidFill>
              <a:schemeClr val="bg1">
                <a:lumMod val="85000"/>
              </a:schemeClr>
            </a:solidFill>
          </a:ln>
          <a:effectLst/>
        </p:spPr>
      </p:pic>
      <p:pic>
        <p:nvPicPr>
          <p:cNvPr id="11" name="図 10">
            <a:extLst>
              <a:ext uri="{FF2B5EF4-FFF2-40B4-BE49-F238E27FC236}">
                <a16:creationId xmlns:a16="http://schemas.microsoft.com/office/drawing/2014/main" id="{2F6A2716-2BDF-E04B-5210-8C4CE498BD22}"/>
              </a:ext>
            </a:extLst>
          </p:cNvPr>
          <p:cNvPicPr>
            <a:picLocks noChangeAspect="1"/>
          </p:cNvPicPr>
          <p:nvPr/>
        </p:nvPicPr>
        <p:blipFill rotWithShape="1">
          <a:blip r:embed="rId3"/>
          <a:srcRect l="21091" t="9444" r="35717" b="40319"/>
          <a:stretch>
            <a:fillRect/>
          </a:stretch>
        </p:blipFill>
        <p:spPr>
          <a:xfrm>
            <a:off x="5291065" y="3529790"/>
            <a:ext cx="2773570" cy="1907207"/>
          </a:xfrm>
          <a:prstGeom prst="rect">
            <a:avLst/>
          </a:prstGeom>
        </p:spPr>
      </p:pic>
      <p:sp>
        <p:nvSpPr>
          <p:cNvPr id="18" name="正方形/長方形 17">
            <a:extLst>
              <a:ext uri="{FF2B5EF4-FFF2-40B4-BE49-F238E27FC236}">
                <a16:creationId xmlns:a16="http://schemas.microsoft.com/office/drawing/2014/main" id="{C92BE534-56A1-3552-A0A9-DC482EAF59C7}"/>
              </a:ext>
            </a:extLst>
          </p:cNvPr>
          <p:cNvSpPr/>
          <p:nvPr/>
        </p:nvSpPr>
        <p:spPr>
          <a:xfrm>
            <a:off x="5291065" y="3547279"/>
            <a:ext cx="2773570" cy="2189104"/>
          </a:xfrm>
          <a:prstGeom prst="rect">
            <a:avLst/>
          </a:prstGeom>
          <a:noFill/>
          <a:ln w="19050">
            <a:solidFill>
              <a:srgbClr val="FF0000"/>
            </a:solid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C92D985-759D-DB5B-366A-689BBDF21B7A}"/>
              </a:ext>
            </a:extLst>
          </p:cNvPr>
          <p:cNvSpPr/>
          <p:nvPr/>
        </p:nvSpPr>
        <p:spPr>
          <a:xfrm>
            <a:off x="5394014" y="5515704"/>
            <a:ext cx="69855" cy="57731"/>
          </a:xfrm>
          <a:prstGeom prst="rect">
            <a:avLst/>
          </a:prstGeom>
          <a:noFill/>
          <a:ln>
            <a:solidFill>
              <a:srgbClr val="FF0000"/>
            </a:solid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53BA37F-7010-69F2-20D3-1DFE8EA0325A}"/>
              </a:ext>
            </a:extLst>
          </p:cNvPr>
          <p:cNvSpPr/>
          <p:nvPr/>
        </p:nvSpPr>
        <p:spPr>
          <a:xfrm>
            <a:off x="5428941" y="5489725"/>
            <a:ext cx="2439670" cy="167421"/>
          </a:xfrm>
          <a:prstGeom prst="rect">
            <a:avLst/>
          </a:prstGeom>
          <a:no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600" b="0" i="0" u="none" strike="noStrike" kern="1200" cap="none" spc="0" normalizeH="0" baseline="0" noProof="0">
                <a:ln>
                  <a:noFill/>
                </a:ln>
                <a:solidFill>
                  <a:srgbClr val="FF0000"/>
                </a:solidFill>
                <a:effectLst/>
                <a:uLnTx/>
                <a:uFillTx/>
                <a:latin typeface="Meiryo UI"/>
                <a:ea typeface="Meiryo UI"/>
                <a:cs typeface="+mn-cs"/>
              </a:rPr>
              <a:t>電子カルテ情報共有サービスを通じて診療情報提供書等を送付する旨の口頭同意を取得する体制を整えています</a:t>
            </a:r>
          </a:p>
        </p:txBody>
      </p:sp>
      <p:sp>
        <p:nvSpPr>
          <p:cNvPr id="37" name="正方形/長方形 36">
            <a:extLst>
              <a:ext uri="{FF2B5EF4-FFF2-40B4-BE49-F238E27FC236}">
                <a16:creationId xmlns:a16="http://schemas.microsoft.com/office/drawing/2014/main" id="{8441D995-E8E6-0A08-2FCD-EB832ACBAACC}"/>
              </a:ext>
            </a:extLst>
          </p:cNvPr>
          <p:cNvSpPr/>
          <p:nvPr/>
        </p:nvSpPr>
        <p:spPr>
          <a:xfrm>
            <a:off x="7127310" y="3620601"/>
            <a:ext cx="916364" cy="129085"/>
          </a:xfrm>
          <a:prstGeom prst="rect">
            <a:avLst/>
          </a:prstGeom>
          <a:solidFill>
            <a:srgbClr val="FFFF00"/>
          </a:solidFill>
          <a:ln>
            <a:noFill/>
          </a:ln>
        </p:spPr>
        <p:txBody>
          <a:bodyPr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画面（要開発）</a:t>
            </a:r>
          </a:p>
        </p:txBody>
      </p:sp>
      <p:sp>
        <p:nvSpPr>
          <p:cNvPr id="42" name="テキスト ボックス 41">
            <a:extLst>
              <a:ext uri="{FF2B5EF4-FFF2-40B4-BE49-F238E27FC236}">
                <a16:creationId xmlns:a16="http://schemas.microsoft.com/office/drawing/2014/main" id="{29BB3C7E-E051-93B0-A36E-ADD8CF972084}"/>
              </a:ext>
            </a:extLst>
          </p:cNvPr>
          <p:cNvSpPr txBox="1"/>
          <p:nvPr/>
        </p:nvSpPr>
        <p:spPr>
          <a:xfrm>
            <a:off x="564573" y="1343575"/>
            <a:ext cx="9015655" cy="679214"/>
          </a:xfrm>
          <a:prstGeom prst="rect">
            <a:avLst/>
          </a:prstGeom>
          <a:noFill/>
        </p:spPr>
        <p:txBody>
          <a:bodyPr wrap="square" lIns="36000" tIns="36000" rIns="36000" bIns="36000" rtlCol="0" anchor="t">
            <a:noAutofit/>
          </a:bodyPr>
          <a:lstStyle/>
          <a:p>
            <a:pPr marL="173355" marR="0" lvl="0" indent="-173355" algn="l" defTabSz="914400" rtl="0" eaLnBrk="1" fontAlgn="base" latinLnBrk="0" hangingPunct="1">
              <a:lnSpc>
                <a:spcPct val="100000"/>
              </a:lnSpc>
              <a:spcBef>
                <a:spcPts val="288"/>
              </a:spcBef>
              <a:spcAft>
                <a:spcPts val="0"/>
              </a:spcAft>
              <a:buClrTx/>
              <a:buSzPts val="1200"/>
              <a:buFont typeface="Arial" panose="020B0604020202020204" pitchFamily="34" charset="0"/>
              <a:buChar char="•"/>
              <a:tabLst/>
              <a:defRPr/>
            </a:pPr>
            <a:r>
              <a:rPr kumimoji="0" lang="ja-JP" altLang="en-US" sz="1200" b="0" i="0" u="none" strike="noStrike" kern="1200" cap="none" spc="0" normalizeH="0" baseline="0" noProof="0">
                <a:ln>
                  <a:noFill/>
                </a:ln>
                <a:solidFill>
                  <a:prstClr val="black"/>
                </a:solidFill>
                <a:effectLst/>
                <a:uLnTx/>
                <a:uFillTx/>
                <a:latin typeface="Meiryo UI"/>
                <a:ea typeface="Meiryo UI"/>
                <a:cs typeface="+mn-cs"/>
              </a:rPr>
              <a:t>ポータルサイトでの運用開始日登録画面において、チェックボックスを追加することが望ましいが、追加改修が発生するため、</a:t>
            </a:r>
            <a:r>
              <a:rPr kumimoji="0" lang="en-US" altLang="ja-JP" sz="1200" b="0" i="0" u="none" strike="noStrike" kern="1200" cap="none" spc="0" normalizeH="0" baseline="0" noProof="0">
                <a:ln>
                  <a:noFill/>
                </a:ln>
                <a:solidFill>
                  <a:prstClr val="black"/>
                </a:solidFill>
                <a:effectLst/>
                <a:uLnTx/>
                <a:uFillTx/>
                <a:latin typeface="Meiryo UI"/>
                <a:ea typeface="Meiryo UI"/>
                <a:cs typeface="+mn-cs"/>
              </a:rPr>
              <a:t>1/25</a:t>
            </a:r>
            <a:r>
              <a:rPr kumimoji="0" lang="ja-JP" altLang="en-US" sz="1200" b="0" i="0" u="none" strike="noStrike" kern="1200" cap="none" spc="0" normalizeH="0" baseline="0" noProof="0">
                <a:ln>
                  <a:noFill/>
                </a:ln>
                <a:solidFill>
                  <a:prstClr val="black"/>
                </a:solidFill>
                <a:effectLst/>
                <a:uLnTx/>
                <a:uFillTx/>
                <a:latin typeface="Meiryo UI"/>
                <a:ea typeface="Meiryo UI"/>
                <a:cs typeface="+mn-cs"/>
              </a:rPr>
              <a:t>の運用開始までに間に合わない認識。暫定対応・恒久対応として分けて行う方針を検討している。</a:t>
            </a:r>
            <a:endParaRPr kumimoji="0"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173355" marR="0" lvl="0" indent="-173355" algn="l" defTabSz="914400" rtl="0" eaLnBrk="1" fontAlgn="base" latinLnBrk="0" hangingPunct="1">
              <a:lnSpc>
                <a:spcPct val="100000"/>
              </a:lnSpc>
              <a:spcBef>
                <a:spcPts val="288"/>
              </a:spcBef>
              <a:spcAft>
                <a:spcPts val="0"/>
              </a:spcAft>
              <a:buClrTx/>
              <a:buSzPts val="1200"/>
              <a:buFont typeface="Arial" panose="020B0604020202020204" pitchFamily="34" charset="0"/>
              <a:buChar char="•"/>
              <a:tabLst/>
              <a:defRPr/>
            </a:pPr>
            <a:r>
              <a:rPr kumimoji="0" lang="ja-JP" altLang="en-US" sz="1200" b="0" i="0" u="none" strike="noStrike" kern="1200" cap="none" spc="0" normalizeH="0" baseline="0" noProof="0">
                <a:ln>
                  <a:noFill/>
                </a:ln>
                <a:solidFill>
                  <a:prstClr val="black"/>
                </a:solidFill>
                <a:effectLst/>
                <a:uLnTx/>
                <a:uFillTx/>
                <a:latin typeface="Meiryo UI"/>
                <a:ea typeface="Meiryo UI"/>
                <a:cs typeface="+mn-cs"/>
              </a:rPr>
              <a:t>恒久対応のリリース可能時期</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をご確認いただきたい。</a:t>
            </a:r>
            <a:endParaRPr kumimoji="0" lang="en-US" altLang="ja-JP" sz="1200" b="0" i="0" u="none" strike="noStrike" kern="1200" cap="none" spc="0" normalizeH="0" baseline="0" noProof="0">
              <a:ln>
                <a:noFill/>
              </a:ln>
              <a:solidFill>
                <a:prstClr val="black"/>
              </a:solidFill>
              <a:effectLst/>
              <a:uLnTx/>
              <a:uFillTx/>
              <a:latin typeface="Meiryo UI"/>
              <a:ea typeface="Meiryo UI"/>
              <a:cs typeface="+mn-cs"/>
            </a:endParaRPr>
          </a:p>
        </p:txBody>
      </p:sp>
      <p:sp>
        <p:nvSpPr>
          <p:cNvPr id="6" name="正方形/長方形 5">
            <a:extLst>
              <a:ext uri="{FF2B5EF4-FFF2-40B4-BE49-F238E27FC236}">
                <a16:creationId xmlns:a16="http://schemas.microsoft.com/office/drawing/2014/main" id="{2E1B74EF-DC72-8D85-C5E6-C9A901042E48}"/>
              </a:ext>
            </a:extLst>
          </p:cNvPr>
          <p:cNvSpPr/>
          <p:nvPr/>
        </p:nvSpPr>
        <p:spPr>
          <a:xfrm>
            <a:off x="2771749" y="3580538"/>
            <a:ext cx="1008000" cy="129085"/>
          </a:xfrm>
          <a:prstGeom prst="rect">
            <a:avLst/>
          </a:prstGeom>
          <a:solidFill>
            <a:srgbClr val="FFFF00"/>
          </a:solidFill>
          <a:ln>
            <a:noFill/>
          </a:ln>
        </p:spPr>
        <p:txBody>
          <a:bodyPr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記事（開発不要）</a:t>
            </a:r>
          </a:p>
        </p:txBody>
      </p:sp>
      <p:sp>
        <p:nvSpPr>
          <p:cNvPr id="7" name="テキスト ボックス 6">
            <a:extLst>
              <a:ext uri="{FF2B5EF4-FFF2-40B4-BE49-F238E27FC236}">
                <a16:creationId xmlns:a16="http://schemas.microsoft.com/office/drawing/2014/main" id="{8A617D6A-40F2-85C7-CB5E-60BB0740F87B}"/>
              </a:ext>
            </a:extLst>
          </p:cNvPr>
          <p:cNvSpPr txBox="1"/>
          <p:nvPr/>
        </p:nvSpPr>
        <p:spPr>
          <a:xfrm>
            <a:off x="503950" y="709708"/>
            <a:ext cx="9015655" cy="222451"/>
          </a:xfrm>
          <a:prstGeom prst="rect">
            <a:avLst/>
          </a:prstGeom>
          <a:noFill/>
        </p:spPr>
        <p:txBody>
          <a:bodyPr wrap="square" lIns="36000" tIns="36000" rIns="36000" bIns="36000" rtlCol="0" anchor="t">
            <a:noAutofit/>
          </a:bodyPr>
          <a:lstStyle/>
          <a:p>
            <a:pPr marL="173355" marR="0" lvl="0" indent="-173355" algn="l" defTabSz="914400" rtl="0" eaLnBrk="1" fontAlgn="base" latinLnBrk="0" hangingPunct="1">
              <a:lnSpc>
                <a:spcPct val="100000"/>
              </a:lnSpc>
              <a:spcBef>
                <a:spcPts val="288"/>
              </a:spcBef>
              <a:spcAft>
                <a:spcPts val="0"/>
              </a:spcAft>
              <a:buClrTx/>
              <a:buSzPts val="1200"/>
              <a:buFont typeface="Arial" panose="020B0604020202020204" pitchFamily="34" charset="0"/>
              <a:buChar char="•"/>
              <a:tabLst/>
              <a:defRPr/>
            </a:pPr>
            <a:r>
              <a:rPr kumimoji="0" lang="ja-JP" altLang="en-US" sz="1200" b="0" i="0" u="none" strike="noStrike" kern="1200" cap="none" spc="0" normalizeH="0" baseline="0" noProof="0">
                <a:ln>
                  <a:noFill/>
                </a:ln>
                <a:solidFill>
                  <a:prstClr val="black"/>
                </a:solidFill>
                <a:effectLst/>
                <a:uLnTx/>
                <a:uFillTx/>
                <a:latin typeface="Arial"/>
                <a:ea typeface="Meiryo UI"/>
                <a:cs typeface="+mn-cs"/>
              </a:rPr>
              <a:t>ポータルサイトの開発のフィジビリティについて、ご確認いただきたい。</a:t>
            </a:r>
          </a:p>
        </p:txBody>
      </p:sp>
    </p:spTree>
    <p:extLst>
      <p:ext uri="{BB962C8B-B14F-4D97-AF65-F5344CB8AC3E}">
        <p14:creationId xmlns:p14="http://schemas.microsoft.com/office/powerpoint/2010/main" val="2210300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D8A7D-62C6-0269-BD48-53281948684A}"/>
            </a:ext>
          </a:extLst>
        </p:cNvPr>
        <p:cNvGrpSpPr/>
        <p:nvPr/>
      </p:nvGrpSpPr>
      <p:grpSpPr>
        <a:xfrm>
          <a:off x="0" y="0"/>
          <a:ext cx="0" cy="0"/>
          <a:chOff x="0" y="0"/>
          <a:chExt cx="0" cy="0"/>
        </a:xfrm>
      </p:grpSpPr>
      <p:pic>
        <p:nvPicPr>
          <p:cNvPr id="22" name="図 21">
            <a:extLst>
              <a:ext uri="{FF2B5EF4-FFF2-40B4-BE49-F238E27FC236}">
                <a16:creationId xmlns:a16="http://schemas.microsoft.com/office/drawing/2014/main" id="{7B9A1411-C2EE-72AE-2C6C-310765226F10}"/>
              </a:ext>
            </a:extLst>
          </p:cNvPr>
          <p:cNvPicPr>
            <a:picLocks noChangeAspect="1"/>
          </p:cNvPicPr>
          <p:nvPr/>
        </p:nvPicPr>
        <p:blipFill>
          <a:blip r:embed="rId2"/>
          <a:srcRect b="34482"/>
          <a:stretch>
            <a:fillRect/>
          </a:stretch>
        </p:blipFill>
        <p:spPr>
          <a:xfrm>
            <a:off x="2982653" y="1753004"/>
            <a:ext cx="3427620" cy="3135291"/>
          </a:xfrm>
          <a:prstGeom prst="rect">
            <a:avLst/>
          </a:prstGeom>
        </p:spPr>
      </p:pic>
      <p:sp>
        <p:nvSpPr>
          <p:cNvPr id="24" name="タイトル 1">
            <a:extLst>
              <a:ext uri="{FF2B5EF4-FFF2-40B4-BE49-F238E27FC236}">
                <a16:creationId xmlns:a16="http://schemas.microsoft.com/office/drawing/2014/main" id="{E2085BAD-38CE-0BCA-C747-9B899293CAF6}"/>
              </a:ext>
            </a:extLst>
          </p:cNvPr>
          <p:cNvSpPr txBox="1">
            <a:spLocks/>
          </p:cNvSpPr>
          <p:nvPr/>
        </p:nvSpPr>
        <p:spPr>
          <a:xfrm>
            <a:off x="495301" y="135479"/>
            <a:ext cx="8915399" cy="578870"/>
          </a:xfrm>
          <a:prstGeom prst="rect">
            <a:avLst/>
          </a:prstGeom>
        </p:spPr>
        <p:txBody>
          <a:bodyPr lIns="0" rIns="0" anchor="b" anchorCtr="0">
            <a:normAutofit/>
          </a:bodyPr>
          <a:lstStyle>
            <a:lvl1pPr algn="l" defTabSz="571394" rtl="0" eaLnBrk="1" fontAlgn="base" hangingPunct="1">
              <a:spcBef>
                <a:spcPct val="0"/>
              </a:spcBef>
              <a:spcAft>
                <a:spcPct val="0"/>
              </a:spcAft>
              <a:defRPr kumimoji="1" sz="1846" b="1">
                <a:solidFill>
                  <a:srgbClr val="17375E"/>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a:lstStyle>
          <a:p>
            <a:pPr marL="0" marR="0" lvl="0" indent="0" algn="l" defTabSz="571394" rtl="0" eaLnBrk="1" fontAlgn="base" latinLnBrk="0" hangingPunct="1">
              <a:lnSpc>
                <a:spcPct val="100000"/>
              </a:lnSpc>
              <a:spcBef>
                <a:spcPct val="0"/>
              </a:spcBef>
              <a:spcAft>
                <a:spcPct val="0"/>
              </a:spcAft>
              <a:buClrTx/>
              <a:buSzTx/>
              <a:buFontTx/>
              <a:buNone/>
              <a:tabLst/>
              <a:defRPr/>
            </a:pPr>
            <a:r>
              <a:rPr kumimoji="1" lang="ja-JP" altLang="en-US" sz="1700" b="1" i="0" u="none" strike="noStrike" kern="0" cap="none" spc="0" normalizeH="0" baseline="0" noProof="0">
                <a:ln>
                  <a:noFill/>
                </a:ln>
                <a:solidFill>
                  <a:srgbClr val="17375E"/>
                </a:solidFill>
                <a:effectLst/>
                <a:uLnTx/>
                <a:uFillTx/>
                <a:latin typeface="Meiryo UI"/>
                <a:ea typeface="Meiryo UI"/>
                <a:cs typeface="+mj-cs"/>
              </a:rPr>
              <a:t>１．口頭同意に</a:t>
            </a:r>
            <a:r>
              <a:rPr lang="ja-JP" altLang="en-US" sz="1700" kern="0">
                <a:latin typeface="Meiryo UI"/>
                <a:ea typeface="Meiryo UI"/>
              </a:rPr>
              <a:t>係る</a:t>
            </a:r>
            <a:r>
              <a:rPr kumimoji="1" lang="ja-JP" altLang="en-US" sz="1700" b="1" i="0" u="none" strike="noStrike" kern="0" cap="none" spc="0" normalizeH="0" baseline="0" noProof="0">
                <a:ln>
                  <a:noFill/>
                </a:ln>
                <a:solidFill>
                  <a:srgbClr val="17375E"/>
                </a:solidFill>
                <a:effectLst/>
                <a:uLnTx/>
                <a:uFillTx/>
                <a:latin typeface="Meiryo UI"/>
                <a:ea typeface="Meiryo UI"/>
                <a:cs typeface="+mj-cs"/>
              </a:rPr>
              <a:t>体制整備状況に関する医療機関の自己申告について（３</a:t>
            </a:r>
            <a:r>
              <a:rPr kumimoji="1" lang="en-US" altLang="ja-JP" sz="1700" b="1" i="0" u="none" strike="noStrike" kern="0" cap="none" spc="0" normalizeH="0" baseline="0" noProof="0">
                <a:ln>
                  <a:noFill/>
                </a:ln>
                <a:solidFill>
                  <a:srgbClr val="17375E"/>
                </a:solidFill>
                <a:effectLst/>
                <a:uLnTx/>
                <a:uFillTx/>
                <a:latin typeface="Meiryo UI"/>
                <a:ea typeface="Meiryo UI"/>
                <a:cs typeface="+mj-cs"/>
              </a:rPr>
              <a:t>/</a:t>
            </a:r>
            <a:r>
              <a:rPr kumimoji="1" lang="ja-JP" altLang="en-US" sz="1700" b="1" i="0" u="none" strike="noStrike" kern="0" cap="none" spc="0" normalizeH="0" baseline="0" noProof="0">
                <a:ln>
                  <a:noFill/>
                </a:ln>
                <a:solidFill>
                  <a:srgbClr val="17375E"/>
                </a:solidFill>
                <a:effectLst/>
                <a:uLnTx/>
                <a:uFillTx/>
                <a:latin typeface="Meiryo UI"/>
                <a:ea typeface="Meiryo UI"/>
                <a:cs typeface="+mj-cs"/>
              </a:rPr>
              <a:t>３）</a:t>
            </a:r>
            <a:endParaRPr kumimoji="1" lang="en-US" altLang="ja-JP" sz="1700" b="1" i="0" u="none" strike="noStrike" kern="0" cap="none" spc="0" normalizeH="0" baseline="0" noProof="0">
              <a:ln>
                <a:noFill/>
              </a:ln>
              <a:solidFill>
                <a:srgbClr val="17375E"/>
              </a:solidFill>
              <a:effectLst/>
              <a:uLnTx/>
              <a:uFillTx/>
              <a:latin typeface="Meiryo UI"/>
              <a:ea typeface="Meiryo UI"/>
              <a:cs typeface="+mj-cs"/>
            </a:endParaRPr>
          </a:p>
        </p:txBody>
      </p:sp>
      <p:sp>
        <p:nvSpPr>
          <p:cNvPr id="12" name="正方形/長方形 11">
            <a:extLst>
              <a:ext uri="{FF2B5EF4-FFF2-40B4-BE49-F238E27FC236}">
                <a16:creationId xmlns:a16="http://schemas.microsoft.com/office/drawing/2014/main" id="{BE1C0D34-4195-7F2B-AE26-0CE3E256AFB1}"/>
              </a:ext>
            </a:extLst>
          </p:cNvPr>
          <p:cNvSpPr/>
          <p:nvPr/>
        </p:nvSpPr>
        <p:spPr>
          <a:xfrm>
            <a:off x="3117347" y="4454085"/>
            <a:ext cx="3140778" cy="587508"/>
          </a:xfrm>
          <a:prstGeom prst="rect">
            <a:avLst/>
          </a:prstGeom>
          <a:noFill/>
          <a:ln w="19050">
            <a:solidFill>
              <a:srgbClr val="FF0000"/>
            </a:solid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28" name="四角形: 角を丸くする 27">
            <a:extLst>
              <a:ext uri="{FF2B5EF4-FFF2-40B4-BE49-F238E27FC236}">
                <a16:creationId xmlns:a16="http://schemas.microsoft.com/office/drawing/2014/main" id="{D093DC12-2A98-AF8C-135B-48C155CE8D6E}"/>
              </a:ext>
            </a:extLst>
          </p:cNvPr>
          <p:cNvSpPr/>
          <p:nvPr/>
        </p:nvSpPr>
        <p:spPr>
          <a:xfrm>
            <a:off x="495301" y="768386"/>
            <a:ext cx="3276000" cy="22245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solidFill>
                <a:effectLst/>
                <a:uLnTx/>
                <a:uFillTx/>
                <a:latin typeface="Arial"/>
                <a:ea typeface="Meiryo UI"/>
                <a:cs typeface="+mn-cs"/>
              </a:rPr>
              <a:t>ポータルサイトへの記載案</a:t>
            </a:r>
            <a:r>
              <a:rPr kumimoji="1" lang="ja-JP" altLang="en-US" sz="1200" b="1" i="0" u="none" strike="noStrike" kern="1200" cap="none" spc="0" normalizeH="0" baseline="0" noProof="0">
                <a:ln>
                  <a:noFill/>
                </a:ln>
                <a:solidFill>
                  <a:srgbClr val="FFFF00"/>
                </a:solidFill>
                <a:effectLst/>
                <a:uLnTx/>
                <a:uFillTx/>
                <a:latin typeface="Arial"/>
                <a:ea typeface="Meiryo UI"/>
                <a:cs typeface="+mn-cs"/>
              </a:rPr>
              <a:t>（一括申請画面）</a:t>
            </a:r>
          </a:p>
        </p:txBody>
      </p:sp>
      <p:sp>
        <p:nvSpPr>
          <p:cNvPr id="37" name="正方形/長方形 36">
            <a:extLst>
              <a:ext uri="{FF2B5EF4-FFF2-40B4-BE49-F238E27FC236}">
                <a16:creationId xmlns:a16="http://schemas.microsoft.com/office/drawing/2014/main" id="{58B1B159-D029-A505-B8AC-3CD1440BDBF4}"/>
              </a:ext>
            </a:extLst>
          </p:cNvPr>
          <p:cNvSpPr/>
          <p:nvPr/>
        </p:nvSpPr>
        <p:spPr>
          <a:xfrm>
            <a:off x="4932680" y="1790316"/>
            <a:ext cx="1325445" cy="198466"/>
          </a:xfrm>
          <a:prstGeom prst="rect">
            <a:avLst/>
          </a:prstGeom>
          <a:solidFill>
            <a:srgbClr val="FFFF00"/>
          </a:solidFill>
          <a:ln>
            <a:noFill/>
          </a:ln>
        </p:spPr>
        <p:txBody>
          <a:bodyPr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一括申請画面（開発中）</a:t>
            </a:r>
          </a:p>
        </p:txBody>
      </p:sp>
      <p:sp>
        <p:nvSpPr>
          <p:cNvPr id="42" name="テキスト ボックス 41">
            <a:extLst>
              <a:ext uri="{FF2B5EF4-FFF2-40B4-BE49-F238E27FC236}">
                <a16:creationId xmlns:a16="http://schemas.microsoft.com/office/drawing/2014/main" id="{48B06DE3-E847-B3D7-2010-D4D6550646E4}"/>
              </a:ext>
            </a:extLst>
          </p:cNvPr>
          <p:cNvSpPr txBox="1"/>
          <p:nvPr/>
        </p:nvSpPr>
        <p:spPr>
          <a:xfrm>
            <a:off x="564573" y="1017137"/>
            <a:ext cx="9015655" cy="497319"/>
          </a:xfrm>
          <a:prstGeom prst="rect">
            <a:avLst/>
          </a:prstGeom>
          <a:noFill/>
        </p:spPr>
        <p:txBody>
          <a:bodyPr wrap="square" lIns="36000" tIns="36000" rIns="36000" bIns="36000" rtlCol="0" anchor="t">
            <a:noAutofit/>
          </a:bodyPr>
          <a:lstStyle/>
          <a:p>
            <a:pPr marL="173355" marR="0" lvl="0" indent="-173355" algn="l" defTabSz="914400" rtl="0" eaLnBrk="1" fontAlgn="base" latinLnBrk="0" hangingPunct="1">
              <a:lnSpc>
                <a:spcPct val="100000"/>
              </a:lnSpc>
              <a:spcBef>
                <a:spcPts val="288"/>
              </a:spcBef>
              <a:spcAft>
                <a:spcPts val="0"/>
              </a:spcAft>
              <a:buClrTx/>
              <a:buSzPts val="1200"/>
              <a:buFont typeface="Arial" panose="020B0604020202020204" pitchFamily="34" charset="0"/>
              <a:buChar char="•"/>
              <a:tabLst/>
              <a:defRPr/>
            </a:pPr>
            <a:r>
              <a:rPr kumimoji="0" lang="ja-JP" altLang="en-US" sz="1200" b="0" i="0" u="none" strike="noStrike" kern="1200" cap="none" spc="0" normalizeH="0" baseline="0" noProof="0">
                <a:ln>
                  <a:noFill/>
                </a:ln>
                <a:solidFill>
                  <a:prstClr val="black"/>
                </a:solidFill>
                <a:effectLst/>
                <a:uLnTx/>
                <a:uFillTx/>
                <a:latin typeface="Arial"/>
                <a:ea typeface="Meiryo UI"/>
                <a:cs typeface="+mn-cs"/>
              </a:rPr>
              <a:t>他サービスとの一括申請画面にも、体制を整えていることに対してチェックを入れないと運用開始日が登録出来ないように制御をかける。</a:t>
            </a:r>
            <a:br>
              <a:rPr kumimoji="0" lang="en-US" altLang="ja-JP" sz="1200" b="0" i="0" u="none" strike="noStrike" kern="1200" cap="none" spc="0" normalizeH="0" baseline="0" noProof="0">
                <a:ln>
                  <a:noFill/>
                </a:ln>
                <a:solidFill>
                  <a:prstClr val="black"/>
                </a:solidFill>
                <a:effectLst/>
                <a:uLnTx/>
                <a:uFillTx/>
                <a:latin typeface="Arial"/>
                <a:ea typeface="Meiryo UI"/>
                <a:cs typeface="+mn-cs"/>
              </a:rPr>
            </a:br>
            <a:r>
              <a:rPr kumimoji="0" lang="en-US" altLang="ja-JP" sz="1200" b="0" i="0" u="none" strike="noStrike" kern="1200" cap="none" spc="0" normalizeH="0" baseline="0" noProof="0">
                <a:ln>
                  <a:noFill/>
                </a:ln>
                <a:solidFill>
                  <a:prstClr val="black"/>
                </a:solidFill>
                <a:effectLst/>
                <a:uLnTx/>
                <a:uFillTx/>
                <a:latin typeface="Arial"/>
                <a:ea typeface="Meiryo UI"/>
                <a:cs typeface="+mn-cs"/>
              </a:rPr>
              <a:t>※</a:t>
            </a:r>
            <a:r>
              <a:rPr kumimoji="0" lang="ja-JP" altLang="en-US" sz="1200" b="0" i="0" u="none" strike="noStrike" kern="1200" cap="none" spc="0" normalizeH="0" baseline="0" noProof="0">
                <a:ln>
                  <a:noFill/>
                </a:ln>
                <a:solidFill>
                  <a:prstClr val="black"/>
                </a:solidFill>
                <a:effectLst/>
                <a:uLnTx/>
                <a:uFillTx/>
                <a:latin typeface="Arial"/>
                <a:ea typeface="Meiryo UI"/>
                <a:cs typeface="+mn-cs"/>
              </a:rPr>
              <a:t>文言は未定</a:t>
            </a:r>
            <a:endParaRPr kumimoji="0" lang="en-US" altLang="ja-JP" sz="1200" b="0" i="0" u="none" strike="noStrike" kern="1200" cap="none" spc="0" normalizeH="0" baseline="0" noProof="0">
              <a:ln>
                <a:noFill/>
              </a:ln>
              <a:solidFill>
                <a:prstClr val="black"/>
              </a:solidFill>
              <a:effectLst/>
              <a:uLnTx/>
              <a:uFillTx/>
              <a:latin typeface="Arial"/>
              <a:ea typeface="Meiryo UI"/>
              <a:cs typeface="+mn-cs"/>
            </a:endParaRPr>
          </a:p>
          <a:p>
            <a:pPr marL="173355" marR="0" lvl="0" indent="-173355" algn="l" defTabSz="914400" rtl="0" eaLnBrk="1" fontAlgn="base" latinLnBrk="0" hangingPunct="1">
              <a:lnSpc>
                <a:spcPct val="100000"/>
              </a:lnSpc>
              <a:spcBef>
                <a:spcPts val="288"/>
              </a:spcBef>
              <a:spcAft>
                <a:spcPts val="0"/>
              </a:spcAft>
              <a:buClrTx/>
              <a:buSzPts val="1200"/>
              <a:buFont typeface="Arial" panose="020B0604020202020204" pitchFamily="34" charset="0"/>
              <a:buChar char="•"/>
              <a:tabLst/>
              <a:defRPr/>
            </a:pP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R8</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年度</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3</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月のリリースに、当該内容を組み込んでいただくことは可能かご確認いただきたい。</a:t>
            </a:r>
            <a:endParaRPr kumimoji="0" lang="en-US" altLang="ja-JP" sz="1200" b="0" i="0" u="none" strike="noStrike" kern="1200" cap="none" spc="0" normalizeH="0" baseline="0" noProof="0">
              <a:ln>
                <a:noFill/>
              </a:ln>
              <a:solidFill>
                <a:prstClr val="black"/>
              </a:solidFill>
              <a:effectLst/>
              <a:uLnTx/>
              <a:uFillTx/>
              <a:latin typeface="Arial"/>
              <a:ea typeface="Meiryo UI"/>
              <a:cs typeface="+mn-cs"/>
            </a:endParaRPr>
          </a:p>
        </p:txBody>
      </p:sp>
      <p:pic>
        <p:nvPicPr>
          <p:cNvPr id="31" name="図 30">
            <a:extLst>
              <a:ext uri="{FF2B5EF4-FFF2-40B4-BE49-F238E27FC236}">
                <a16:creationId xmlns:a16="http://schemas.microsoft.com/office/drawing/2014/main" id="{49F62D54-F5C0-94A8-06F1-B951C5E5E8DB}"/>
              </a:ext>
            </a:extLst>
          </p:cNvPr>
          <p:cNvPicPr>
            <a:picLocks noChangeAspect="1"/>
          </p:cNvPicPr>
          <p:nvPr/>
        </p:nvPicPr>
        <p:blipFill>
          <a:blip r:embed="rId2"/>
          <a:srcRect t="64537"/>
          <a:stretch>
            <a:fillRect/>
          </a:stretch>
        </p:blipFill>
        <p:spPr>
          <a:xfrm>
            <a:off x="2982653" y="5091497"/>
            <a:ext cx="3427620" cy="1697064"/>
          </a:xfrm>
          <a:prstGeom prst="rect">
            <a:avLst/>
          </a:prstGeom>
        </p:spPr>
      </p:pic>
      <p:sp>
        <p:nvSpPr>
          <p:cNvPr id="33" name="四角形: 角を丸くする 32">
            <a:extLst>
              <a:ext uri="{FF2B5EF4-FFF2-40B4-BE49-F238E27FC236}">
                <a16:creationId xmlns:a16="http://schemas.microsoft.com/office/drawing/2014/main" id="{FC99207F-2E01-C8AD-BCAE-A3457559AF6C}"/>
              </a:ext>
            </a:extLst>
          </p:cNvPr>
          <p:cNvSpPr/>
          <p:nvPr/>
        </p:nvSpPr>
        <p:spPr>
          <a:xfrm>
            <a:off x="3163628" y="4492074"/>
            <a:ext cx="3065669" cy="501687"/>
          </a:xfrm>
          <a:prstGeom prst="roundRect">
            <a:avLst>
              <a:gd name="adj" fmla="val 5682"/>
            </a:avLst>
          </a:prstGeom>
          <a:noFill/>
          <a:ln>
            <a:solidFill>
              <a:schemeClr val="bg1">
                <a:lumMod val="85000"/>
              </a:schemeClr>
            </a:solid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2F79B8B0-04AD-C576-5BC6-F8F7AAE9F704}"/>
              </a:ext>
            </a:extLst>
          </p:cNvPr>
          <p:cNvSpPr/>
          <p:nvPr/>
        </p:nvSpPr>
        <p:spPr>
          <a:xfrm>
            <a:off x="3176879" y="4674481"/>
            <a:ext cx="3045600" cy="247583"/>
          </a:xfrm>
          <a:prstGeom prst="rect">
            <a:avLst/>
          </a:prstGeom>
          <a:solidFill>
            <a:schemeClr val="bg1"/>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80F12FD-168E-71C8-CB77-934B8C58B84F}"/>
              </a:ext>
            </a:extLst>
          </p:cNvPr>
          <p:cNvSpPr/>
          <p:nvPr/>
        </p:nvSpPr>
        <p:spPr>
          <a:xfrm>
            <a:off x="3412818" y="4699227"/>
            <a:ext cx="2845307" cy="222837"/>
          </a:xfrm>
          <a:prstGeom prst="rect">
            <a:avLst/>
          </a:prstGeom>
          <a:no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600" b="0" i="0" u="none" strike="noStrike" kern="1200" cap="none" spc="0" normalizeH="0" baseline="0" noProof="0">
                <a:ln>
                  <a:noFill/>
                </a:ln>
                <a:solidFill>
                  <a:srgbClr val="FF0000"/>
                </a:solidFill>
                <a:effectLst/>
                <a:uLnTx/>
                <a:uFillTx/>
                <a:latin typeface="Meiryo UI"/>
                <a:ea typeface="Meiryo UI"/>
                <a:cs typeface="+mn-cs"/>
              </a:rPr>
              <a:t>電子カルテ情報共有サービスを通じて診療情報提供書等を送付する旨の口頭同意を取得する体制を整えています</a:t>
            </a:r>
          </a:p>
        </p:txBody>
      </p:sp>
      <p:pic>
        <p:nvPicPr>
          <p:cNvPr id="43" name="図 42">
            <a:extLst>
              <a:ext uri="{FF2B5EF4-FFF2-40B4-BE49-F238E27FC236}">
                <a16:creationId xmlns:a16="http://schemas.microsoft.com/office/drawing/2014/main" id="{D7DAAF84-1263-621B-E7C5-C64B4608DC0D}"/>
              </a:ext>
            </a:extLst>
          </p:cNvPr>
          <p:cNvPicPr>
            <a:picLocks noChangeAspect="1"/>
          </p:cNvPicPr>
          <p:nvPr/>
        </p:nvPicPr>
        <p:blipFill>
          <a:blip r:embed="rId2"/>
          <a:srcRect l="6678" t="58383" r="88698" b="39099"/>
          <a:stretch>
            <a:fillRect/>
          </a:stretch>
        </p:blipFill>
        <p:spPr>
          <a:xfrm>
            <a:off x="3333573" y="4724385"/>
            <a:ext cx="158489" cy="120530"/>
          </a:xfrm>
          <a:prstGeom prst="rect">
            <a:avLst/>
          </a:prstGeom>
        </p:spPr>
      </p:pic>
      <p:sp>
        <p:nvSpPr>
          <p:cNvPr id="2" name="四角形: 角を丸くする 1">
            <a:extLst>
              <a:ext uri="{FF2B5EF4-FFF2-40B4-BE49-F238E27FC236}">
                <a16:creationId xmlns:a16="http://schemas.microsoft.com/office/drawing/2014/main" id="{BAC4197E-F935-D555-FC4A-35301ACD976D}"/>
              </a:ext>
            </a:extLst>
          </p:cNvPr>
          <p:cNvSpPr/>
          <p:nvPr/>
        </p:nvSpPr>
        <p:spPr>
          <a:xfrm>
            <a:off x="6410273" y="2524424"/>
            <a:ext cx="3329790" cy="1041982"/>
          </a:xfrm>
          <a:prstGeom prst="roundRect">
            <a:avLst>
              <a:gd name="adj" fmla="val 12614"/>
            </a:avLst>
          </a:prstGeom>
          <a:solidFill>
            <a:schemeClr val="accent3">
              <a:lumMod val="20000"/>
              <a:lumOff val="80000"/>
            </a:schemeClr>
          </a:solidFill>
          <a:ln w="12700">
            <a:solidFill>
              <a:schemeClr val="accent3"/>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rPr>
              <a:t>【</a:t>
            </a: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ご確認いただきたい事項</a:t>
            </a:r>
            <a:r>
              <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一括申請画面の</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R8</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年度</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3</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月のリリースに、当該内容を組み込んでいただくことは可能か。</a:t>
            </a:r>
            <a:endPar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endParaRPr>
          </a:p>
        </p:txBody>
      </p:sp>
      <p:cxnSp>
        <p:nvCxnSpPr>
          <p:cNvPr id="3" name="直線コネクタ 2">
            <a:extLst>
              <a:ext uri="{FF2B5EF4-FFF2-40B4-BE49-F238E27FC236}">
                <a16:creationId xmlns:a16="http://schemas.microsoft.com/office/drawing/2014/main" id="{205FCFFF-6129-86BD-A70F-264491EB5898}"/>
              </a:ext>
            </a:extLst>
          </p:cNvPr>
          <p:cNvCxnSpPr>
            <a:cxnSpLocks/>
            <a:stCxn id="2" idx="1"/>
          </p:cNvCxnSpPr>
          <p:nvPr/>
        </p:nvCxnSpPr>
        <p:spPr bwMode="auto">
          <a:xfrm flipH="1" flipV="1">
            <a:off x="5612057" y="2408166"/>
            <a:ext cx="798216" cy="637249"/>
          </a:xfrm>
          <a:prstGeom prst="line">
            <a:avLst/>
          </a:prstGeom>
          <a:solidFill>
            <a:schemeClr val="bg1"/>
          </a:solidFill>
          <a:ln w="12700" cap="flat" cmpd="sng" algn="ctr">
            <a:solidFill>
              <a:schemeClr val="accent3"/>
            </a:solidFill>
            <a:prstDash val="solid"/>
            <a:round/>
            <a:headEnd type="oval" w="med" len="med"/>
            <a:tailEnd type="oval" w="med"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235160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B2E51-A3F8-98B1-8446-3C17CA9FF3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3C159F-F2B8-134D-3280-837EA0DDE40A}"/>
              </a:ext>
            </a:extLst>
          </p:cNvPr>
          <p:cNvSpPr>
            <a:spLocks noGrp="1"/>
          </p:cNvSpPr>
          <p:nvPr>
            <p:ph type="title"/>
          </p:nvPr>
        </p:nvSpPr>
        <p:spPr/>
        <p:txBody>
          <a:bodyPr>
            <a:normAutofit fontScale="90000"/>
          </a:bodyPr>
          <a:lstStyle/>
          <a:p>
            <a:r>
              <a:rPr kumimoji="1" lang="en-US" altLang="ja-JP"/>
              <a:t>2. </a:t>
            </a:r>
            <a:r>
              <a:rPr lang="ja-JP" altLang="ja-JP"/>
              <a:t>血液型の共有停止に向けたモデル期間データの論理削除・登録抑止に係る</a:t>
            </a:r>
            <a:r>
              <a:rPr lang="ja-JP" altLang="en-US"/>
              <a:t>ご依頼</a:t>
            </a:r>
            <a:r>
              <a:rPr lang="ja-JP" altLang="en-US">
                <a:cs typeface="+mj-ea"/>
              </a:rPr>
              <a:t>（</a:t>
            </a:r>
            <a:r>
              <a:rPr lang="en-US" altLang="ja-JP">
                <a:cs typeface="+mj-ea"/>
              </a:rPr>
              <a:t>1/2</a:t>
            </a:r>
            <a:r>
              <a:rPr lang="ja-JP" altLang="en-US">
                <a:cs typeface="+mj-ea"/>
              </a:rPr>
              <a:t>）</a:t>
            </a:r>
            <a:endParaRPr kumimoji="1" lang="ja-JP" altLang="en-US"/>
          </a:p>
        </p:txBody>
      </p:sp>
      <p:sp>
        <p:nvSpPr>
          <p:cNvPr id="4" name="四角形: 角を丸くする 3">
            <a:extLst>
              <a:ext uri="{FF2B5EF4-FFF2-40B4-BE49-F238E27FC236}">
                <a16:creationId xmlns:a16="http://schemas.microsoft.com/office/drawing/2014/main" id="{243C2DD0-F726-DDF6-560E-2993FAF65760}"/>
              </a:ext>
            </a:extLst>
          </p:cNvPr>
          <p:cNvSpPr/>
          <p:nvPr/>
        </p:nvSpPr>
        <p:spPr>
          <a:xfrm>
            <a:off x="493050" y="840674"/>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a:t>
            </a:r>
          </a:p>
        </p:txBody>
      </p:sp>
      <p:sp>
        <p:nvSpPr>
          <p:cNvPr id="11" name="コンテンツ プレースホルダー 10">
            <a:extLst>
              <a:ext uri="{FF2B5EF4-FFF2-40B4-BE49-F238E27FC236}">
                <a16:creationId xmlns:a16="http://schemas.microsoft.com/office/drawing/2014/main" id="{ECF1BE7C-B5D4-0B32-BAE2-CF13FADCC9E0}"/>
              </a:ext>
            </a:extLst>
          </p:cNvPr>
          <p:cNvSpPr>
            <a:spLocks noGrp="1"/>
          </p:cNvSpPr>
          <p:nvPr>
            <p:ph idx="1"/>
          </p:nvPr>
        </p:nvSpPr>
        <p:spPr>
          <a:xfrm>
            <a:off x="501287" y="1087108"/>
            <a:ext cx="9157063" cy="1613086"/>
          </a:xfrm>
        </p:spPr>
        <p:txBody>
          <a:bodyPr/>
          <a:lstStyle/>
          <a:p>
            <a:pPr marL="285750" indent="-285750">
              <a:spcAft>
                <a:spcPts val="300"/>
              </a:spcAft>
              <a:buFont typeface="Arial" panose="020B0604020202020204" pitchFamily="34" charset="0"/>
              <a:buChar char="•"/>
            </a:pPr>
            <a:r>
              <a:rPr lang="ja-JP" altLang="en-US" sz="1100"/>
              <a:t>加賀市医療センターとの打ち合わせにて、血液型は機微な情報であるため共有対象外とすべきではないかという意見を受領。</a:t>
            </a:r>
          </a:p>
          <a:p>
            <a:pPr marL="285750" indent="-285750">
              <a:spcAft>
                <a:spcPts val="300"/>
              </a:spcAft>
              <a:buFont typeface="Arial" panose="020B0604020202020204" pitchFamily="34" charset="0"/>
              <a:buChar char="•"/>
            </a:pPr>
            <a:r>
              <a:rPr lang="ja-JP" altLang="en-US" sz="1100"/>
              <a:t>上記意見を踏まえ厚労省内で検討した結果、血液型は本格運用開始時点から共有対象外とする方針</a:t>
            </a:r>
            <a:r>
              <a:rPr lang="en-US" altLang="ja-JP" sz="1100"/>
              <a:t>(2026</a:t>
            </a:r>
            <a:r>
              <a:rPr lang="ja-JP" altLang="en-US" sz="1100"/>
              <a:t>年</a:t>
            </a:r>
            <a:r>
              <a:rPr lang="en-US" altLang="ja-JP" sz="1100"/>
              <a:t>12</a:t>
            </a:r>
            <a:r>
              <a:rPr lang="ja-JP" altLang="en-US" sz="1100"/>
              <a:t>月の利活用</a:t>
            </a:r>
            <a:r>
              <a:rPr lang="en-US" altLang="ja-JP" sz="1100"/>
              <a:t>WG</a:t>
            </a:r>
            <a:r>
              <a:rPr lang="ja-JP" altLang="en-US" sz="1100"/>
              <a:t>にて付議予定</a:t>
            </a:r>
            <a:r>
              <a:rPr lang="en-US" altLang="ja-JP" sz="1100"/>
              <a:t>)</a:t>
            </a:r>
            <a:r>
              <a:rPr lang="ja-JP" altLang="en-US" sz="1100"/>
              <a:t>となり、「血液型の結果自体は電カル共有サービスに送れるが、オン資から他医療機関への表示を制御する改修</a:t>
            </a:r>
            <a:r>
              <a:rPr lang="en-US" altLang="ja-JP" sz="1100"/>
              <a:t>(</a:t>
            </a:r>
            <a:r>
              <a:rPr lang="ja-JP" altLang="en-US" sz="1100"/>
              <a:t>案件</a:t>
            </a:r>
            <a:r>
              <a:rPr lang="en-US" altLang="ja-JP" sz="1100"/>
              <a:t>210)</a:t>
            </a:r>
            <a:r>
              <a:rPr lang="ja-JP" altLang="en-US" sz="1100"/>
              <a:t>」を令和</a:t>
            </a:r>
            <a:r>
              <a:rPr lang="en-US" altLang="ja-JP" sz="1100"/>
              <a:t>9</a:t>
            </a:r>
            <a:r>
              <a:rPr lang="ja-JP" altLang="en-US" sz="1100"/>
              <a:t>年</a:t>
            </a:r>
            <a:r>
              <a:rPr lang="en-US" altLang="ja-JP" sz="1100"/>
              <a:t>3</a:t>
            </a:r>
            <a:r>
              <a:rPr lang="ja-JP" altLang="en-US" sz="1100"/>
              <a:t>月リリースで実施予定。</a:t>
            </a:r>
            <a:endParaRPr lang="en-US" altLang="ja-JP" sz="1100"/>
          </a:p>
          <a:p>
            <a:pPr>
              <a:spcAft>
                <a:spcPts val="300"/>
              </a:spcAft>
            </a:pPr>
            <a:endParaRPr lang="en-US" altLang="ja-JP" sz="1100"/>
          </a:p>
          <a:p>
            <a:pPr>
              <a:spcAft>
                <a:spcPts val="300"/>
              </a:spcAft>
            </a:pPr>
            <a:endParaRPr lang="en-US" altLang="ja-JP" sz="1100"/>
          </a:p>
          <a:p>
            <a:pPr marL="285750" indent="-285750">
              <a:spcAft>
                <a:spcPts val="300"/>
              </a:spcAft>
              <a:buFont typeface="Arial" panose="020B0604020202020204" pitchFamily="34" charset="0"/>
              <a:buChar char="•"/>
            </a:pPr>
            <a:r>
              <a:rPr lang="ja-JP" altLang="en-US" sz="1100"/>
              <a:t>一方で、</a:t>
            </a:r>
            <a:r>
              <a:rPr lang="en-US" altLang="ja-JP" sz="1100"/>
              <a:t>1</a:t>
            </a:r>
            <a:r>
              <a:rPr lang="ja-JP" altLang="en-US" sz="1100"/>
              <a:t>月の本格運用開始</a:t>
            </a:r>
            <a:r>
              <a:rPr lang="en-US" altLang="ja-JP" sz="1100"/>
              <a:t>〜3</a:t>
            </a:r>
            <a:r>
              <a:rPr lang="ja-JP" altLang="en-US" sz="1100"/>
              <a:t>月リリースまでの間、以下の</a:t>
            </a:r>
            <a:r>
              <a:rPr lang="en-US" altLang="ja-JP" sz="1100"/>
              <a:t>2</a:t>
            </a:r>
            <a:r>
              <a:rPr lang="ja-JP" altLang="en-US" sz="1100"/>
              <a:t>点が生じないようにする必要がある。</a:t>
            </a:r>
            <a:br>
              <a:rPr lang="en-US" altLang="ja-JP" sz="1100"/>
            </a:br>
            <a:r>
              <a:rPr lang="ja-JP" altLang="en-US" sz="1100"/>
              <a:t>①既にモデル期間に登録された血液型データを他医療機関にて閲覧する</a:t>
            </a:r>
            <a:br>
              <a:rPr lang="en-US" altLang="ja-JP" sz="1100"/>
            </a:br>
            <a:r>
              <a:rPr lang="ja-JP" altLang="en-US" sz="1100"/>
              <a:t>②新たに、血液型の検査結果が医療機関から登録される</a:t>
            </a:r>
            <a:endParaRPr lang="en-US" altLang="ja-JP" sz="1100"/>
          </a:p>
          <a:p>
            <a:pPr marL="285750" indent="-285750">
              <a:spcAft>
                <a:spcPts val="300"/>
              </a:spcAft>
              <a:buFont typeface="Arial" panose="020B0604020202020204" pitchFamily="34" charset="0"/>
              <a:buChar char="•"/>
            </a:pPr>
            <a:r>
              <a:rPr lang="ja-JP" altLang="en-US" sz="1100"/>
              <a:t>なお、モデル期間中に登録済みのデータの論理削除</a:t>
            </a:r>
            <a:r>
              <a:rPr lang="en-US" altLang="ja-JP" sz="1100"/>
              <a:t>(</a:t>
            </a:r>
            <a:r>
              <a:rPr lang="ja-JP" altLang="en-US" sz="1100"/>
              <a:t>他医療機関に共有されないように</a:t>
            </a:r>
            <a:r>
              <a:rPr lang="en-US" altLang="ja-JP" sz="1100"/>
              <a:t>DX</a:t>
            </a:r>
            <a:r>
              <a:rPr lang="ja-JP" altLang="en-US" sz="1100"/>
              <a:t>機構側でフラグを設定する方法</a:t>
            </a:r>
            <a:r>
              <a:rPr lang="en-US" altLang="ja-JP" sz="1100"/>
              <a:t>)</a:t>
            </a:r>
            <a:r>
              <a:rPr lang="ja-JP" altLang="en-US" sz="1100"/>
              <a:t> を行う際は、</a:t>
            </a:r>
            <a:r>
              <a:rPr lang="ja-JP" altLang="en-US" sz="1100" b="1"/>
              <a:t>リソース単位での削除は不可・</a:t>
            </a:r>
            <a:r>
              <a:rPr lang="en-US" altLang="ja-JP" sz="1100" b="1"/>
              <a:t>Bundle ID</a:t>
            </a:r>
            <a:r>
              <a:rPr lang="ja-JP" altLang="en-US" sz="1100" b="1"/>
              <a:t>単位での削除が必要。</a:t>
            </a:r>
            <a:endParaRPr lang="ja-JP" altLang="en-US" sz="1100"/>
          </a:p>
        </p:txBody>
      </p:sp>
      <p:sp>
        <p:nvSpPr>
          <p:cNvPr id="9" name="四角形: 角を丸くする 8">
            <a:extLst>
              <a:ext uri="{FF2B5EF4-FFF2-40B4-BE49-F238E27FC236}">
                <a16:creationId xmlns:a16="http://schemas.microsoft.com/office/drawing/2014/main" id="{F63D718E-F1A8-5273-8A82-28B2C98BF486}"/>
              </a:ext>
            </a:extLst>
          </p:cNvPr>
          <p:cNvSpPr/>
          <p:nvPr/>
        </p:nvSpPr>
        <p:spPr>
          <a:xfrm>
            <a:off x="501287" y="313587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kern="0">
                <a:solidFill>
                  <a:prstClr val="white"/>
                </a:solidFill>
                <a:latin typeface="Arial"/>
                <a:ea typeface="Meiryo UI"/>
                <a:cs typeface="Meiryo UI" panose="020B0604030504040204" pitchFamily="50" charset="-128"/>
              </a:rPr>
              <a:t>ご依頼事項①</a:t>
            </a:r>
            <a:endPar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endParaRPr>
          </a:p>
        </p:txBody>
      </p:sp>
      <p:sp>
        <p:nvSpPr>
          <p:cNvPr id="10" name="コンテンツ プレースホルダー 10">
            <a:extLst>
              <a:ext uri="{FF2B5EF4-FFF2-40B4-BE49-F238E27FC236}">
                <a16:creationId xmlns:a16="http://schemas.microsoft.com/office/drawing/2014/main" id="{211C5006-A916-6F9B-F491-A9E7F02DE4E4}"/>
              </a:ext>
            </a:extLst>
          </p:cNvPr>
          <p:cNvSpPr txBox="1">
            <a:spLocks/>
          </p:cNvSpPr>
          <p:nvPr/>
        </p:nvSpPr>
        <p:spPr bwMode="auto">
          <a:xfrm>
            <a:off x="519376" y="3421166"/>
            <a:ext cx="8919900" cy="738343"/>
          </a:xfrm>
          <a:prstGeom prst="rect">
            <a:avLst/>
          </a:prstGeom>
          <a:noFill/>
          <a:ln w="12700">
            <a:noFill/>
            <a:miter lim="800000"/>
            <a:headEnd/>
            <a:tailEnd/>
          </a:ln>
        </p:spPr>
        <p:txBody>
          <a:bodyPr vert="horz" wrap="square" lIns="0" tIns="46800" rIns="90407" bIns="46800" numCol="1" anchor="ctr"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171450" marR="0" lvl="0" indent="-17145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モデル期間中に登録されたデータについて、以下の順で</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Bundle ID</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単位での論理削除し、その後復活させることにより、</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1</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月の本格運用開始</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〜3</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月リリースまでの間、血液型が共有されないよう対処する方針とさせていただきたい。</a:t>
            </a:r>
            <a:br>
              <a:rPr kumimoji="1" lang="en-US" altLang="ja-JP" sz="11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①</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 </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全国的な運用開始</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1/</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25)</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時点：</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 モデル期間中に登録された血液型データ</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を含む情報</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について、Bundle ID単位全体で論理削除を実施する。</a:t>
            </a:r>
            <a:br>
              <a:rPr kumimoji="1" lang="en-US" altLang="ja-JP" sz="11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② </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3月リリース</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時点：</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 </a:t>
            </a:r>
            <a:r>
              <a:rPr kumimoji="1" lang="ja-JP" altLang="ja-JP" sz="1100" b="1" i="0" u="none" strike="noStrike" kern="1200" cap="none" spc="0" normalizeH="0" baseline="0" noProof="0">
                <a:ln>
                  <a:noFill/>
                </a:ln>
                <a:solidFill>
                  <a:prstClr val="black"/>
                </a:solidFill>
                <a:effectLst/>
                <a:uLnTx/>
                <a:uFillTx/>
                <a:latin typeface="Meiryo UI"/>
                <a:ea typeface="Meiryo UI"/>
                <a:cs typeface="+mn-cs"/>
              </a:rPr>
              <a:t>案件ID210実装後に、削除した</a:t>
            </a:r>
            <a:r>
              <a:rPr kumimoji="1" lang="ja-JP" altLang="en-US" sz="1100" b="1" i="0" u="none" strike="noStrike" kern="1200" cap="none" spc="0" normalizeH="0" baseline="0" noProof="0">
                <a:ln>
                  <a:noFill/>
                </a:ln>
                <a:solidFill>
                  <a:prstClr val="black"/>
                </a:solidFill>
                <a:effectLst/>
                <a:uLnTx/>
                <a:uFillTx/>
                <a:latin typeface="Meiryo UI"/>
                <a:ea typeface="Meiryo UI"/>
                <a:cs typeface="+mn-cs"/>
              </a:rPr>
              <a:t>データ</a:t>
            </a:r>
            <a:r>
              <a:rPr kumimoji="1" lang="en-US" altLang="ja-JP" sz="1100" b="1" i="0" u="none" strike="noStrike" kern="1200" cap="none" spc="0" normalizeH="0" baseline="0" noProof="0">
                <a:ln>
                  <a:noFill/>
                </a:ln>
                <a:solidFill>
                  <a:prstClr val="black"/>
                </a:solidFill>
                <a:effectLst/>
                <a:uLnTx/>
                <a:uFillTx/>
                <a:latin typeface="Meiryo UI"/>
                <a:ea typeface="Meiryo UI"/>
                <a:cs typeface="+mn-cs"/>
              </a:rPr>
              <a:t>(</a:t>
            </a:r>
            <a:r>
              <a:rPr kumimoji="1" lang="ja-JP" altLang="ja-JP" sz="1100" b="1" i="0" u="none" strike="noStrike" kern="1200" cap="none" spc="0" normalizeH="0" baseline="0" noProof="0">
                <a:ln>
                  <a:noFill/>
                </a:ln>
                <a:solidFill>
                  <a:prstClr val="black"/>
                </a:solidFill>
                <a:effectLst/>
                <a:uLnTx/>
                <a:uFillTx/>
                <a:latin typeface="Meiryo UI"/>
                <a:ea typeface="Meiryo UI"/>
                <a:cs typeface="+mn-cs"/>
              </a:rPr>
              <a:t>Bundle ID単位全体</a:t>
            </a:r>
            <a:r>
              <a:rPr kumimoji="1" lang="en-US" altLang="ja-JP" sz="1100" b="1" i="0" u="none" strike="noStrike" kern="1200" cap="none" spc="0" normalizeH="0" baseline="0" noProof="0">
                <a:ln>
                  <a:noFill/>
                </a:ln>
                <a:solidFill>
                  <a:prstClr val="black"/>
                </a:solidFill>
                <a:effectLst/>
                <a:uLnTx/>
                <a:uFillTx/>
                <a:latin typeface="Meiryo UI"/>
                <a:ea typeface="Meiryo UI"/>
                <a:cs typeface="+mn-cs"/>
              </a:rPr>
              <a:t>)</a:t>
            </a:r>
            <a:r>
              <a:rPr kumimoji="1" lang="ja-JP" altLang="ja-JP" sz="1100" b="1" i="0" u="none" strike="noStrike" kern="1200" cap="none" spc="0" normalizeH="0" baseline="0" noProof="0">
                <a:ln>
                  <a:noFill/>
                </a:ln>
                <a:solidFill>
                  <a:prstClr val="black"/>
                </a:solidFill>
                <a:effectLst/>
                <a:uLnTx/>
                <a:uFillTx/>
                <a:latin typeface="Meiryo UI"/>
                <a:ea typeface="Meiryo UI"/>
                <a:cs typeface="+mn-cs"/>
              </a:rPr>
              <a:t>を復活</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させる。</a:t>
            </a:r>
            <a:endParaRPr kumimoji="1" lang="en-US" altLang="ja-JP"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6" name="四角形: 角を丸くする 5">
            <a:extLst>
              <a:ext uri="{FF2B5EF4-FFF2-40B4-BE49-F238E27FC236}">
                <a16:creationId xmlns:a16="http://schemas.microsoft.com/office/drawing/2014/main" id="{2FAAD378-7123-F146-3105-C1C764C3258E}"/>
              </a:ext>
            </a:extLst>
          </p:cNvPr>
          <p:cNvSpPr/>
          <p:nvPr/>
        </p:nvSpPr>
        <p:spPr>
          <a:xfrm>
            <a:off x="501287" y="1823222"/>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課題</a:t>
            </a:r>
          </a:p>
        </p:txBody>
      </p:sp>
      <p:pic>
        <p:nvPicPr>
          <p:cNvPr id="80" name="図 79">
            <a:extLst>
              <a:ext uri="{FF2B5EF4-FFF2-40B4-BE49-F238E27FC236}">
                <a16:creationId xmlns:a16="http://schemas.microsoft.com/office/drawing/2014/main" id="{86FCFC8B-A0D5-F279-2687-C88F6296ADC0}"/>
              </a:ext>
            </a:extLst>
          </p:cNvPr>
          <p:cNvPicPr>
            <a:picLocks noChangeAspect="1"/>
          </p:cNvPicPr>
          <p:nvPr/>
        </p:nvPicPr>
        <p:blipFill>
          <a:blip r:embed="rId2"/>
          <a:stretch>
            <a:fillRect/>
          </a:stretch>
        </p:blipFill>
        <p:spPr>
          <a:xfrm>
            <a:off x="468197" y="4466739"/>
            <a:ext cx="9005455" cy="2175451"/>
          </a:xfrm>
          <a:prstGeom prst="rect">
            <a:avLst/>
          </a:prstGeom>
        </p:spPr>
      </p:pic>
    </p:spTree>
    <p:extLst>
      <p:ext uri="{BB962C8B-B14F-4D97-AF65-F5344CB8AC3E}">
        <p14:creationId xmlns:p14="http://schemas.microsoft.com/office/powerpoint/2010/main" val="1890492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0F14-9A8C-EF7D-F3B0-3AD3A5C5135E}"/>
            </a:ext>
          </a:extLst>
        </p:cNvPr>
        <p:cNvGrpSpPr/>
        <p:nvPr/>
      </p:nvGrpSpPr>
      <p:grpSpPr>
        <a:xfrm>
          <a:off x="0" y="0"/>
          <a:ext cx="0" cy="0"/>
          <a:chOff x="0" y="0"/>
          <a:chExt cx="0" cy="0"/>
        </a:xfrm>
      </p:grpSpPr>
      <p:sp>
        <p:nvSpPr>
          <p:cNvPr id="80" name="正方形/長方形 79">
            <a:extLst>
              <a:ext uri="{FF2B5EF4-FFF2-40B4-BE49-F238E27FC236}">
                <a16:creationId xmlns:a16="http://schemas.microsoft.com/office/drawing/2014/main" id="{B333C4D4-1E2C-8933-31A0-FAA4C6BA7B4A}"/>
              </a:ext>
            </a:extLst>
          </p:cNvPr>
          <p:cNvSpPr/>
          <p:nvPr/>
        </p:nvSpPr>
        <p:spPr>
          <a:xfrm>
            <a:off x="1256992" y="3736800"/>
            <a:ext cx="615319" cy="684183"/>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登録</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31" name="正方形/長方形 30">
            <a:extLst>
              <a:ext uri="{FF2B5EF4-FFF2-40B4-BE49-F238E27FC236}">
                <a16:creationId xmlns:a16="http://schemas.microsoft.com/office/drawing/2014/main" id="{4BF0BBFA-CD3A-3983-8DA1-1BEA21482B5E}"/>
              </a:ext>
            </a:extLst>
          </p:cNvPr>
          <p:cNvSpPr/>
          <p:nvPr/>
        </p:nvSpPr>
        <p:spPr>
          <a:xfrm>
            <a:off x="1249610" y="2222605"/>
            <a:ext cx="8074130" cy="503193"/>
          </a:xfrm>
          <a:prstGeom prst="rect">
            <a:avLst/>
          </a:prstGeom>
          <a:solidFill>
            <a:schemeClr val="bg1">
              <a:lumMod val="95000"/>
            </a:schemeClr>
          </a:solidFill>
          <a:ln>
            <a:solidFill>
              <a:schemeClr val="bg1">
                <a:lumMod val="50000"/>
              </a:schemeClr>
            </a:solidFill>
          </a:ln>
        </p:spPr>
        <p:txBody>
          <a:bodyPr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1"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93" name="正方形/長方形 92">
            <a:extLst>
              <a:ext uri="{FF2B5EF4-FFF2-40B4-BE49-F238E27FC236}">
                <a16:creationId xmlns:a16="http://schemas.microsoft.com/office/drawing/2014/main" id="{9F898013-D0C0-989F-CC00-FF6DD5360631}"/>
              </a:ext>
            </a:extLst>
          </p:cNvPr>
          <p:cNvSpPr/>
          <p:nvPr/>
        </p:nvSpPr>
        <p:spPr>
          <a:xfrm>
            <a:off x="4321608" y="5912263"/>
            <a:ext cx="2631102" cy="736591"/>
          </a:xfrm>
          <a:prstGeom prst="rect">
            <a:avLst/>
          </a:prstGeom>
          <a:solidFill>
            <a:schemeClr val="accent3">
              <a:lumMod val="20000"/>
              <a:lumOff val="80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一部不可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モデル期間の登録データは</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Bundle ID</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単位で</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論理削除済みのため全項目表示されない</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本格運用開始後のデータは表示可</a:t>
            </a:r>
            <a:endParaRPr kumimoji="1" lang="en-US" altLang="ja-JP"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88" name="正方形/長方形 87">
            <a:extLst>
              <a:ext uri="{FF2B5EF4-FFF2-40B4-BE49-F238E27FC236}">
                <a16:creationId xmlns:a16="http://schemas.microsoft.com/office/drawing/2014/main" id="{EC35B648-E115-01AD-FCCF-4AD3A04011CA}"/>
              </a:ext>
            </a:extLst>
          </p:cNvPr>
          <p:cNvSpPr/>
          <p:nvPr/>
        </p:nvSpPr>
        <p:spPr>
          <a:xfrm>
            <a:off x="6962900" y="4414113"/>
            <a:ext cx="2360840" cy="757757"/>
          </a:xfrm>
          <a:prstGeom prst="rect">
            <a:avLst/>
          </a:prstGeom>
          <a:solidFill>
            <a:schemeClr val="accent2">
              <a:lumMod val="20000"/>
              <a:lumOff val="80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400" b="0" i="0" u="none" strike="noStrike" kern="1200" cap="none" spc="0" normalizeH="0" baseline="0" noProof="0">
                <a:ln>
                  <a:noFill/>
                </a:ln>
                <a:solidFill>
                  <a:srgbClr val="FF0000"/>
                </a:solidFill>
                <a:effectLst/>
                <a:uLnTx/>
                <a:uFillTx/>
                <a:latin typeface="Meiryo UI"/>
                <a:ea typeface="Meiryo UI"/>
                <a:cs typeface="+mn-cs"/>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1" i="0" u="none" strike="noStrike" kern="1200" cap="none" spc="0" normalizeH="0" baseline="0" noProof="0">
                <a:ln>
                  <a:noFill/>
                </a:ln>
                <a:solidFill>
                  <a:srgbClr val="FF0000"/>
                </a:solidFill>
                <a:effectLst/>
                <a:uLnTx/>
                <a:uFillTx/>
                <a:latin typeface="Meiryo UI"/>
                <a:ea typeface="Meiryo UI"/>
                <a:cs typeface="+mn-cs"/>
              </a:rPr>
              <a:t>不可</a:t>
            </a:r>
            <a:endParaRPr kumimoji="1" lang="en-US" altLang="ja-JP" sz="900" b="1" i="0" u="none" strike="noStrike" kern="1200" cap="none" spc="0" normalizeH="0" baseline="0" noProof="0">
              <a:ln>
                <a:noFill/>
              </a:ln>
              <a:solidFill>
                <a:srgbClr val="FF0000"/>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案件</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ID210</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の実装により血液型は共有対象外</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60" name="正方形/長方形 59">
            <a:extLst>
              <a:ext uri="{FF2B5EF4-FFF2-40B4-BE49-F238E27FC236}">
                <a16:creationId xmlns:a16="http://schemas.microsoft.com/office/drawing/2014/main" id="{BE5A938B-8B39-64D7-71F0-6AED2A25620C}"/>
              </a:ext>
            </a:extLst>
          </p:cNvPr>
          <p:cNvSpPr/>
          <p:nvPr/>
        </p:nvSpPr>
        <p:spPr>
          <a:xfrm>
            <a:off x="6969965" y="3679315"/>
            <a:ext cx="2353775" cy="727932"/>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〇</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58" name="正方形/長方形 57">
            <a:extLst>
              <a:ext uri="{FF2B5EF4-FFF2-40B4-BE49-F238E27FC236}">
                <a16:creationId xmlns:a16="http://schemas.microsoft.com/office/drawing/2014/main" id="{AD163558-A85B-FFB2-E86F-C6BD90D141D9}"/>
              </a:ext>
            </a:extLst>
          </p:cNvPr>
          <p:cNvSpPr/>
          <p:nvPr/>
        </p:nvSpPr>
        <p:spPr>
          <a:xfrm>
            <a:off x="4332376" y="3736800"/>
            <a:ext cx="2623460" cy="668780"/>
          </a:xfrm>
          <a:prstGeom prst="rect">
            <a:avLst/>
          </a:prstGeom>
          <a:solidFill>
            <a:schemeClr val="accent2">
              <a:lumMod val="20000"/>
              <a:lumOff val="80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400" b="0" i="0" u="none" strike="noStrike" kern="1200" cap="none" spc="0" normalizeH="0" baseline="0" noProof="0">
                <a:ln>
                  <a:noFill/>
                </a:ln>
                <a:solidFill>
                  <a:srgbClr val="FF0000"/>
                </a:solidFill>
                <a:effectLst/>
                <a:uLnTx/>
                <a:uFillTx/>
                <a:latin typeface="Meiryo UI"/>
                <a:ea typeface="Meiryo UI"/>
                <a:cs typeface="+mn-cs"/>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1" i="0" u="none" strike="noStrike" kern="1200" cap="none" spc="0" normalizeH="0" baseline="0" noProof="0">
                <a:ln>
                  <a:noFill/>
                </a:ln>
                <a:solidFill>
                  <a:srgbClr val="FF0000"/>
                </a:solidFill>
                <a:effectLst/>
                <a:uLnTx/>
                <a:uFillTx/>
                <a:latin typeface="Meiryo UI"/>
                <a:ea typeface="Meiryo UI"/>
                <a:cs typeface="+mn-cs"/>
              </a:rPr>
              <a:t>不可</a:t>
            </a:r>
            <a:endParaRPr kumimoji="1" lang="en-US" altLang="ja-JP" sz="1050" b="1" i="0" u="none" strike="noStrike" kern="1200" cap="none" spc="0" normalizeH="0" baseline="0" noProof="0">
              <a:ln>
                <a:noFill/>
              </a:ln>
              <a:solidFill>
                <a:srgbClr val="FF0000"/>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※JLAC</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コードマスターから血液型データ２項目を削除するため、</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当該項目が登録要求されてもエラーとなり登録不可</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2" name="タイトル 1">
            <a:extLst>
              <a:ext uri="{FF2B5EF4-FFF2-40B4-BE49-F238E27FC236}">
                <a16:creationId xmlns:a16="http://schemas.microsoft.com/office/drawing/2014/main" id="{315F2F87-26D5-2CC0-7914-E7F0CAE29D3F}"/>
              </a:ext>
            </a:extLst>
          </p:cNvPr>
          <p:cNvSpPr>
            <a:spLocks noGrp="1"/>
          </p:cNvSpPr>
          <p:nvPr>
            <p:ph type="title"/>
          </p:nvPr>
        </p:nvSpPr>
        <p:spPr/>
        <p:txBody>
          <a:bodyPr>
            <a:normAutofit/>
          </a:bodyPr>
          <a:lstStyle/>
          <a:p>
            <a:r>
              <a:rPr kumimoji="1" lang="en-US" altLang="ja-JP"/>
              <a:t>2. </a:t>
            </a:r>
            <a:r>
              <a:rPr lang="ja-JP" altLang="ja-JP"/>
              <a:t>血液型の共有停止に向けたモデル期間データの論理削除・登録抑止に係る相談</a:t>
            </a:r>
            <a:r>
              <a:rPr lang="ja-JP" altLang="en-US">
                <a:cs typeface="+mj-ea"/>
              </a:rPr>
              <a:t>（</a:t>
            </a:r>
            <a:r>
              <a:rPr lang="en-US" altLang="ja-JP">
                <a:cs typeface="+mj-ea"/>
              </a:rPr>
              <a:t>2/2</a:t>
            </a:r>
            <a:r>
              <a:rPr lang="ja-JP" altLang="en-US">
                <a:cs typeface="+mj-ea"/>
              </a:rPr>
              <a:t>）</a:t>
            </a:r>
            <a:endParaRPr kumimoji="1" lang="ja-JP" altLang="en-US"/>
          </a:p>
        </p:txBody>
      </p:sp>
      <p:sp>
        <p:nvSpPr>
          <p:cNvPr id="9" name="四角形: 角を丸くする 8">
            <a:extLst>
              <a:ext uri="{FF2B5EF4-FFF2-40B4-BE49-F238E27FC236}">
                <a16:creationId xmlns:a16="http://schemas.microsoft.com/office/drawing/2014/main" id="{DF992A76-9B71-8ECE-A3CD-9506DDF90A2D}"/>
              </a:ext>
            </a:extLst>
          </p:cNvPr>
          <p:cNvSpPr/>
          <p:nvPr/>
        </p:nvSpPr>
        <p:spPr>
          <a:xfrm>
            <a:off x="493050" y="776895"/>
            <a:ext cx="1834454"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ご依頼事項②</a:t>
            </a:r>
          </a:p>
        </p:txBody>
      </p:sp>
      <p:sp>
        <p:nvSpPr>
          <p:cNvPr id="10" name="コンテンツ プレースホルダー 10">
            <a:extLst>
              <a:ext uri="{FF2B5EF4-FFF2-40B4-BE49-F238E27FC236}">
                <a16:creationId xmlns:a16="http://schemas.microsoft.com/office/drawing/2014/main" id="{A16BED88-47F5-BF78-D808-27E27638B1D4}"/>
              </a:ext>
            </a:extLst>
          </p:cNvPr>
          <p:cNvSpPr txBox="1">
            <a:spLocks/>
          </p:cNvSpPr>
          <p:nvPr/>
        </p:nvSpPr>
        <p:spPr bwMode="auto">
          <a:xfrm>
            <a:off x="490801" y="1034038"/>
            <a:ext cx="8919900" cy="929538"/>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171450" marR="0" lvl="0" indent="-17145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前のスライドで示したように、モデル期間中に登録した血液型を制御した場合においても、システムベンダにて改修は行うことが難しいことから、全国的な運用開始分から</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3月リリースまでの間、血液型</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データの</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登録</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が生じることが想定される。</a:t>
            </a:r>
            <a:endParaRPr kumimoji="1" lang="en-US" altLang="ja-JP" sz="1100" b="0" i="0" u="none" strike="noStrike" kern="120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そのため、</a:t>
            </a:r>
            <a:r>
              <a:rPr kumimoji="1" lang="en-US" altLang="ja-JP" sz="1100" b="1" i="0" u="none" strike="noStrike" kern="1200" cap="none" spc="0" normalizeH="0" baseline="0" noProof="0">
                <a:ln>
                  <a:noFill/>
                </a:ln>
                <a:solidFill>
                  <a:prstClr val="black"/>
                </a:solidFill>
                <a:effectLst/>
                <a:uLnTx/>
                <a:uFillTx/>
                <a:latin typeface="Meiryo UI"/>
                <a:ea typeface="Meiryo UI"/>
                <a:cs typeface="+mn-cs"/>
              </a:rPr>
              <a:t>1/18</a:t>
            </a:r>
            <a:r>
              <a:rPr kumimoji="1" lang="ja-JP" altLang="en-US" sz="1100" b="1" i="0" u="none" strike="noStrike" kern="1200" cap="none" spc="0" normalizeH="0" baseline="0" noProof="0">
                <a:ln>
                  <a:noFill/>
                </a:ln>
                <a:solidFill>
                  <a:prstClr val="black"/>
                </a:solidFill>
                <a:effectLst/>
                <a:uLnTx/>
                <a:uFillTx/>
                <a:latin typeface="Meiryo UI"/>
                <a:ea typeface="Meiryo UI"/>
                <a:cs typeface="+mn-cs"/>
              </a:rPr>
              <a:t>以降、</a:t>
            </a:r>
            <a:r>
              <a:rPr kumimoji="1" lang="en-US" altLang="ja-JP" sz="1100" b="1" i="0" u="none" strike="noStrike" kern="1200" cap="none" spc="0" normalizeH="0" baseline="0" noProof="0">
                <a:ln>
                  <a:noFill/>
                </a:ln>
                <a:solidFill>
                  <a:prstClr val="black"/>
                </a:solidFill>
                <a:effectLst/>
                <a:uLnTx/>
                <a:uFillTx/>
                <a:latin typeface="Meiryo UI"/>
                <a:ea typeface="Meiryo UI"/>
                <a:cs typeface="+mn-cs"/>
              </a:rPr>
              <a:t>JLAC</a:t>
            </a:r>
            <a:r>
              <a:rPr kumimoji="1" lang="ja-JP" altLang="en-US" sz="1100" b="1" i="0" u="none" strike="noStrike" kern="1200" cap="none" spc="0" normalizeH="0" baseline="0" noProof="0">
                <a:ln>
                  <a:noFill/>
                </a:ln>
                <a:solidFill>
                  <a:prstClr val="black"/>
                </a:solidFill>
                <a:effectLst/>
                <a:uLnTx/>
                <a:uFillTx/>
                <a:latin typeface="Meiryo UI"/>
                <a:ea typeface="Meiryo UI"/>
                <a:cs typeface="+mn-cs"/>
              </a:rPr>
              <a:t>コードマスタから血液型に係る項目（２項目：血液型</a:t>
            </a:r>
            <a:r>
              <a:rPr kumimoji="1" lang="en-US" altLang="ja-JP" sz="1100" b="1" i="0" u="none" strike="noStrike" kern="1200" cap="none" spc="0" normalizeH="0" baseline="0" noProof="0">
                <a:ln>
                  <a:noFill/>
                </a:ln>
                <a:solidFill>
                  <a:prstClr val="black"/>
                </a:solidFill>
                <a:effectLst/>
                <a:uLnTx/>
                <a:uFillTx/>
                <a:latin typeface="Meiryo UI"/>
                <a:ea typeface="Meiryo UI"/>
                <a:cs typeface="+mn-cs"/>
              </a:rPr>
              <a:t>-ABO</a:t>
            </a:r>
            <a:r>
              <a:rPr kumimoji="1" lang="ja-JP" altLang="en-US" sz="1100" b="1" i="0" u="none" strike="noStrike" kern="1200" cap="none" spc="0" normalizeH="0" baseline="0" noProof="0">
                <a:ln>
                  <a:noFill/>
                </a:ln>
                <a:solidFill>
                  <a:prstClr val="black"/>
                </a:solidFill>
                <a:effectLst/>
                <a:uLnTx/>
                <a:uFillTx/>
                <a:latin typeface="Meiryo UI"/>
                <a:ea typeface="Meiryo UI"/>
                <a:cs typeface="+mn-cs"/>
              </a:rPr>
              <a:t>、血液型</a:t>
            </a:r>
            <a:r>
              <a:rPr kumimoji="1" lang="en-US" altLang="ja-JP" sz="1100" b="1" i="0" u="none" strike="noStrike" kern="1200" cap="none" spc="0" normalizeH="0" baseline="0" noProof="0">
                <a:ln>
                  <a:noFill/>
                </a:ln>
                <a:solidFill>
                  <a:prstClr val="black"/>
                </a:solidFill>
                <a:effectLst/>
                <a:uLnTx/>
                <a:uFillTx/>
                <a:latin typeface="Meiryo UI"/>
                <a:ea typeface="Meiryo UI"/>
                <a:cs typeface="+mn-cs"/>
              </a:rPr>
              <a:t>-Rh</a:t>
            </a:r>
            <a:r>
              <a:rPr kumimoji="1" lang="ja-JP" altLang="en-US" sz="1100" b="1" i="0" u="none" strike="noStrike" kern="1200" cap="none" spc="0" normalizeH="0" baseline="0" noProof="0">
                <a:ln>
                  <a:noFill/>
                </a:ln>
                <a:solidFill>
                  <a:prstClr val="black"/>
                </a:solidFill>
                <a:effectLst/>
                <a:uLnTx/>
                <a:uFillTx/>
                <a:latin typeface="Meiryo UI"/>
                <a:ea typeface="Meiryo UI"/>
                <a:cs typeface="+mn-cs"/>
              </a:rPr>
              <a:t>）のレコードを削除し、血液型に係る検査項目を登録した場合はエラー</a:t>
            </a:r>
            <a:r>
              <a:rPr lang="ja-JP" altLang="en-US" sz="1100" b="1">
                <a:solidFill>
                  <a:prstClr val="black"/>
                </a:solidFill>
                <a:latin typeface="Meiryo UI"/>
                <a:ea typeface="Meiryo UI"/>
              </a:rPr>
              <a:t>とし、</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当該</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期間における血液型</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データ</a:t>
            </a:r>
            <a:r>
              <a:rPr kumimoji="1" lang="ja-JP" altLang="ja-JP" sz="1100" b="0" i="0" u="none" strike="noStrike" kern="1200" cap="none" spc="0" normalizeH="0" baseline="0" noProof="0">
                <a:ln>
                  <a:noFill/>
                </a:ln>
                <a:solidFill>
                  <a:prstClr val="black"/>
                </a:solidFill>
                <a:effectLst/>
                <a:uLnTx/>
                <a:uFillTx/>
                <a:latin typeface="Meiryo UI"/>
                <a:ea typeface="Meiryo UI"/>
                <a:cs typeface="+mn-cs"/>
              </a:rPr>
              <a:t>の登録</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を</a:t>
            </a:r>
            <a:r>
              <a:rPr lang="ja-JP" altLang="en-US" sz="1100">
                <a:solidFill>
                  <a:prstClr val="black"/>
                </a:solidFill>
                <a:latin typeface="Meiryo UI"/>
                <a:ea typeface="Meiryo UI"/>
              </a:rPr>
              <a:t>できないようにする</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方針とする。</a:t>
            </a:r>
            <a:endParaRPr lang="en-US" altLang="ja-JP" sz="1100">
              <a:solidFill>
                <a:prstClr val="black"/>
              </a:solidFill>
              <a:latin typeface="Meiryo UI"/>
              <a:ea typeface="Meiryo UI"/>
            </a:endParaRPr>
          </a:p>
          <a:p>
            <a:pPr marL="171450" marR="0" lvl="0" indent="-17145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なお、論理削除の期間として、</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1/18</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1/25</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の作業期間をおく。</a:t>
            </a:r>
            <a:endParaRPr kumimoji="1" lang="en-US" altLang="ja-JP"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3" name="正方形/長方形 2">
            <a:extLst>
              <a:ext uri="{FF2B5EF4-FFF2-40B4-BE49-F238E27FC236}">
                <a16:creationId xmlns:a16="http://schemas.microsoft.com/office/drawing/2014/main" id="{0632854F-CCA0-E054-0EAA-BE1301A3F518}"/>
              </a:ext>
            </a:extLst>
          </p:cNvPr>
          <p:cNvSpPr/>
          <p:nvPr/>
        </p:nvSpPr>
        <p:spPr>
          <a:xfrm>
            <a:off x="4349420" y="5175672"/>
            <a:ext cx="2631102" cy="736591"/>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〇</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4" name="正方形/長方形 3">
            <a:extLst>
              <a:ext uri="{FF2B5EF4-FFF2-40B4-BE49-F238E27FC236}">
                <a16:creationId xmlns:a16="http://schemas.microsoft.com/office/drawing/2014/main" id="{83586245-EC4B-C4C4-953B-D4867D799C18}"/>
              </a:ext>
            </a:extLst>
          </p:cNvPr>
          <p:cNvSpPr/>
          <p:nvPr/>
        </p:nvSpPr>
        <p:spPr>
          <a:xfrm>
            <a:off x="1892742" y="5178737"/>
            <a:ext cx="2441474" cy="705368"/>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〇</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5" name="正方形/長方形 4">
            <a:extLst>
              <a:ext uri="{FF2B5EF4-FFF2-40B4-BE49-F238E27FC236}">
                <a16:creationId xmlns:a16="http://schemas.microsoft.com/office/drawing/2014/main" id="{1138B3B3-CF39-F1B5-C654-3D4EDAC1CD85}"/>
              </a:ext>
            </a:extLst>
          </p:cNvPr>
          <p:cNvSpPr/>
          <p:nvPr/>
        </p:nvSpPr>
        <p:spPr>
          <a:xfrm>
            <a:off x="6941351" y="5178736"/>
            <a:ext cx="2303675" cy="733527"/>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〇</a:t>
            </a:r>
            <a:endParaRPr kumimoji="1" lang="en-US" altLang="ja-JP" sz="18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7" name="正方形/長方形 6">
            <a:extLst>
              <a:ext uri="{FF2B5EF4-FFF2-40B4-BE49-F238E27FC236}">
                <a16:creationId xmlns:a16="http://schemas.microsoft.com/office/drawing/2014/main" id="{6FF6F9F7-2881-07B8-8981-D92B13157539}"/>
              </a:ext>
            </a:extLst>
          </p:cNvPr>
          <p:cNvSpPr/>
          <p:nvPr/>
        </p:nvSpPr>
        <p:spPr>
          <a:xfrm>
            <a:off x="4657605" y="4404743"/>
            <a:ext cx="2313581" cy="767128"/>
          </a:xfrm>
          <a:prstGeom prst="rect">
            <a:avLst/>
          </a:prstGeom>
          <a:solidFill>
            <a:schemeClr val="accent2">
              <a:lumMod val="20000"/>
              <a:lumOff val="80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400" b="0" i="0" u="none" strike="noStrike" kern="1200" cap="none" spc="0" normalizeH="0" baseline="0" noProof="0">
                <a:ln>
                  <a:noFill/>
                </a:ln>
                <a:solidFill>
                  <a:srgbClr val="FF0000"/>
                </a:solidFill>
                <a:effectLst/>
                <a:uLnTx/>
                <a:uFillTx/>
                <a:latin typeface="Meiryo UI"/>
                <a:ea typeface="Meiryo UI"/>
                <a:cs typeface="+mn-cs"/>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1" i="0" u="none" strike="noStrike" kern="1200" cap="none" spc="0" normalizeH="0" baseline="0" noProof="0">
                <a:ln>
                  <a:noFill/>
                </a:ln>
                <a:solidFill>
                  <a:srgbClr val="FF0000"/>
                </a:solidFill>
                <a:effectLst/>
                <a:uLnTx/>
                <a:uFillTx/>
                <a:latin typeface="Meiryo UI"/>
                <a:ea typeface="Meiryo UI"/>
                <a:cs typeface="+mn-cs"/>
              </a:rPr>
              <a:t>不可</a:t>
            </a:r>
            <a:endParaRPr kumimoji="1" lang="en-US" altLang="ja-JP" sz="900" b="1" i="0" u="none" strike="noStrike" kern="1200" cap="none" spc="0" normalizeH="0" baseline="0" noProof="0">
              <a:ln>
                <a:noFill/>
              </a:ln>
              <a:solidFill>
                <a:srgbClr val="FF0000"/>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モデル期間の登録データは論理削除済み、</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かつ本格運用開始</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~3</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月リリースの期間は</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登録不可のため表示されない</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8" name="正方形/長方形 7">
            <a:extLst>
              <a:ext uri="{FF2B5EF4-FFF2-40B4-BE49-F238E27FC236}">
                <a16:creationId xmlns:a16="http://schemas.microsoft.com/office/drawing/2014/main" id="{FB1135F3-86F0-6924-B318-339F7317E3C6}"/>
              </a:ext>
            </a:extLst>
          </p:cNvPr>
          <p:cNvSpPr/>
          <p:nvPr/>
        </p:nvSpPr>
        <p:spPr>
          <a:xfrm>
            <a:off x="1892743" y="4400354"/>
            <a:ext cx="2441474" cy="733424"/>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〇</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12" name="直線コネクタ 11">
            <a:extLst>
              <a:ext uri="{FF2B5EF4-FFF2-40B4-BE49-F238E27FC236}">
                <a16:creationId xmlns:a16="http://schemas.microsoft.com/office/drawing/2014/main" id="{B0F56575-060C-7703-8A7A-02C8F62DCBE1}"/>
              </a:ext>
            </a:extLst>
          </p:cNvPr>
          <p:cNvCxnSpPr>
            <a:cxnSpLocks/>
          </p:cNvCxnSpPr>
          <p:nvPr/>
        </p:nvCxnSpPr>
        <p:spPr bwMode="auto">
          <a:xfrm>
            <a:off x="1257711" y="4414114"/>
            <a:ext cx="8071049"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DC8660F8-6929-C49C-3A99-D23C1425FD47}"/>
              </a:ext>
            </a:extLst>
          </p:cNvPr>
          <p:cNvCxnSpPr>
            <a:cxnSpLocks/>
          </p:cNvCxnSpPr>
          <p:nvPr/>
        </p:nvCxnSpPr>
        <p:spPr bwMode="auto">
          <a:xfrm>
            <a:off x="4328712" y="2734205"/>
            <a:ext cx="0" cy="3925829"/>
          </a:xfrm>
          <a:prstGeom prst="line">
            <a:avLst/>
          </a:prstGeom>
          <a:solidFill>
            <a:schemeClr val="bg1"/>
          </a:solidFill>
          <a:ln w="9525" cap="flat" cmpd="sng" algn="ctr">
            <a:solidFill>
              <a:srgbClr val="FF0000"/>
            </a:solidFill>
            <a:prstDash val="lgDash"/>
            <a:round/>
            <a:headEnd type="none" w="med" len="med"/>
            <a:tailEnd type="none" w="med" len="med"/>
          </a:ln>
          <a:effectLst/>
        </p:spPr>
      </p:cxnSp>
      <p:cxnSp>
        <p:nvCxnSpPr>
          <p:cNvPr id="14" name="直線コネクタ 13">
            <a:extLst>
              <a:ext uri="{FF2B5EF4-FFF2-40B4-BE49-F238E27FC236}">
                <a16:creationId xmlns:a16="http://schemas.microsoft.com/office/drawing/2014/main" id="{75F89B75-5B2B-A030-E334-9790FFCAD9A9}"/>
              </a:ext>
            </a:extLst>
          </p:cNvPr>
          <p:cNvCxnSpPr>
            <a:cxnSpLocks/>
          </p:cNvCxnSpPr>
          <p:nvPr/>
        </p:nvCxnSpPr>
        <p:spPr bwMode="auto">
          <a:xfrm>
            <a:off x="6941351" y="2734205"/>
            <a:ext cx="0" cy="3912507"/>
          </a:xfrm>
          <a:prstGeom prst="line">
            <a:avLst/>
          </a:prstGeom>
          <a:solidFill>
            <a:schemeClr val="bg1"/>
          </a:solidFill>
          <a:ln w="9525" cap="flat" cmpd="sng" algn="ctr">
            <a:solidFill>
              <a:srgbClr val="FF0000"/>
            </a:solidFill>
            <a:prstDash val="lgDash"/>
            <a:round/>
            <a:headEnd type="none" w="med" len="med"/>
            <a:tailEnd type="none" w="med" len="med"/>
          </a:ln>
          <a:effectLst/>
        </p:spPr>
      </p:cxnSp>
      <p:sp>
        <p:nvSpPr>
          <p:cNvPr id="15" name="テキスト ボックス 14">
            <a:extLst>
              <a:ext uri="{FF2B5EF4-FFF2-40B4-BE49-F238E27FC236}">
                <a16:creationId xmlns:a16="http://schemas.microsoft.com/office/drawing/2014/main" id="{AA0E8237-D8E7-D4CE-B542-A7DB60404121}"/>
              </a:ext>
            </a:extLst>
          </p:cNvPr>
          <p:cNvSpPr txBox="1"/>
          <p:nvPr/>
        </p:nvSpPr>
        <p:spPr>
          <a:xfrm>
            <a:off x="3011831" y="2384261"/>
            <a:ext cx="1406208" cy="360000"/>
          </a:xfrm>
          <a:prstGeom prst="rect">
            <a:avLst/>
          </a:prstGeom>
          <a:noFill/>
        </p:spPr>
        <p:txBody>
          <a:bodyPr wrap="square" lIns="36000" tIns="36000" rIns="36000" bIns="36000" rtlCol="0" anchor="ctr">
            <a:noAutofit/>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1/18</a:t>
            </a:r>
          </a:p>
          <a:p>
            <a:pPr marL="0" marR="0" lvl="0" indent="0" algn="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srgbClr val="FF0000"/>
                </a:solidFill>
                <a:effectLst/>
                <a:uLnTx/>
                <a:uFillTx/>
                <a:latin typeface="Meiryo UI"/>
                <a:ea typeface="Meiryo UI"/>
                <a:cs typeface="+mn-cs"/>
              </a:rPr>
              <a:t>▼</a:t>
            </a:r>
          </a:p>
        </p:txBody>
      </p:sp>
      <p:sp>
        <p:nvSpPr>
          <p:cNvPr id="16" name="テキスト ボックス 15">
            <a:extLst>
              <a:ext uri="{FF2B5EF4-FFF2-40B4-BE49-F238E27FC236}">
                <a16:creationId xmlns:a16="http://schemas.microsoft.com/office/drawing/2014/main" id="{CDEE2908-04C3-A775-08A2-3ECA5981A784}"/>
              </a:ext>
            </a:extLst>
          </p:cNvPr>
          <p:cNvSpPr txBox="1"/>
          <p:nvPr/>
        </p:nvSpPr>
        <p:spPr>
          <a:xfrm>
            <a:off x="4561474" y="2374890"/>
            <a:ext cx="1406208" cy="360000"/>
          </a:xfrm>
          <a:prstGeom prst="rect">
            <a:avLst/>
          </a:prstGeom>
          <a:noFill/>
        </p:spPr>
        <p:txBody>
          <a:bodyPr wrap="square" lIns="36000" tIns="36000" rIns="36000" bIns="36000" rtlCol="0" anchor="ctr">
            <a:no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1/25(</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本格運用開始</a:t>
            </a: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srgbClr val="FF0000"/>
                </a:solidFill>
                <a:effectLst/>
                <a:uLnTx/>
                <a:uFillTx/>
                <a:latin typeface="Meiryo UI"/>
                <a:ea typeface="Meiryo UI"/>
                <a:cs typeface="+mn-cs"/>
              </a:rPr>
              <a:t>▼</a:t>
            </a:r>
          </a:p>
        </p:txBody>
      </p:sp>
      <p:sp>
        <p:nvSpPr>
          <p:cNvPr id="17" name="テキスト ボックス 16">
            <a:extLst>
              <a:ext uri="{FF2B5EF4-FFF2-40B4-BE49-F238E27FC236}">
                <a16:creationId xmlns:a16="http://schemas.microsoft.com/office/drawing/2014/main" id="{ADE56217-7E60-406C-B87D-B84E6AB4E7C7}"/>
              </a:ext>
            </a:extLst>
          </p:cNvPr>
          <p:cNvSpPr txBox="1"/>
          <p:nvPr/>
        </p:nvSpPr>
        <p:spPr>
          <a:xfrm>
            <a:off x="6852451" y="2366712"/>
            <a:ext cx="2036178" cy="360000"/>
          </a:xfrm>
          <a:prstGeom prst="rect">
            <a:avLst/>
          </a:prstGeom>
          <a:noFill/>
        </p:spPr>
        <p:txBody>
          <a:bodyPr wrap="square" lIns="36000" tIns="36000" rIns="36000" bIns="36000" rtlCol="0" anchor="ctr">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3</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月末：案件</a:t>
            </a: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ID210</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実装</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1" lang="ja-JP" altLang="en-US" sz="900" b="0" i="0" u="none" strike="noStrike" kern="1200" cap="none" spc="0" normalizeH="0" baseline="0" noProof="0">
                <a:ln>
                  <a:noFill/>
                </a:ln>
                <a:solidFill>
                  <a:srgbClr val="FF0000"/>
                </a:solidFill>
                <a:effectLst/>
                <a:uLnTx/>
                <a:uFillTx/>
                <a:latin typeface="Meiryo UI"/>
                <a:ea typeface="Meiryo UI"/>
                <a:cs typeface="+mn-cs"/>
              </a:rPr>
              <a:t>▼</a:t>
            </a:r>
          </a:p>
        </p:txBody>
      </p:sp>
      <p:cxnSp>
        <p:nvCxnSpPr>
          <p:cNvPr id="18" name="直線コネクタ 17">
            <a:extLst>
              <a:ext uri="{FF2B5EF4-FFF2-40B4-BE49-F238E27FC236}">
                <a16:creationId xmlns:a16="http://schemas.microsoft.com/office/drawing/2014/main" id="{E626265B-1C03-9175-71B3-1F07DEEAB0E4}"/>
              </a:ext>
            </a:extLst>
          </p:cNvPr>
          <p:cNvCxnSpPr>
            <a:cxnSpLocks/>
          </p:cNvCxnSpPr>
          <p:nvPr/>
        </p:nvCxnSpPr>
        <p:spPr bwMode="auto">
          <a:xfrm>
            <a:off x="408860" y="5168318"/>
            <a:ext cx="8919900"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9" name="直線コネクタ 18">
            <a:extLst>
              <a:ext uri="{FF2B5EF4-FFF2-40B4-BE49-F238E27FC236}">
                <a16:creationId xmlns:a16="http://schemas.microsoft.com/office/drawing/2014/main" id="{BF8954B1-63C7-18B2-0703-D7A2E35F5049}"/>
              </a:ext>
            </a:extLst>
          </p:cNvPr>
          <p:cNvCxnSpPr>
            <a:cxnSpLocks/>
          </p:cNvCxnSpPr>
          <p:nvPr/>
        </p:nvCxnSpPr>
        <p:spPr bwMode="auto">
          <a:xfrm>
            <a:off x="1254951" y="5909497"/>
            <a:ext cx="8073808"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8669F1F0-BFC8-BC02-9055-7E3D31C199E9}"/>
              </a:ext>
            </a:extLst>
          </p:cNvPr>
          <p:cNvCxnSpPr>
            <a:cxnSpLocks/>
          </p:cNvCxnSpPr>
          <p:nvPr/>
        </p:nvCxnSpPr>
        <p:spPr bwMode="auto">
          <a:xfrm flipH="1">
            <a:off x="1868649" y="3736800"/>
            <a:ext cx="11043" cy="2913864"/>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21" name="正方形/長方形 20">
            <a:extLst>
              <a:ext uri="{FF2B5EF4-FFF2-40B4-BE49-F238E27FC236}">
                <a16:creationId xmlns:a16="http://schemas.microsoft.com/office/drawing/2014/main" id="{20AED5AB-1EDB-064D-1D3B-15308EBE952B}"/>
              </a:ext>
            </a:extLst>
          </p:cNvPr>
          <p:cNvSpPr/>
          <p:nvPr/>
        </p:nvSpPr>
        <p:spPr>
          <a:xfrm>
            <a:off x="339694" y="5180663"/>
            <a:ext cx="915255" cy="1469990"/>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sng" strike="noStrike" kern="1200" cap="none" spc="0" normalizeH="0" baseline="0" noProof="0">
                <a:ln>
                  <a:noFill/>
                </a:ln>
                <a:solidFill>
                  <a:prstClr val="black"/>
                </a:solidFill>
                <a:effectLst/>
                <a:uLnTx/>
                <a:uFillTx/>
                <a:latin typeface="Meiryo UI"/>
                <a:ea typeface="Meiryo UI"/>
                <a:cs typeface="+mn-cs"/>
              </a:rPr>
              <a:t>血液型</a:t>
            </a:r>
            <a:endParaRPr kumimoji="1" lang="en-US" altLang="ja-JP" sz="1000" b="0" i="0" u="sng"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sng" strike="noStrike" kern="1200" cap="none" spc="0" normalizeH="0" baseline="0" noProof="0">
                <a:ln>
                  <a:noFill/>
                </a:ln>
                <a:solidFill>
                  <a:prstClr val="black"/>
                </a:solidFill>
                <a:effectLst/>
                <a:uLnTx/>
                <a:uFillTx/>
                <a:latin typeface="Meiryo UI"/>
                <a:ea typeface="Meiryo UI"/>
                <a:cs typeface="+mn-cs"/>
              </a:rPr>
              <a:t>データ以外</a:t>
            </a:r>
            <a:endParaRPr kumimoji="1" lang="en-US" altLang="ja-JP" sz="1000" b="0" i="0" u="sng"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sng" strike="noStrike" kern="1200" cap="none" spc="0" normalizeH="0" baseline="0" noProof="0">
                <a:ln>
                  <a:noFill/>
                </a:ln>
                <a:solidFill>
                  <a:prstClr val="black"/>
                </a:solidFill>
                <a:effectLst/>
                <a:uLnTx/>
                <a:uFillTx/>
                <a:latin typeface="Meiryo UI"/>
                <a:ea typeface="Meiryo UI"/>
                <a:cs typeface="+mn-cs"/>
              </a:rPr>
              <a:t>の</a:t>
            </a:r>
            <a:r>
              <a:rPr kumimoji="1" lang="en-US" altLang="ja-JP" sz="1000" b="0" i="0" u="sng" strike="noStrike" kern="1200" cap="none" spc="0" normalizeH="0" baseline="0" noProof="0">
                <a:ln>
                  <a:noFill/>
                </a:ln>
                <a:solidFill>
                  <a:prstClr val="black"/>
                </a:solidFill>
                <a:effectLst/>
                <a:uLnTx/>
                <a:uFillTx/>
                <a:latin typeface="Meiryo UI"/>
                <a:ea typeface="Meiryo UI"/>
                <a:cs typeface="+mn-cs"/>
              </a:rPr>
              <a:t>41+5</a:t>
            </a:r>
            <a:r>
              <a:rPr kumimoji="1" lang="ja-JP" altLang="en-US" sz="1000" b="0" i="0" u="sng" strike="noStrike" kern="1200" cap="none" spc="0" normalizeH="0" baseline="0" noProof="0">
                <a:ln>
                  <a:noFill/>
                </a:ln>
                <a:solidFill>
                  <a:prstClr val="black"/>
                </a:solidFill>
                <a:effectLst/>
                <a:uLnTx/>
                <a:uFillTx/>
                <a:latin typeface="Meiryo UI"/>
                <a:ea typeface="Meiryo UI"/>
                <a:cs typeface="+mn-cs"/>
              </a:rPr>
              <a:t>項目</a:t>
            </a:r>
            <a:endParaRPr kumimoji="1" lang="en-US" altLang="ja-JP" sz="1000" b="0" i="0" u="sng" strike="noStrike" kern="1200" cap="none" spc="0" normalizeH="0" baseline="0" noProof="0">
              <a:ln>
                <a:noFill/>
              </a:ln>
              <a:solidFill>
                <a:prstClr val="black"/>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D2F67AF7-5892-F186-C886-6FF4F760EF5F}"/>
              </a:ext>
            </a:extLst>
          </p:cNvPr>
          <p:cNvSpPr/>
          <p:nvPr/>
        </p:nvSpPr>
        <p:spPr>
          <a:xfrm>
            <a:off x="358219" y="3672346"/>
            <a:ext cx="884289" cy="1495966"/>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sng" strike="noStrike" kern="1200" cap="none" spc="0" normalizeH="0" baseline="0" noProof="0">
                <a:ln>
                  <a:noFill/>
                </a:ln>
                <a:solidFill>
                  <a:prstClr val="black"/>
                </a:solidFill>
                <a:effectLst/>
                <a:uLnTx/>
                <a:uFillTx/>
                <a:latin typeface="Meiryo UI"/>
                <a:ea typeface="Meiryo UI"/>
                <a:cs typeface="+mn-cs"/>
              </a:rPr>
              <a:t>血液型データ</a:t>
            </a:r>
            <a:endParaRPr kumimoji="1" lang="en-US" altLang="ja-JP" sz="1000" b="0" i="0" u="sng"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00" b="0" i="0" u="sng" strike="noStrike" kern="1200" cap="none" spc="0" normalizeH="0" baseline="0" noProof="0">
                <a:ln>
                  <a:noFill/>
                </a:ln>
                <a:solidFill>
                  <a:prstClr val="black"/>
                </a:solidFill>
                <a:effectLst/>
                <a:uLnTx/>
                <a:uFillTx/>
                <a:latin typeface="Meiryo UI"/>
                <a:ea typeface="Meiryo UI"/>
                <a:cs typeface="+mn-cs"/>
              </a:rPr>
              <a:t>2</a:t>
            </a:r>
            <a:r>
              <a:rPr kumimoji="1" lang="ja-JP" altLang="en-US" sz="1000" b="0" i="0" u="sng" strike="noStrike" kern="1200" cap="none" spc="0" normalizeH="0" baseline="0" noProof="0">
                <a:ln>
                  <a:noFill/>
                </a:ln>
                <a:solidFill>
                  <a:prstClr val="black"/>
                </a:solidFill>
                <a:effectLst/>
                <a:uLnTx/>
                <a:uFillTx/>
                <a:latin typeface="Meiryo UI"/>
                <a:ea typeface="Meiryo UI"/>
                <a:cs typeface="+mn-cs"/>
              </a:rPr>
              <a:t>項目</a:t>
            </a:r>
            <a:endParaRPr kumimoji="1" lang="en-US" altLang="ja-JP" sz="1000" b="0" i="0" u="sng"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-ABO</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-Rh</a:t>
            </a:r>
          </a:p>
        </p:txBody>
      </p:sp>
      <p:cxnSp>
        <p:nvCxnSpPr>
          <p:cNvPr id="25" name="直線コネクタ 24">
            <a:extLst>
              <a:ext uri="{FF2B5EF4-FFF2-40B4-BE49-F238E27FC236}">
                <a16:creationId xmlns:a16="http://schemas.microsoft.com/office/drawing/2014/main" id="{499D0CBC-FB55-B343-9720-475D379EC5A7}"/>
              </a:ext>
            </a:extLst>
          </p:cNvPr>
          <p:cNvCxnSpPr>
            <a:cxnSpLocks/>
          </p:cNvCxnSpPr>
          <p:nvPr/>
        </p:nvCxnSpPr>
        <p:spPr bwMode="auto">
          <a:xfrm>
            <a:off x="2245501" y="2744261"/>
            <a:ext cx="0" cy="3902451"/>
          </a:xfrm>
          <a:prstGeom prst="line">
            <a:avLst/>
          </a:prstGeom>
          <a:solidFill>
            <a:schemeClr val="bg1"/>
          </a:solidFill>
          <a:ln w="9525" cap="flat" cmpd="sng" algn="ctr">
            <a:solidFill>
              <a:srgbClr val="FF0000"/>
            </a:solidFill>
            <a:prstDash val="lgDash"/>
            <a:round/>
            <a:headEnd type="none" w="med" len="med"/>
            <a:tailEnd type="none" w="med" len="med"/>
          </a:ln>
          <a:effectLst/>
        </p:spPr>
      </p:cxnSp>
      <p:sp>
        <p:nvSpPr>
          <p:cNvPr id="26" name="テキスト ボックス 25">
            <a:extLst>
              <a:ext uri="{FF2B5EF4-FFF2-40B4-BE49-F238E27FC236}">
                <a16:creationId xmlns:a16="http://schemas.microsoft.com/office/drawing/2014/main" id="{39B5F905-6F9F-FEE5-5DD7-E2B949877720}"/>
              </a:ext>
            </a:extLst>
          </p:cNvPr>
          <p:cNvSpPr txBox="1"/>
          <p:nvPr/>
        </p:nvSpPr>
        <p:spPr>
          <a:xfrm>
            <a:off x="1396685" y="2354584"/>
            <a:ext cx="1567965" cy="360000"/>
          </a:xfrm>
          <a:prstGeom prst="rect">
            <a:avLst/>
          </a:prstGeom>
          <a:noFill/>
        </p:spPr>
        <p:txBody>
          <a:bodyPr wrap="square" lIns="36000" tIns="36000" rIns="36000" bIns="36000" rtlCol="0" anchor="ctr">
            <a:no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12</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月利活用</a:t>
            </a: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WG</a:t>
            </a:r>
          </a:p>
          <a:p>
            <a:pPr marL="0" marR="0" lvl="0" indent="0" algn="l" defTabSz="914400" rtl="0" eaLnBrk="1" fontAlgn="base" latinLnBrk="0" hangingPunct="1">
              <a:lnSpc>
                <a:spcPct val="100000"/>
              </a:lnSpc>
              <a:spcBef>
                <a:spcPts val="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：血液型共有対象外を付議</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1" lang="ja-JP" altLang="en-US" sz="900" b="0" i="0" u="none" strike="noStrike" kern="1200" cap="none" spc="0" normalizeH="0" baseline="0" noProof="0">
                <a:ln>
                  <a:noFill/>
                </a:ln>
                <a:solidFill>
                  <a:srgbClr val="FF0000"/>
                </a:solidFill>
                <a:effectLst/>
                <a:uLnTx/>
                <a:uFillTx/>
                <a:latin typeface="Meiryo UI"/>
                <a:ea typeface="Meiryo UI"/>
                <a:cs typeface="+mn-cs"/>
              </a:rPr>
              <a:t>　　　　　　　　　　▼</a:t>
            </a:r>
          </a:p>
        </p:txBody>
      </p:sp>
      <p:cxnSp>
        <p:nvCxnSpPr>
          <p:cNvPr id="27" name="直線コネクタ 26">
            <a:extLst>
              <a:ext uri="{FF2B5EF4-FFF2-40B4-BE49-F238E27FC236}">
                <a16:creationId xmlns:a16="http://schemas.microsoft.com/office/drawing/2014/main" id="{88F77735-BCD4-ED82-1272-BF53F543A010}"/>
              </a:ext>
            </a:extLst>
          </p:cNvPr>
          <p:cNvCxnSpPr>
            <a:cxnSpLocks/>
          </p:cNvCxnSpPr>
          <p:nvPr/>
        </p:nvCxnSpPr>
        <p:spPr bwMode="auto">
          <a:xfrm>
            <a:off x="4643476" y="2734205"/>
            <a:ext cx="0" cy="3912507"/>
          </a:xfrm>
          <a:prstGeom prst="line">
            <a:avLst/>
          </a:prstGeom>
          <a:solidFill>
            <a:schemeClr val="bg1"/>
          </a:solidFill>
          <a:ln w="9525" cap="flat" cmpd="sng" algn="ctr">
            <a:solidFill>
              <a:srgbClr val="FF0000"/>
            </a:solidFill>
            <a:prstDash val="lgDash"/>
            <a:round/>
            <a:headEnd type="none" w="med" len="med"/>
            <a:tailEnd type="none" w="med" len="med"/>
          </a:ln>
          <a:effectLst/>
        </p:spPr>
      </p:cxnSp>
      <p:cxnSp>
        <p:nvCxnSpPr>
          <p:cNvPr id="47" name="直線コネクタ 46">
            <a:extLst>
              <a:ext uri="{FF2B5EF4-FFF2-40B4-BE49-F238E27FC236}">
                <a16:creationId xmlns:a16="http://schemas.microsoft.com/office/drawing/2014/main" id="{AC0F7C48-318C-5DD1-E95C-5776E2F80B10}"/>
              </a:ext>
            </a:extLst>
          </p:cNvPr>
          <p:cNvCxnSpPr>
            <a:cxnSpLocks/>
          </p:cNvCxnSpPr>
          <p:nvPr/>
        </p:nvCxnSpPr>
        <p:spPr bwMode="auto">
          <a:xfrm>
            <a:off x="408859" y="2734205"/>
            <a:ext cx="8919900" cy="0"/>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59" name="正方形/長方形 58">
            <a:extLst>
              <a:ext uri="{FF2B5EF4-FFF2-40B4-BE49-F238E27FC236}">
                <a16:creationId xmlns:a16="http://schemas.microsoft.com/office/drawing/2014/main" id="{F23AD8F9-6E6D-8566-2E5A-CD11417B5D0E}"/>
              </a:ext>
            </a:extLst>
          </p:cNvPr>
          <p:cNvSpPr/>
          <p:nvPr/>
        </p:nvSpPr>
        <p:spPr>
          <a:xfrm>
            <a:off x="1890901" y="3680753"/>
            <a:ext cx="2441474" cy="708323"/>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〇</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63" name="直線コネクタ 62">
            <a:extLst>
              <a:ext uri="{FF2B5EF4-FFF2-40B4-BE49-F238E27FC236}">
                <a16:creationId xmlns:a16="http://schemas.microsoft.com/office/drawing/2014/main" id="{72C64A3B-D296-6A5C-3DEF-3059E04EF1E2}"/>
              </a:ext>
            </a:extLst>
          </p:cNvPr>
          <p:cNvCxnSpPr>
            <a:cxnSpLocks/>
          </p:cNvCxnSpPr>
          <p:nvPr/>
        </p:nvCxnSpPr>
        <p:spPr bwMode="auto">
          <a:xfrm flipV="1">
            <a:off x="394419" y="6650653"/>
            <a:ext cx="8934340" cy="12"/>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65" name="直線コネクタ 64">
            <a:extLst>
              <a:ext uri="{FF2B5EF4-FFF2-40B4-BE49-F238E27FC236}">
                <a16:creationId xmlns:a16="http://schemas.microsoft.com/office/drawing/2014/main" id="{143B527F-4E7C-3FC6-5709-3AE2E5B5AB49}"/>
              </a:ext>
            </a:extLst>
          </p:cNvPr>
          <p:cNvCxnSpPr>
            <a:cxnSpLocks/>
          </p:cNvCxnSpPr>
          <p:nvPr/>
        </p:nvCxnSpPr>
        <p:spPr bwMode="auto">
          <a:xfrm>
            <a:off x="1251619" y="3736800"/>
            <a:ext cx="0" cy="2913864"/>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82" name="正方形/長方形 81">
            <a:extLst>
              <a:ext uri="{FF2B5EF4-FFF2-40B4-BE49-F238E27FC236}">
                <a16:creationId xmlns:a16="http://schemas.microsoft.com/office/drawing/2014/main" id="{2EA5AE2E-6B30-908B-0293-A20DBB3E9790}"/>
              </a:ext>
            </a:extLst>
          </p:cNvPr>
          <p:cNvSpPr/>
          <p:nvPr/>
        </p:nvSpPr>
        <p:spPr>
          <a:xfrm>
            <a:off x="1249611" y="4434495"/>
            <a:ext cx="615319" cy="726469"/>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共有</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84" name="正方形/長方形 83">
            <a:extLst>
              <a:ext uri="{FF2B5EF4-FFF2-40B4-BE49-F238E27FC236}">
                <a16:creationId xmlns:a16="http://schemas.microsoft.com/office/drawing/2014/main" id="{83BAA8ED-45AF-1202-9BAA-BB1F61016AB2}"/>
              </a:ext>
            </a:extLst>
          </p:cNvPr>
          <p:cNvSpPr/>
          <p:nvPr/>
        </p:nvSpPr>
        <p:spPr>
          <a:xfrm>
            <a:off x="1264373" y="5180262"/>
            <a:ext cx="615319" cy="726469"/>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登録</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86" name="正方形/長方形 85">
            <a:extLst>
              <a:ext uri="{FF2B5EF4-FFF2-40B4-BE49-F238E27FC236}">
                <a16:creationId xmlns:a16="http://schemas.microsoft.com/office/drawing/2014/main" id="{132D32B7-2B07-4809-2742-8F3D0AC08D90}"/>
              </a:ext>
            </a:extLst>
          </p:cNvPr>
          <p:cNvSpPr/>
          <p:nvPr/>
        </p:nvSpPr>
        <p:spPr>
          <a:xfrm>
            <a:off x="1256992" y="5920243"/>
            <a:ext cx="615319" cy="726469"/>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共有</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95" name="正方形/長方形 94">
            <a:extLst>
              <a:ext uri="{FF2B5EF4-FFF2-40B4-BE49-F238E27FC236}">
                <a16:creationId xmlns:a16="http://schemas.microsoft.com/office/drawing/2014/main" id="{08D3CEA1-3B9B-327F-C539-8D17089B6B6A}"/>
              </a:ext>
            </a:extLst>
          </p:cNvPr>
          <p:cNvSpPr/>
          <p:nvPr/>
        </p:nvSpPr>
        <p:spPr>
          <a:xfrm>
            <a:off x="1864930" y="5915327"/>
            <a:ext cx="2441474" cy="744707"/>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〇</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97" name="正方形/長方形 96">
            <a:extLst>
              <a:ext uri="{FF2B5EF4-FFF2-40B4-BE49-F238E27FC236}">
                <a16:creationId xmlns:a16="http://schemas.microsoft.com/office/drawing/2014/main" id="{DE543267-37FA-E0E3-125E-E31CFC869431}"/>
              </a:ext>
            </a:extLst>
          </p:cNvPr>
          <p:cNvSpPr/>
          <p:nvPr/>
        </p:nvSpPr>
        <p:spPr>
          <a:xfrm>
            <a:off x="6913539" y="5915327"/>
            <a:ext cx="2303675" cy="744707"/>
          </a:xfrm>
          <a:prstGeom prst="rect">
            <a:avLst/>
          </a:prstGeom>
          <a:no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〇</a:t>
            </a:r>
            <a:endParaRPr kumimoji="1" lang="en-US" altLang="ja-JP" sz="18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可</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論理削除されていたモデル期間の登録データは</a:t>
            </a:r>
            <a:endParaRPr kumimoji="1" lang="en-US" altLang="ja-JP" sz="7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3</a:t>
            </a: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月リリースに伴い復活するため表示可</a:t>
            </a:r>
            <a:endParaRPr kumimoji="1" lang="en-US" altLang="ja-JP"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6D58C155-745A-DF81-90AF-750A66CC2ACC}"/>
              </a:ext>
            </a:extLst>
          </p:cNvPr>
          <p:cNvSpPr/>
          <p:nvPr/>
        </p:nvSpPr>
        <p:spPr>
          <a:xfrm>
            <a:off x="391700" y="2222605"/>
            <a:ext cx="850808" cy="503193"/>
          </a:xfrm>
          <a:prstGeom prst="rect">
            <a:avLst/>
          </a:prstGeom>
          <a:solidFill>
            <a:schemeClr val="bg1">
              <a:lumMod val="85000"/>
            </a:schemeClr>
          </a:solidFill>
          <a:ln>
            <a:solidFill>
              <a:schemeClr val="bg1">
                <a:lumMod val="50000"/>
              </a:schemeClr>
            </a:solidFill>
          </a:ln>
        </p:spPr>
        <p:txBody>
          <a:bodyPr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a:ln>
                  <a:noFill/>
                </a:ln>
                <a:solidFill>
                  <a:prstClr val="black"/>
                </a:solidFill>
                <a:effectLst/>
                <a:uLnTx/>
                <a:uFillTx/>
                <a:latin typeface="Meiryo UI"/>
                <a:ea typeface="Meiryo UI"/>
                <a:cs typeface="Arial" charset="0"/>
              </a:rPr>
              <a:t>マイルストン</a:t>
            </a:r>
          </a:p>
        </p:txBody>
      </p:sp>
      <p:sp>
        <p:nvSpPr>
          <p:cNvPr id="35" name="正方形/長方形 34">
            <a:extLst>
              <a:ext uri="{FF2B5EF4-FFF2-40B4-BE49-F238E27FC236}">
                <a16:creationId xmlns:a16="http://schemas.microsoft.com/office/drawing/2014/main" id="{7BF10AF5-348A-FAF4-496B-40051360216C}"/>
              </a:ext>
            </a:extLst>
          </p:cNvPr>
          <p:cNvSpPr/>
          <p:nvPr/>
        </p:nvSpPr>
        <p:spPr>
          <a:xfrm>
            <a:off x="391700" y="2725605"/>
            <a:ext cx="850808" cy="1013254"/>
          </a:xfrm>
          <a:prstGeom prst="rect">
            <a:avLst/>
          </a:prstGeom>
          <a:solidFill>
            <a:schemeClr val="accent6">
              <a:lumMod val="20000"/>
              <a:lumOff val="80000"/>
            </a:schemeClr>
          </a:solidFill>
          <a:ln>
            <a:solidFill>
              <a:schemeClr val="bg1">
                <a:lumMod val="50000"/>
              </a:schemeClr>
            </a:solidFill>
          </a:ln>
        </p:spPr>
        <p:txBody>
          <a:bodyPr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a:ln>
                  <a:noFill/>
                </a:ln>
                <a:solidFill>
                  <a:prstClr val="black"/>
                </a:solidFill>
                <a:effectLst/>
                <a:uLnTx/>
                <a:uFillTx/>
                <a:latin typeface="Meiryo UI"/>
                <a:ea typeface="Meiryo UI"/>
                <a:cs typeface="Arial" charset="0"/>
              </a:rPr>
              <a:t>対応事項</a:t>
            </a:r>
          </a:p>
        </p:txBody>
      </p:sp>
      <p:cxnSp>
        <p:nvCxnSpPr>
          <p:cNvPr id="40" name="直線コネクタ 39">
            <a:extLst>
              <a:ext uri="{FF2B5EF4-FFF2-40B4-BE49-F238E27FC236}">
                <a16:creationId xmlns:a16="http://schemas.microsoft.com/office/drawing/2014/main" id="{EB967194-40E3-B664-AC18-6BEC0982E285}"/>
              </a:ext>
            </a:extLst>
          </p:cNvPr>
          <p:cNvCxnSpPr>
            <a:cxnSpLocks/>
          </p:cNvCxnSpPr>
          <p:nvPr/>
        </p:nvCxnSpPr>
        <p:spPr bwMode="auto">
          <a:xfrm>
            <a:off x="389296" y="3736800"/>
            <a:ext cx="8870298" cy="0"/>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46" name="吹き出し: 四角形 45">
            <a:extLst>
              <a:ext uri="{FF2B5EF4-FFF2-40B4-BE49-F238E27FC236}">
                <a16:creationId xmlns:a16="http://schemas.microsoft.com/office/drawing/2014/main" id="{DF8ED30E-1840-C2BA-8040-A2039875B7A8}"/>
              </a:ext>
            </a:extLst>
          </p:cNvPr>
          <p:cNvSpPr/>
          <p:nvPr/>
        </p:nvSpPr>
        <p:spPr>
          <a:xfrm>
            <a:off x="2327504" y="2799176"/>
            <a:ext cx="1911877" cy="412352"/>
          </a:xfrm>
          <a:prstGeom prst="wedgeRectCallout">
            <a:avLst>
              <a:gd name="adj1" fmla="val -55603"/>
              <a:gd name="adj2" fmla="val -61795"/>
            </a:avLst>
          </a:prstGeom>
          <a:solidFill>
            <a:schemeClr val="accent6">
              <a:lumMod val="20000"/>
              <a:lumOff val="80000"/>
            </a:schemeClr>
          </a:solidFill>
          <a:ln>
            <a:solidFill>
              <a:schemeClr val="bg1">
                <a:lumMod val="50000"/>
              </a:schemeClr>
            </a:solidFill>
          </a:ln>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99" name="テキスト ボックス 98">
            <a:extLst>
              <a:ext uri="{FF2B5EF4-FFF2-40B4-BE49-F238E27FC236}">
                <a16:creationId xmlns:a16="http://schemas.microsoft.com/office/drawing/2014/main" id="{47AD6892-255C-1FF2-D243-66A8D8547D02}"/>
              </a:ext>
            </a:extLst>
          </p:cNvPr>
          <p:cNvSpPr txBox="1"/>
          <p:nvPr/>
        </p:nvSpPr>
        <p:spPr>
          <a:xfrm>
            <a:off x="2307538" y="2742581"/>
            <a:ext cx="2026657" cy="474274"/>
          </a:xfrm>
          <a:prstGeom prst="borderCallout1">
            <a:avLst>
              <a:gd name="adj1" fmla="val -9091"/>
              <a:gd name="adj2" fmla="val 59486"/>
              <a:gd name="adj3" fmla="val -14974"/>
              <a:gd name="adj4" fmla="val 59223"/>
            </a:avLst>
          </a:prstGeom>
          <a:noFill/>
          <a:ln>
            <a:noFill/>
          </a:ln>
        </p:spPr>
        <p:txBody>
          <a:bodyPr wrap="square" lIns="36000" tIns="36000" rIns="36000" bIns="36000" rtlCol="0" anchor="ctr">
            <a:no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12</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月利活用</a:t>
            </a: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WG</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で付議後、血液型の登録を一時的にエラーにする対応を外部周知</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28" name="吹き出し: 四角形 27">
            <a:extLst>
              <a:ext uri="{FF2B5EF4-FFF2-40B4-BE49-F238E27FC236}">
                <a16:creationId xmlns:a16="http://schemas.microsoft.com/office/drawing/2014/main" id="{F22D3F20-0CA2-76DD-FFF4-EFE49C286B06}"/>
              </a:ext>
            </a:extLst>
          </p:cNvPr>
          <p:cNvSpPr/>
          <p:nvPr/>
        </p:nvSpPr>
        <p:spPr>
          <a:xfrm>
            <a:off x="4799644" y="2800460"/>
            <a:ext cx="1911877" cy="412352"/>
          </a:xfrm>
          <a:prstGeom prst="wedgeRectCallout">
            <a:avLst>
              <a:gd name="adj1" fmla="val -75410"/>
              <a:gd name="adj2" fmla="val -59555"/>
            </a:avLst>
          </a:prstGeom>
          <a:solidFill>
            <a:schemeClr val="accent6">
              <a:lumMod val="20000"/>
              <a:lumOff val="80000"/>
            </a:schemeClr>
          </a:solidFill>
          <a:ln>
            <a:solidFill>
              <a:schemeClr val="bg1">
                <a:lumMod val="50000"/>
              </a:schemeClr>
            </a:solidFill>
          </a:ln>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32" name="テキスト ボックス 31">
            <a:extLst>
              <a:ext uri="{FF2B5EF4-FFF2-40B4-BE49-F238E27FC236}">
                <a16:creationId xmlns:a16="http://schemas.microsoft.com/office/drawing/2014/main" id="{6AF68BE0-9BBD-C538-5991-0E556180B12B}"/>
              </a:ext>
            </a:extLst>
          </p:cNvPr>
          <p:cNvSpPr txBox="1"/>
          <p:nvPr/>
        </p:nvSpPr>
        <p:spPr>
          <a:xfrm>
            <a:off x="4821033" y="2755554"/>
            <a:ext cx="1986724" cy="474274"/>
          </a:xfrm>
          <a:prstGeom prst="borderCallout1">
            <a:avLst>
              <a:gd name="adj1" fmla="val -9091"/>
              <a:gd name="adj2" fmla="val 59486"/>
              <a:gd name="adj3" fmla="val -14974"/>
              <a:gd name="adj4" fmla="val 59223"/>
            </a:avLst>
          </a:prstGeom>
          <a:noFill/>
          <a:ln>
            <a:noFill/>
          </a:ln>
        </p:spPr>
        <p:txBody>
          <a:bodyPr wrap="square" lIns="36000" tIns="36000" rIns="36000" bIns="36000" rtlCol="0" anchor="ctr">
            <a:no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血液型のレコードを落とした</a:t>
            </a: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JLAC</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コードを適用し、血液型を登録エラーとする</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39" name="直線矢印コネクタ 38">
            <a:extLst>
              <a:ext uri="{FF2B5EF4-FFF2-40B4-BE49-F238E27FC236}">
                <a16:creationId xmlns:a16="http://schemas.microsoft.com/office/drawing/2014/main" id="{5AB5EBF8-7447-F3D1-E2DF-1C4930AD9FD9}"/>
              </a:ext>
            </a:extLst>
          </p:cNvPr>
          <p:cNvCxnSpPr>
            <a:cxnSpLocks/>
          </p:cNvCxnSpPr>
          <p:nvPr/>
        </p:nvCxnSpPr>
        <p:spPr bwMode="auto">
          <a:xfrm flipV="1">
            <a:off x="4343197" y="3577737"/>
            <a:ext cx="314408" cy="3111"/>
          </a:xfrm>
          <a:prstGeom prst="straightConnector1">
            <a:avLst/>
          </a:prstGeom>
          <a:solidFill>
            <a:schemeClr val="bg1"/>
          </a:solidFill>
          <a:ln w="9525" cap="flat" cmpd="sng" algn="ctr">
            <a:solidFill>
              <a:schemeClr val="bg1">
                <a:lumMod val="50000"/>
              </a:schemeClr>
            </a:solidFill>
            <a:prstDash val="solid"/>
            <a:round/>
            <a:headEnd type="triangle"/>
            <a:tailEnd type="triangle"/>
          </a:ln>
          <a:effectLst/>
        </p:spPr>
      </p:cxnSp>
      <p:sp>
        <p:nvSpPr>
          <p:cNvPr id="44" name="テキスト ボックス 43">
            <a:extLst>
              <a:ext uri="{FF2B5EF4-FFF2-40B4-BE49-F238E27FC236}">
                <a16:creationId xmlns:a16="http://schemas.microsoft.com/office/drawing/2014/main" id="{4711EAA1-E7C4-7B66-3588-70C2552D86D1}"/>
              </a:ext>
            </a:extLst>
          </p:cNvPr>
          <p:cNvSpPr txBox="1"/>
          <p:nvPr/>
        </p:nvSpPr>
        <p:spPr>
          <a:xfrm>
            <a:off x="3812788" y="3198946"/>
            <a:ext cx="1406208" cy="360000"/>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900" b="1" i="0" u="none" strike="noStrike" kern="1200" cap="none" spc="0" normalizeH="0" baseline="0" noProof="0">
                <a:ln>
                  <a:noFill/>
                </a:ln>
                <a:solidFill>
                  <a:srgbClr val="FF0000"/>
                </a:solidFill>
                <a:effectLst/>
                <a:uLnTx/>
                <a:uFillTx/>
                <a:latin typeface="Meiryo UI"/>
                <a:ea typeface="Meiryo UI"/>
                <a:cs typeface="+mn-cs"/>
              </a:rPr>
              <a:t>血液型含んだ臨床情報の</a:t>
            </a:r>
            <a:br>
              <a:rPr kumimoji="1" lang="en-US" altLang="ja-JP" sz="900" b="1" i="0" u="none" strike="noStrike" kern="1200" cap="none" spc="0" normalizeH="0" baseline="0" noProof="0">
                <a:ln>
                  <a:noFill/>
                </a:ln>
                <a:solidFill>
                  <a:srgbClr val="FF0000"/>
                </a:solidFill>
                <a:effectLst/>
                <a:uLnTx/>
                <a:uFillTx/>
                <a:latin typeface="Meiryo UI"/>
                <a:ea typeface="Meiryo UI"/>
                <a:cs typeface="+mn-cs"/>
              </a:rPr>
            </a:br>
            <a:r>
              <a:rPr kumimoji="1" lang="ja-JP" altLang="en-US" sz="900" b="1" i="0" u="none" strike="noStrike" kern="1200" cap="none" spc="0" normalizeH="0" baseline="0" noProof="0">
                <a:ln>
                  <a:noFill/>
                </a:ln>
                <a:solidFill>
                  <a:srgbClr val="FF0000"/>
                </a:solidFill>
                <a:effectLst/>
                <a:uLnTx/>
                <a:uFillTx/>
                <a:latin typeface="Meiryo UI"/>
                <a:ea typeface="Meiryo UI"/>
                <a:cs typeface="+mn-cs"/>
              </a:rPr>
              <a:t>論理削除</a:t>
            </a:r>
          </a:p>
        </p:txBody>
      </p:sp>
      <p:sp>
        <p:nvSpPr>
          <p:cNvPr id="48" name="吹き出し: 四角形 47">
            <a:extLst>
              <a:ext uri="{FF2B5EF4-FFF2-40B4-BE49-F238E27FC236}">
                <a16:creationId xmlns:a16="http://schemas.microsoft.com/office/drawing/2014/main" id="{4DFF17D3-D0E3-E095-C2CA-A691D6F3D329}"/>
              </a:ext>
            </a:extLst>
          </p:cNvPr>
          <p:cNvSpPr/>
          <p:nvPr/>
        </p:nvSpPr>
        <p:spPr>
          <a:xfrm>
            <a:off x="7439714" y="2815533"/>
            <a:ext cx="2074585" cy="585308"/>
          </a:xfrm>
          <a:prstGeom prst="wedgeRectCallout">
            <a:avLst>
              <a:gd name="adj1" fmla="val -75410"/>
              <a:gd name="adj2" fmla="val -59555"/>
            </a:avLst>
          </a:prstGeom>
          <a:solidFill>
            <a:schemeClr val="accent6">
              <a:lumMod val="20000"/>
              <a:lumOff val="80000"/>
            </a:schemeClr>
          </a:solidFill>
          <a:ln>
            <a:solidFill>
              <a:schemeClr val="bg1">
                <a:lumMod val="50000"/>
              </a:schemeClr>
            </a:solidFill>
          </a:ln>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50" name="テキスト ボックス 49">
            <a:extLst>
              <a:ext uri="{FF2B5EF4-FFF2-40B4-BE49-F238E27FC236}">
                <a16:creationId xmlns:a16="http://schemas.microsoft.com/office/drawing/2014/main" id="{5468FAAD-D151-8D35-2B6F-B6865D15491E}"/>
              </a:ext>
            </a:extLst>
          </p:cNvPr>
          <p:cNvSpPr txBox="1"/>
          <p:nvPr/>
        </p:nvSpPr>
        <p:spPr>
          <a:xfrm>
            <a:off x="7439714" y="2876913"/>
            <a:ext cx="2074577" cy="474274"/>
          </a:xfrm>
          <a:prstGeom prst="borderCallout1">
            <a:avLst>
              <a:gd name="adj1" fmla="val -9091"/>
              <a:gd name="adj2" fmla="val 59486"/>
              <a:gd name="adj3" fmla="val -14974"/>
              <a:gd name="adj4" fmla="val 59223"/>
            </a:avLst>
          </a:prstGeom>
          <a:noFill/>
          <a:ln>
            <a:noFill/>
          </a:ln>
        </p:spPr>
        <p:txBody>
          <a:bodyPr wrap="square" lIns="36000" tIns="36000" rIns="36000" bIns="36000" rtlCol="0" anchor="ctr">
            <a:no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ja-JP" sz="900" i="0" u="none" strike="noStrike" kern="1200" cap="none" spc="0" normalizeH="0" baseline="0" noProof="0">
                <a:ln>
                  <a:noFill/>
                </a:ln>
                <a:solidFill>
                  <a:prstClr val="black"/>
                </a:solidFill>
                <a:effectLst/>
                <a:uLnTx/>
                <a:uFillTx/>
                <a:latin typeface="Meiryo UI"/>
                <a:ea typeface="Meiryo UI"/>
                <a:cs typeface="+mn-cs"/>
              </a:rPr>
              <a:t>【</a:t>
            </a:r>
            <a:r>
              <a:rPr lang="ja-JP" altLang="en-US" sz="900">
                <a:solidFill>
                  <a:prstClr val="black"/>
                </a:solidFill>
                <a:latin typeface="Meiryo UI"/>
                <a:ea typeface="Meiryo UI"/>
              </a:rPr>
              <a:t>検討中</a:t>
            </a:r>
            <a:r>
              <a:rPr kumimoji="1" lang="en-US" altLang="ja-JP" sz="900" i="0" u="none" strike="noStrike" kern="1200" cap="none" spc="0" normalizeH="0" baseline="0" noProof="0">
                <a:ln>
                  <a:noFill/>
                </a:ln>
                <a:solidFill>
                  <a:prstClr val="black"/>
                </a:solidFill>
                <a:effectLst/>
                <a:uLnTx/>
                <a:uFillTx/>
                <a:latin typeface="Meiryo UI"/>
                <a:ea typeface="Meiryo UI"/>
                <a:cs typeface="+mn-cs"/>
              </a:rPr>
              <a:t>】</a:t>
            </a:r>
            <a:br>
              <a:rPr kumimoji="1" lang="en-US" altLang="ja-JP" sz="900" b="0" i="0" u="none" strike="noStrike" kern="1200" cap="none" spc="0" normalizeH="0" baseline="0" noProof="0">
                <a:ln>
                  <a:noFill/>
                </a:ln>
                <a:solidFill>
                  <a:prstClr val="black"/>
                </a:solidFill>
                <a:effectLst/>
                <a:uLnTx/>
                <a:uFillTx/>
                <a:latin typeface="Meiryo UI"/>
                <a:ea typeface="Meiryo UI"/>
                <a:cs typeface="+mn-cs"/>
              </a:rPr>
            </a:b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3</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月リリースに伴い、案件</a:t>
            </a:r>
            <a:r>
              <a:rPr kumimoji="1" lang="en-US" altLang="ja-JP" sz="900" b="0" i="0" u="none" strike="noStrike" kern="1200" cap="none" spc="0" normalizeH="0" baseline="0" noProof="0">
                <a:ln>
                  <a:noFill/>
                </a:ln>
                <a:solidFill>
                  <a:prstClr val="black"/>
                </a:solidFill>
                <a:effectLst/>
                <a:uLnTx/>
                <a:uFillTx/>
                <a:latin typeface="Meiryo UI"/>
                <a:ea typeface="Meiryo UI"/>
                <a:cs typeface="+mn-cs"/>
              </a:rPr>
              <a:t>ID210</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が実装され、血液型を非共有となるため、血液型データが登録</a:t>
            </a:r>
            <a:r>
              <a:rPr kumimoji="1" lang="ja-JP" altLang="en-US" sz="900" b="1" i="0" u="none" strike="noStrike" kern="1200" cap="none" spc="0" normalizeH="0" baseline="0" noProof="0">
                <a:ln>
                  <a:noFill/>
                </a:ln>
                <a:solidFill>
                  <a:prstClr val="black"/>
                </a:solidFill>
                <a:effectLst/>
                <a:uLnTx/>
                <a:uFillTx/>
                <a:latin typeface="Meiryo UI"/>
                <a:ea typeface="Meiryo UI"/>
                <a:cs typeface="+mn-cs"/>
              </a:rPr>
              <a:t>可</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になるようマスタを適用する</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52" name="四角形: 角を丸くする 51">
            <a:extLst>
              <a:ext uri="{FF2B5EF4-FFF2-40B4-BE49-F238E27FC236}">
                <a16:creationId xmlns:a16="http://schemas.microsoft.com/office/drawing/2014/main" id="{E9F6646F-F584-007A-2B14-208DD327E006}"/>
              </a:ext>
            </a:extLst>
          </p:cNvPr>
          <p:cNvSpPr/>
          <p:nvPr/>
        </p:nvSpPr>
        <p:spPr>
          <a:xfrm>
            <a:off x="389296" y="1948672"/>
            <a:ext cx="4668479" cy="248400"/>
          </a:xfrm>
          <a:prstGeom prst="roundRect">
            <a:avLst>
              <a:gd name="adj" fmla="val 0"/>
            </a:avLst>
          </a:prstGeom>
          <a:solidFill>
            <a:schemeClr val="bg1"/>
          </a:solidFill>
          <a:ln w="9525"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black"/>
                </a:solidFill>
                <a:effectLst/>
                <a:uLnTx/>
                <a:uFillTx/>
                <a:latin typeface="Arial"/>
                <a:ea typeface="Meiryo UI"/>
                <a:cs typeface="Meiryo UI" panose="020B0604030504040204" pitchFamily="50" charset="-128"/>
              </a:rPr>
              <a:t>マスタによる制御した場合の対応事項とスケジュールイメージ</a:t>
            </a:r>
          </a:p>
        </p:txBody>
      </p:sp>
    </p:spTree>
    <p:extLst>
      <p:ext uri="{BB962C8B-B14F-4D97-AF65-F5344CB8AC3E}">
        <p14:creationId xmlns:p14="http://schemas.microsoft.com/office/powerpoint/2010/main" val="1430694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F422-D34D-8D66-D300-2E4F269E546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31D1594-4F1E-CE02-9517-1D946A80877F}"/>
              </a:ext>
            </a:extLst>
          </p:cNvPr>
          <p:cNvSpPr>
            <a:spLocks noGrp="1"/>
          </p:cNvSpPr>
          <p:nvPr>
            <p:ph idx="1"/>
          </p:nvPr>
        </p:nvSpPr>
        <p:spPr/>
        <p:txBody>
          <a:bodyPr/>
          <a:lstStyle/>
          <a:p>
            <a:pPr marL="285750" indent="-285750">
              <a:buFont typeface="Arial" panose="020B0604020202020204" pitchFamily="34" charset="0"/>
              <a:buChar char="•"/>
            </a:pPr>
            <a:r>
              <a:rPr lang="en-US" altLang="ja-JP" sz="1200" noProof="1"/>
              <a:t>10/5</a:t>
            </a:r>
            <a:r>
              <a:rPr lang="ja-JP" altLang="en-US" sz="1200" noProof="1"/>
              <a:t>時点において、</a:t>
            </a:r>
            <a:r>
              <a:rPr lang="en-US" altLang="ja-JP" sz="1200" noProof="1"/>
              <a:t>4</a:t>
            </a:r>
            <a:r>
              <a:rPr lang="ja-JP" altLang="en-US" sz="1200" noProof="1"/>
              <a:t>件の令和</a:t>
            </a:r>
            <a:r>
              <a:rPr lang="en-US" altLang="ja-JP" sz="1200" noProof="1"/>
              <a:t>9</a:t>
            </a:r>
            <a:r>
              <a:rPr lang="ja-JP" altLang="en-US" sz="1200" noProof="1"/>
              <a:t>年度案件の案件背景などを更新し、</a:t>
            </a:r>
            <a:r>
              <a:rPr lang="en-US" altLang="ja-JP" sz="1200" noProof="1"/>
              <a:t>2</a:t>
            </a:r>
            <a:r>
              <a:rPr lang="ja-JP" altLang="en-US" sz="1200" noProof="1"/>
              <a:t>件の案件のリリース時期を令和</a:t>
            </a:r>
            <a:r>
              <a:rPr lang="en-US" altLang="ja-JP" sz="1200" noProof="1"/>
              <a:t>9</a:t>
            </a:r>
            <a:r>
              <a:rPr lang="ja-JP" altLang="en-US" sz="1200" noProof="1"/>
              <a:t>年度開発に更新した。</a:t>
            </a:r>
            <a:endParaRPr lang="en-US" altLang="ja-JP" sz="1200" noProof="1"/>
          </a:p>
        </p:txBody>
      </p:sp>
      <p:sp>
        <p:nvSpPr>
          <p:cNvPr id="3" name="タイトル 2">
            <a:extLst>
              <a:ext uri="{FF2B5EF4-FFF2-40B4-BE49-F238E27FC236}">
                <a16:creationId xmlns:a16="http://schemas.microsoft.com/office/drawing/2014/main" id="{A8AE9675-0AC0-4C5B-7447-DA0979025698}"/>
              </a:ext>
            </a:extLst>
          </p:cNvPr>
          <p:cNvSpPr>
            <a:spLocks noGrp="1"/>
          </p:cNvSpPr>
          <p:nvPr>
            <p:ph type="title"/>
          </p:nvPr>
        </p:nvSpPr>
        <p:spPr/>
        <p:txBody>
          <a:bodyPr>
            <a:normAutofit/>
          </a:bodyPr>
          <a:lstStyle/>
          <a:p>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endParaRPr lang="en-US" altLang="ja-JP">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EEAE55DF-6038-1A33-230E-E8499D0CBF81}"/>
              </a:ext>
            </a:extLst>
          </p:cNvPr>
          <p:cNvGraphicFramePr>
            <a:graphicFrameLocks noGrp="1"/>
          </p:cNvGraphicFramePr>
          <p:nvPr/>
        </p:nvGraphicFramePr>
        <p:xfrm>
          <a:off x="154618" y="1616937"/>
          <a:ext cx="9596764" cy="2788920"/>
        </p:xfrm>
        <a:graphic>
          <a:graphicData uri="http://schemas.openxmlformats.org/drawingml/2006/table">
            <a:tbl>
              <a:tblPr/>
              <a:tblGrid>
                <a:gridCol w="368737">
                  <a:extLst>
                    <a:ext uri="{9D8B030D-6E8A-4147-A177-3AD203B41FA5}">
                      <a16:colId xmlns:a16="http://schemas.microsoft.com/office/drawing/2014/main" val="3769149407"/>
                    </a:ext>
                  </a:extLst>
                </a:gridCol>
                <a:gridCol w="368737">
                  <a:extLst>
                    <a:ext uri="{9D8B030D-6E8A-4147-A177-3AD203B41FA5}">
                      <a16:colId xmlns:a16="http://schemas.microsoft.com/office/drawing/2014/main" val="4160991727"/>
                    </a:ext>
                  </a:extLst>
                </a:gridCol>
                <a:gridCol w="563778">
                  <a:extLst>
                    <a:ext uri="{9D8B030D-6E8A-4147-A177-3AD203B41FA5}">
                      <a16:colId xmlns:a16="http://schemas.microsoft.com/office/drawing/2014/main" val="2752638270"/>
                    </a:ext>
                  </a:extLst>
                </a:gridCol>
                <a:gridCol w="567613">
                  <a:extLst>
                    <a:ext uri="{9D8B030D-6E8A-4147-A177-3AD203B41FA5}">
                      <a16:colId xmlns:a16="http://schemas.microsoft.com/office/drawing/2014/main" val="542443215"/>
                    </a:ext>
                  </a:extLst>
                </a:gridCol>
                <a:gridCol w="1855698">
                  <a:extLst>
                    <a:ext uri="{9D8B030D-6E8A-4147-A177-3AD203B41FA5}">
                      <a16:colId xmlns:a16="http://schemas.microsoft.com/office/drawing/2014/main" val="604924163"/>
                    </a:ext>
                  </a:extLst>
                </a:gridCol>
                <a:gridCol w="3864644">
                  <a:extLst>
                    <a:ext uri="{9D8B030D-6E8A-4147-A177-3AD203B41FA5}">
                      <a16:colId xmlns:a16="http://schemas.microsoft.com/office/drawing/2014/main" val="710115409"/>
                    </a:ext>
                  </a:extLst>
                </a:gridCol>
                <a:gridCol w="533400">
                  <a:extLst>
                    <a:ext uri="{9D8B030D-6E8A-4147-A177-3AD203B41FA5}">
                      <a16:colId xmlns:a16="http://schemas.microsoft.com/office/drawing/2014/main" val="720182529"/>
                    </a:ext>
                  </a:extLst>
                </a:gridCol>
                <a:gridCol w="1474157">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優先度</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011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健診文書</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a:t>
                      </a:r>
                      <a:r>
                        <a:rPr lang="en-US" altLang="ja-JP" sz="900" b="0" i="0" u="none" strike="noStrike">
                          <a:solidFill>
                            <a:srgbClr val="000000"/>
                          </a:solidFill>
                          <a:effectLst/>
                          <a:latin typeface="Meiryo UI" panose="020B0604030504040204" pitchFamily="50" charset="-128"/>
                          <a:ea typeface="Meiryo UI" panose="020B0604030504040204" pitchFamily="50" charset="-128"/>
                        </a:rPr>
                        <a:t>PDF</a:t>
                      </a:r>
                      <a:r>
                        <a:rPr lang="ja-JP" altLang="en-US" sz="900" b="0" i="0" u="none" strike="noStrike">
                          <a:solidFill>
                            <a:srgbClr val="000000"/>
                          </a:solidFill>
                          <a:effectLst/>
                          <a:latin typeface="Meiryo UI" panose="020B0604030504040204" pitchFamily="50" charset="-128"/>
                          <a:ea typeface="Meiryo UI" panose="020B0604030504040204" pitchFamily="50" charset="-128"/>
                        </a:rPr>
                        <a:t>帳票の表示件数の拡張</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a:t>
                      </a:r>
                      <a:r>
                        <a:rPr lang="en-US" altLang="ja-JP" sz="900" b="0" i="0" u="none" strike="noStrike">
                          <a:solidFill>
                            <a:srgbClr val="000000"/>
                          </a:solidFill>
                          <a:effectLst/>
                          <a:latin typeface="Meiryo UI" panose="020B0604030504040204" pitchFamily="50" charset="-128"/>
                          <a:ea typeface="Meiryo UI" panose="020B0604030504040204" pitchFamily="50" charset="-128"/>
                        </a:rPr>
                        <a:t>PDF</a:t>
                      </a:r>
                      <a:r>
                        <a:rPr lang="ja-JP" altLang="en-US" sz="900" b="0" i="0" u="none" strike="noStrike">
                          <a:solidFill>
                            <a:srgbClr val="000000"/>
                          </a:solidFill>
                          <a:effectLst/>
                          <a:latin typeface="Meiryo UI" panose="020B0604030504040204" pitchFamily="50" charset="-128"/>
                          <a:ea typeface="Meiryo UI" panose="020B0604030504040204" pitchFamily="50" charset="-128"/>
                        </a:rPr>
                        <a:t>帳票の表示上限を</a:t>
                      </a:r>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回分から５年分</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回数上限なし</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に変更する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・案件の背景などを更新。</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56264488"/>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148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サービスデザイン</a:t>
                      </a:r>
                      <a:endParaRPr kumimoji="1" lang="en-US" altLang="zh-TW"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本サービス対象施設種別の追加（訪問看護ステーションによる健診文書・臨床情報閲覧）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訪問看護ステーションで健診文書の取得・閲覧、臨床情報の取得・閲覧ができるようにする</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・案件の背景などを更新。</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540867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149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サービスデザイン</a:t>
                      </a:r>
                      <a:endParaRPr kumimoji="1" lang="en-US" altLang="zh-TW"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「職域診療所」へのサービス導入</a:t>
                      </a:r>
                    </a:p>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情報の登録・閲覧）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職域診療所も、保険医療機関（医科）と同様の取り扱いで、本サービスの利用ができるようにする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・案件の背景などを更新。</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25587216"/>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サービスデザイン</a:t>
                      </a:r>
                      <a:endParaRPr kumimoji="1" lang="en-US" altLang="zh-TW"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「健診実施機関(単独)」へのサービス導入</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健診実施機関(単独)も、健診文書の登録</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および「薬剤情報等・特定健診情報・臨床情報」の取得・閲覧をできるようにする。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・案件の背景などを更新。</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28930258"/>
                  </a:ext>
                </a:extLst>
              </a:tr>
            </a:tbl>
          </a:graphicData>
        </a:graphic>
      </p:graphicFrame>
      <p:sp>
        <p:nvSpPr>
          <p:cNvPr id="6" name="四角形: 角を丸くする 5">
            <a:extLst>
              <a:ext uri="{FF2B5EF4-FFF2-40B4-BE49-F238E27FC236}">
                <a16:creationId xmlns:a16="http://schemas.microsoft.com/office/drawing/2014/main" id="{74C29053-4C8E-2795-2073-F3CCA187E994}"/>
              </a:ext>
            </a:extLst>
          </p:cNvPr>
          <p:cNvSpPr/>
          <p:nvPr/>
        </p:nvSpPr>
        <p:spPr>
          <a:xfrm>
            <a:off x="154618" y="1263940"/>
            <a:ext cx="1981610" cy="216206"/>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案件背景などの更新</a:t>
            </a:r>
            <a:endParaRPr kumimoji="1" lang="en-US" altLang="ja-JP" sz="1100" b="0" i="0" u="none" strike="noStrike" kern="1200" cap="none" spc="0" normalizeH="0" baseline="0" noProof="1">
              <a:ln>
                <a:noFill/>
              </a:ln>
              <a:solidFill>
                <a:prstClr val="white"/>
              </a:solidFill>
              <a:effectLst/>
              <a:uLnTx/>
              <a:uFillTx/>
              <a:latin typeface="Meiryo UI"/>
              <a:ea typeface="Meiryo UI"/>
              <a:cs typeface="+mn-cs"/>
            </a:endParaRPr>
          </a:p>
        </p:txBody>
      </p:sp>
      <p:graphicFrame>
        <p:nvGraphicFramePr>
          <p:cNvPr id="16" name="表 15">
            <a:extLst>
              <a:ext uri="{FF2B5EF4-FFF2-40B4-BE49-F238E27FC236}">
                <a16:creationId xmlns:a16="http://schemas.microsoft.com/office/drawing/2014/main" id="{9FEB9D1B-17AF-856D-08CB-BDFBDDFD2ED6}"/>
              </a:ext>
            </a:extLst>
          </p:cNvPr>
          <p:cNvGraphicFramePr>
            <a:graphicFrameLocks noGrp="1"/>
          </p:cNvGraphicFramePr>
          <p:nvPr/>
        </p:nvGraphicFramePr>
        <p:xfrm>
          <a:off x="160804" y="4851666"/>
          <a:ext cx="9596764" cy="1234440"/>
        </p:xfrm>
        <a:graphic>
          <a:graphicData uri="http://schemas.openxmlformats.org/drawingml/2006/table">
            <a:tbl>
              <a:tblPr/>
              <a:tblGrid>
                <a:gridCol w="368737">
                  <a:extLst>
                    <a:ext uri="{9D8B030D-6E8A-4147-A177-3AD203B41FA5}">
                      <a16:colId xmlns:a16="http://schemas.microsoft.com/office/drawing/2014/main" val="3769149407"/>
                    </a:ext>
                  </a:extLst>
                </a:gridCol>
                <a:gridCol w="368737">
                  <a:extLst>
                    <a:ext uri="{9D8B030D-6E8A-4147-A177-3AD203B41FA5}">
                      <a16:colId xmlns:a16="http://schemas.microsoft.com/office/drawing/2014/main" val="4160991727"/>
                    </a:ext>
                  </a:extLst>
                </a:gridCol>
                <a:gridCol w="563778">
                  <a:extLst>
                    <a:ext uri="{9D8B030D-6E8A-4147-A177-3AD203B41FA5}">
                      <a16:colId xmlns:a16="http://schemas.microsoft.com/office/drawing/2014/main" val="2752638270"/>
                    </a:ext>
                  </a:extLst>
                </a:gridCol>
                <a:gridCol w="567613">
                  <a:extLst>
                    <a:ext uri="{9D8B030D-6E8A-4147-A177-3AD203B41FA5}">
                      <a16:colId xmlns:a16="http://schemas.microsoft.com/office/drawing/2014/main" val="542443215"/>
                    </a:ext>
                  </a:extLst>
                </a:gridCol>
                <a:gridCol w="1855698">
                  <a:extLst>
                    <a:ext uri="{9D8B030D-6E8A-4147-A177-3AD203B41FA5}">
                      <a16:colId xmlns:a16="http://schemas.microsoft.com/office/drawing/2014/main" val="604924163"/>
                    </a:ext>
                  </a:extLst>
                </a:gridCol>
                <a:gridCol w="3887033">
                  <a:extLst>
                    <a:ext uri="{9D8B030D-6E8A-4147-A177-3AD203B41FA5}">
                      <a16:colId xmlns:a16="http://schemas.microsoft.com/office/drawing/2014/main" val="710115409"/>
                    </a:ext>
                  </a:extLst>
                </a:gridCol>
                <a:gridCol w="552450">
                  <a:extLst>
                    <a:ext uri="{9D8B030D-6E8A-4147-A177-3AD203B41FA5}">
                      <a16:colId xmlns:a16="http://schemas.microsoft.com/office/drawing/2014/main" val="720182529"/>
                    </a:ext>
                  </a:extLst>
                </a:gridCol>
                <a:gridCol w="1432718">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優先度</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059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マイナポ連携</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医療機関等検索の検索キーの追加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マイナポータルにおいて医療機関検索の拡充（医療機関名（カナ）の項目追加、都道府県入力必須の解除）</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56264488"/>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178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文書・臨床情報・患者サマリーの保存期間の延長</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文書臨床情報・患者サマリーの閲覧可能期間を現行仕様から延長する。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低</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33014308"/>
                  </a:ext>
                </a:extLst>
              </a:tr>
            </a:tbl>
          </a:graphicData>
        </a:graphic>
      </p:graphicFrame>
      <p:sp>
        <p:nvSpPr>
          <p:cNvPr id="18" name="四角形: 角を丸くする 17">
            <a:extLst>
              <a:ext uri="{FF2B5EF4-FFF2-40B4-BE49-F238E27FC236}">
                <a16:creationId xmlns:a16="http://schemas.microsoft.com/office/drawing/2014/main" id="{9CE99958-1C43-83F2-14D4-5A5AD077F62C}"/>
              </a:ext>
            </a:extLst>
          </p:cNvPr>
          <p:cNvSpPr/>
          <p:nvPr/>
        </p:nvSpPr>
        <p:spPr>
          <a:xfrm>
            <a:off x="160804" y="4498669"/>
            <a:ext cx="3203437" cy="216206"/>
          </a:xfrm>
          <a:prstGeom prst="roundRect">
            <a:avLst/>
          </a:prstGeom>
          <a:solidFill>
            <a:schemeClr val="tx2"/>
          </a:solidFill>
          <a:ln>
            <a:noFill/>
          </a:ln>
        </p:spPr>
        <p:txBody>
          <a:bodyPr rtlCol="0" anchor="ctr"/>
          <a:lstStyle/>
          <a:p>
            <a:pPr algn="ctr" fontAlgn="base">
              <a:spcBef>
                <a:spcPct val="20000"/>
              </a:spcBef>
              <a:spcAft>
                <a:spcPct val="0"/>
              </a:spcAft>
              <a:defRPr/>
            </a:pPr>
            <a:r>
              <a:rPr lang="ja-JP" altLang="en-US" sz="1100" noProof="1">
                <a:solidFill>
                  <a:prstClr val="white"/>
                </a:solidFill>
                <a:latin typeface="Meiryo UI"/>
              </a:rPr>
              <a:t>リリース時期の変更</a:t>
            </a:r>
            <a:r>
              <a:rPr lang="en-US" altLang="ja-JP" sz="1100" noProof="1">
                <a:solidFill>
                  <a:prstClr val="white"/>
                </a:solidFill>
                <a:latin typeface="Meiryo UI"/>
              </a:rPr>
              <a:t>(</a:t>
            </a:r>
            <a:r>
              <a:rPr lang="ja-JP" altLang="en-US" sz="1100" noProof="1">
                <a:solidFill>
                  <a:prstClr val="white"/>
                </a:solidFill>
                <a:latin typeface="Meiryo UI"/>
              </a:rPr>
              <a:t>令和</a:t>
            </a:r>
            <a:r>
              <a:rPr lang="en-US" altLang="ja-JP" sz="1100" noProof="1">
                <a:solidFill>
                  <a:prstClr val="white"/>
                </a:solidFill>
                <a:latin typeface="Meiryo UI"/>
              </a:rPr>
              <a:t>9</a:t>
            </a:r>
            <a:r>
              <a:rPr lang="ja-JP" altLang="en-US" sz="1100" noProof="1">
                <a:solidFill>
                  <a:prstClr val="white"/>
                </a:solidFill>
                <a:latin typeface="Meiryo UI"/>
              </a:rPr>
              <a:t>年度開発</a:t>
            </a:r>
            <a:r>
              <a:rPr lang="en-US" altLang="ja-JP" sz="1100" noProof="1">
                <a:solidFill>
                  <a:prstClr val="white"/>
                </a:solidFill>
                <a:latin typeface="Meiryo UI"/>
              </a:rPr>
              <a:t>)</a:t>
            </a:r>
          </a:p>
        </p:txBody>
      </p:sp>
    </p:spTree>
    <p:extLst>
      <p:ext uri="{BB962C8B-B14F-4D97-AF65-F5344CB8AC3E}">
        <p14:creationId xmlns:p14="http://schemas.microsoft.com/office/powerpoint/2010/main" val="348946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296E7-FB91-9880-35E6-3D0543F11A46}"/>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2251B0E-7BBC-C13C-753A-F96C654EC18F}"/>
              </a:ext>
            </a:extLst>
          </p:cNvPr>
          <p:cNvSpPr>
            <a:spLocks noGrp="1"/>
          </p:cNvSpPr>
          <p:nvPr>
            <p:ph idx="1"/>
          </p:nvPr>
        </p:nvSpPr>
        <p:spPr/>
        <p:txBody>
          <a:bodyPr/>
          <a:lstStyle/>
          <a:p>
            <a:pPr marL="285750" indent="-285750">
              <a:buFont typeface="Arial" panose="020B0604020202020204" pitchFamily="34" charset="0"/>
              <a:buChar char="•"/>
            </a:pPr>
            <a:r>
              <a:rPr lang="en-US" altLang="ja-JP" sz="1200" noProof="1"/>
              <a:t>10/5</a:t>
            </a:r>
            <a:r>
              <a:rPr lang="ja-JP" altLang="en-US" sz="1200" noProof="1"/>
              <a:t>時点において、計</a:t>
            </a:r>
            <a:r>
              <a:rPr lang="en-US" altLang="ja-JP" sz="1200" noProof="1"/>
              <a:t>10</a:t>
            </a:r>
            <a:r>
              <a:rPr lang="ja-JP" altLang="en-US" sz="1200" noProof="1"/>
              <a:t>件の案件のリリース時期を令和</a:t>
            </a:r>
            <a:r>
              <a:rPr lang="en-US" altLang="ja-JP" sz="1200" noProof="1"/>
              <a:t>10</a:t>
            </a:r>
            <a:r>
              <a:rPr lang="ja-JP" altLang="en-US" sz="1200" noProof="1"/>
              <a:t>年度以降開発に更新した。</a:t>
            </a:r>
            <a:endParaRPr lang="en-US" altLang="ja-JP" sz="1200" noProof="1"/>
          </a:p>
        </p:txBody>
      </p:sp>
      <p:sp>
        <p:nvSpPr>
          <p:cNvPr id="3" name="タイトル 2">
            <a:extLst>
              <a:ext uri="{FF2B5EF4-FFF2-40B4-BE49-F238E27FC236}">
                <a16:creationId xmlns:a16="http://schemas.microsoft.com/office/drawing/2014/main" id="{28D0457B-7CF2-045B-8B74-131BA2666A26}"/>
              </a:ext>
            </a:extLst>
          </p:cNvPr>
          <p:cNvSpPr>
            <a:spLocks noGrp="1"/>
          </p:cNvSpPr>
          <p:nvPr>
            <p:ph type="title"/>
          </p:nvPr>
        </p:nvSpPr>
        <p:spPr/>
        <p:txBody>
          <a:bodyPr>
            <a:normAutofit/>
          </a:bodyPr>
          <a:lstStyle/>
          <a:p>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endParaRPr kumimoji="1" lang="ja-JP" altLang="en-US"/>
          </a:p>
        </p:txBody>
      </p:sp>
      <p:sp>
        <p:nvSpPr>
          <p:cNvPr id="11" name="四角形: 角を丸くする 10">
            <a:extLst>
              <a:ext uri="{FF2B5EF4-FFF2-40B4-BE49-F238E27FC236}">
                <a16:creationId xmlns:a16="http://schemas.microsoft.com/office/drawing/2014/main" id="{324A51D1-8780-FB08-D42A-090C2DC959E6}"/>
              </a:ext>
            </a:extLst>
          </p:cNvPr>
          <p:cNvSpPr/>
          <p:nvPr/>
        </p:nvSpPr>
        <p:spPr>
          <a:xfrm>
            <a:off x="0" y="1400731"/>
            <a:ext cx="2927541" cy="216206"/>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リリース時期の変更</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a:t>
            </a: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10</a:t>
            </a: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年度以降開発</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a:t>
            </a:r>
          </a:p>
        </p:txBody>
      </p:sp>
      <p:graphicFrame>
        <p:nvGraphicFramePr>
          <p:cNvPr id="14" name="表 13">
            <a:extLst>
              <a:ext uri="{FF2B5EF4-FFF2-40B4-BE49-F238E27FC236}">
                <a16:creationId xmlns:a16="http://schemas.microsoft.com/office/drawing/2014/main" id="{EB9AEAF5-4F7B-239E-E76C-9FA2D15067C9}"/>
              </a:ext>
            </a:extLst>
          </p:cNvPr>
          <p:cNvGraphicFramePr>
            <a:graphicFrameLocks noGrp="1"/>
          </p:cNvGraphicFramePr>
          <p:nvPr/>
        </p:nvGraphicFramePr>
        <p:xfrm>
          <a:off x="0" y="1712687"/>
          <a:ext cx="9596763" cy="4160520"/>
        </p:xfrm>
        <a:graphic>
          <a:graphicData uri="http://schemas.openxmlformats.org/drawingml/2006/table">
            <a:tbl>
              <a:tblPr/>
              <a:tblGrid>
                <a:gridCol w="411832">
                  <a:extLst>
                    <a:ext uri="{9D8B030D-6E8A-4147-A177-3AD203B41FA5}">
                      <a16:colId xmlns:a16="http://schemas.microsoft.com/office/drawing/2014/main" val="3769149407"/>
                    </a:ext>
                  </a:extLst>
                </a:gridCol>
                <a:gridCol w="411832">
                  <a:extLst>
                    <a:ext uri="{9D8B030D-6E8A-4147-A177-3AD203B41FA5}">
                      <a16:colId xmlns:a16="http://schemas.microsoft.com/office/drawing/2014/main" val="4160991727"/>
                    </a:ext>
                  </a:extLst>
                </a:gridCol>
                <a:gridCol w="629668">
                  <a:extLst>
                    <a:ext uri="{9D8B030D-6E8A-4147-A177-3AD203B41FA5}">
                      <a16:colId xmlns:a16="http://schemas.microsoft.com/office/drawing/2014/main" val="2752638270"/>
                    </a:ext>
                  </a:extLst>
                </a:gridCol>
                <a:gridCol w="633951">
                  <a:extLst>
                    <a:ext uri="{9D8B030D-6E8A-4147-A177-3AD203B41FA5}">
                      <a16:colId xmlns:a16="http://schemas.microsoft.com/office/drawing/2014/main" val="542443215"/>
                    </a:ext>
                  </a:extLst>
                </a:gridCol>
                <a:gridCol w="2072578">
                  <a:extLst>
                    <a:ext uri="{9D8B030D-6E8A-4147-A177-3AD203B41FA5}">
                      <a16:colId xmlns:a16="http://schemas.microsoft.com/office/drawing/2014/main" val="604924163"/>
                    </a:ext>
                  </a:extLst>
                </a:gridCol>
                <a:gridCol w="3749205">
                  <a:extLst>
                    <a:ext uri="{9D8B030D-6E8A-4147-A177-3AD203B41FA5}">
                      <a16:colId xmlns:a16="http://schemas.microsoft.com/office/drawing/2014/main" val="710115409"/>
                    </a:ext>
                  </a:extLst>
                </a:gridCol>
                <a:gridCol w="1687697">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015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健診文書</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健診結果報告書の医療扶助対応</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健診結果報告書の医療扶助対応</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福祉事務所への健診結果報告書の連携</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令和</a:t>
                      </a:r>
                      <a:r>
                        <a:rPr lang="en-US" altLang="ja-JP" sz="900" b="0" i="0" u="none" strike="noStrike">
                          <a:solidFill>
                            <a:srgbClr val="000000"/>
                          </a:solidFill>
                          <a:effectLst/>
                          <a:latin typeface="Meiryo UI" panose="020B0604030504040204" pitchFamily="50" charset="-128"/>
                          <a:ea typeface="Meiryo UI" panose="020B0604030504040204" pitchFamily="50" charset="-128"/>
                        </a:rPr>
                        <a:t>10</a:t>
                      </a:r>
                      <a:r>
                        <a:rPr lang="ja-JP" altLang="en-US" sz="900" b="0" i="0" u="none" strike="noStrike">
                          <a:solidFill>
                            <a:srgbClr val="000000"/>
                          </a:solidFill>
                          <a:effectLst/>
                          <a:latin typeface="Meiryo UI" panose="020B0604030504040204" pitchFamily="50" charset="-128"/>
                          <a:ea typeface="Meiryo UI" panose="020B0604030504040204" pitchFamily="50" charset="-128"/>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4773113"/>
                  </a:ext>
                </a:extLst>
              </a:tr>
              <a:tr h="415827">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037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服薬状況等のフィードバック情報の連携機能の追加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服薬状況等のフィードバック情報の新規追加</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服薬状況等のフィードバック情報を薬局から医療機関にデータ連携するための基盤を新規構築する</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薬局への対応（登録対象施設拡大）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66773654"/>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038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看護情報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訪問看護指示書等</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看護情報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訪問看護指示書等</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の新規追加</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訪問看護ステーションへの対応（登録・閲覧対象施設拡大）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26629139"/>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040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蘇生処置</a:t>
                      </a:r>
                      <a:r>
                        <a:rPr lang="en-US" altLang="ja-JP" sz="900" b="0" i="0" u="none" strike="noStrike">
                          <a:solidFill>
                            <a:srgbClr val="000000"/>
                          </a:solidFill>
                          <a:effectLst/>
                          <a:latin typeface="Meiryo UI" panose="020B0604030504040204" pitchFamily="50" charset="-128"/>
                          <a:ea typeface="Meiryo UI" panose="020B0604030504040204" pitchFamily="50" charset="-128"/>
                        </a:rPr>
                        <a:t>(DNR/ACP)</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蘇生処置</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en-US" sz="900" b="0" i="0" u="none" strike="noStrike">
                          <a:solidFill>
                            <a:srgbClr val="000000"/>
                          </a:solidFill>
                          <a:effectLst/>
                          <a:latin typeface="Meiryo UI" panose="020B0604030504040204" pitchFamily="50" charset="-128"/>
                          <a:ea typeface="Meiryo UI" panose="020B0604030504040204" pitchFamily="50" charset="-128"/>
                        </a:rPr>
                        <a:t>DNR/ACP)</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の新規追加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67938689"/>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041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透析の連携機能の追加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透析情報の新規追加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41169012"/>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050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オプトアウト</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lang="ja-JP" altLang="ja-JP" sz="900" b="0" i="0" u="none" strike="noStrike">
                          <a:solidFill>
                            <a:srgbClr val="000000"/>
                          </a:solidFill>
                          <a:effectLst/>
                          <a:latin typeface="Meiryo UI" panose="020B0604030504040204" pitchFamily="50" charset="-128"/>
                          <a:ea typeface="Meiryo UI" panose="020B0604030504040204" pitchFamily="50" charset="-128"/>
                        </a:rPr>
                        <a:t>患者のオプトアウトによる基盤内データ保存制御機能を新規構築する（操作はマイナポータルを想定)</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27011992"/>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053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マイナポ連携</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PHR</a:t>
                      </a:r>
                      <a:r>
                        <a:rPr lang="ja-JP" altLang="en-US" sz="900" b="0" i="0" u="none" strike="noStrike">
                          <a:solidFill>
                            <a:srgbClr val="000000"/>
                          </a:solidFill>
                          <a:effectLst/>
                          <a:latin typeface="Meiryo UI" panose="020B0604030504040204" pitchFamily="50" charset="-128"/>
                          <a:ea typeface="Meiryo UI" panose="020B0604030504040204" pitchFamily="50" charset="-128"/>
                        </a:rPr>
                        <a:t>事業者向けのマイナポ</a:t>
                      </a:r>
                      <a:r>
                        <a:rPr lang="en-US" altLang="ja-JP" sz="900" b="0" i="0" u="none" strike="noStrike">
                          <a:solidFill>
                            <a:srgbClr val="000000"/>
                          </a:solidFill>
                          <a:effectLst/>
                          <a:latin typeface="Meiryo UI" panose="020B0604030504040204" pitchFamily="50" charset="-128"/>
                          <a:ea typeface="Meiryo UI" panose="020B0604030504040204" pitchFamily="50" charset="-128"/>
                        </a:rPr>
                        <a:t>API(RESTful)</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を新規構築する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PHR</a:t>
                      </a:r>
                      <a:r>
                        <a:rPr lang="ja-JP" altLang="en-US" sz="900" b="0" i="0" u="none" strike="noStrike">
                          <a:solidFill>
                            <a:srgbClr val="000000"/>
                          </a:solidFill>
                          <a:effectLst/>
                          <a:latin typeface="Meiryo UI" panose="020B0604030504040204" pitchFamily="50" charset="-128"/>
                          <a:ea typeface="Meiryo UI" panose="020B0604030504040204" pitchFamily="50" charset="-128"/>
                        </a:rPr>
                        <a:t>事業者向けのマイナポ</a:t>
                      </a:r>
                      <a:r>
                        <a:rPr lang="en-US" altLang="ja-JP" sz="900" b="0" i="0" u="none" strike="noStrike">
                          <a:solidFill>
                            <a:srgbClr val="000000"/>
                          </a:solidFill>
                          <a:effectLst/>
                          <a:latin typeface="Meiryo UI" panose="020B0604030504040204" pitchFamily="50" charset="-128"/>
                          <a:ea typeface="Meiryo UI" panose="020B0604030504040204" pitchFamily="50" charset="-128"/>
                        </a:rPr>
                        <a:t>API(RESTful)</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を新規構築する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48765148"/>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094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zh-TW" altLang="en-US" sz="900" b="0" i="0" u="none" strike="noStrike">
                          <a:solidFill>
                            <a:srgbClr val="000000"/>
                          </a:solidFill>
                          <a:effectLst/>
                          <a:latin typeface="Meiryo UI" panose="020B0604030504040204" pitchFamily="50" charset="-128"/>
                          <a:ea typeface="Meiryo UI" panose="020B0604030504040204" pitchFamily="50" charset="-128"/>
                        </a:rPr>
                        <a:t>臨床情報</a:t>
                      </a:r>
                      <a:r>
                        <a:rPr lang="en-US" altLang="zh-TW" sz="900" b="0" i="0" u="none" strike="noStrike">
                          <a:solidFill>
                            <a:srgbClr val="000000"/>
                          </a:solidFill>
                          <a:effectLst/>
                          <a:latin typeface="Meiryo UI" panose="020B0604030504040204" pitchFamily="50" charset="-128"/>
                          <a:ea typeface="Meiryo UI" panose="020B0604030504040204" pitchFamily="50" charset="-128"/>
                        </a:rPr>
                        <a:t>(</a:t>
                      </a:r>
                      <a:r>
                        <a:rPr lang="zh-TW" altLang="en-US" sz="900" b="0" i="0" u="none" strike="noStrike">
                          <a:solidFill>
                            <a:srgbClr val="000000"/>
                          </a:solidFill>
                          <a:effectLst/>
                          <a:latin typeface="Meiryo UI" panose="020B0604030504040204" pitchFamily="50" charset="-128"/>
                          <a:ea typeface="Meiryo UI" panose="020B0604030504040204" pitchFamily="50" charset="-128"/>
                        </a:rPr>
                        <a:t>全般</a:t>
                      </a:r>
                      <a:r>
                        <a:rPr lang="en-US" altLang="zh-TW" sz="9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死亡した患者の長期保存フラグのついた情報の削除</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死亡した患者の長期保存フラグのついた情報の取り扱うための機能を追加する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46018806"/>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栄養情報の連携機能の追加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54781976"/>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傷病名・修飾語マスタの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UTF-8</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標準マスタの文字コードを統一</a:t>
                      </a:r>
                      <a:r>
                        <a:rPr lang="en-US" altLang="ja-JP" sz="900" b="0" i="0" u="none" strike="noStrike">
                          <a:solidFill>
                            <a:srgbClr val="000000"/>
                          </a:solidFill>
                          <a:effectLst/>
                          <a:latin typeface="Meiryo UI" panose="020B0604030504040204" pitchFamily="50" charset="-128"/>
                          <a:ea typeface="Meiryo UI" panose="020B0604030504040204" pitchFamily="50" charset="-128"/>
                        </a:rPr>
                        <a:t>(UTF-8)</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58853849"/>
                  </a:ext>
                </a:extLst>
              </a:tr>
            </a:tbl>
          </a:graphicData>
        </a:graphic>
      </p:graphicFrame>
    </p:spTree>
    <p:extLst>
      <p:ext uri="{BB962C8B-B14F-4D97-AF65-F5344CB8AC3E}">
        <p14:creationId xmlns:p14="http://schemas.microsoft.com/office/powerpoint/2010/main" val="61962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6132-A83E-E402-4407-6115FA72641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9BE715A-9E06-6B45-4632-21BBD958EC63}"/>
              </a:ext>
            </a:extLst>
          </p:cNvPr>
          <p:cNvSpPr>
            <a:spLocks noGrp="1"/>
          </p:cNvSpPr>
          <p:nvPr>
            <p:ph idx="1"/>
          </p:nvPr>
        </p:nvSpPr>
        <p:spPr/>
        <p:txBody>
          <a:bodyPr/>
          <a:lstStyle/>
          <a:p>
            <a:pPr marL="285750" indent="-285750">
              <a:buFont typeface="Arial" panose="020B0604020202020204" pitchFamily="34" charset="0"/>
              <a:buChar char="•"/>
            </a:pPr>
            <a:r>
              <a:rPr lang="en-US" altLang="ja-JP" sz="1200" noProof="1"/>
              <a:t>10/5</a:t>
            </a:r>
            <a:r>
              <a:rPr lang="ja-JP" altLang="en-US" sz="1200" noProof="1"/>
              <a:t>時点において、計</a:t>
            </a:r>
            <a:r>
              <a:rPr lang="en-US" altLang="ja-JP" sz="1200" noProof="1"/>
              <a:t>7</a:t>
            </a:r>
            <a:r>
              <a:rPr lang="ja-JP" altLang="en-US" sz="1200" noProof="1"/>
              <a:t>件の案件を取り下げとする。</a:t>
            </a:r>
            <a:endParaRPr kumimoji="1" lang="en-US" altLang="ja-JP" sz="1200" noProof="1"/>
          </a:p>
        </p:txBody>
      </p:sp>
      <p:sp>
        <p:nvSpPr>
          <p:cNvPr id="3" name="タイトル 2">
            <a:extLst>
              <a:ext uri="{FF2B5EF4-FFF2-40B4-BE49-F238E27FC236}">
                <a16:creationId xmlns:a16="http://schemas.microsoft.com/office/drawing/2014/main" id="{1365CF46-7734-B739-C696-9F2D338A7073}"/>
              </a:ext>
            </a:extLst>
          </p:cNvPr>
          <p:cNvSpPr>
            <a:spLocks noGrp="1"/>
          </p:cNvSpPr>
          <p:nvPr>
            <p:ph type="title"/>
          </p:nvPr>
        </p:nvSpPr>
        <p:spPr/>
        <p:txBody>
          <a:bodyPr>
            <a:normAutofit/>
          </a:bodyPr>
          <a:lstStyle/>
          <a:p>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endParaRPr kumimoji="1" lang="ja-JP" altLang="en-US"/>
          </a:p>
        </p:txBody>
      </p:sp>
      <p:graphicFrame>
        <p:nvGraphicFramePr>
          <p:cNvPr id="5" name="表 4">
            <a:extLst>
              <a:ext uri="{FF2B5EF4-FFF2-40B4-BE49-F238E27FC236}">
                <a16:creationId xmlns:a16="http://schemas.microsoft.com/office/drawing/2014/main" id="{5FD8F4A7-FF23-3481-204B-AEC20EF4C67A}"/>
              </a:ext>
            </a:extLst>
          </p:cNvPr>
          <p:cNvGraphicFramePr>
            <a:graphicFrameLocks noGrp="1"/>
          </p:cNvGraphicFramePr>
          <p:nvPr/>
        </p:nvGraphicFramePr>
        <p:xfrm>
          <a:off x="154618" y="1616937"/>
          <a:ext cx="9497848" cy="3611880"/>
        </p:xfrm>
        <a:graphic>
          <a:graphicData uri="http://schemas.openxmlformats.org/drawingml/2006/table">
            <a:tbl>
              <a:tblPr/>
              <a:tblGrid>
                <a:gridCol w="368737">
                  <a:extLst>
                    <a:ext uri="{9D8B030D-6E8A-4147-A177-3AD203B41FA5}">
                      <a16:colId xmlns:a16="http://schemas.microsoft.com/office/drawing/2014/main" val="3769149407"/>
                    </a:ext>
                  </a:extLst>
                </a:gridCol>
                <a:gridCol w="368737">
                  <a:extLst>
                    <a:ext uri="{9D8B030D-6E8A-4147-A177-3AD203B41FA5}">
                      <a16:colId xmlns:a16="http://schemas.microsoft.com/office/drawing/2014/main" val="4160991727"/>
                    </a:ext>
                  </a:extLst>
                </a:gridCol>
                <a:gridCol w="563778">
                  <a:extLst>
                    <a:ext uri="{9D8B030D-6E8A-4147-A177-3AD203B41FA5}">
                      <a16:colId xmlns:a16="http://schemas.microsoft.com/office/drawing/2014/main" val="2752638270"/>
                    </a:ext>
                  </a:extLst>
                </a:gridCol>
                <a:gridCol w="567613">
                  <a:extLst>
                    <a:ext uri="{9D8B030D-6E8A-4147-A177-3AD203B41FA5}">
                      <a16:colId xmlns:a16="http://schemas.microsoft.com/office/drawing/2014/main" val="542443215"/>
                    </a:ext>
                  </a:extLst>
                </a:gridCol>
                <a:gridCol w="1855698">
                  <a:extLst>
                    <a:ext uri="{9D8B030D-6E8A-4147-A177-3AD203B41FA5}">
                      <a16:colId xmlns:a16="http://schemas.microsoft.com/office/drawing/2014/main" val="604924163"/>
                    </a:ext>
                  </a:extLst>
                </a:gridCol>
                <a:gridCol w="3704033">
                  <a:extLst>
                    <a:ext uri="{9D8B030D-6E8A-4147-A177-3AD203B41FA5}">
                      <a16:colId xmlns:a16="http://schemas.microsoft.com/office/drawing/2014/main" val="710115409"/>
                    </a:ext>
                  </a:extLst>
                </a:gridCol>
                <a:gridCol w="2069252">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取り下げ理由</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035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感染症発生届の連携機能の追加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感染症発生届の新規追加</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感染症サーベイランスシステムと感染症発生届に関するデータ連携</a:t>
                      </a:r>
                      <a:r>
                        <a:rPr lang="en-US" altLang="ja-JP" sz="900" b="0" i="0" u="none" strike="noStrike">
                          <a:solidFill>
                            <a:srgbClr val="000000"/>
                          </a:solidFill>
                          <a:effectLst/>
                          <a:latin typeface="Meiryo UI" panose="020B0604030504040204" pitchFamily="50" charset="-128"/>
                          <a:ea typeface="Meiryo UI" panose="020B0604030504040204" pitchFamily="50" charset="-128"/>
                        </a:rPr>
                        <a:t>I/F</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を新規構築する</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電子カルテ情報共有サービスをとおさないで感染症発生届を電子カルテから登録する方針となったため</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56264488"/>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039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歯科用診療情報提供書等</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歯科用診療情報提供書等</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の新規追加</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歯科医療機関への対応（登録　対象施設拡大）</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臨床情報への歯科情報の追加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歯科における機能拡張は、各文書・情報ごとにリリースタイミングが異なるため、個別で付議することとなったため</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818875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044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マイナポ連携</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マイナポータルから事前同意設定するための二次元コードコード発行機能</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マイナポータルから事前同意設定するための二次元コードコード発行機能を新規実装する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資格確認に関するデジタル庁との検討の中で進めるため、電カル共有の案件としては取り下げ</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43858590"/>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045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連携アプリケーション（</a:t>
                      </a:r>
                      <a:r>
                        <a:rPr lang="en-US" altLang="ja-JP" sz="900" b="0" i="0" u="none" strike="noStrike">
                          <a:solidFill>
                            <a:srgbClr val="000000"/>
                          </a:solidFill>
                          <a:effectLst/>
                          <a:latin typeface="Meiryo UI" panose="020B0604030504040204" pitchFamily="50" charset="-128"/>
                          <a:ea typeface="Meiryo UI" panose="020B0604030504040204" pitchFamily="50" charset="-128"/>
                        </a:rPr>
                        <a:t>Linux</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対応バージョン）の開発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連携アプリケーション（</a:t>
                      </a:r>
                      <a:r>
                        <a:rPr lang="en-US" altLang="ja-JP" sz="900" b="0" i="0" u="none" strike="noStrike">
                          <a:solidFill>
                            <a:srgbClr val="000000"/>
                          </a:solidFill>
                          <a:effectLst/>
                          <a:latin typeface="Meiryo UI" panose="020B0604030504040204" pitchFamily="50" charset="-128"/>
                          <a:ea typeface="Meiryo UI" panose="020B0604030504040204" pitchFamily="50" charset="-128"/>
                        </a:rPr>
                        <a:t>Linux</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対応バージョン）の開発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Linux</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対応についてシステムベンダから現時点において要望がないため</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8937752"/>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２次利用</a:t>
                      </a:r>
                      <a:r>
                        <a:rPr lang="en-US" altLang="ja-JP" sz="900" b="0" i="0" u="none" strike="noStrike">
                          <a:solidFill>
                            <a:srgbClr val="000000"/>
                          </a:solidFill>
                          <a:effectLst/>
                          <a:latin typeface="Meiryo UI" panose="020B0604030504040204" pitchFamily="50" charset="-128"/>
                          <a:ea typeface="Meiryo UI" panose="020B0604030504040204" pitchFamily="50" charset="-128"/>
                        </a:rPr>
                        <a:t>DB</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への情報連携（連携仕様に応じた出力機能および連携ネットワークの構築）</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電子カルテ情報共有サービスに登録された３文書６情報を、二次利用</a:t>
                      </a:r>
                      <a:r>
                        <a:rPr lang="en-US" altLang="ja-JP" sz="900" b="0" i="0" u="none" strike="noStrike">
                          <a:solidFill>
                            <a:srgbClr val="000000"/>
                          </a:solidFill>
                          <a:effectLst/>
                          <a:latin typeface="Meiryo UI" panose="020B0604030504040204" pitchFamily="50" charset="-128"/>
                          <a:ea typeface="Meiryo UI" panose="020B0604030504040204" pitchFamily="50" charset="-128"/>
                        </a:rPr>
                        <a:t>DB</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に格納する仕組みを構築する。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電子カルテ情報共有サービスではなく、</a:t>
                      </a: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次利用</a:t>
                      </a:r>
                      <a:r>
                        <a:rPr lang="en-US" altLang="ja-JP" sz="900" b="0" i="0" u="none" strike="noStrike">
                          <a:solidFill>
                            <a:srgbClr val="000000"/>
                          </a:solidFill>
                          <a:effectLst/>
                          <a:latin typeface="Meiryo UI" panose="020B0604030504040204" pitchFamily="50" charset="-128"/>
                          <a:ea typeface="Meiryo UI" panose="020B0604030504040204" pitchFamily="50" charset="-128"/>
                        </a:rPr>
                        <a:t>DB</a:t>
                      </a:r>
                      <a:r>
                        <a:rPr lang="ja-JP" altLang="en-US" sz="900" b="0" i="0" u="none" strike="noStrike">
                          <a:solidFill>
                            <a:srgbClr val="000000"/>
                          </a:solidFill>
                          <a:effectLst/>
                          <a:latin typeface="Meiryo UI" panose="020B0604030504040204" pitchFamily="50" charset="-128"/>
                          <a:ea typeface="Meiryo UI" panose="020B0604030504040204" pitchFamily="50" charset="-128"/>
                        </a:rPr>
                        <a:t>構築の管理の中で推進することとなったため</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84892"/>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179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サービスデザイン</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診療情報提供書・退院時サマリーの患者閲覧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診療情報提供書・退院時サマリーを患者が閲覧できるようにする。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規制改革からのコメントに対するフィージビリティ確認のための起票であり、現時点において対応する想定がないため</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35054441"/>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187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サービスデザイン</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a:t>保険医療機関（歯科）の電子カルテ情報共有サービスの利用機能拡大</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a:t>保険医療機関（歯科）の電子カルテ情報共有サービスの利用機能拡大する</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歯科における機能拡張は、各文書・情報ごとにリリースタイミングが異なるため、個別で付議することとなったため</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29111068"/>
                  </a:ext>
                </a:extLst>
              </a:tr>
            </a:tbl>
          </a:graphicData>
        </a:graphic>
      </p:graphicFrame>
      <p:sp>
        <p:nvSpPr>
          <p:cNvPr id="6" name="四角形: 角を丸くする 5">
            <a:extLst>
              <a:ext uri="{FF2B5EF4-FFF2-40B4-BE49-F238E27FC236}">
                <a16:creationId xmlns:a16="http://schemas.microsoft.com/office/drawing/2014/main" id="{5FDCD946-F892-FFFE-4798-D4D6B293F1F7}"/>
              </a:ext>
            </a:extLst>
          </p:cNvPr>
          <p:cNvSpPr/>
          <p:nvPr/>
        </p:nvSpPr>
        <p:spPr>
          <a:xfrm>
            <a:off x="154618" y="1263940"/>
            <a:ext cx="2927541" cy="216206"/>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取り下げ</a:t>
            </a:r>
            <a:endParaRPr kumimoji="1" lang="en-US" altLang="ja-JP" sz="1100" b="0" i="0" u="none" strike="noStrike" kern="1200" cap="none" spc="0" normalizeH="0" baseline="0" noProof="1">
              <a:ln>
                <a:noFill/>
              </a:ln>
              <a:solidFill>
                <a:prstClr val="white"/>
              </a:solidFill>
              <a:effectLst/>
              <a:uLnTx/>
              <a:uFillTx/>
              <a:latin typeface="Meiryo UI"/>
              <a:ea typeface="Meiryo UI"/>
              <a:cs typeface="+mn-cs"/>
            </a:endParaRPr>
          </a:p>
        </p:txBody>
      </p:sp>
    </p:spTree>
    <p:extLst>
      <p:ext uri="{BB962C8B-B14F-4D97-AF65-F5344CB8AC3E}">
        <p14:creationId xmlns:p14="http://schemas.microsoft.com/office/powerpoint/2010/main" val="27168194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spPr>
      <a:bodyPr wrap="square" lIns="36000" tIns="36000" rIns="36000" bIns="36000" rtlCol="0" anchor="ctr">
        <a:noAutofit/>
      </a:bodyPr>
      <a:lstStyle>
        <a:defPPr algn="l">
          <a:defRPr kumimoji="1" i="0" dirty="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0c72344-a901-41cd-a6da-bfcf15d570e1">
      <Terms xmlns="http://schemas.microsoft.com/office/infopath/2007/PartnerControls"/>
    </lcf76f155ced4ddcb4097134ff3c332f>
    <TaxCatchAll xmlns="22093b91-50a3-4498-82d5-91368db29ba4" xsi:nil="true"/>
  </documentManagement>
</p:properties>
</file>

<file path=customXml/itemProps1.xml><?xml version="1.0" encoding="utf-8"?>
<ds:datastoreItem xmlns:ds="http://schemas.openxmlformats.org/officeDocument/2006/customXml" ds:itemID="{BF48A0E4-4D1B-4E4C-B906-BD4DA9161B06}">
  <ds:schemaRefs>
    <ds:schemaRef ds:uri="http://schemas.microsoft.com/sharepoint/v3/contenttype/forms"/>
  </ds:schemaRefs>
</ds:datastoreItem>
</file>

<file path=customXml/itemProps2.xml><?xml version="1.0" encoding="utf-8"?>
<ds:datastoreItem xmlns:ds="http://schemas.openxmlformats.org/officeDocument/2006/customXml" ds:itemID="{871BE6B2-6DBE-4CC9-B7DE-EF8F12017839}">
  <ds:schemaRefs>
    <ds:schemaRef ds:uri="22093b91-50a3-4498-82d5-91368db29ba4"/>
    <ds:schemaRef ds:uri="70c72344-a901-41cd-a6da-bfcf15d570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4DD748C-A2BA-4D10-83E4-34BB4A36DC06}">
  <ds:schemaRefs>
    <ds:schemaRef ds:uri="22093b91-50a3-4498-82d5-91368db29ba4"/>
    <ds:schemaRef ds:uri="70c72344-a901-41cd-a6da-bfcf15d570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A4 Paper (210x297 mm)</PresentationFormat>
  <Slides>9</Slides>
  <Notes>0</Notes>
  <HiddenSlides>0</HiddenSlides>
  <ScaleCrop>false</ScaleCrop>
  <HeadingPairs>
    <vt:vector size="4" baseType="variant">
      <vt:variant>
        <vt:lpstr>Theme</vt:lpstr>
      </vt:variant>
      <vt:variant>
        <vt:i4>3</vt:i4>
      </vt:variant>
      <vt:variant>
        <vt:lpstr>Slide Titles</vt:lpstr>
      </vt:variant>
      <vt:variant>
        <vt:i4>9</vt:i4>
      </vt:variant>
    </vt:vector>
  </HeadingPairs>
  <TitlesOfParts>
    <vt:vector size="12" baseType="lpstr">
      <vt:lpstr>4_テーマ２（ACN用）</vt:lpstr>
      <vt:lpstr>2_テーマ２（ACN用）</vt:lpstr>
      <vt:lpstr>0</vt:lpstr>
      <vt:lpstr>厚労省側付議事項</vt:lpstr>
      <vt:lpstr>PowerPoint Presentation</vt:lpstr>
      <vt:lpstr>PowerPoint Presentation</vt:lpstr>
      <vt:lpstr>PowerPoint Presentation</vt:lpstr>
      <vt:lpstr>2. 血液型の共有停止に向けたモデル期間データの論理削除・登録抑止に係るご依頼（1/2）</vt:lpstr>
      <vt:lpstr>2. 血液型の共有停止に向けたモデル期間データの論理削除・登録抑止に係る相談（2/2）</vt:lpstr>
      <vt:lpstr>3.  案件台帳の更新箇所の報告（1005断面）</vt:lpstr>
      <vt:lpstr>3.  案件台帳の更新箇所の報告（1005断面）</vt:lpstr>
      <vt:lpstr>3.  案件台帳の更新箇所の報告（1005断面）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2026-06-26T02:59:36Z</dcterms:created>
  <dcterms:modified xsi:type="dcterms:W3CDTF">2026-10-13T03:44:03Z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0x010100A05F1B5A1E0F1943BC6DE70F45133712</vt:lpwstr>
  </property>
</Properties>
</file>