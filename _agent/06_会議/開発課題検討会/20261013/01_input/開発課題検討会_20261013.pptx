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notesSlides/notesSlide3.xml" ContentType="application/vnd.openxmlformats-officedocument.presentationml.notesSlide+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800" r:id="rId4"/>
    <p:sldMasterId id="2147484242" r:id="rId5"/>
    <p:sldMasterId id="2147484321" r:id="rId6"/>
  </p:sldMasterIdLst>
  <p:notesMasterIdLst>
    <p:notesMasterId r:id="rId30"/>
  </p:notesMasterIdLst>
  <p:sldIdLst>
    <p:sldId id="2147483633" r:id="rId7"/>
    <p:sldId id="2147483639" r:id="rId8"/>
    <p:sldId id="2147483641" r:id="rId9"/>
    <p:sldId id="2147483642" r:id="rId10"/>
    <p:sldId id="2147483643" r:id="rId11"/>
    <p:sldId id="2147483644" r:id="rId12"/>
    <p:sldId id="2147483647" r:id="rId13"/>
    <p:sldId id="333" r:id="rId14"/>
    <p:sldId id="334" r:id="rId15"/>
    <p:sldId id="335" r:id="rId16"/>
    <p:sldId id="2147483638" r:id="rId17"/>
    <p:sldId id="272" r:id="rId18"/>
    <p:sldId id="276" r:id="rId19"/>
    <p:sldId id="264" r:id="rId20"/>
    <p:sldId id="263" r:id="rId21"/>
    <p:sldId id="2147483634" r:id="rId22"/>
    <p:sldId id="2147483635" r:id="rId23"/>
    <p:sldId id="2147483636" r:id="rId24"/>
    <p:sldId id="270" r:id="rId25"/>
    <p:sldId id="2147483640" r:id="rId26"/>
    <p:sldId id="2147483646" r:id="rId27"/>
    <p:sldId id="2147474947" r:id="rId28"/>
    <p:sldId id="261" r:id="rId29"/>
  </p:sldIdLst>
  <p:sldSz cx="9906000" cy="6858000" type="A4"/>
  <p:notesSz cx="6807200" cy="9939338"/>
  <p:custDataLst>
    <p:tags r:id="rId31"/>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48DE52F4-7DB3-458C-8FD4-707B8B0DFD3A}">
          <p14:sldIdLst>
            <p14:sldId id="2147483633"/>
            <p14:sldId id="2147483639"/>
          </p14:sldIdLst>
        </p14:section>
        <p14:section name="1.マスタスケジュールの確認" id="{88006643-A5A8-4202-A118-B99338B904F6}">
          <p14:sldIdLst>
            <p14:sldId id="2147483641"/>
            <p14:sldId id="2147483642"/>
            <p14:sldId id="2147483643"/>
            <p14:sldId id="2147483644"/>
          </p14:sldIdLst>
        </p14:section>
        <p14:section name="2. 各種台帳の更新確認" id="{DD2BEB3B-52C2-400E-9BB1-227724C56344}">
          <p14:sldIdLst>
            <p14:sldId id="2147483647"/>
          </p14:sldIdLst>
        </p14:section>
        <p14:section name="3.令和8年度案件の概況" id="{6428E812-40FE-4A69-A73A-30375306F125}">
          <p14:sldIdLst>
            <p14:sldId id="333"/>
            <p14:sldId id="334"/>
            <p14:sldId id="335"/>
            <p14:sldId id="2147483638"/>
          </p14:sldIdLst>
        </p14:section>
        <p14:section name="4．令和9年度案件候補の概況" id="{0D825BAF-DDD8-4D97-9CE1-208AB67F59A4}">
          <p14:sldIdLst>
            <p14:sldId id="272"/>
          </p14:sldIdLst>
        </p14:section>
        <p14:section name="5．令和9年度開発向け要件整理案件の実施内容・進め方" id="{EED8DA2A-96BF-4E61-AE2B-90609A67F28F}">
          <p14:sldIdLst>
            <p14:sldId id="276"/>
            <p14:sldId id="264"/>
            <p14:sldId id="263"/>
            <p14:sldId id="2147483634"/>
            <p14:sldId id="2147483635"/>
            <p14:sldId id="2147483636"/>
          </p14:sldIdLst>
        </p14:section>
        <p14:section name="6．受入テストシナリオの厚労省レビューに先立つ事前説明の内容確認" id="{0AC5C91D-3870-48F3-B40C-C8310A3B8F3D}">
          <p14:sldIdLst>
            <p14:sldId id="270"/>
          </p14:sldIdLst>
        </p14:section>
        <p14:section name="7．医介連携におけるランニングコスト按分のための統計ログ出力機能の集計期間について" id="{27589B3D-D66C-4040-A070-AB5CC67661B3}">
          <p14:sldIdLst>
            <p14:sldId id="2147483640"/>
            <p14:sldId id="2147483646"/>
            <p14:sldId id="2147474947"/>
            <p14:sldId id="261"/>
          </p14:sldIdLst>
        </p14:section>
      </p14:sectionLst>
    </p:ext>
    <p:ext uri="{EFAFB233-063F-42B5-8137-9DF3F51BA10A}">
      <p15:sldGuideLst xmlns:p15="http://schemas.microsoft.com/office/powerpoint/2012/main">
        <p15:guide id="1" orient="horz" pos="1040" userDrawn="1">
          <p15:clr>
            <a:srgbClr val="A4A3A4"/>
          </p15:clr>
        </p15:guide>
        <p15:guide id="2" orient="horz" pos="4156" userDrawn="1">
          <p15:clr>
            <a:srgbClr val="A4A3A4"/>
          </p15:clr>
        </p15:guide>
        <p15:guide id="3" pos="312" userDrawn="1">
          <p15:clr>
            <a:srgbClr val="A4A3A4"/>
          </p15:clr>
        </p15:guide>
        <p15:guide id="4" pos="593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9" name="作成者" initials="A" lastIdx="0" clrIdx="8"/>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500C0"/>
    <a:srgbClr val="D9D9D9"/>
    <a:srgbClr val="D1E7F6"/>
    <a:srgbClr val="FFFF00"/>
    <a:srgbClr val="1D3557"/>
    <a:srgbClr val="6B6B6B"/>
    <a:srgbClr val="FFFFFF"/>
    <a:srgbClr val="EAE6DD"/>
    <a:srgbClr val="EBF1DE"/>
    <a:srgbClr val="E8E8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5E6F8B-211B-47CA-A64C-2FEB57F4A8AF}" v="7862" dt="2026-10-13T04:32:35.481"/>
    <p1510:client id="{169FF8A9-05BC-44DC-BAC8-1E2392CF9962}" v="2148" dt="2026-10-13T02:26:35.417"/>
    <p1510:client id="{CA3A90C1-1829-475B-8809-217B24FCAFE5}" v="8" dt="2026-10-13T03:28:52.835"/>
    <p1510:client id="{F1E670CC-F3B7-4316-88AF-8DADF68B49D1}" v="1" dt="2026-10-13T04:42:20.521"/>
    <p1510:client id="{FD7B82A2-A6EB-4FF6-94F8-A33E01A28894}" v="61" dt="2026-10-13T03:48:53.478"/>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F1AB2-1976-4502-BF36-3FF5EA218861}" styleName="中間スタイル 4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E8034E78-7F5D-4C2E-B375-FC64B27BC917}" styleName="スタイル (濃色)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スタイル (淡色)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D7AC3CCA-C797-4891-BE02-D94E43425B78}" styleName="スタイル (中間)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1" d="100"/>
          <a:sy n="111" d="100"/>
        </p:scale>
        <p:origin x="1272" y="120"/>
      </p:cViewPr>
      <p:guideLst>
        <p:guide orient="horz" pos="1040"/>
        <p:guide orient="horz" pos="4156"/>
        <p:guide pos="312"/>
        <p:guide pos="593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21" Type="http://schemas.openxmlformats.org/officeDocument/2006/relationships/slide" Target="slides/slide15.xml"/><Relationship Id="rId34" Type="http://schemas.openxmlformats.org/officeDocument/2006/relationships/viewProps" Target="view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presProps" Target="presProps.xml"/><Relationship Id="rId38"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commentAuthors" Target="commentAuthors.xml"/><Relationship Id="rId37"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tableStyles" Target="tableStyle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2.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9787" cy="498693"/>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838" y="0"/>
            <a:ext cx="2949787" cy="498693"/>
          </a:xfrm>
          <a:prstGeom prst="rect">
            <a:avLst/>
          </a:prstGeom>
        </p:spPr>
        <p:txBody>
          <a:bodyPr vert="horz" lIns="91440" tIns="45720" rIns="91440" bIns="45720" rtlCol="0"/>
          <a:lstStyle>
            <a:lvl1pPr algn="r">
              <a:defRPr sz="1200"/>
            </a:lvl1pPr>
          </a:lstStyle>
          <a:p>
            <a:fld id="{44A5029F-57BE-43E3-9C03-B6FF93903E43}" type="datetimeFigureOut">
              <a:rPr kumimoji="1" lang="ja-JP" altLang="en-US" smtClean="0"/>
              <a:t>2026/10/13</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0720" y="4783307"/>
            <a:ext cx="5445760" cy="3913614"/>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40647"/>
            <a:ext cx="2949787" cy="498692"/>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838" y="9440647"/>
            <a:ext cx="2949787" cy="498692"/>
          </a:xfrm>
          <a:prstGeom prst="rect">
            <a:avLst/>
          </a:prstGeom>
        </p:spPr>
        <p:txBody>
          <a:bodyPr vert="horz" lIns="91440" tIns="45720" rIns="91440" bIns="45720" rtlCol="0" anchor="b"/>
          <a:lstStyle>
            <a:lvl1pPr algn="r">
              <a:defRPr sz="1200"/>
            </a:lvl1pPr>
          </a:lstStyle>
          <a:p>
            <a:fld id="{94B835EC-ACD9-4FA2-8966-5C69F0553117}" type="slidenum">
              <a:rPr kumimoji="1" lang="ja-JP" altLang="en-US" smtClean="0"/>
              <a:t>‹#›</a:t>
            </a:fld>
            <a:endParaRPr kumimoji="1" lang="ja-JP" altLang="en-US"/>
          </a:p>
        </p:txBody>
      </p:sp>
    </p:spTree>
    <p:extLst>
      <p:ext uri="{BB962C8B-B14F-4D97-AF65-F5344CB8AC3E}">
        <p14:creationId xmlns:p14="http://schemas.microsoft.com/office/powerpoint/2010/main" val="175290592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txBody>
          <a:bodyPr/>
          <a:lstStyle/>
          <a:p>
            <a:endParaRPr lang="ja-JP" altLang="en-US"/>
          </a:p>
        </p:txBody>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94B835EC-ACD9-4FA2-8966-5C69F0553117}" type="slidenum">
              <a:rPr kumimoji="1" lang="ja-JP" altLang="en-US" smtClean="0"/>
              <a:t>1</a:t>
            </a:fld>
            <a:endParaRPr kumimoji="1" lang="ja-JP" altLang="en-US"/>
          </a:p>
        </p:txBody>
      </p:sp>
    </p:spTree>
    <p:extLst>
      <p:ext uri="{BB962C8B-B14F-4D97-AF65-F5344CB8AC3E}">
        <p14:creationId xmlns:p14="http://schemas.microsoft.com/office/powerpoint/2010/main" val="16099007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2B600-F1BC-DF43-486A-48FE0B1E515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16B55DF-44F4-DFAE-451A-3987363ABF85}"/>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5BC6FB66-90C6-DBDA-4C66-E4CE0E50D03A}"/>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B193772-3F42-5594-ABEB-1C444FC4900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6321827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DB05F-4B1D-2B97-454B-4DDD4C1658C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A7615E8-36DD-FA7A-AF98-8CE95542F746}"/>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3800C91A-992B-586D-B63E-19A1716C8AC0}"/>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D6DBBB3C-3100-3971-D575-4678A4AA4AA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3600279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8094C-8965-E1B9-3F07-4D9C1033B23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B1F6D49-A386-7AB9-5A70-5976FD399B9C}"/>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19866F36-7753-9F3F-F473-E0CEFA00D005}"/>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988E179-3190-AA5B-3895-6521359CFF5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6992737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FFE5E-AD0F-555D-14C9-1ACDA862309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7B2F5FF-8CFD-4BD0-2A24-EE8AD1FD3CCE}"/>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A7A696AB-5DA5-519D-5D9E-40C85CDB3AAD}"/>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D6B25C88-2049-B149-96B6-3E05AADABAE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2998289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4C31B-6825-482F-45B9-17BCF3B40F9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7E25C5A-FD91-2147-5070-9F10D331A68A}"/>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A3F3EFD4-F3B3-1373-BA51-F8B2BB996FE7}"/>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CBD9085-6334-ED57-594A-FE836068A69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6905132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2C3C5-62C6-7D8D-3B5E-175ACFB0736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97B63E1-8DE1-6BEA-6DD1-716A0821D491}"/>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53858CC4-C432-A4BD-51C5-0F4C84BF400C}"/>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C37415E-53E1-3589-F3BD-5C4C39AD427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40427091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DEBEF-9418-488F-6E37-143F82E9F3C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97F1288-40C2-2D57-C93A-F6E112F049DC}"/>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C23EC2C3-BECA-3B01-25D0-78C5E2414CA3}"/>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E956387-4045-4237-E5DC-4B3B4A3B8F2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6997695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ADB2E-08F7-4555-036F-E79D97F3D3A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246A0BE-DD3F-5262-BDE5-E63E8D6148B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FCE97ED-90E7-82A9-0EBF-FD620E0CD013}"/>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42FA4F7-D18E-DBAF-57F9-886E7E59FA2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4957438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94B835EC-ACD9-4FA2-8966-5C69F0553117}" type="slidenum">
              <a:rPr kumimoji="1" lang="ja-JP" altLang="en-US" smtClean="0"/>
              <a:t>18</a:t>
            </a:fld>
            <a:endParaRPr kumimoji="1" lang="ja-JP" altLang="en-US"/>
          </a:p>
        </p:txBody>
      </p:sp>
    </p:spTree>
    <p:extLst>
      <p:ext uri="{BB962C8B-B14F-4D97-AF65-F5344CB8AC3E}">
        <p14:creationId xmlns:p14="http://schemas.microsoft.com/office/powerpoint/2010/main" val="11896249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23F0E-4EAE-C417-45E6-7B481BBC54F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98BE2D9-90BB-0260-CD4C-2BE9E24BBEAB}"/>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EC77FAA7-3A47-2E72-2F84-D6DB6D7E5934}"/>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12075ED-97F2-4187-2E49-96C95C441CA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5910372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94B835EC-ACD9-4FA2-8966-5C69F0553117}" type="slidenum">
              <a:rPr kumimoji="1" lang="ja-JP" altLang="en-US" smtClean="0"/>
              <a:t>20</a:t>
            </a:fld>
            <a:endParaRPr kumimoji="1" lang="ja-JP" altLang="en-US"/>
          </a:p>
        </p:txBody>
      </p:sp>
    </p:spTree>
    <p:extLst>
      <p:ext uri="{BB962C8B-B14F-4D97-AF65-F5344CB8AC3E}">
        <p14:creationId xmlns:p14="http://schemas.microsoft.com/office/powerpoint/2010/main" val="9166094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64A23-55BA-69D0-F9BD-38E6631C086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717326D-1921-5E66-1E19-735845953B9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7A2BB17-276D-9E37-8BEE-7B1FA73AB12F}"/>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9EA67CA-4474-D9E1-C0AD-81BDA534FED1}"/>
              </a:ext>
            </a:extLst>
          </p:cNvPr>
          <p:cNvSpPr>
            <a:spLocks noGrp="1"/>
          </p:cNvSpPr>
          <p:nvPr>
            <p:ph type="sldNum" sz="quarter" idx="5"/>
          </p:nvPr>
        </p:nvSpPr>
        <p:spPr/>
        <p:txBody>
          <a:bodyPr/>
          <a:lstStyle/>
          <a:p>
            <a:pPr marL="0" marR="0" lvl="0" indent="0" algn="r" defTabSz="977316" rtl="0" eaLnBrk="1" fontAlgn="auto" latinLnBrk="0" hangingPunct="1">
              <a:lnSpc>
                <a:spcPct val="100000"/>
              </a:lnSpc>
              <a:spcBef>
                <a:spcPts val="0"/>
              </a:spcBef>
              <a:spcAft>
                <a:spcPts val="0"/>
              </a:spcAft>
              <a:buClrTx/>
              <a:buSzTx/>
              <a:buFontTx/>
              <a:buNone/>
              <a:tabLst/>
              <a:defRPr/>
            </a:pPr>
            <a:fld id="{22A71573-D5E3-43CF-9BFB-D81462AD8F2E}" type="slidenum">
              <a:rPr kumimoji="1" lang="ja-JP" altLang="en-US" sz="1200" b="0" i="0" u="none" strike="noStrike" kern="1200" cap="none" spc="0" normalizeH="0" baseline="0" noProof="0" smtClean="0">
                <a:ln>
                  <a:noFill/>
                </a:ln>
                <a:solidFill>
                  <a:prstClr val="black"/>
                </a:solidFill>
                <a:effectLst/>
                <a:uLnTx/>
                <a:uFillTx/>
                <a:latin typeface="Calibri" panose="020F0502020204030204"/>
                <a:ea typeface="ＭＳ Ｐゴシック" panose="020B0600070205080204" pitchFamily="50" charset="-128"/>
                <a:cs typeface="+mn-cs"/>
              </a:rPr>
              <a:pPr marL="0" marR="0" lvl="0" indent="0" algn="r" defTabSz="977316" rtl="0" eaLnBrk="1" fontAlgn="auto" latinLnBrk="0" hangingPunct="1">
                <a:lnSpc>
                  <a:spcPct val="100000"/>
                </a:lnSpc>
                <a:spcBef>
                  <a:spcPts val="0"/>
                </a:spcBef>
                <a:spcAft>
                  <a:spcPts val="0"/>
                </a:spcAft>
                <a:buClrTx/>
                <a:buSzTx/>
                <a:buFontTx/>
                <a:buNone/>
                <a:tabLst/>
                <a:defRPr/>
              </a:pPr>
              <a:t>22</a:t>
            </a:fld>
            <a:endParaRPr kumimoji="1" lang="ja-JP" altLang="en-US" sz="12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50" charset="-128"/>
              <a:cs typeface="+mn-cs"/>
            </a:endParaRPr>
          </a:p>
        </p:txBody>
      </p:sp>
    </p:spTree>
    <p:extLst>
      <p:ext uri="{BB962C8B-B14F-4D97-AF65-F5344CB8AC3E}">
        <p14:creationId xmlns:p14="http://schemas.microsoft.com/office/powerpoint/2010/main" val="21235085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67820-3530-F3C1-301C-DB45564109E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2BCA712-311E-B650-42D8-AB33EB420B4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728604-47A8-A177-B2DE-B3D789C9063E}"/>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94F054F-B513-9445-4BA0-AF84B09DFA49}"/>
              </a:ext>
            </a:extLst>
          </p:cNvPr>
          <p:cNvSpPr>
            <a:spLocks noGrp="1"/>
          </p:cNvSpPr>
          <p:nvPr>
            <p:ph type="sldNum" sz="quarter" idx="5"/>
          </p:nvPr>
        </p:nvSpPr>
        <p:spPr/>
        <p:txBody>
          <a:bodyPr/>
          <a:lstStyle/>
          <a:p>
            <a:pPr marL="0" marR="0" lvl="0" indent="0" algn="r" defTabSz="977316" rtl="0" eaLnBrk="1" fontAlgn="auto" latinLnBrk="0" hangingPunct="1">
              <a:lnSpc>
                <a:spcPct val="100000"/>
              </a:lnSpc>
              <a:spcBef>
                <a:spcPts val="0"/>
              </a:spcBef>
              <a:spcAft>
                <a:spcPts val="0"/>
              </a:spcAft>
              <a:buClrTx/>
              <a:buSzTx/>
              <a:buFontTx/>
              <a:buNone/>
              <a:tabLst/>
              <a:defRPr/>
            </a:pPr>
            <a:fld id="{22A71573-D5E3-43CF-9BFB-D81462AD8F2E}" type="slidenum">
              <a:rPr kumimoji="1" lang="ja-JP" altLang="en-US" sz="1200" b="0" i="0" u="none" strike="noStrike" kern="1200" cap="none" spc="0" normalizeH="0" baseline="0" noProof="0" smtClean="0">
                <a:ln>
                  <a:noFill/>
                </a:ln>
                <a:solidFill>
                  <a:prstClr val="black"/>
                </a:solidFill>
                <a:effectLst/>
                <a:uLnTx/>
                <a:uFillTx/>
                <a:latin typeface="Calibri" panose="020F0502020204030204"/>
                <a:ea typeface="ＭＳ Ｐゴシック" panose="020B0600070205080204" pitchFamily="50" charset="-128"/>
                <a:cs typeface="+mn-cs"/>
              </a:rPr>
              <a:pPr marL="0" marR="0" lvl="0" indent="0" algn="r" defTabSz="977316" rtl="0" eaLnBrk="1" fontAlgn="auto" latinLnBrk="0" hangingPunct="1">
                <a:lnSpc>
                  <a:spcPct val="100000"/>
                </a:lnSpc>
                <a:spcBef>
                  <a:spcPts val="0"/>
                </a:spcBef>
                <a:spcAft>
                  <a:spcPts val="0"/>
                </a:spcAft>
                <a:buClrTx/>
                <a:buSzTx/>
                <a:buFontTx/>
                <a:buNone/>
                <a:tabLst/>
                <a:defRPr/>
              </a:pPr>
              <a:t>23</a:t>
            </a:fld>
            <a:endParaRPr kumimoji="1" lang="ja-JP" altLang="en-US" sz="12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50" charset="-128"/>
              <a:cs typeface="+mn-cs"/>
            </a:endParaRPr>
          </a:p>
        </p:txBody>
      </p:sp>
    </p:spTree>
    <p:extLst>
      <p:ext uri="{BB962C8B-B14F-4D97-AF65-F5344CB8AC3E}">
        <p14:creationId xmlns:p14="http://schemas.microsoft.com/office/powerpoint/2010/main" val="35111641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5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00"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Wingdings" panose="05000000000000000000" pitchFamily="2" charset="2"/>
              <a:buChar char="ü"/>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752213415"/>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13" name="コンテンツ プレースホルダー 7">
            <a:extLst>
              <a:ext uri="{FF2B5EF4-FFF2-40B4-BE49-F238E27FC236}">
                <a16:creationId xmlns:a16="http://schemas.microsoft.com/office/drawing/2014/main" id="{8CB9DBFA-B820-BCAD-1CA0-C2DA0F72DE05}"/>
              </a:ext>
            </a:extLst>
          </p:cNvPr>
          <p:cNvSpPr>
            <a:spLocks noGrp="1"/>
          </p:cNvSpPr>
          <p:nvPr>
            <p:ph sz="quarter" idx="12"/>
          </p:nvPr>
        </p:nvSpPr>
        <p:spPr>
          <a:xfrm>
            <a:off x="507341" y="774373"/>
            <a:ext cx="8891322" cy="782419"/>
          </a:xfrm>
          <a:prstGeom prst="rect">
            <a:avLst/>
          </a:prstGeom>
        </p:spPr>
        <p:txBody>
          <a:bodyPr/>
          <a:lstStyle>
            <a:lvl1pPr marL="0" indent="0">
              <a:buFont typeface="Arial" panose="020B0604020202020204" pitchFamily="34" charset="0"/>
              <a:buNone/>
              <a:defRPr sz="1462"/>
            </a:lvl1pPr>
            <a:lvl2pPr marL="216687" indent="-141879">
              <a:buFont typeface="Arial" panose="020B0604020202020204" pitchFamily="34" charset="0"/>
              <a:buChar char="•"/>
              <a:defRPr sz="1462"/>
            </a:lvl2pPr>
            <a:lvl3pPr marL="291495" indent="-143169">
              <a:buFont typeface="Arial" panose="020B0604020202020204" pitchFamily="34" charset="0"/>
              <a:buChar char="•"/>
              <a:defRPr sz="1462"/>
            </a:lvl3pPr>
            <a:lvl4pPr marL="365015" indent="-148328">
              <a:buFont typeface="Arial" panose="020B0604020202020204" pitchFamily="34" charset="0"/>
              <a:buChar char="•"/>
              <a:defRPr sz="1462"/>
            </a:lvl4pPr>
            <a:lvl5pPr marL="439824" indent="-148328">
              <a:buFont typeface="Arial" panose="020B0604020202020204" pitchFamily="34" charset="0"/>
              <a:buChar char="•"/>
              <a:tabLst>
                <a:tab pos="439824" algn="l"/>
              </a:tabLst>
              <a:defRPr sz="1462"/>
            </a:lvl5pPr>
          </a:lstStyle>
          <a:p>
            <a:pPr lvl="0"/>
            <a:endParaRPr kumimoji="1" lang="ja-JP" altLang="en-US"/>
          </a:p>
        </p:txBody>
      </p:sp>
    </p:spTree>
    <p:extLst>
      <p:ext uri="{BB962C8B-B14F-4D97-AF65-F5344CB8AC3E}">
        <p14:creationId xmlns:p14="http://schemas.microsoft.com/office/powerpoint/2010/main" val="40811178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2" name="テキスト プレースホルダー 11">
            <a:extLst>
              <a:ext uri="{FF2B5EF4-FFF2-40B4-BE49-F238E27FC236}">
                <a16:creationId xmlns:a16="http://schemas.microsoft.com/office/drawing/2014/main" id="{02C7D6AD-56C2-D17C-EE4A-4B9C9E6E5934}"/>
              </a:ext>
            </a:extLst>
          </p:cNvPr>
          <p:cNvSpPr>
            <a:spLocks noGrp="1"/>
          </p:cNvSpPr>
          <p:nvPr>
            <p:ph type="body" sz="quarter" idx="10"/>
          </p:nvPr>
        </p:nvSpPr>
        <p:spPr>
          <a:xfrm>
            <a:off x="507341" y="774373"/>
            <a:ext cx="8891323" cy="926435"/>
          </a:xfrm>
          <a:prstGeom prst="rect">
            <a:avLst/>
          </a:prstGeom>
        </p:spPr>
        <p:txBody>
          <a:bodyPr lIns="36000" tIns="36000" rIns="36000" bIns="36000" anchor="t">
            <a:noAutofit/>
          </a:bodyPr>
          <a:lstStyle>
            <a:lvl1pPr marL="0" indent="0" algn="l">
              <a:buFontTx/>
              <a:buNone/>
              <a:defRPr sz="1300"/>
            </a:lvl1pPr>
            <a:lvl2pPr marL="86417" indent="0" algn="l">
              <a:buFontTx/>
              <a:buNone/>
              <a:tabLst>
                <a:tab pos="291495" algn="l"/>
              </a:tabLst>
              <a:defRPr sz="1300"/>
            </a:lvl2pPr>
            <a:lvl3pPr marL="183152" indent="0" algn="l">
              <a:buFontTx/>
              <a:buNone/>
              <a:tabLst>
                <a:tab pos="365015" algn="l"/>
              </a:tabLst>
              <a:defRPr sz="1300"/>
            </a:lvl3pPr>
            <a:lvl4pPr algn="l">
              <a:defRPr sz="1300"/>
            </a:lvl4pPr>
            <a:lvl5pPr algn="l">
              <a:defRPr sz="13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p:txBody>
      </p:sp>
      <p:sp>
        <p:nvSpPr>
          <p:cNvPr id="4" name="コンテンツ プレースホルダー 7">
            <a:extLst>
              <a:ext uri="{FF2B5EF4-FFF2-40B4-BE49-F238E27FC236}">
                <a16:creationId xmlns:a16="http://schemas.microsoft.com/office/drawing/2014/main" id="{81628BD4-EE29-C53A-CDAC-1E0D9F3DAA92}"/>
              </a:ext>
            </a:extLst>
          </p:cNvPr>
          <p:cNvSpPr>
            <a:spLocks noGrp="1"/>
          </p:cNvSpPr>
          <p:nvPr>
            <p:ph sz="quarter" idx="11"/>
          </p:nvPr>
        </p:nvSpPr>
        <p:spPr>
          <a:xfrm>
            <a:off x="507000" y="2024844"/>
            <a:ext cx="8891322" cy="1873251"/>
          </a:xfrm>
          <a:prstGeom prst="rect">
            <a:avLst/>
          </a:prstGeom>
        </p:spPr>
        <p:txBody>
          <a:bodyPr/>
          <a:lstStyle>
            <a:lvl1pPr marL="139299" indent="-139299">
              <a:buFont typeface="Wingdings" panose="05000000000000000000" pitchFamily="2" charset="2"/>
              <a:buChar char="ü"/>
              <a:defRPr sz="975"/>
            </a:lvl1pPr>
            <a:lvl2pPr marL="291495" indent="-143169">
              <a:defRPr sz="975"/>
            </a:lvl2pPr>
            <a:lvl3pPr marL="365015" indent="-148328">
              <a:defRPr sz="975"/>
            </a:lvl3pPr>
            <a:lvl4pPr marL="439824" indent="-148328">
              <a:defRPr sz="975"/>
            </a:lvl4pPr>
            <a:lvl5pPr marL="508183" indent="-143169">
              <a:tabLst>
                <a:tab pos="508183" algn="l"/>
              </a:tabLst>
              <a:defRPr sz="975"/>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061109533"/>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3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46"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400">
                <a:latin typeface="+mj-ea"/>
                <a:ea typeface="+mj-ea"/>
              </a:defRPr>
            </a:lvl1pPr>
          </a:lstStyle>
          <a:p>
            <a:pPr marL="0" marR="0" lvl="0" indent="0" algn="l" defTabSz="914400"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spTree>
    <p:extLst>
      <p:ext uri="{BB962C8B-B14F-4D97-AF65-F5344CB8AC3E}">
        <p14:creationId xmlns:p14="http://schemas.microsoft.com/office/powerpoint/2010/main" val="2270621601"/>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1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46"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Wingdings" panose="05000000000000000000" pitchFamily="2" charset="2"/>
              <a:buChar char="ü"/>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563238615"/>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B5F514-B7F3-0B8E-B1D6-F8A16F8C61D7}"/>
              </a:ext>
            </a:extLst>
          </p:cNvPr>
          <p:cNvSpPr>
            <a:spLocks noGrp="1"/>
          </p:cNvSpPr>
          <p:nvPr>
            <p:ph type="title"/>
          </p:nvPr>
        </p:nvSpPr>
        <p:spPr>
          <a:xfrm>
            <a:off x="681038" y="365125"/>
            <a:ext cx="8543925" cy="1325563"/>
          </a:xfrm>
          <a:prstGeom prst="rect">
            <a:avLst/>
          </a:prstGeom>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2F1B213-BAAA-CD06-A1C6-B95158E72468}"/>
              </a:ext>
            </a:extLst>
          </p:cNvPr>
          <p:cNvSpPr>
            <a:spLocks noGrp="1"/>
          </p:cNvSpPr>
          <p:nvPr>
            <p:ph idx="1"/>
          </p:nvPr>
        </p:nvSpPr>
        <p:spPr>
          <a:xfrm>
            <a:off x="681038" y="1825625"/>
            <a:ext cx="8543925" cy="4351338"/>
          </a:xfrm>
          <a:prstGeom prst="rect">
            <a:avLst/>
          </a:prstGeo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41207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F89283-9EFF-B094-A52B-520847C7056F}"/>
              </a:ext>
            </a:extLst>
          </p:cNvPr>
          <p:cNvSpPr>
            <a:spLocks noGrp="1"/>
          </p:cNvSpPr>
          <p:nvPr>
            <p:ph type="title"/>
          </p:nvPr>
        </p:nvSpPr>
        <p:spPr>
          <a:xfrm>
            <a:off x="681038" y="365125"/>
            <a:ext cx="8543925" cy="1325563"/>
          </a:xfrm>
          <a:prstGeom prst="rect">
            <a:avLst/>
          </a:prstGeom>
        </p:spPr>
        <p:txBody>
          <a:bodyPr/>
          <a:lstStyle/>
          <a:p>
            <a:r>
              <a:rPr kumimoji="1" lang="ja-JP" altLang="en-US"/>
              <a:t>マスター タイトルの書式設定</a:t>
            </a:r>
          </a:p>
        </p:txBody>
      </p:sp>
    </p:spTree>
    <p:extLst>
      <p:ext uri="{BB962C8B-B14F-4D97-AF65-F5344CB8AC3E}">
        <p14:creationId xmlns:p14="http://schemas.microsoft.com/office/powerpoint/2010/main" val="2783584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9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00"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Wingdings" panose="05000000000000000000" pitchFamily="2" charset="2"/>
              <a:buChar char="ü"/>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658066648"/>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13" name="コンテンツ プレースホルダー 7">
            <a:extLst>
              <a:ext uri="{FF2B5EF4-FFF2-40B4-BE49-F238E27FC236}">
                <a16:creationId xmlns:a16="http://schemas.microsoft.com/office/drawing/2014/main" id="{8CB9DBFA-B820-BCAD-1CA0-C2DA0F72DE05}"/>
              </a:ext>
            </a:extLst>
          </p:cNvPr>
          <p:cNvSpPr>
            <a:spLocks noGrp="1"/>
          </p:cNvSpPr>
          <p:nvPr>
            <p:ph sz="quarter" idx="12"/>
          </p:nvPr>
        </p:nvSpPr>
        <p:spPr>
          <a:xfrm>
            <a:off x="507341" y="774373"/>
            <a:ext cx="8891322" cy="782419"/>
          </a:xfrm>
          <a:prstGeom prst="rect">
            <a:avLst/>
          </a:prstGeom>
        </p:spPr>
        <p:txBody>
          <a:bodyPr/>
          <a:lstStyle>
            <a:lvl1pPr marL="0" indent="0">
              <a:buFont typeface="Arial" panose="020B0604020202020204" pitchFamily="34" charset="0"/>
              <a:buNone/>
              <a:defRPr sz="1462"/>
            </a:lvl1pPr>
            <a:lvl2pPr marL="216687" indent="-141879">
              <a:buFont typeface="Arial" panose="020B0604020202020204" pitchFamily="34" charset="0"/>
              <a:buChar char="•"/>
              <a:defRPr sz="1462"/>
            </a:lvl2pPr>
            <a:lvl3pPr marL="291495" indent="-143169">
              <a:buFont typeface="Arial" panose="020B0604020202020204" pitchFamily="34" charset="0"/>
              <a:buChar char="•"/>
              <a:defRPr sz="1462"/>
            </a:lvl3pPr>
            <a:lvl4pPr marL="365015" indent="-148328">
              <a:buFont typeface="Arial" panose="020B0604020202020204" pitchFamily="34" charset="0"/>
              <a:buChar char="•"/>
              <a:defRPr sz="1462"/>
            </a:lvl4pPr>
            <a:lvl5pPr marL="439824" indent="-148328">
              <a:buFont typeface="Arial" panose="020B0604020202020204" pitchFamily="34" charset="0"/>
              <a:buChar char="•"/>
              <a:tabLst>
                <a:tab pos="439824" algn="l"/>
              </a:tabLst>
              <a:defRPr sz="1462"/>
            </a:lvl5pPr>
          </a:lstStyle>
          <a:p>
            <a:pPr lvl="0"/>
            <a:endParaRPr kumimoji="1" lang="ja-JP" altLang="en-US"/>
          </a:p>
        </p:txBody>
      </p:sp>
    </p:spTree>
    <p:extLst>
      <p:ext uri="{BB962C8B-B14F-4D97-AF65-F5344CB8AC3E}">
        <p14:creationId xmlns:p14="http://schemas.microsoft.com/office/powerpoint/2010/main" val="3855497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8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2" name="テキスト プレースホルダー 11">
            <a:extLst>
              <a:ext uri="{FF2B5EF4-FFF2-40B4-BE49-F238E27FC236}">
                <a16:creationId xmlns:a16="http://schemas.microsoft.com/office/drawing/2014/main" id="{02C7D6AD-56C2-D17C-EE4A-4B9C9E6E5934}"/>
              </a:ext>
            </a:extLst>
          </p:cNvPr>
          <p:cNvSpPr>
            <a:spLocks noGrp="1"/>
          </p:cNvSpPr>
          <p:nvPr>
            <p:ph type="body" sz="quarter" idx="10"/>
          </p:nvPr>
        </p:nvSpPr>
        <p:spPr>
          <a:xfrm>
            <a:off x="507341" y="774373"/>
            <a:ext cx="8891323" cy="926435"/>
          </a:xfrm>
          <a:prstGeom prst="rect">
            <a:avLst/>
          </a:prstGeom>
        </p:spPr>
        <p:txBody>
          <a:bodyPr lIns="36000" tIns="36000" rIns="36000" bIns="36000" anchor="t">
            <a:noAutofit/>
          </a:bodyPr>
          <a:lstStyle>
            <a:lvl1pPr marL="0" indent="0" algn="l">
              <a:buFontTx/>
              <a:buNone/>
              <a:defRPr sz="1300"/>
            </a:lvl1pPr>
            <a:lvl2pPr marL="86417" indent="0" algn="l">
              <a:buFontTx/>
              <a:buNone/>
              <a:tabLst>
                <a:tab pos="291495" algn="l"/>
              </a:tabLst>
              <a:defRPr sz="1300"/>
            </a:lvl2pPr>
            <a:lvl3pPr marL="183152" indent="0" algn="l">
              <a:buFontTx/>
              <a:buNone/>
              <a:tabLst>
                <a:tab pos="365015" algn="l"/>
              </a:tabLst>
              <a:defRPr sz="1300"/>
            </a:lvl3pPr>
            <a:lvl4pPr algn="l">
              <a:defRPr sz="1300"/>
            </a:lvl4pPr>
            <a:lvl5pPr algn="l">
              <a:defRPr sz="13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p:txBody>
      </p:sp>
      <p:sp>
        <p:nvSpPr>
          <p:cNvPr id="4" name="コンテンツ プレースホルダー 7">
            <a:extLst>
              <a:ext uri="{FF2B5EF4-FFF2-40B4-BE49-F238E27FC236}">
                <a16:creationId xmlns:a16="http://schemas.microsoft.com/office/drawing/2014/main" id="{81628BD4-EE29-C53A-CDAC-1E0D9F3DAA92}"/>
              </a:ext>
            </a:extLst>
          </p:cNvPr>
          <p:cNvSpPr>
            <a:spLocks noGrp="1"/>
          </p:cNvSpPr>
          <p:nvPr>
            <p:ph sz="quarter" idx="11"/>
          </p:nvPr>
        </p:nvSpPr>
        <p:spPr>
          <a:xfrm>
            <a:off x="507000" y="2024844"/>
            <a:ext cx="8891322" cy="1873251"/>
          </a:xfrm>
          <a:prstGeom prst="rect">
            <a:avLst/>
          </a:prstGeom>
        </p:spPr>
        <p:txBody>
          <a:bodyPr/>
          <a:lstStyle>
            <a:lvl1pPr marL="139299" indent="-139299">
              <a:buFont typeface="Wingdings" panose="05000000000000000000" pitchFamily="2" charset="2"/>
              <a:buChar char="ü"/>
              <a:defRPr sz="975"/>
            </a:lvl1pPr>
            <a:lvl2pPr marL="291495" indent="-143169">
              <a:defRPr sz="975"/>
            </a:lvl2pPr>
            <a:lvl3pPr marL="365015" indent="-148328">
              <a:defRPr sz="975"/>
            </a:lvl3pPr>
            <a:lvl4pPr marL="439824" indent="-148328">
              <a:defRPr sz="975"/>
            </a:lvl4pPr>
            <a:lvl5pPr marL="508183" indent="-143169">
              <a:tabLst>
                <a:tab pos="508183" algn="l"/>
              </a:tabLst>
              <a:defRPr sz="975"/>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817329074"/>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2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46"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Wingdings" panose="05000000000000000000" pitchFamily="2" charset="2"/>
              <a:buChar char="ü"/>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642813997"/>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1_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B5F514-B7F3-0B8E-B1D6-F8A16F8C61D7}"/>
              </a:ext>
            </a:extLst>
          </p:cNvPr>
          <p:cNvSpPr>
            <a:spLocks noGrp="1"/>
          </p:cNvSpPr>
          <p:nvPr>
            <p:ph type="title"/>
          </p:nvPr>
        </p:nvSpPr>
        <p:spPr>
          <a:xfrm>
            <a:off x="681038" y="365125"/>
            <a:ext cx="8543925" cy="1325563"/>
          </a:xfrm>
          <a:prstGeom prst="rect">
            <a:avLst/>
          </a:prstGeom>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2F1B213-BAAA-CD06-A1C6-B95158E72468}"/>
              </a:ext>
            </a:extLst>
          </p:cNvPr>
          <p:cNvSpPr>
            <a:spLocks noGrp="1"/>
          </p:cNvSpPr>
          <p:nvPr>
            <p:ph idx="1"/>
          </p:nvPr>
        </p:nvSpPr>
        <p:spPr>
          <a:xfrm>
            <a:off x="681038" y="1825625"/>
            <a:ext cx="8543925" cy="4351338"/>
          </a:xfrm>
          <a:prstGeom prst="rect">
            <a:avLst/>
          </a:prstGeo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9119943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ユーザー設定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F89283-9EFF-B094-A52B-520847C7056F}"/>
              </a:ext>
            </a:extLst>
          </p:cNvPr>
          <p:cNvSpPr>
            <a:spLocks noGrp="1"/>
          </p:cNvSpPr>
          <p:nvPr>
            <p:ph type="title"/>
          </p:nvPr>
        </p:nvSpPr>
        <p:spPr>
          <a:xfrm>
            <a:off x="681038" y="365125"/>
            <a:ext cx="8543925" cy="1325563"/>
          </a:xfrm>
          <a:prstGeom prst="rect">
            <a:avLst/>
          </a:prstGeom>
        </p:spPr>
        <p:txBody>
          <a:bodyPr/>
          <a:lstStyle/>
          <a:p>
            <a:r>
              <a:rPr kumimoji="1" lang="ja-JP" altLang="en-US"/>
              <a:t>マスター タイトルの書式設定</a:t>
            </a:r>
          </a:p>
        </p:txBody>
      </p:sp>
    </p:spTree>
    <p:extLst>
      <p:ext uri="{BB962C8B-B14F-4D97-AF65-F5344CB8AC3E}">
        <p14:creationId xmlns:p14="http://schemas.microsoft.com/office/powerpoint/2010/main" val="22891023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Only（大）">
    <p:spTree>
      <p:nvGrpSpPr>
        <p:cNvPr id="1" name=""/>
        <p:cNvGrpSpPr/>
        <p:nvPr/>
      </p:nvGrpSpPr>
      <p:grpSpPr>
        <a:xfrm>
          <a:off x="0" y="0"/>
          <a:ext cx="0" cy="0"/>
          <a:chOff x="0" y="0"/>
          <a:chExt cx="0" cy="0"/>
        </a:xfrm>
      </p:grpSpPr>
      <p:sp>
        <p:nvSpPr>
          <p:cNvPr id="2" name="Title 1"/>
          <p:cNvSpPr>
            <a:spLocks noGrp="1"/>
          </p:cNvSpPr>
          <p:nvPr>
            <p:ph type="title"/>
          </p:nvPr>
        </p:nvSpPr>
        <p:spPr>
          <a:xfrm>
            <a:off x="248809" y="165600"/>
            <a:ext cx="9657193" cy="360000"/>
          </a:xfrm>
          <a:solidFill>
            <a:srgbClr val="00B0F0"/>
          </a:solidFill>
        </p:spPr>
        <p:txBody>
          <a:bodyPr lIns="72000" tIns="108000" rIns="72000" bIns="72000">
            <a:noAutofit/>
          </a:bodyPr>
          <a:lstStyle>
            <a:lvl1pPr marL="0">
              <a:defRPr sz="2200"/>
            </a:lvl1pPr>
          </a:lstStyle>
          <a:p>
            <a:endParaRPr lang="en-US"/>
          </a:p>
        </p:txBody>
      </p:sp>
      <p:sp>
        <p:nvSpPr>
          <p:cNvPr id="3" name="正方形/長方形 2"/>
          <p:cNvSpPr/>
          <p:nvPr userDrawn="1"/>
        </p:nvSpPr>
        <p:spPr>
          <a:xfrm>
            <a:off x="0" y="165600"/>
            <a:ext cx="248806" cy="360000"/>
          </a:xfrm>
          <a:prstGeom prst="rect">
            <a:avLst/>
          </a:prstGeom>
          <a:solidFill>
            <a:srgbClr val="0032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77316" fontAlgn="auto">
              <a:lnSpc>
                <a:spcPct val="100000"/>
              </a:lnSpc>
              <a:spcBef>
                <a:spcPts val="0"/>
              </a:spcBef>
              <a:spcAft>
                <a:spcPts val="0"/>
              </a:spcAft>
            </a:pPr>
            <a:endParaRPr lang="ja-JP" altLang="en-US" sz="1924" i="0">
              <a:solidFill>
                <a:prstClr val="white"/>
              </a:solidFill>
            </a:endParaRPr>
          </a:p>
        </p:txBody>
      </p:sp>
      <p:sp>
        <p:nvSpPr>
          <p:cNvPr id="4" name="テキスト プレースホルダー 14"/>
          <p:cNvSpPr>
            <a:spLocks noGrp="1"/>
          </p:cNvSpPr>
          <p:nvPr>
            <p:ph type="body" sz="quarter" idx="10"/>
          </p:nvPr>
        </p:nvSpPr>
        <p:spPr>
          <a:xfrm>
            <a:off x="272135" y="921558"/>
            <a:ext cx="9439485" cy="1390124"/>
          </a:xfrm>
          <a:prstGeom prst="rect">
            <a:avLst/>
          </a:prstGeom>
        </p:spPr>
        <p:txBody>
          <a:bodyPr wrap="square" lIns="0" tIns="0" rIns="0" bIns="0">
            <a:spAutoFit/>
          </a:bodyPr>
          <a:lstStyle>
            <a:lvl1pPr marL="87828" indent="-87828">
              <a:buClr>
                <a:srgbClr val="002060"/>
              </a:buClr>
              <a:buFont typeface="メイリオ" panose="020B0604030504040204" pitchFamily="50" charset="-128"/>
              <a:buChar char="▪"/>
              <a:defRPr sz="1600">
                <a:latin typeface="メイリオ" panose="020B0604030504040204" pitchFamily="50" charset="-128"/>
                <a:ea typeface="メイリオ" panose="020B0604030504040204" pitchFamily="50" charset="-128"/>
              </a:defRPr>
            </a:lvl1pPr>
            <a:lvl2pPr marL="368875" indent="-175655">
              <a:buFont typeface="Arial" panose="020B0604020202020204" pitchFamily="34" charset="0"/>
              <a:buChar char="‒"/>
              <a:defRPr sz="1600">
                <a:latin typeface="メイリオ" panose="020B0604030504040204" pitchFamily="50" charset="-128"/>
                <a:ea typeface="メイリオ" panose="020B0604030504040204" pitchFamily="50" charset="-128"/>
              </a:defRPr>
            </a:lvl2pPr>
            <a:lvl3pPr marL="544531" indent="-175655">
              <a:buFont typeface="メイリオ" panose="020B0604030504040204" pitchFamily="50" charset="-128"/>
              <a:buChar char="▫"/>
              <a:defRPr sz="1600">
                <a:latin typeface="メイリオ" panose="020B0604030504040204" pitchFamily="50" charset="-128"/>
                <a:ea typeface="メイリオ" panose="020B0604030504040204" pitchFamily="50" charset="-128"/>
              </a:defRPr>
            </a:lvl3pPr>
            <a:lvl4pPr marL="720186" indent="-175655">
              <a:buFont typeface="Calibri" panose="020F0502020204030204" pitchFamily="34" charset="0"/>
              <a:buChar char="‐"/>
              <a:defRPr sz="1600">
                <a:latin typeface="メイリオ" panose="020B0604030504040204" pitchFamily="50" charset="-128"/>
                <a:ea typeface="メイリオ" panose="020B0604030504040204" pitchFamily="50" charset="-128"/>
              </a:defRPr>
            </a:lvl4pPr>
            <a:lvl5pPr marL="895842" indent="-175655">
              <a:buFont typeface="メイリオ" panose="020B0604030504040204" pitchFamily="50" charset="-128"/>
              <a:buChar char="◦"/>
              <a:defRPr sz="1600">
                <a:latin typeface="メイリオ" panose="020B0604030504040204" pitchFamily="50" charset="-128"/>
                <a:ea typeface="メイリオ" panose="020B0604030504040204" pitchFamily="50"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294500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7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
        <p:nvSpPr>
          <p:cNvPr id="4" name="Rectangle 26"/>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292">
                <a:latin typeface="+mj-ea"/>
                <a:ea typeface="+mj-ea"/>
              </a:defRPr>
            </a:lvl1pPr>
          </a:lstStyle>
          <a:p>
            <a:pPr lvl="0"/>
            <a:r>
              <a:rPr lang="en-US" altLang="ja-JP"/>
              <a:t>Click to edit Master text styles</a:t>
            </a: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p:nvCxnSpPr>
        <p:spPr>
          <a:xfrm>
            <a:off x="493584" y="701780"/>
            <a:ext cx="9412419"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0938" y="6492877"/>
            <a:ext cx="2228850" cy="365125"/>
          </a:xfrm>
          <a:prstGeom prst="rect">
            <a:avLst/>
          </a:prstGeom>
        </p:spPr>
        <p:txBody>
          <a:bodyPr vert="horz" lIns="91440" tIns="45720" rIns="91440" bIns="45720" rtlCol="0" anchor="ctr"/>
          <a:lstStyle>
            <a:defPPr>
              <a:defRPr lang="ja-JP"/>
            </a:defPPr>
            <a:lvl1pPr algn="r" rtl="0" fontAlgn="base">
              <a:lnSpc>
                <a:spcPct val="80000"/>
              </a:lnSpc>
              <a:spcBef>
                <a:spcPct val="0"/>
              </a:spcBef>
              <a:spcAft>
                <a:spcPct val="0"/>
              </a:spcAft>
              <a:defRPr kumimoji="1" sz="831" i="0" kern="1200">
                <a:solidFill>
                  <a:schemeClr val="tx1">
                    <a:tint val="75000"/>
                  </a:schemeClr>
                </a:solidFill>
                <a:latin typeface="ＭＳ Ｐゴシック" pitchFamily="50" charset="-128"/>
                <a:ea typeface="ＭＳ Ｐゴシック" pitchFamily="50" charset="-128"/>
                <a:cs typeface="+mn-cs"/>
              </a:defRPr>
            </a:lvl1pPr>
            <a:lvl2pPr marL="421965"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2pPr>
            <a:lvl3pPr marL="843930"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3pPr>
            <a:lvl4pPr marL="1265896"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4pPr>
            <a:lvl5pPr marL="1687861"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5pPr>
            <a:lvl6pPr marL="2109826"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6pPr>
            <a:lvl7pPr marL="253179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7pPr>
            <a:lvl8pPr marL="2953757"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8pPr>
            <a:lvl9pPr marL="337572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9pPr>
          </a:lstStyle>
          <a:p>
            <a:r>
              <a:rPr lang="en-US" altLang="ja-JP"/>
              <a:t>Ⅵ- </a:t>
            </a:r>
            <a:fld id="{E3A1B1B9-DB5A-4A9C-982F-30AEF92F76F0}" type="slidenum">
              <a:rPr lang="ja-JP" altLang="en-US" smtClean="0"/>
              <a:pPr/>
              <a:t>‹#›</a:t>
            </a:fld>
            <a:endParaRPr lang="ja-JP" altLang="en-US"/>
          </a:p>
        </p:txBody>
      </p:sp>
    </p:spTree>
    <p:extLst>
      <p:ext uri="{BB962C8B-B14F-4D97-AF65-F5344CB8AC3E}">
        <p14:creationId xmlns:p14="http://schemas.microsoft.com/office/powerpoint/2010/main" val="2034273203"/>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5E8384D-B749-32D8-6DBC-6BD94A83205D}"/>
              </a:ext>
            </a:extLst>
          </p:cNvPr>
          <p:cNvSpPr>
            <a:spLocks noGrp="1"/>
          </p:cNvSpPr>
          <p:nvPr>
            <p:ph type="ctrTitle"/>
          </p:nvPr>
        </p:nvSpPr>
        <p:spPr>
          <a:xfrm>
            <a:off x="1238250" y="1122363"/>
            <a:ext cx="74295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891BC521-BD98-DDCF-B858-BD2C41547E50}"/>
              </a:ext>
            </a:extLst>
          </p:cNvPr>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B959B8C8-9856-D93E-4BE5-A1999367EEE3}"/>
              </a:ext>
            </a:extLst>
          </p:cNvPr>
          <p:cNvSpPr>
            <a:spLocks noGrp="1"/>
          </p:cNvSpPr>
          <p:nvPr>
            <p:ph type="dt" sz="half" idx="10"/>
          </p:nvPr>
        </p:nvSpPr>
        <p:spPr/>
        <p:txBody>
          <a:bodyPr/>
          <a:lstStyle/>
          <a:p>
            <a:fld id="{1154241E-B75B-4B57-9A5F-1E6B5E6665DA}" type="datetimeFigureOut">
              <a:rPr kumimoji="1" lang="ja-JP" altLang="en-US" smtClean="0"/>
              <a:t>2026/10/13</a:t>
            </a:fld>
            <a:endParaRPr kumimoji="1" lang="ja-JP" altLang="en-US"/>
          </a:p>
        </p:txBody>
      </p:sp>
      <p:sp>
        <p:nvSpPr>
          <p:cNvPr id="5" name="フッター プレースホルダー 4">
            <a:extLst>
              <a:ext uri="{FF2B5EF4-FFF2-40B4-BE49-F238E27FC236}">
                <a16:creationId xmlns:a16="http://schemas.microsoft.com/office/drawing/2014/main" id="{FCDD4BB5-007A-8895-E3E2-05B71F31C85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85CEBDD-FB94-ED4E-FB87-A99CAE265399}"/>
              </a:ext>
            </a:extLst>
          </p:cNvPr>
          <p:cNvSpPr>
            <a:spLocks noGrp="1"/>
          </p:cNvSpPr>
          <p:nvPr>
            <p:ph type="sldNum" sz="quarter" idx="12"/>
          </p:nvPr>
        </p:nvSpPr>
        <p:spPr/>
        <p:txBody>
          <a:bodyPr/>
          <a:lstStyle/>
          <a:p>
            <a:fld id="{E8A21117-7792-4D4D-AA55-D78F6D629E1F}" type="slidenum">
              <a:rPr kumimoji="1" lang="ja-JP" altLang="en-US" smtClean="0"/>
              <a:t>‹#›</a:t>
            </a:fld>
            <a:endParaRPr kumimoji="1" lang="ja-JP" altLang="en-US"/>
          </a:p>
        </p:txBody>
      </p:sp>
    </p:spTree>
    <p:extLst>
      <p:ext uri="{BB962C8B-B14F-4D97-AF65-F5344CB8AC3E}">
        <p14:creationId xmlns:p14="http://schemas.microsoft.com/office/powerpoint/2010/main" val="12950806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EF15AA8-28B3-9095-278F-33451F37BBE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23DA85C-AFF6-F987-45FC-77328A87F03B}"/>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DED9B91-B056-4AEA-EE89-855BD0D3B79F}"/>
              </a:ext>
            </a:extLst>
          </p:cNvPr>
          <p:cNvSpPr>
            <a:spLocks noGrp="1"/>
          </p:cNvSpPr>
          <p:nvPr>
            <p:ph type="dt" sz="half" idx="10"/>
          </p:nvPr>
        </p:nvSpPr>
        <p:spPr/>
        <p:txBody>
          <a:bodyPr/>
          <a:lstStyle/>
          <a:p>
            <a:fld id="{1154241E-B75B-4B57-9A5F-1E6B5E6665DA}" type="datetimeFigureOut">
              <a:rPr kumimoji="1" lang="ja-JP" altLang="en-US" smtClean="0"/>
              <a:t>2026/10/13</a:t>
            </a:fld>
            <a:endParaRPr kumimoji="1" lang="ja-JP" altLang="en-US"/>
          </a:p>
        </p:txBody>
      </p:sp>
      <p:sp>
        <p:nvSpPr>
          <p:cNvPr id="5" name="フッター プレースホルダー 4">
            <a:extLst>
              <a:ext uri="{FF2B5EF4-FFF2-40B4-BE49-F238E27FC236}">
                <a16:creationId xmlns:a16="http://schemas.microsoft.com/office/drawing/2014/main" id="{CFF44D2F-4B94-CD5D-F455-13147690002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597F102-931D-9F5B-A1BF-0F57EE4FFAD9}"/>
              </a:ext>
            </a:extLst>
          </p:cNvPr>
          <p:cNvSpPr>
            <a:spLocks noGrp="1"/>
          </p:cNvSpPr>
          <p:nvPr>
            <p:ph type="sldNum" sz="quarter" idx="12"/>
          </p:nvPr>
        </p:nvSpPr>
        <p:spPr/>
        <p:txBody>
          <a:bodyPr/>
          <a:lstStyle/>
          <a:p>
            <a:fld id="{E8A21117-7792-4D4D-AA55-D78F6D629E1F}" type="slidenum">
              <a:rPr kumimoji="1" lang="ja-JP" altLang="en-US" smtClean="0"/>
              <a:t>‹#›</a:t>
            </a:fld>
            <a:endParaRPr kumimoji="1" lang="ja-JP" altLang="en-US"/>
          </a:p>
        </p:txBody>
      </p:sp>
    </p:spTree>
    <p:extLst>
      <p:ext uri="{BB962C8B-B14F-4D97-AF65-F5344CB8AC3E}">
        <p14:creationId xmlns:p14="http://schemas.microsoft.com/office/powerpoint/2010/main" val="11066345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3DB5DA-B02E-B7F7-C7E0-2B890BD44F5B}"/>
              </a:ext>
            </a:extLst>
          </p:cNvPr>
          <p:cNvSpPr>
            <a:spLocks noGrp="1"/>
          </p:cNvSpPr>
          <p:nvPr>
            <p:ph type="title"/>
          </p:nvPr>
        </p:nvSpPr>
        <p:spPr>
          <a:xfrm>
            <a:off x="676275" y="1709738"/>
            <a:ext cx="8543925"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18F43EA-DD2D-53C6-ABB6-DB4E2DB0FD4F}"/>
              </a:ext>
            </a:extLst>
          </p:cNvPr>
          <p:cNvSpPr>
            <a:spLocks noGrp="1"/>
          </p:cNvSpPr>
          <p:nvPr>
            <p:ph type="body" idx="1"/>
          </p:nvPr>
        </p:nvSpPr>
        <p:spPr>
          <a:xfrm>
            <a:off x="676275" y="4589463"/>
            <a:ext cx="8543925"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9E6D7397-EE4C-A7F2-D328-DEA642A2DDBC}"/>
              </a:ext>
            </a:extLst>
          </p:cNvPr>
          <p:cNvSpPr>
            <a:spLocks noGrp="1"/>
          </p:cNvSpPr>
          <p:nvPr>
            <p:ph type="dt" sz="half" idx="10"/>
          </p:nvPr>
        </p:nvSpPr>
        <p:spPr/>
        <p:txBody>
          <a:bodyPr/>
          <a:lstStyle/>
          <a:p>
            <a:fld id="{1154241E-B75B-4B57-9A5F-1E6B5E6665DA}" type="datetimeFigureOut">
              <a:rPr kumimoji="1" lang="ja-JP" altLang="en-US" smtClean="0"/>
              <a:t>2026/10/13</a:t>
            </a:fld>
            <a:endParaRPr kumimoji="1" lang="ja-JP" altLang="en-US"/>
          </a:p>
        </p:txBody>
      </p:sp>
      <p:sp>
        <p:nvSpPr>
          <p:cNvPr id="5" name="フッター プレースホルダー 4">
            <a:extLst>
              <a:ext uri="{FF2B5EF4-FFF2-40B4-BE49-F238E27FC236}">
                <a16:creationId xmlns:a16="http://schemas.microsoft.com/office/drawing/2014/main" id="{8E37BDDF-EC5F-7701-9B35-FE7472418F4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454D9E0-5A79-C615-2BB4-90E7179596A7}"/>
              </a:ext>
            </a:extLst>
          </p:cNvPr>
          <p:cNvSpPr>
            <a:spLocks noGrp="1"/>
          </p:cNvSpPr>
          <p:nvPr>
            <p:ph type="sldNum" sz="quarter" idx="12"/>
          </p:nvPr>
        </p:nvSpPr>
        <p:spPr/>
        <p:txBody>
          <a:bodyPr/>
          <a:lstStyle/>
          <a:p>
            <a:fld id="{E8A21117-7792-4D4D-AA55-D78F6D629E1F}" type="slidenum">
              <a:rPr kumimoji="1" lang="ja-JP" altLang="en-US" smtClean="0"/>
              <a:t>‹#›</a:t>
            </a:fld>
            <a:endParaRPr kumimoji="1" lang="ja-JP" altLang="en-US"/>
          </a:p>
        </p:txBody>
      </p:sp>
    </p:spTree>
    <p:extLst>
      <p:ext uri="{BB962C8B-B14F-4D97-AF65-F5344CB8AC3E}">
        <p14:creationId xmlns:p14="http://schemas.microsoft.com/office/powerpoint/2010/main" val="28643170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6B50D38-6070-1172-5339-E99B3F8A5588}"/>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2EE36D2-D67C-CFC1-A495-515D3C300D45}"/>
              </a:ext>
            </a:extLst>
          </p:cNvPr>
          <p:cNvSpPr>
            <a:spLocks noGrp="1"/>
          </p:cNvSpPr>
          <p:nvPr>
            <p:ph sz="half" idx="1"/>
          </p:nvPr>
        </p:nvSpPr>
        <p:spPr>
          <a:xfrm>
            <a:off x="681038" y="1825625"/>
            <a:ext cx="4195762"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59B99BFD-6270-BEDB-3144-348EEC805682}"/>
              </a:ext>
            </a:extLst>
          </p:cNvPr>
          <p:cNvSpPr>
            <a:spLocks noGrp="1"/>
          </p:cNvSpPr>
          <p:nvPr>
            <p:ph sz="half" idx="2"/>
          </p:nvPr>
        </p:nvSpPr>
        <p:spPr>
          <a:xfrm>
            <a:off x="5029200" y="1825625"/>
            <a:ext cx="4195763"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54F67415-AFE8-502E-6DD1-04891BF2514F}"/>
              </a:ext>
            </a:extLst>
          </p:cNvPr>
          <p:cNvSpPr>
            <a:spLocks noGrp="1"/>
          </p:cNvSpPr>
          <p:nvPr>
            <p:ph type="dt" sz="half" idx="10"/>
          </p:nvPr>
        </p:nvSpPr>
        <p:spPr/>
        <p:txBody>
          <a:bodyPr/>
          <a:lstStyle/>
          <a:p>
            <a:fld id="{1154241E-B75B-4B57-9A5F-1E6B5E6665DA}" type="datetimeFigureOut">
              <a:rPr kumimoji="1" lang="ja-JP" altLang="en-US" smtClean="0"/>
              <a:t>2026/10/13</a:t>
            </a:fld>
            <a:endParaRPr kumimoji="1" lang="ja-JP" altLang="en-US"/>
          </a:p>
        </p:txBody>
      </p:sp>
      <p:sp>
        <p:nvSpPr>
          <p:cNvPr id="6" name="フッター プレースホルダー 5">
            <a:extLst>
              <a:ext uri="{FF2B5EF4-FFF2-40B4-BE49-F238E27FC236}">
                <a16:creationId xmlns:a16="http://schemas.microsoft.com/office/drawing/2014/main" id="{2F81D8E3-753F-8AB3-38FA-A2C41676777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E110924-C517-97F2-3EA6-AD4582E11B3D}"/>
              </a:ext>
            </a:extLst>
          </p:cNvPr>
          <p:cNvSpPr>
            <a:spLocks noGrp="1"/>
          </p:cNvSpPr>
          <p:nvPr>
            <p:ph type="sldNum" sz="quarter" idx="12"/>
          </p:nvPr>
        </p:nvSpPr>
        <p:spPr/>
        <p:txBody>
          <a:bodyPr/>
          <a:lstStyle/>
          <a:p>
            <a:fld id="{E8A21117-7792-4D4D-AA55-D78F6D629E1F}" type="slidenum">
              <a:rPr kumimoji="1" lang="ja-JP" altLang="en-US" smtClean="0"/>
              <a:t>‹#›</a:t>
            </a:fld>
            <a:endParaRPr kumimoji="1" lang="ja-JP" altLang="en-US"/>
          </a:p>
        </p:txBody>
      </p:sp>
    </p:spTree>
    <p:extLst>
      <p:ext uri="{BB962C8B-B14F-4D97-AF65-F5344CB8AC3E}">
        <p14:creationId xmlns:p14="http://schemas.microsoft.com/office/powerpoint/2010/main" val="16065058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DC1A481-2E99-F0B3-A5F4-A937E3805CC8}"/>
              </a:ext>
            </a:extLst>
          </p:cNvPr>
          <p:cNvSpPr>
            <a:spLocks noGrp="1"/>
          </p:cNvSpPr>
          <p:nvPr>
            <p:ph type="title"/>
          </p:nvPr>
        </p:nvSpPr>
        <p:spPr>
          <a:xfrm>
            <a:off x="682625" y="365125"/>
            <a:ext cx="8543925"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87B4DD1-3634-E908-32D9-9CC2759B3320}"/>
              </a:ext>
            </a:extLst>
          </p:cNvPr>
          <p:cNvSpPr>
            <a:spLocks noGrp="1"/>
          </p:cNvSpPr>
          <p:nvPr>
            <p:ph type="body" idx="1"/>
          </p:nvPr>
        </p:nvSpPr>
        <p:spPr>
          <a:xfrm>
            <a:off x="682625" y="1681163"/>
            <a:ext cx="41910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260FD74-BE2A-AE43-9F13-7AF0128509C4}"/>
              </a:ext>
            </a:extLst>
          </p:cNvPr>
          <p:cNvSpPr>
            <a:spLocks noGrp="1"/>
          </p:cNvSpPr>
          <p:nvPr>
            <p:ph sz="half" idx="2"/>
          </p:nvPr>
        </p:nvSpPr>
        <p:spPr>
          <a:xfrm>
            <a:off x="682625" y="2505075"/>
            <a:ext cx="4191000"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F5CBE746-D579-8246-6829-229FCB5CC2C5}"/>
              </a:ext>
            </a:extLst>
          </p:cNvPr>
          <p:cNvSpPr>
            <a:spLocks noGrp="1"/>
          </p:cNvSpPr>
          <p:nvPr>
            <p:ph type="body" sz="quarter" idx="3"/>
          </p:nvPr>
        </p:nvSpPr>
        <p:spPr>
          <a:xfrm>
            <a:off x="5014913" y="1681163"/>
            <a:ext cx="42116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C7ED1565-6D9D-F61C-42BA-9CA96AE93475}"/>
              </a:ext>
            </a:extLst>
          </p:cNvPr>
          <p:cNvSpPr>
            <a:spLocks noGrp="1"/>
          </p:cNvSpPr>
          <p:nvPr>
            <p:ph sz="quarter" idx="4"/>
          </p:nvPr>
        </p:nvSpPr>
        <p:spPr>
          <a:xfrm>
            <a:off x="5014913" y="2505075"/>
            <a:ext cx="421163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2B339B61-A9F8-156F-A029-B69BD8F7B386}"/>
              </a:ext>
            </a:extLst>
          </p:cNvPr>
          <p:cNvSpPr>
            <a:spLocks noGrp="1"/>
          </p:cNvSpPr>
          <p:nvPr>
            <p:ph type="dt" sz="half" idx="10"/>
          </p:nvPr>
        </p:nvSpPr>
        <p:spPr/>
        <p:txBody>
          <a:bodyPr/>
          <a:lstStyle/>
          <a:p>
            <a:fld id="{1154241E-B75B-4B57-9A5F-1E6B5E6665DA}" type="datetimeFigureOut">
              <a:rPr kumimoji="1" lang="ja-JP" altLang="en-US" smtClean="0"/>
              <a:t>2026/10/13</a:t>
            </a:fld>
            <a:endParaRPr kumimoji="1" lang="ja-JP" altLang="en-US"/>
          </a:p>
        </p:txBody>
      </p:sp>
      <p:sp>
        <p:nvSpPr>
          <p:cNvPr id="8" name="フッター プレースホルダー 7">
            <a:extLst>
              <a:ext uri="{FF2B5EF4-FFF2-40B4-BE49-F238E27FC236}">
                <a16:creationId xmlns:a16="http://schemas.microsoft.com/office/drawing/2014/main" id="{98069040-50BB-4264-EC36-429F4DCF64BD}"/>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D10E746B-DF37-1401-CBA5-BFC1D3E7FB01}"/>
              </a:ext>
            </a:extLst>
          </p:cNvPr>
          <p:cNvSpPr>
            <a:spLocks noGrp="1"/>
          </p:cNvSpPr>
          <p:nvPr>
            <p:ph type="sldNum" sz="quarter" idx="12"/>
          </p:nvPr>
        </p:nvSpPr>
        <p:spPr/>
        <p:txBody>
          <a:bodyPr/>
          <a:lstStyle/>
          <a:p>
            <a:fld id="{E8A21117-7792-4D4D-AA55-D78F6D629E1F}" type="slidenum">
              <a:rPr kumimoji="1" lang="ja-JP" altLang="en-US" smtClean="0"/>
              <a:t>‹#›</a:t>
            </a:fld>
            <a:endParaRPr kumimoji="1" lang="ja-JP" altLang="en-US"/>
          </a:p>
        </p:txBody>
      </p:sp>
    </p:spTree>
    <p:extLst>
      <p:ext uri="{BB962C8B-B14F-4D97-AF65-F5344CB8AC3E}">
        <p14:creationId xmlns:p14="http://schemas.microsoft.com/office/powerpoint/2010/main" val="30997052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A218B94-C1CD-0B90-1493-CF013AE80AC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D8483C1A-068F-DAF6-AF21-954F150C0F37}"/>
              </a:ext>
            </a:extLst>
          </p:cNvPr>
          <p:cNvSpPr>
            <a:spLocks noGrp="1"/>
          </p:cNvSpPr>
          <p:nvPr>
            <p:ph type="dt" sz="half" idx="10"/>
          </p:nvPr>
        </p:nvSpPr>
        <p:spPr/>
        <p:txBody>
          <a:bodyPr/>
          <a:lstStyle/>
          <a:p>
            <a:fld id="{1154241E-B75B-4B57-9A5F-1E6B5E6665DA}" type="datetimeFigureOut">
              <a:rPr kumimoji="1" lang="ja-JP" altLang="en-US" smtClean="0"/>
              <a:t>2026/10/13</a:t>
            </a:fld>
            <a:endParaRPr kumimoji="1" lang="ja-JP" altLang="en-US"/>
          </a:p>
        </p:txBody>
      </p:sp>
      <p:sp>
        <p:nvSpPr>
          <p:cNvPr id="4" name="フッター プレースホルダー 3">
            <a:extLst>
              <a:ext uri="{FF2B5EF4-FFF2-40B4-BE49-F238E27FC236}">
                <a16:creationId xmlns:a16="http://schemas.microsoft.com/office/drawing/2014/main" id="{3A5A4A5C-AD1E-069E-F3FE-E9BC44574C2C}"/>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A4EFE5B7-7EE0-5D2A-D89A-E2D35EA63377}"/>
              </a:ext>
            </a:extLst>
          </p:cNvPr>
          <p:cNvSpPr>
            <a:spLocks noGrp="1"/>
          </p:cNvSpPr>
          <p:nvPr>
            <p:ph type="sldNum" sz="quarter" idx="12"/>
          </p:nvPr>
        </p:nvSpPr>
        <p:spPr/>
        <p:txBody>
          <a:bodyPr/>
          <a:lstStyle/>
          <a:p>
            <a:fld id="{E8A21117-7792-4D4D-AA55-D78F6D629E1F}" type="slidenum">
              <a:rPr kumimoji="1" lang="ja-JP" altLang="en-US" smtClean="0"/>
              <a:t>‹#›</a:t>
            </a:fld>
            <a:endParaRPr kumimoji="1" lang="ja-JP" altLang="en-US"/>
          </a:p>
        </p:txBody>
      </p:sp>
    </p:spTree>
    <p:extLst>
      <p:ext uri="{BB962C8B-B14F-4D97-AF65-F5344CB8AC3E}">
        <p14:creationId xmlns:p14="http://schemas.microsoft.com/office/powerpoint/2010/main" val="28405677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B29EC478-0A96-CF02-6648-961FCFC9643B}"/>
              </a:ext>
            </a:extLst>
          </p:cNvPr>
          <p:cNvSpPr>
            <a:spLocks noGrp="1"/>
          </p:cNvSpPr>
          <p:nvPr>
            <p:ph type="dt" sz="half" idx="10"/>
          </p:nvPr>
        </p:nvSpPr>
        <p:spPr/>
        <p:txBody>
          <a:bodyPr/>
          <a:lstStyle/>
          <a:p>
            <a:fld id="{1154241E-B75B-4B57-9A5F-1E6B5E6665DA}" type="datetimeFigureOut">
              <a:rPr kumimoji="1" lang="ja-JP" altLang="en-US" smtClean="0"/>
              <a:t>2026/10/13</a:t>
            </a:fld>
            <a:endParaRPr kumimoji="1" lang="ja-JP" altLang="en-US"/>
          </a:p>
        </p:txBody>
      </p:sp>
      <p:sp>
        <p:nvSpPr>
          <p:cNvPr id="3" name="フッター プレースホルダー 2">
            <a:extLst>
              <a:ext uri="{FF2B5EF4-FFF2-40B4-BE49-F238E27FC236}">
                <a16:creationId xmlns:a16="http://schemas.microsoft.com/office/drawing/2014/main" id="{40647F1D-CE76-E46E-C850-58E7E6CD0A50}"/>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D2325B7-3CA9-273E-67C9-300EDDDDF072}"/>
              </a:ext>
            </a:extLst>
          </p:cNvPr>
          <p:cNvSpPr>
            <a:spLocks noGrp="1"/>
          </p:cNvSpPr>
          <p:nvPr>
            <p:ph type="sldNum" sz="quarter" idx="12"/>
          </p:nvPr>
        </p:nvSpPr>
        <p:spPr/>
        <p:txBody>
          <a:bodyPr/>
          <a:lstStyle/>
          <a:p>
            <a:fld id="{E8A21117-7792-4D4D-AA55-D78F6D629E1F}" type="slidenum">
              <a:rPr kumimoji="1" lang="ja-JP" altLang="en-US" smtClean="0"/>
              <a:t>‹#›</a:t>
            </a:fld>
            <a:endParaRPr kumimoji="1" lang="ja-JP" altLang="en-US"/>
          </a:p>
        </p:txBody>
      </p:sp>
    </p:spTree>
    <p:extLst>
      <p:ext uri="{BB962C8B-B14F-4D97-AF65-F5344CB8AC3E}">
        <p14:creationId xmlns:p14="http://schemas.microsoft.com/office/powerpoint/2010/main" val="167117793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36AAE58-8462-DB65-008B-F018F288C894}"/>
              </a:ext>
            </a:extLst>
          </p:cNvPr>
          <p:cNvSpPr>
            <a:spLocks noGrp="1"/>
          </p:cNvSpPr>
          <p:nvPr>
            <p:ph type="title"/>
          </p:nvPr>
        </p:nvSpPr>
        <p:spPr>
          <a:xfrm>
            <a:off x="682625" y="457200"/>
            <a:ext cx="3194050"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5076719-C6C0-D9C8-1E7E-E0E377586B5B}"/>
              </a:ext>
            </a:extLst>
          </p:cNvPr>
          <p:cNvSpPr>
            <a:spLocks noGrp="1"/>
          </p:cNvSpPr>
          <p:nvPr>
            <p:ph idx="1"/>
          </p:nvPr>
        </p:nvSpPr>
        <p:spPr>
          <a:xfrm>
            <a:off x="4211638" y="987425"/>
            <a:ext cx="5014912"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5A205082-1F05-E764-2FC9-30FBCDAE2935}"/>
              </a:ext>
            </a:extLst>
          </p:cNvPr>
          <p:cNvSpPr>
            <a:spLocks noGrp="1"/>
          </p:cNvSpPr>
          <p:nvPr>
            <p:ph type="body" sz="half" idx="2"/>
          </p:nvPr>
        </p:nvSpPr>
        <p:spPr>
          <a:xfrm>
            <a:off x="682625" y="2057400"/>
            <a:ext cx="319405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7306C3E-D7E4-BD6D-D069-D0D9AE13DDA9}"/>
              </a:ext>
            </a:extLst>
          </p:cNvPr>
          <p:cNvSpPr>
            <a:spLocks noGrp="1"/>
          </p:cNvSpPr>
          <p:nvPr>
            <p:ph type="dt" sz="half" idx="10"/>
          </p:nvPr>
        </p:nvSpPr>
        <p:spPr/>
        <p:txBody>
          <a:bodyPr/>
          <a:lstStyle/>
          <a:p>
            <a:fld id="{1154241E-B75B-4B57-9A5F-1E6B5E6665DA}" type="datetimeFigureOut">
              <a:rPr kumimoji="1" lang="ja-JP" altLang="en-US" smtClean="0"/>
              <a:t>2026/10/13</a:t>
            </a:fld>
            <a:endParaRPr kumimoji="1" lang="ja-JP" altLang="en-US"/>
          </a:p>
        </p:txBody>
      </p:sp>
      <p:sp>
        <p:nvSpPr>
          <p:cNvPr id="6" name="フッター プレースホルダー 5">
            <a:extLst>
              <a:ext uri="{FF2B5EF4-FFF2-40B4-BE49-F238E27FC236}">
                <a16:creationId xmlns:a16="http://schemas.microsoft.com/office/drawing/2014/main" id="{0AB2A825-76B8-8C2E-8D10-DD23DE65E42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3E4BFA3-8462-EAC5-691B-AF5CD3F13BBC}"/>
              </a:ext>
            </a:extLst>
          </p:cNvPr>
          <p:cNvSpPr>
            <a:spLocks noGrp="1"/>
          </p:cNvSpPr>
          <p:nvPr>
            <p:ph type="sldNum" sz="quarter" idx="12"/>
          </p:nvPr>
        </p:nvSpPr>
        <p:spPr/>
        <p:txBody>
          <a:bodyPr/>
          <a:lstStyle/>
          <a:p>
            <a:fld id="{E8A21117-7792-4D4D-AA55-D78F6D629E1F}" type="slidenum">
              <a:rPr kumimoji="1" lang="ja-JP" altLang="en-US" smtClean="0"/>
              <a:t>‹#›</a:t>
            </a:fld>
            <a:endParaRPr kumimoji="1" lang="ja-JP" altLang="en-US"/>
          </a:p>
        </p:txBody>
      </p:sp>
    </p:spTree>
    <p:extLst>
      <p:ext uri="{BB962C8B-B14F-4D97-AF65-F5344CB8AC3E}">
        <p14:creationId xmlns:p14="http://schemas.microsoft.com/office/powerpoint/2010/main" val="170580900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899EDA5-48E2-89DE-E33F-45D822BD307D}"/>
              </a:ext>
            </a:extLst>
          </p:cNvPr>
          <p:cNvSpPr>
            <a:spLocks noGrp="1"/>
          </p:cNvSpPr>
          <p:nvPr>
            <p:ph type="title"/>
          </p:nvPr>
        </p:nvSpPr>
        <p:spPr>
          <a:xfrm>
            <a:off x="682625" y="457200"/>
            <a:ext cx="3194050"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1D09938C-AAFD-7A3C-6D2B-397BEBA118ED}"/>
              </a:ext>
            </a:extLst>
          </p:cNvPr>
          <p:cNvSpPr>
            <a:spLocks noGrp="1"/>
          </p:cNvSpPr>
          <p:nvPr>
            <p:ph type="pic" idx="1"/>
          </p:nvPr>
        </p:nvSpPr>
        <p:spPr>
          <a:xfrm>
            <a:off x="4211638" y="987425"/>
            <a:ext cx="5014912"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4926FEEE-D524-5FFC-E736-3F8E514990DA}"/>
              </a:ext>
            </a:extLst>
          </p:cNvPr>
          <p:cNvSpPr>
            <a:spLocks noGrp="1"/>
          </p:cNvSpPr>
          <p:nvPr>
            <p:ph type="body" sz="half" idx="2"/>
          </p:nvPr>
        </p:nvSpPr>
        <p:spPr>
          <a:xfrm>
            <a:off x="682625" y="2057400"/>
            <a:ext cx="319405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14897380-9486-4AA0-1318-D47E09CE9F83}"/>
              </a:ext>
            </a:extLst>
          </p:cNvPr>
          <p:cNvSpPr>
            <a:spLocks noGrp="1"/>
          </p:cNvSpPr>
          <p:nvPr>
            <p:ph type="dt" sz="half" idx="10"/>
          </p:nvPr>
        </p:nvSpPr>
        <p:spPr/>
        <p:txBody>
          <a:bodyPr/>
          <a:lstStyle/>
          <a:p>
            <a:fld id="{1154241E-B75B-4B57-9A5F-1E6B5E6665DA}" type="datetimeFigureOut">
              <a:rPr kumimoji="1" lang="ja-JP" altLang="en-US" smtClean="0"/>
              <a:t>2026/10/13</a:t>
            </a:fld>
            <a:endParaRPr kumimoji="1" lang="ja-JP" altLang="en-US"/>
          </a:p>
        </p:txBody>
      </p:sp>
      <p:sp>
        <p:nvSpPr>
          <p:cNvPr id="6" name="フッター プレースホルダー 5">
            <a:extLst>
              <a:ext uri="{FF2B5EF4-FFF2-40B4-BE49-F238E27FC236}">
                <a16:creationId xmlns:a16="http://schemas.microsoft.com/office/drawing/2014/main" id="{28C6C90C-C2A4-4279-F3D0-80C4402C52A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D37CC2C-4F2B-AEA9-3FAC-57BBAFBDE6FD}"/>
              </a:ext>
            </a:extLst>
          </p:cNvPr>
          <p:cNvSpPr>
            <a:spLocks noGrp="1"/>
          </p:cNvSpPr>
          <p:nvPr>
            <p:ph type="sldNum" sz="quarter" idx="12"/>
          </p:nvPr>
        </p:nvSpPr>
        <p:spPr/>
        <p:txBody>
          <a:bodyPr/>
          <a:lstStyle/>
          <a:p>
            <a:fld id="{E8A21117-7792-4D4D-AA55-D78F6D629E1F}" type="slidenum">
              <a:rPr kumimoji="1" lang="ja-JP" altLang="en-US" smtClean="0"/>
              <a:t>‹#›</a:t>
            </a:fld>
            <a:endParaRPr kumimoji="1" lang="ja-JP" altLang="en-US"/>
          </a:p>
        </p:txBody>
      </p:sp>
    </p:spTree>
    <p:extLst>
      <p:ext uri="{BB962C8B-B14F-4D97-AF65-F5344CB8AC3E}">
        <p14:creationId xmlns:p14="http://schemas.microsoft.com/office/powerpoint/2010/main" val="332818715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614DF9C-2B65-92ED-89C9-75111587A139}"/>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E26A095-608F-D087-5723-71A7177FB947}"/>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175B4DF-0B32-2BF3-A197-9B046D48A161}"/>
              </a:ext>
            </a:extLst>
          </p:cNvPr>
          <p:cNvSpPr>
            <a:spLocks noGrp="1"/>
          </p:cNvSpPr>
          <p:nvPr>
            <p:ph type="dt" sz="half" idx="10"/>
          </p:nvPr>
        </p:nvSpPr>
        <p:spPr/>
        <p:txBody>
          <a:bodyPr/>
          <a:lstStyle/>
          <a:p>
            <a:fld id="{1154241E-B75B-4B57-9A5F-1E6B5E6665DA}" type="datetimeFigureOut">
              <a:rPr kumimoji="1" lang="ja-JP" altLang="en-US" smtClean="0"/>
              <a:t>2026/10/13</a:t>
            </a:fld>
            <a:endParaRPr kumimoji="1" lang="ja-JP" altLang="en-US"/>
          </a:p>
        </p:txBody>
      </p:sp>
      <p:sp>
        <p:nvSpPr>
          <p:cNvPr id="5" name="フッター プレースホルダー 4">
            <a:extLst>
              <a:ext uri="{FF2B5EF4-FFF2-40B4-BE49-F238E27FC236}">
                <a16:creationId xmlns:a16="http://schemas.microsoft.com/office/drawing/2014/main" id="{180E711D-6C83-6E41-D60F-C98F6E7B233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4AEA50C-1E4B-C870-83D4-1DD71DA1AD5A}"/>
              </a:ext>
            </a:extLst>
          </p:cNvPr>
          <p:cNvSpPr>
            <a:spLocks noGrp="1"/>
          </p:cNvSpPr>
          <p:nvPr>
            <p:ph type="sldNum" sz="quarter" idx="12"/>
          </p:nvPr>
        </p:nvSpPr>
        <p:spPr/>
        <p:txBody>
          <a:bodyPr/>
          <a:lstStyle/>
          <a:p>
            <a:fld id="{E8A21117-7792-4D4D-AA55-D78F6D629E1F}" type="slidenum">
              <a:rPr kumimoji="1" lang="ja-JP" altLang="en-US" smtClean="0"/>
              <a:t>‹#›</a:t>
            </a:fld>
            <a:endParaRPr kumimoji="1" lang="ja-JP" altLang="en-US"/>
          </a:p>
        </p:txBody>
      </p:sp>
    </p:spTree>
    <p:extLst>
      <p:ext uri="{BB962C8B-B14F-4D97-AF65-F5344CB8AC3E}">
        <p14:creationId xmlns:p14="http://schemas.microsoft.com/office/powerpoint/2010/main" val="9150134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縦書きタイトルと 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6780598C-51AD-1F4D-3AAC-618D37456965}"/>
              </a:ext>
            </a:extLst>
          </p:cNvPr>
          <p:cNvSpPr>
            <a:spLocks noGrp="1"/>
          </p:cNvSpPr>
          <p:nvPr>
            <p:ph type="title" orient="vert"/>
          </p:nvPr>
        </p:nvSpPr>
        <p:spPr>
          <a:xfrm>
            <a:off x="7089775" y="365125"/>
            <a:ext cx="2135188"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1546C92-3722-B8DF-EE4C-6649DAEB75F2}"/>
              </a:ext>
            </a:extLst>
          </p:cNvPr>
          <p:cNvSpPr>
            <a:spLocks noGrp="1"/>
          </p:cNvSpPr>
          <p:nvPr>
            <p:ph type="body" orient="vert" idx="1"/>
          </p:nvPr>
        </p:nvSpPr>
        <p:spPr>
          <a:xfrm>
            <a:off x="681038" y="365125"/>
            <a:ext cx="6256337"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F8FDC3C-0349-A1A4-3CB0-324DCF3700B3}"/>
              </a:ext>
            </a:extLst>
          </p:cNvPr>
          <p:cNvSpPr>
            <a:spLocks noGrp="1"/>
          </p:cNvSpPr>
          <p:nvPr>
            <p:ph type="dt" sz="half" idx="10"/>
          </p:nvPr>
        </p:nvSpPr>
        <p:spPr/>
        <p:txBody>
          <a:bodyPr/>
          <a:lstStyle/>
          <a:p>
            <a:fld id="{1154241E-B75B-4B57-9A5F-1E6B5E6665DA}" type="datetimeFigureOut">
              <a:rPr kumimoji="1" lang="ja-JP" altLang="en-US" smtClean="0"/>
              <a:t>2026/10/13</a:t>
            </a:fld>
            <a:endParaRPr kumimoji="1" lang="ja-JP" altLang="en-US"/>
          </a:p>
        </p:txBody>
      </p:sp>
      <p:sp>
        <p:nvSpPr>
          <p:cNvPr id="5" name="フッター プレースホルダー 4">
            <a:extLst>
              <a:ext uri="{FF2B5EF4-FFF2-40B4-BE49-F238E27FC236}">
                <a16:creationId xmlns:a16="http://schemas.microsoft.com/office/drawing/2014/main" id="{74E9ECE4-D877-6D66-267A-D9DAD53D47F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1DDAD1F-0893-12EE-88F2-C49E155689AF}"/>
              </a:ext>
            </a:extLst>
          </p:cNvPr>
          <p:cNvSpPr>
            <a:spLocks noGrp="1"/>
          </p:cNvSpPr>
          <p:nvPr>
            <p:ph type="sldNum" sz="quarter" idx="12"/>
          </p:nvPr>
        </p:nvSpPr>
        <p:spPr/>
        <p:txBody>
          <a:bodyPr/>
          <a:lstStyle/>
          <a:p>
            <a:fld id="{E8A21117-7792-4D4D-AA55-D78F6D629E1F}" type="slidenum">
              <a:rPr kumimoji="1" lang="ja-JP" altLang="en-US" smtClean="0"/>
              <a:t>‹#›</a:t>
            </a:fld>
            <a:endParaRPr kumimoji="1" lang="ja-JP" altLang="en-US"/>
          </a:p>
        </p:txBody>
      </p:sp>
    </p:spTree>
    <p:extLst>
      <p:ext uri="{BB962C8B-B14F-4D97-AF65-F5344CB8AC3E}">
        <p14:creationId xmlns:p14="http://schemas.microsoft.com/office/powerpoint/2010/main" val="19593036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5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00"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Wingdings" panose="05000000000000000000" pitchFamily="2" charset="2"/>
              <a:buChar char="ü"/>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701443709"/>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13" name="コンテンツ プレースホルダー 7">
            <a:extLst>
              <a:ext uri="{FF2B5EF4-FFF2-40B4-BE49-F238E27FC236}">
                <a16:creationId xmlns:a16="http://schemas.microsoft.com/office/drawing/2014/main" id="{8CB9DBFA-B820-BCAD-1CA0-C2DA0F72DE05}"/>
              </a:ext>
            </a:extLst>
          </p:cNvPr>
          <p:cNvSpPr>
            <a:spLocks noGrp="1"/>
          </p:cNvSpPr>
          <p:nvPr>
            <p:ph sz="quarter" idx="12"/>
          </p:nvPr>
        </p:nvSpPr>
        <p:spPr>
          <a:xfrm>
            <a:off x="507341" y="774373"/>
            <a:ext cx="8891322" cy="782419"/>
          </a:xfrm>
          <a:prstGeom prst="rect">
            <a:avLst/>
          </a:prstGeom>
        </p:spPr>
        <p:txBody>
          <a:bodyPr/>
          <a:lstStyle>
            <a:lvl1pPr marL="0" indent="0">
              <a:buFont typeface="Arial" panose="020B0604020202020204" pitchFamily="34" charset="0"/>
              <a:buNone/>
              <a:defRPr sz="1462"/>
            </a:lvl1pPr>
            <a:lvl2pPr marL="216687" indent="-141879">
              <a:buFont typeface="Arial" panose="020B0604020202020204" pitchFamily="34" charset="0"/>
              <a:buChar char="•"/>
              <a:defRPr sz="1462"/>
            </a:lvl2pPr>
            <a:lvl3pPr marL="291495" indent="-143169">
              <a:buFont typeface="Arial" panose="020B0604020202020204" pitchFamily="34" charset="0"/>
              <a:buChar char="•"/>
              <a:defRPr sz="1462"/>
            </a:lvl3pPr>
            <a:lvl4pPr marL="365015" indent="-148328">
              <a:buFont typeface="Arial" panose="020B0604020202020204" pitchFamily="34" charset="0"/>
              <a:buChar char="•"/>
              <a:defRPr sz="1462"/>
            </a:lvl4pPr>
            <a:lvl5pPr marL="439824" indent="-148328">
              <a:buFont typeface="Arial" panose="020B0604020202020204" pitchFamily="34" charset="0"/>
              <a:buChar char="•"/>
              <a:tabLst>
                <a:tab pos="439824" algn="l"/>
              </a:tabLst>
              <a:defRPr sz="1462"/>
            </a:lvl5pPr>
          </a:lstStyle>
          <a:p>
            <a:pPr lvl="0"/>
            <a:endParaRPr kumimoji="1" lang="ja-JP" altLang="en-US"/>
          </a:p>
        </p:txBody>
      </p:sp>
    </p:spTree>
    <p:extLst>
      <p:ext uri="{BB962C8B-B14F-4D97-AF65-F5344CB8AC3E}">
        <p14:creationId xmlns:p14="http://schemas.microsoft.com/office/powerpoint/2010/main" val="422627886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7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2" name="テキスト プレースホルダー 11">
            <a:extLst>
              <a:ext uri="{FF2B5EF4-FFF2-40B4-BE49-F238E27FC236}">
                <a16:creationId xmlns:a16="http://schemas.microsoft.com/office/drawing/2014/main" id="{02C7D6AD-56C2-D17C-EE4A-4B9C9E6E5934}"/>
              </a:ext>
            </a:extLst>
          </p:cNvPr>
          <p:cNvSpPr>
            <a:spLocks noGrp="1"/>
          </p:cNvSpPr>
          <p:nvPr>
            <p:ph type="body" sz="quarter" idx="10"/>
          </p:nvPr>
        </p:nvSpPr>
        <p:spPr>
          <a:xfrm>
            <a:off x="507341" y="774373"/>
            <a:ext cx="8891323" cy="926435"/>
          </a:xfrm>
          <a:prstGeom prst="rect">
            <a:avLst/>
          </a:prstGeom>
        </p:spPr>
        <p:txBody>
          <a:bodyPr lIns="36000" tIns="36000" rIns="36000" bIns="36000" anchor="t">
            <a:noAutofit/>
          </a:bodyPr>
          <a:lstStyle>
            <a:lvl1pPr marL="0" indent="0" algn="l">
              <a:buFontTx/>
              <a:buNone/>
              <a:defRPr sz="1300"/>
            </a:lvl1pPr>
            <a:lvl2pPr marL="86417" indent="0" algn="l">
              <a:buFontTx/>
              <a:buNone/>
              <a:tabLst>
                <a:tab pos="291495" algn="l"/>
              </a:tabLst>
              <a:defRPr sz="1300"/>
            </a:lvl2pPr>
            <a:lvl3pPr marL="183152" indent="0" algn="l">
              <a:buFontTx/>
              <a:buNone/>
              <a:tabLst>
                <a:tab pos="365015" algn="l"/>
              </a:tabLst>
              <a:defRPr sz="1300"/>
            </a:lvl3pPr>
            <a:lvl4pPr algn="l">
              <a:defRPr sz="1300"/>
            </a:lvl4pPr>
            <a:lvl5pPr algn="l">
              <a:defRPr sz="13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p:txBody>
      </p:sp>
      <p:sp>
        <p:nvSpPr>
          <p:cNvPr id="4" name="コンテンツ プレースホルダー 7">
            <a:extLst>
              <a:ext uri="{FF2B5EF4-FFF2-40B4-BE49-F238E27FC236}">
                <a16:creationId xmlns:a16="http://schemas.microsoft.com/office/drawing/2014/main" id="{81628BD4-EE29-C53A-CDAC-1E0D9F3DAA92}"/>
              </a:ext>
            </a:extLst>
          </p:cNvPr>
          <p:cNvSpPr>
            <a:spLocks noGrp="1"/>
          </p:cNvSpPr>
          <p:nvPr>
            <p:ph sz="quarter" idx="11"/>
          </p:nvPr>
        </p:nvSpPr>
        <p:spPr>
          <a:xfrm>
            <a:off x="507000" y="2024844"/>
            <a:ext cx="8891322" cy="1873251"/>
          </a:xfrm>
          <a:prstGeom prst="rect">
            <a:avLst/>
          </a:prstGeom>
        </p:spPr>
        <p:txBody>
          <a:bodyPr/>
          <a:lstStyle>
            <a:lvl1pPr marL="139299" indent="-139299">
              <a:buFont typeface="Wingdings" panose="05000000000000000000" pitchFamily="2" charset="2"/>
              <a:buChar char="ü"/>
              <a:defRPr sz="975"/>
            </a:lvl1pPr>
            <a:lvl2pPr marL="291495" indent="-143169">
              <a:defRPr sz="975"/>
            </a:lvl2pPr>
            <a:lvl3pPr marL="365015" indent="-148328">
              <a:defRPr sz="975"/>
            </a:lvl3pPr>
            <a:lvl4pPr marL="439824" indent="-148328">
              <a:defRPr sz="975"/>
            </a:lvl4pPr>
            <a:lvl5pPr marL="508183" indent="-143169">
              <a:tabLst>
                <a:tab pos="508183" algn="l"/>
              </a:tabLst>
              <a:defRPr sz="975"/>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402479904"/>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3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46"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400">
                <a:latin typeface="+mj-ea"/>
                <a:ea typeface="+mj-ea"/>
              </a:defRPr>
            </a:lvl1pPr>
          </a:lstStyle>
          <a:p>
            <a:pPr marL="0" marR="0" lvl="0" indent="0" algn="l" defTabSz="914400"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spTree>
    <p:extLst>
      <p:ext uri="{BB962C8B-B14F-4D97-AF65-F5344CB8AC3E}">
        <p14:creationId xmlns:p14="http://schemas.microsoft.com/office/powerpoint/2010/main" val="727522594"/>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1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46"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Wingdings" panose="05000000000000000000" pitchFamily="2" charset="2"/>
              <a:buChar char="ü"/>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020410986"/>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B5F514-B7F3-0B8E-B1D6-F8A16F8C61D7}"/>
              </a:ext>
            </a:extLst>
          </p:cNvPr>
          <p:cNvSpPr>
            <a:spLocks noGrp="1"/>
          </p:cNvSpPr>
          <p:nvPr>
            <p:ph type="title"/>
          </p:nvPr>
        </p:nvSpPr>
        <p:spPr>
          <a:xfrm>
            <a:off x="681038" y="365125"/>
            <a:ext cx="8543925" cy="1325563"/>
          </a:xfrm>
          <a:prstGeom prst="rect">
            <a:avLst/>
          </a:prstGeom>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2F1B213-BAAA-CD06-A1C6-B95158E72468}"/>
              </a:ext>
            </a:extLst>
          </p:cNvPr>
          <p:cNvSpPr>
            <a:spLocks noGrp="1"/>
          </p:cNvSpPr>
          <p:nvPr>
            <p:ph idx="1"/>
          </p:nvPr>
        </p:nvSpPr>
        <p:spPr>
          <a:xfrm>
            <a:off x="681038" y="1825625"/>
            <a:ext cx="8543925" cy="4351338"/>
          </a:xfrm>
          <a:prstGeom prst="rect">
            <a:avLst/>
          </a:prstGeo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09768847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00"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Meiryo UI" panose="020B0604030504040204" pitchFamily="50" charset="-128"/>
              <a:buChar char="○"/>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810349626"/>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6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13" name="コンテンツ プレースホルダー 7">
            <a:extLst>
              <a:ext uri="{FF2B5EF4-FFF2-40B4-BE49-F238E27FC236}">
                <a16:creationId xmlns:a16="http://schemas.microsoft.com/office/drawing/2014/main" id="{8CB9DBFA-B820-BCAD-1CA0-C2DA0F72DE05}"/>
              </a:ext>
            </a:extLst>
          </p:cNvPr>
          <p:cNvSpPr>
            <a:spLocks noGrp="1"/>
          </p:cNvSpPr>
          <p:nvPr>
            <p:ph sz="quarter" idx="12"/>
          </p:nvPr>
        </p:nvSpPr>
        <p:spPr>
          <a:xfrm>
            <a:off x="507341" y="774373"/>
            <a:ext cx="8891322" cy="782419"/>
          </a:xfrm>
          <a:prstGeom prst="rect">
            <a:avLst/>
          </a:prstGeom>
        </p:spPr>
        <p:txBody>
          <a:bodyPr/>
          <a:lstStyle>
            <a:lvl1pPr marL="0" indent="0">
              <a:buFont typeface="Arial" panose="020B0604020202020204" pitchFamily="34" charset="0"/>
              <a:buNone/>
              <a:defRPr sz="1462"/>
            </a:lvl1pPr>
            <a:lvl2pPr marL="216687" indent="-141879">
              <a:buFont typeface="Arial" panose="020B0604020202020204" pitchFamily="34" charset="0"/>
              <a:buChar char="•"/>
              <a:defRPr sz="1462"/>
            </a:lvl2pPr>
            <a:lvl3pPr marL="291495" indent="-143169">
              <a:buFont typeface="Arial" panose="020B0604020202020204" pitchFamily="34" charset="0"/>
              <a:buChar char="•"/>
              <a:defRPr sz="1462"/>
            </a:lvl3pPr>
            <a:lvl4pPr marL="365015" indent="-148328">
              <a:buFont typeface="Arial" panose="020B0604020202020204" pitchFamily="34" charset="0"/>
              <a:buChar char="•"/>
              <a:defRPr sz="1462"/>
            </a:lvl4pPr>
            <a:lvl5pPr marL="439824" indent="-148328">
              <a:buFont typeface="Arial" panose="020B0604020202020204" pitchFamily="34" charset="0"/>
              <a:buChar char="•"/>
              <a:tabLst>
                <a:tab pos="439824" algn="l"/>
              </a:tabLst>
              <a:defRPr sz="1462"/>
            </a:lvl5pPr>
          </a:lstStyle>
          <a:p>
            <a:pPr lvl="0"/>
            <a:endParaRPr kumimoji="1" lang="ja-JP" altLang="en-US"/>
          </a:p>
        </p:txBody>
      </p:sp>
    </p:spTree>
    <p:extLst>
      <p:ext uri="{BB962C8B-B14F-4D97-AF65-F5344CB8AC3E}">
        <p14:creationId xmlns:p14="http://schemas.microsoft.com/office/powerpoint/2010/main" val="18824755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ags" Target="../tags/tag3.xml"/><Relationship Id="rId3" Type="http://schemas.openxmlformats.org/officeDocument/2006/relationships/slideLayout" Target="../slideLayouts/slideLayout3.xml"/><Relationship Id="rId21" Type="http://schemas.openxmlformats.org/officeDocument/2006/relationships/image" Target="../media/image1.em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ags" Target="../tags/tag2.xml"/><Relationship Id="rId2" Type="http://schemas.openxmlformats.org/officeDocument/2006/relationships/slideLayout" Target="../slideLayouts/slideLayout2.xml"/><Relationship Id="rId16" Type="http://schemas.openxmlformats.org/officeDocument/2006/relationships/theme" Target="../theme/theme1.xml"/><Relationship Id="rId20"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ags" Target="../tags/tag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oleObject" Target="../embeddings/oleObject1.bin"/><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ags" Target="../tags/tag7.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tags" Target="../tags/tag6.xml"/><Relationship Id="rId5" Type="http://schemas.openxmlformats.org/officeDocument/2006/relationships/slideLayout" Target="../slideLayouts/slideLayout31.xml"/><Relationship Id="rId10" Type="http://schemas.openxmlformats.org/officeDocument/2006/relationships/tags" Target="../tags/tag5.xml"/><Relationship Id="rId4" Type="http://schemas.openxmlformats.org/officeDocument/2006/relationships/slideLayout" Target="../slideLayouts/slideLayout30.xml"/><Relationship Id="rId9" Type="http://schemas.openxmlformats.org/officeDocument/2006/relationships/theme" Target="../theme/theme3.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8D37800-827B-46F8-DF58-F3EAC1F7B0AA}"/>
              </a:ext>
            </a:extLst>
          </p:cNvPr>
          <p:cNvGraphicFramePr>
            <a:graphicFrameLocks noChangeAspect="1"/>
          </p:cNvGraphicFramePr>
          <p:nvPr userDrawn="1">
            <p:custDataLst>
              <p:tags r:id="rId17"/>
            </p:custDataLst>
            <p:extLst>
              <p:ext uri="{D42A27DB-BD31-4B8C-83A1-F6EECF244321}">
                <p14:modId xmlns:p14="http://schemas.microsoft.com/office/powerpoint/2010/main" val="1457617614"/>
              </p:ext>
            </p:extLst>
          </p:nvPr>
        </p:nvGraphicFramePr>
        <p:xfrm>
          <a:off x="1588" y="1589"/>
          <a:ext cx="1588" cy="1588"/>
        </p:xfrm>
        <a:graphic>
          <a:graphicData uri="http://schemas.openxmlformats.org/presentationml/2006/ole">
            <mc:AlternateContent xmlns:mc="http://schemas.openxmlformats.org/markup-compatibility/2006">
              <mc:Choice xmlns:v="urn:schemas-microsoft-com:vml" Requires="v">
                <p:oleObj name="think-cellスライド" r:id="rId20" imgW="360" imgH="360" progId="TCLayout.ActiveDocument.1">
                  <p:embed/>
                </p:oleObj>
              </mc:Choice>
              <mc:Fallback>
                <p:oleObj name="think-cellスライド" r:id="rId20" imgW="360" imgH="360" progId="TCLayout.ActiveDocument.1">
                  <p:embed/>
                  <p:pic>
                    <p:nvPicPr>
                      <p:cNvPr id="3" name="think-cell data - do not delete" hidden="1">
                        <a:extLst>
                          <a:ext uri="{FF2B5EF4-FFF2-40B4-BE49-F238E27FC236}">
                            <a16:creationId xmlns:a16="http://schemas.microsoft.com/office/drawing/2014/main" id="{58D37800-827B-46F8-DF58-F3EAC1F7B0AA}"/>
                          </a:ext>
                        </a:extLst>
                      </p:cNvPr>
                      <p:cNvPicPr/>
                      <p:nvPr/>
                    </p:nvPicPr>
                    <p:blipFill>
                      <a:blip r:embed="rId21"/>
                      <a:stretch>
                        <a:fillRect/>
                      </a:stretch>
                    </p:blipFill>
                    <p:spPr>
                      <a:xfrm>
                        <a:off x="1588" y="1589"/>
                        <a:ext cx="1588" cy="1588"/>
                      </a:xfrm>
                      <a:prstGeom prst="rect">
                        <a:avLst/>
                      </a:prstGeom>
                    </p:spPr>
                  </p:pic>
                </p:oleObj>
              </mc:Fallback>
            </mc:AlternateContent>
          </a:graphicData>
        </a:graphic>
      </p:graphicFrame>
      <p:sp>
        <p:nvSpPr>
          <p:cNvPr id="20" name="Slide Number Placeholder 5">
            <a:extLst>
              <a:ext uri="{FF2B5EF4-FFF2-40B4-BE49-F238E27FC236}">
                <a16:creationId xmlns:a16="http://schemas.microsoft.com/office/drawing/2014/main" id="{5FAB5873-FF1D-4113-8282-0EA44741E4D1}"/>
              </a:ext>
            </a:extLst>
          </p:cNvPr>
          <p:cNvSpPr txBox="1">
            <a:spLocks/>
          </p:cNvSpPr>
          <p:nvPr/>
        </p:nvSpPr>
        <p:spPr>
          <a:xfrm>
            <a:off x="9009450" y="6453376"/>
            <a:ext cx="357572" cy="360000"/>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796" rtl="0" eaLnBrk="1" fontAlgn="auto" latinLnBrk="0" hangingPunct="1">
              <a:lnSpc>
                <a:spcPct val="100000"/>
              </a:lnSpc>
              <a:spcBef>
                <a:spcPts val="0"/>
              </a:spcBef>
              <a:spcAft>
                <a:spcPts val="0"/>
              </a:spcAft>
              <a:buClrTx/>
              <a:buSzTx/>
              <a:buFontTx/>
              <a:buNone/>
              <a:tabLst/>
              <a:defRPr/>
            </a:pPr>
            <a:fld id="{EF2F7A32-C1EA-4F7E-B0A2-7FCB5BFE90DE}" type="slidenum">
              <a:rPr kumimoji="0" lang="en-GB" sz="731" b="0" i="0" u="none" strike="noStrike" kern="1200" cap="none" spc="0" normalizeH="0" baseline="0" noProof="0" smtClean="0">
                <a:ln>
                  <a:noFill/>
                </a:ln>
                <a:solidFill>
                  <a:schemeClr val="tx1">
                    <a:alpha val="50000"/>
                  </a:schemeClr>
                </a:solidFill>
                <a:effectLst/>
                <a:uLnTx/>
                <a:uFillTx/>
                <a:latin typeface="+mn-ea"/>
                <a:ea typeface="+mn-ea"/>
                <a:cs typeface="+mn-cs"/>
              </a:rPr>
              <a:pPr marL="0" marR="0" lvl="0" indent="0" algn="ctr" defTabSz="685796" rtl="0" eaLnBrk="1" fontAlgn="auto" latinLnBrk="0" hangingPunct="1">
                <a:lnSpc>
                  <a:spcPct val="100000"/>
                </a:lnSpc>
                <a:spcBef>
                  <a:spcPts val="0"/>
                </a:spcBef>
                <a:spcAft>
                  <a:spcPts val="0"/>
                </a:spcAft>
                <a:buClrTx/>
                <a:buSzTx/>
                <a:buFontTx/>
                <a:buNone/>
                <a:tabLst/>
                <a:defRPr/>
              </a:pPr>
              <a:t>‹#›</a:t>
            </a:fld>
            <a:endParaRPr kumimoji="0" lang="en-GB" sz="675" b="0" i="0" u="none" strike="noStrike" kern="1200" cap="none" spc="0" normalizeH="0" baseline="0" noProof="0">
              <a:ln>
                <a:noFill/>
              </a:ln>
              <a:solidFill>
                <a:schemeClr val="tx1">
                  <a:alpha val="50000"/>
                </a:scheme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3" y="-447501"/>
            <a:ext cx="530915" cy="300210"/>
          </a:xfrm>
          <a:prstGeom prst="rect">
            <a:avLst/>
          </a:prstGeom>
          <a:noFill/>
        </p:spPr>
        <p:txBody>
          <a:bodyPr wrap="none" rtlCol="0">
            <a:spAutoFit/>
          </a:bodyPr>
          <a:lstStyle/>
          <a:p>
            <a:r>
              <a:rPr kumimoji="1" lang="ja-JP" altLang="en-US" sz="1351"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243478" y="-447501"/>
            <a:ext cx="530915" cy="300210"/>
          </a:xfrm>
          <a:prstGeom prst="rect">
            <a:avLst/>
          </a:prstGeom>
          <a:noFill/>
        </p:spPr>
        <p:txBody>
          <a:bodyPr wrap="none" rtlCol="0">
            <a:spAutoFit/>
          </a:bodyPr>
          <a:lstStyle/>
          <a:p>
            <a:r>
              <a:rPr kumimoji="1" lang="ja-JP" altLang="en-US" sz="1351"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p:nvCxnSpPr>
        <p:spPr bwMode="auto">
          <a:xfrm>
            <a:off x="946005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p:nvSpPr>
        <p:spPr>
          <a:xfrm>
            <a:off x="4323" y="7012040"/>
            <a:ext cx="530915" cy="300210"/>
          </a:xfrm>
          <a:prstGeom prst="rect">
            <a:avLst/>
          </a:prstGeom>
          <a:noFill/>
        </p:spPr>
        <p:txBody>
          <a:bodyPr wrap="none" rtlCol="0">
            <a:spAutoFit/>
          </a:bodyPr>
          <a:lstStyle/>
          <a:p>
            <a:r>
              <a:rPr kumimoji="1" lang="ja-JP" altLang="en-US" sz="1351"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p:nvSpPr>
        <p:spPr>
          <a:xfrm>
            <a:off x="9413559" y="7012040"/>
            <a:ext cx="530915" cy="300210"/>
          </a:xfrm>
          <a:prstGeom prst="rect">
            <a:avLst/>
          </a:prstGeom>
          <a:noFill/>
        </p:spPr>
        <p:txBody>
          <a:bodyPr wrap="none" rtlCol="0">
            <a:spAutoFit/>
          </a:bodyPr>
          <a:lstStyle/>
          <a:p>
            <a:r>
              <a:rPr kumimoji="1" lang="ja-JP" altLang="en-US" sz="1351"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4" name="タイトル 1">
            <a:extLst>
              <a:ext uri="{FF2B5EF4-FFF2-40B4-BE49-F238E27FC236}">
                <a16:creationId xmlns:a16="http://schemas.microsoft.com/office/drawing/2014/main" id="{A7F2A3BE-9640-18A3-71A2-0B99996952BB}"/>
              </a:ext>
            </a:extLst>
          </p:cNvPr>
          <p:cNvSpPr txBox="1">
            <a:spLocks/>
          </p:cNvSpPr>
          <p:nvPr userDrawn="1"/>
        </p:nvSpPr>
        <p:spPr>
          <a:xfrm>
            <a:off x="495303" y="266705"/>
            <a:ext cx="8915399" cy="578871"/>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500" i="0" kern="0"/>
          </a:p>
        </p:txBody>
      </p:sp>
      <p:cxnSp>
        <p:nvCxnSpPr>
          <p:cNvPr id="18" name="Straight Connector 7">
            <a:extLst>
              <a:ext uri="{FF2B5EF4-FFF2-40B4-BE49-F238E27FC236}">
                <a16:creationId xmlns:a16="http://schemas.microsoft.com/office/drawing/2014/main" id="{3426408B-7E00-884B-2AE7-3F477FF5C006}"/>
              </a:ext>
            </a:extLst>
          </p:cNvPr>
          <p:cNvCxnSpPr>
            <a:cxnSpLocks/>
          </p:cNvCxnSpPr>
          <p:nvPr userDrawn="1"/>
        </p:nvCxnSpPr>
        <p:spPr>
          <a:xfrm>
            <a:off x="507000" y="701780"/>
            <a:ext cx="8892000"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507000" y="114301"/>
            <a:ext cx="8892000" cy="578871"/>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500" i="0" kern="0"/>
          </a:p>
        </p:txBody>
      </p:sp>
      <p:grpSp>
        <p:nvGrpSpPr>
          <p:cNvPr id="40" name="グループ化 39">
            <a:extLst>
              <a:ext uri="{FF2B5EF4-FFF2-40B4-BE49-F238E27FC236}">
                <a16:creationId xmlns:a16="http://schemas.microsoft.com/office/drawing/2014/main" id="{9FD378DF-57D9-D612-3D63-536FE3AF1FE8}"/>
              </a:ext>
            </a:extLst>
          </p:cNvPr>
          <p:cNvGrpSpPr/>
          <p:nvPr userDrawn="1"/>
        </p:nvGrpSpPr>
        <p:grpSpPr>
          <a:xfrm>
            <a:off x="-507607" y="548680"/>
            <a:ext cx="390000" cy="4032448"/>
            <a:chOff x="-468560" y="548680"/>
            <a:chExt cx="360000" cy="4032448"/>
          </a:xfrm>
        </p:grpSpPr>
        <p:sp>
          <p:nvSpPr>
            <p:cNvPr id="14" name="正方形/長方形 13">
              <a:extLst>
                <a:ext uri="{FF2B5EF4-FFF2-40B4-BE49-F238E27FC236}">
                  <a16:creationId xmlns:a16="http://schemas.microsoft.com/office/drawing/2014/main" id="{1084623F-472B-4E76-893D-31861E01631F}"/>
                </a:ext>
              </a:extLst>
            </p:cNvPr>
            <p:cNvSpPr/>
            <p:nvPr/>
          </p:nvSpPr>
          <p:spPr>
            <a:xfrm>
              <a:off x="-468560" y="797555"/>
              <a:ext cx="360000" cy="255181"/>
            </a:xfrm>
            <a:prstGeom prst="rect">
              <a:avLst/>
            </a:prstGeom>
            <a:solidFill>
              <a:schemeClr val="accent1"/>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468560" y="1052736"/>
              <a:ext cx="360000" cy="255181"/>
            </a:xfrm>
            <a:prstGeom prst="rect">
              <a:avLst/>
            </a:prstGeom>
            <a:solidFill>
              <a:schemeClr val="accent1">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468560" y="1301611"/>
              <a:ext cx="360000" cy="255181"/>
            </a:xfrm>
            <a:prstGeom prst="rect">
              <a:avLst/>
            </a:prstGeom>
            <a:solidFill>
              <a:schemeClr val="accent1">
                <a:lumMod val="20000"/>
                <a:lumOff val="8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4" name="正方形/長方形 23">
              <a:extLst>
                <a:ext uri="{FF2B5EF4-FFF2-40B4-BE49-F238E27FC236}">
                  <a16:creationId xmlns:a16="http://schemas.microsoft.com/office/drawing/2014/main" id="{F3255A27-50AB-F603-2B49-04397972DA8E}"/>
                </a:ext>
              </a:extLst>
            </p:cNvPr>
            <p:cNvSpPr/>
            <p:nvPr userDrawn="1"/>
          </p:nvSpPr>
          <p:spPr>
            <a:xfrm>
              <a:off x="-468560" y="1556792"/>
              <a:ext cx="360000" cy="255181"/>
            </a:xfrm>
            <a:prstGeom prst="rect">
              <a:avLst/>
            </a:prstGeom>
            <a:solidFill>
              <a:schemeClr val="accent6"/>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5" name="正方形/長方形 24">
              <a:extLst>
                <a:ext uri="{FF2B5EF4-FFF2-40B4-BE49-F238E27FC236}">
                  <a16:creationId xmlns:a16="http://schemas.microsoft.com/office/drawing/2014/main" id="{A1389B1E-3E28-7827-05D4-F3114F4B3A5C}"/>
                </a:ext>
              </a:extLst>
            </p:cNvPr>
            <p:cNvSpPr/>
            <p:nvPr userDrawn="1"/>
          </p:nvSpPr>
          <p:spPr>
            <a:xfrm>
              <a:off x="-468560" y="1811973"/>
              <a:ext cx="360000" cy="255181"/>
            </a:xfrm>
            <a:prstGeom prst="rect">
              <a:avLst/>
            </a:prstGeom>
            <a:solidFill>
              <a:schemeClr val="accent6">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6" name="正方形/長方形 25">
              <a:extLst>
                <a:ext uri="{FF2B5EF4-FFF2-40B4-BE49-F238E27FC236}">
                  <a16:creationId xmlns:a16="http://schemas.microsoft.com/office/drawing/2014/main" id="{273F9646-BA2E-BAD7-1125-3F4E82800C4D}"/>
                </a:ext>
              </a:extLst>
            </p:cNvPr>
            <p:cNvSpPr/>
            <p:nvPr userDrawn="1"/>
          </p:nvSpPr>
          <p:spPr>
            <a:xfrm>
              <a:off x="-468560" y="2060848"/>
              <a:ext cx="360000" cy="255181"/>
            </a:xfrm>
            <a:prstGeom prst="rect">
              <a:avLst/>
            </a:prstGeom>
            <a:solidFill>
              <a:schemeClr val="accent6">
                <a:lumMod val="20000"/>
                <a:lumOff val="8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chemeClr val="accent6">
                    <a:lumMod val="20000"/>
                    <a:lumOff val="80000"/>
                  </a:schemeClr>
                </a:solidFill>
                <a:effectLst/>
                <a:uLnTx/>
                <a:uFillTx/>
                <a:latin typeface="Meiryo UI"/>
                <a:ea typeface="Meiryo UI"/>
                <a:cs typeface="+mn-cs"/>
              </a:endParaRPr>
            </a:p>
          </p:txBody>
        </p:sp>
        <p:sp>
          <p:nvSpPr>
            <p:cNvPr id="27" name="正方形/長方形 26">
              <a:extLst>
                <a:ext uri="{FF2B5EF4-FFF2-40B4-BE49-F238E27FC236}">
                  <a16:creationId xmlns:a16="http://schemas.microsoft.com/office/drawing/2014/main" id="{C9BB485A-EF71-D4FE-6D50-DF33FCD4C80F}"/>
                </a:ext>
              </a:extLst>
            </p:cNvPr>
            <p:cNvSpPr/>
            <p:nvPr userDrawn="1"/>
          </p:nvSpPr>
          <p:spPr>
            <a:xfrm>
              <a:off x="-468560" y="2309723"/>
              <a:ext cx="360000" cy="255181"/>
            </a:xfrm>
            <a:prstGeom prst="rect">
              <a:avLst/>
            </a:prstGeom>
            <a:solidFill>
              <a:srgbClr val="A100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8" name="正方形/長方形 27">
              <a:extLst>
                <a:ext uri="{FF2B5EF4-FFF2-40B4-BE49-F238E27FC236}">
                  <a16:creationId xmlns:a16="http://schemas.microsoft.com/office/drawing/2014/main" id="{D854FA00-FD22-6B32-8117-DC2BFE2194A3}"/>
                </a:ext>
              </a:extLst>
            </p:cNvPr>
            <p:cNvSpPr/>
            <p:nvPr userDrawn="1"/>
          </p:nvSpPr>
          <p:spPr>
            <a:xfrm>
              <a:off x="-468560" y="2564904"/>
              <a:ext cx="360000" cy="255181"/>
            </a:xfrm>
            <a:prstGeom prst="rect">
              <a:avLst/>
            </a:prstGeom>
            <a:solidFill>
              <a:srgbClr val="7500C0"/>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9" name="正方形/長方形 28">
              <a:extLst>
                <a:ext uri="{FF2B5EF4-FFF2-40B4-BE49-F238E27FC236}">
                  <a16:creationId xmlns:a16="http://schemas.microsoft.com/office/drawing/2014/main" id="{47C2F065-C0EE-4C36-17C6-1BB775DA8CC7}"/>
                </a:ext>
              </a:extLst>
            </p:cNvPr>
            <p:cNvSpPr/>
            <p:nvPr userDrawn="1"/>
          </p:nvSpPr>
          <p:spPr>
            <a:xfrm>
              <a:off x="-468560" y="2813779"/>
              <a:ext cx="360000" cy="255181"/>
            </a:xfrm>
            <a:prstGeom prst="rect">
              <a:avLst/>
            </a:prstGeom>
            <a:solidFill>
              <a:srgbClr val="460073"/>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2" name="正方形/長方形 31">
              <a:extLst>
                <a:ext uri="{FF2B5EF4-FFF2-40B4-BE49-F238E27FC236}">
                  <a16:creationId xmlns:a16="http://schemas.microsoft.com/office/drawing/2014/main" id="{FA427F8F-034A-C8CE-FB31-80683E31646D}"/>
                </a:ext>
              </a:extLst>
            </p:cNvPr>
            <p:cNvSpPr/>
            <p:nvPr userDrawn="1"/>
          </p:nvSpPr>
          <p:spPr>
            <a:xfrm>
              <a:off x="-468560" y="548680"/>
              <a:ext cx="360000" cy="255181"/>
            </a:xfrm>
            <a:prstGeom prst="rect">
              <a:avLst/>
            </a:prstGeom>
            <a:solidFill>
              <a:srgbClr val="1F497D"/>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3" name="正方形/長方形 32">
              <a:extLst>
                <a:ext uri="{FF2B5EF4-FFF2-40B4-BE49-F238E27FC236}">
                  <a16:creationId xmlns:a16="http://schemas.microsoft.com/office/drawing/2014/main" id="{3F4D2071-2AAB-243A-219E-800E2328E759}"/>
                </a:ext>
              </a:extLst>
            </p:cNvPr>
            <p:cNvSpPr/>
            <p:nvPr userDrawn="1"/>
          </p:nvSpPr>
          <p:spPr>
            <a:xfrm>
              <a:off x="-468560" y="3821891"/>
              <a:ext cx="360000" cy="255181"/>
            </a:xfrm>
            <a:prstGeom prst="rect">
              <a:avLst/>
            </a:prstGeom>
            <a:solidFill>
              <a:schemeClr val="accent3"/>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4" name="正方形/長方形 33">
              <a:extLst>
                <a:ext uri="{FF2B5EF4-FFF2-40B4-BE49-F238E27FC236}">
                  <a16:creationId xmlns:a16="http://schemas.microsoft.com/office/drawing/2014/main" id="{EF72A469-E039-4FBB-F68B-7DDDABA2D130}"/>
                </a:ext>
              </a:extLst>
            </p:cNvPr>
            <p:cNvSpPr/>
            <p:nvPr userDrawn="1"/>
          </p:nvSpPr>
          <p:spPr>
            <a:xfrm>
              <a:off x="-468560" y="4077072"/>
              <a:ext cx="360000" cy="255181"/>
            </a:xfrm>
            <a:prstGeom prst="rect">
              <a:avLst/>
            </a:prstGeom>
            <a:solidFill>
              <a:schemeClr val="accent3">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5" name="正方形/長方形 34">
              <a:extLst>
                <a:ext uri="{FF2B5EF4-FFF2-40B4-BE49-F238E27FC236}">
                  <a16:creationId xmlns:a16="http://schemas.microsoft.com/office/drawing/2014/main" id="{982AC493-1077-4B89-AD8B-36894A8279AA}"/>
                </a:ext>
              </a:extLst>
            </p:cNvPr>
            <p:cNvSpPr/>
            <p:nvPr userDrawn="1"/>
          </p:nvSpPr>
          <p:spPr>
            <a:xfrm>
              <a:off x="-468560" y="4325947"/>
              <a:ext cx="360000" cy="255181"/>
            </a:xfrm>
            <a:prstGeom prst="rect">
              <a:avLst/>
            </a:prstGeom>
            <a:solidFill>
              <a:srgbClr val="EBF1DE"/>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6" name="正方形/長方形 35">
              <a:extLst>
                <a:ext uri="{FF2B5EF4-FFF2-40B4-BE49-F238E27FC236}">
                  <a16:creationId xmlns:a16="http://schemas.microsoft.com/office/drawing/2014/main" id="{09204845-F824-001D-18E4-F77E79B0B6CA}"/>
                </a:ext>
              </a:extLst>
            </p:cNvPr>
            <p:cNvSpPr/>
            <p:nvPr userDrawn="1"/>
          </p:nvSpPr>
          <p:spPr>
            <a:xfrm>
              <a:off x="-468560" y="3062654"/>
              <a:ext cx="360000" cy="255181"/>
            </a:xfrm>
            <a:prstGeom prst="rect">
              <a:avLst/>
            </a:prstGeom>
            <a:solidFill>
              <a:srgbClr val="B455AA"/>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7" name="正方形/長方形 36">
              <a:extLst>
                <a:ext uri="{FF2B5EF4-FFF2-40B4-BE49-F238E27FC236}">
                  <a16:creationId xmlns:a16="http://schemas.microsoft.com/office/drawing/2014/main" id="{890F08C9-C527-B1F8-956A-B0AF58F0E1A7}"/>
                </a:ext>
              </a:extLst>
            </p:cNvPr>
            <p:cNvSpPr/>
            <p:nvPr userDrawn="1"/>
          </p:nvSpPr>
          <p:spPr>
            <a:xfrm>
              <a:off x="-468560" y="3317835"/>
              <a:ext cx="360000" cy="255181"/>
            </a:xfrm>
            <a:prstGeom prst="rect">
              <a:avLst/>
            </a:prstGeom>
            <a:solidFill>
              <a:srgbClr val="BE82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8" name="正方形/長方形 37">
              <a:extLst>
                <a:ext uri="{FF2B5EF4-FFF2-40B4-BE49-F238E27FC236}">
                  <a16:creationId xmlns:a16="http://schemas.microsoft.com/office/drawing/2014/main" id="{D1A03161-765D-E1D4-C19D-3434F0B407A2}"/>
                </a:ext>
              </a:extLst>
            </p:cNvPr>
            <p:cNvSpPr/>
            <p:nvPr userDrawn="1"/>
          </p:nvSpPr>
          <p:spPr>
            <a:xfrm>
              <a:off x="-468560" y="3566710"/>
              <a:ext cx="360000" cy="255181"/>
            </a:xfrm>
            <a:prstGeom prst="rect">
              <a:avLst/>
            </a:prstGeom>
            <a:solidFill>
              <a:srgbClr val="DCAF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grpSp>
      <p:sp>
        <p:nvSpPr>
          <p:cNvPr id="13" name="AcnSubjectTitle_ID_13" hidden="1">
            <a:extLst>
              <a:ext uri="{FF2B5EF4-FFF2-40B4-BE49-F238E27FC236}">
                <a16:creationId xmlns:a16="http://schemas.microsoft.com/office/drawing/2014/main" id="{80CE973F-CC52-F6DE-E743-68E029CAB8DA}"/>
              </a:ext>
            </a:extLst>
          </p:cNvPr>
          <p:cNvSpPr txBox="1"/>
          <p:nvPr userDrawn="1">
            <p:custDataLst>
              <p:tags r:id="rId18"/>
            </p:custDataLst>
          </p:nvPr>
        </p:nvSpPr>
        <p:spPr bwMode="gray">
          <a:xfrm>
            <a:off x="179388" y="1420813"/>
            <a:ext cx="6985000" cy="269680"/>
          </a:xfrm>
          <a:prstGeom prst="rect">
            <a:avLst/>
          </a:prstGeom>
          <a:noFill/>
        </p:spPr>
        <p:txBody>
          <a:bodyPr vert="horz" wrap="square" lIns="36000" tIns="36000" rIns="36000" bIns="36000" rtlCol="0" anchor="ctr">
            <a:spAutoFit/>
          </a:bodyPr>
          <a:lstStyle/>
          <a:p>
            <a:pPr algn="l" defTabSz="914400" fontAlgn="base">
              <a:lnSpc>
                <a:spcPct val="80000"/>
              </a:lnSpc>
              <a:spcBef>
                <a:spcPct val="0"/>
              </a:spcBef>
              <a:spcAft>
                <a:spcPct val="0"/>
              </a:spcAft>
              <a:buFontTx/>
              <a:buNone/>
            </a:pPr>
            <a:r>
              <a:rPr kumimoji="1" lang="en-US" altLang="ja-JP" sz="1600" b="1" i="0">
                <a:solidFill>
                  <a:schemeClr val="tx1"/>
                </a:solidFill>
                <a:latin typeface="Meiryo UI" panose="020B0604030504040204" pitchFamily="50" charset="-128"/>
                <a:ea typeface="Meiryo UI" panose="020B0604030504040204" pitchFamily="50" charset="-128"/>
              </a:rPr>
              <a:t>Subject Title</a:t>
            </a:r>
            <a:endParaRPr kumimoji="1" lang="ja-JP" altLang="en-US" sz="1600" b="1" i="0">
              <a:solidFill>
                <a:schemeClr val="tx1"/>
              </a:solidFill>
              <a:latin typeface="Meiryo UI" panose="020B0604030504040204" pitchFamily="50" charset="-128"/>
              <a:ea typeface="Meiryo UI" panose="020B0604030504040204" pitchFamily="50" charset="-128"/>
            </a:endParaRPr>
          </a:p>
        </p:txBody>
      </p:sp>
      <p:sp>
        <p:nvSpPr>
          <p:cNvPr id="17" name="AcnFootnote_ID_17" hidden="1">
            <a:extLst>
              <a:ext uri="{FF2B5EF4-FFF2-40B4-BE49-F238E27FC236}">
                <a16:creationId xmlns:a16="http://schemas.microsoft.com/office/drawing/2014/main" id="{8766CB3F-02BB-8D4F-CC0C-78CAF99C6587}"/>
              </a:ext>
            </a:extLst>
          </p:cNvPr>
          <p:cNvSpPr txBox="1"/>
          <p:nvPr userDrawn="1">
            <p:custDataLst>
              <p:tags r:id="rId19"/>
            </p:custDataLst>
          </p:nvPr>
        </p:nvSpPr>
        <p:spPr bwMode="gray">
          <a:xfrm>
            <a:off x="179388" y="6254750"/>
            <a:ext cx="8780463" cy="349702"/>
          </a:xfrm>
          <a:prstGeom prst="rect">
            <a:avLst/>
          </a:prstGeom>
          <a:noFill/>
        </p:spPr>
        <p:txBody>
          <a:bodyPr vert="horz" wrap="square" lIns="36000" tIns="36000" rIns="36000" bIns="36000" rtlCol="0" anchor="b">
            <a:spAutoFit/>
          </a:bodyPr>
          <a:lstStyle/>
          <a:p>
            <a:pPr marL="538163" indent="-538163" algn="l" defTabSz="914400" fontAlgn="base">
              <a:lnSpc>
                <a:spcPct val="80000"/>
              </a:lnSpc>
              <a:spcBef>
                <a:spcPct val="0"/>
              </a:spcBef>
              <a:spcAft>
                <a:spcPct val="0"/>
              </a:spcAft>
              <a:buFontTx/>
              <a:buNone/>
            </a:pPr>
            <a:r>
              <a:rPr kumimoji="1" lang="en-US" altLang="ja-JP" sz="1000" b="0" i="0">
                <a:solidFill>
                  <a:schemeClr val="tx1"/>
                </a:solidFill>
                <a:latin typeface="Meiryo UI" panose="020B0604030504040204" pitchFamily="50" charset="-128"/>
                <a:ea typeface="Meiryo UI" panose="020B0604030504040204" pitchFamily="50" charset="-128"/>
              </a:rPr>
              <a:t>*	Footnote</a:t>
            </a:r>
          </a:p>
          <a:p>
            <a:pPr marL="538163" indent="-538163" algn="l" defTabSz="914400" fontAlgn="base">
              <a:lnSpc>
                <a:spcPct val="80000"/>
              </a:lnSpc>
              <a:spcBef>
                <a:spcPct val="20000"/>
              </a:spcBef>
              <a:spcAft>
                <a:spcPct val="0"/>
              </a:spcAft>
              <a:buFontTx/>
              <a:buNone/>
            </a:pPr>
            <a:r>
              <a:rPr kumimoji="1" lang="en-US" altLang="ja-JP" sz="1000" b="0" i="0">
                <a:solidFill>
                  <a:schemeClr val="tx1"/>
                </a:solidFill>
                <a:latin typeface="Meiryo UI" panose="020B0604030504040204" pitchFamily="50" charset="-128"/>
                <a:ea typeface="Meiryo UI" panose="020B0604030504040204" pitchFamily="50" charset="-128"/>
              </a:rPr>
              <a:t>Source:	Source</a:t>
            </a:r>
            <a:endParaRPr kumimoji="1" lang="ja-JP" altLang="en-US" sz="1000" b="0" i="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4229688117"/>
      </p:ext>
    </p:extLst>
  </p:cSld>
  <p:clrMap bg1="lt1" tx1="dk1" bg2="lt2" tx2="dk2" accent1="accent1" accent2="accent2" accent3="accent3" accent4="accent4" accent5="accent5" accent6="accent6" hlink="hlink" folHlink="folHlink"/>
  <p:sldLayoutIdLst>
    <p:sldLayoutId id="2147483804" r:id="rId1"/>
    <p:sldLayoutId id="2147483802" r:id="rId2"/>
    <p:sldLayoutId id="2147483803" r:id="rId3"/>
    <p:sldLayoutId id="2147484425" r:id="rId4"/>
    <p:sldLayoutId id="2147483923" r:id="rId5"/>
    <p:sldLayoutId id="2147484132" r:id="rId6"/>
    <p:sldLayoutId id="2147484241" r:id="rId7"/>
    <p:sldLayoutId id="2147484273" r:id="rId8"/>
    <p:sldLayoutId id="2147484274" r:id="rId9"/>
    <p:sldLayoutId id="2147484275" r:id="rId10"/>
    <p:sldLayoutId id="2147484276" r:id="rId11"/>
    <p:sldLayoutId id="2147484277" r:id="rId12"/>
    <p:sldLayoutId id="2147484278" r:id="rId13"/>
    <p:sldLayoutId id="2147484261" r:id="rId14"/>
    <p:sldLayoutId id="2147484309" r:id="rId15"/>
  </p:sldLayoutIdLst>
  <p:hf sldNum="0" hdr="0" dt="0"/>
  <p:txStyles>
    <p:titleStyle>
      <a:lvl1pPr algn="ctr" defTabSz="571394" rtl="0" eaLnBrk="1" fontAlgn="base" hangingPunct="1">
        <a:spcBef>
          <a:spcPct val="0"/>
        </a:spcBef>
        <a:spcAft>
          <a:spcPct val="0"/>
        </a:spcAft>
        <a:defRPr kumimoji="1" sz="1200">
          <a:solidFill>
            <a:schemeClr val="bg1"/>
          </a:solidFill>
          <a:latin typeface="+mj-ea"/>
          <a:ea typeface="+mj-ea"/>
          <a:cs typeface="+mj-cs"/>
        </a:defRPr>
      </a:lvl1pPr>
      <a:lvl2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2pPr>
      <a:lvl3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3pPr>
      <a:lvl4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4pPr>
      <a:lvl5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5pPr>
      <a:lvl6pPr marL="342836"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685673"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028509"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371345"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050">
          <a:solidFill>
            <a:schemeClr val="tx1"/>
          </a:solidFill>
          <a:latin typeface="+mj-ea"/>
          <a:ea typeface="+mj-ea"/>
          <a:cs typeface="+mn-cs"/>
        </a:defRPr>
      </a:lvl1pPr>
      <a:lvl2pPr marL="573775" indent="-214273" algn="l" rtl="0" eaLnBrk="1" fontAlgn="base" hangingPunct="1">
        <a:spcBef>
          <a:spcPct val="20000"/>
        </a:spcBef>
        <a:spcAft>
          <a:spcPct val="0"/>
        </a:spcAft>
        <a:buChar char="–"/>
        <a:defRPr kumimoji="1" sz="2101">
          <a:solidFill>
            <a:schemeClr val="tx1"/>
          </a:solidFill>
          <a:latin typeface="Times New Roman" pitchFamily="18" charset="0"/>
          <a:ea typeface="+mn-ea"/>
        </a:defRPr>
      </a:lvl2pPr>
      <a:lvl3pPr marL="888042" indent="-171418" algn="l" rtl="0" eaLnBrk="1" fontAlgn="base" hangingPunct="1">
        <a:spcBef>
          <a:spcPct val="20000"/>
        </a:spcBef>
        <a:spcAft>
          <a:spcPct val="0"/>
        </a:spcAft>
        <a:buChar char="•"/>
        <a:defRPr kumimoji="1" sz="1799">
          <a:solidFill>
            <a:schemeClr val="tx1"/>
          </a:solidFill>
          <a:latin typeface="Times New Roman" pitchFamily="18" charset="0"/>
          <a:ea typeface="+mn-ea"/>
        </a:defRPr>
      </a:lvl3pPr>
      <a:lvl4pPr marL="1202308"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4pPr>
      <a:lvl5pPr marL="1542762" indent="-172609" algn="l" rtl="0" eaLnBrk="1" fontAlgn="base" hangingPunct="1">
        <a:spcBef>
          <a:spcPct val="20000"/>
        </a:spcBef>
        <a:spcAft>
          <a:spcPct val="0"/>
        </a:spcAft>
        <a:buChar char="»"/>
        <a:defRPr kumimoji="1" sz="1500">
          <a:solidFill>
            <a:schemeClr val="tx1"/>
          </a:solidFill>
          <a:latin typeface="Times New Roman" pitchFamily="18" charset="0"/>
          <a:ea typeface="+mn-ea"/>
        </a:defRPr>
      </a:lvl5pPr>
      <a:lvl6pPr marL="1885600"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6pPr>
      <a:lvl7pPr marL="2228436"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7pPr>
      <a:lvl8pPr marL="2571271"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8pPr>
      <a:lvl9pPr marL="2914107"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9pPr>
    </p:bodyStyle>
    <p:otherStyle>
      <a:defPPr>
        <a:defRPr lang="ja-JP"/>
      </a:defPPr>
      <a:lvl1pPr marL="0" algn="l" defTabSz="685673" rtl="0" eaLnBrk="1" latinLnBrk="0" hangingPunct="1">
        <a:defRPr kumimoji="1" sz="1351" kern="1200">
          <a:solidFill>
            <a:schemeClr val="tx1"/>
          </a:solidFill>
          <a:latin typeface="+mn-lt"/>
          <a:ea typeface="+mn-ea"/>
          <a:cs typeface="+mn-cs"/>
        </a:defRPr>
      </a:lvl1pPr>
      <a:lvl2pPr marL="342836" algn="l" defTabSz="685673" rtl="0" eaLnBrk="1" latinLnBrk="0" hangingPunct="1">
        <a:defRPr kumimoji="1" sz="1351" kern="1200">
          <a:solidFill>
            <a:schemeClr val="tx1"/>
          </a:solidFill>
          <a:latin typeface="+mn-lt"/>
          <a:ea typeface="+mn-ea"/>
          <a:cs typeface="+mn-cs"/>
        </a:defRPr>
      </a:lvl2pPr>
      <a:lvl3pPr marL="685673" algn="l" defTabSz="685673" rtl="0" eaLnBrk="1" latinLnBrk="0" hangingPunct="1">
        <a:defRPr kumimoji="1" sz="1351" kern="1200">
          <a:solidFill>
            <a:schemeClr val="tx1"/>
          </a:solidFill>
          <a:latin typeface="+mn-lt"/>
          <a:ea typeface="+mn-ea"/>
          <a:cs typeface="+mn-cs"/>
        </a:defRPr>
      </a:lvl3pPr>
      <a:lvl4pPr marL="1028509" algn="l" defTabSz="685673" rtl="0" eaLnBrk="1" latinLnBrk="0" hangingPunct="1">
        <a:defRPr kumimoji="1" sz="1351" kern="1200">
          <a:solidFill>
            <a:schemeClr val="tx1"/>
          </a:solidFill>
          <a:latin typeface="+mn-lt"/>
          <a:ea typeface="+mn-ea"/>
          <a:cs typeface="+mn-cs"/>
        </a:defRPr>
      </a:lvl4pPr>
      <a:lvl5pPr marL="1371345" algn="l" defTabSz="685673" rtl="0" eaLnBrk="1" latinLnBrk="0" hangingPunct="1">
        <a:defRPr kumimoji="1" sz="1351" kern="1200">
          <a:solidFill>
            <a:schemeClr val="tx1"/>
          </a:solidFill>
          <a:latin typeface="+mn-lt"/>
          <a:ea typeface="+mn-ea"/>
          <a:cs typeface="+mn-cs"/>
        </a:defRPr>
      </a:lvl5pPr>
      <a:lvl6pPr marL="1714181" algn="l" defTabSz="685673" rtl="0" eaLnBrk="1" latinLnBrk="0" hangingPunct="1">
        <a:defRPr kumimoji="1" sz="1351" kern="1200">
          <a:solidFill>
            <a:schemeClr val="tx1"/>
          </a:solidFill>
          <a:latin typeface="+mn-lt"/>
          <a:ea typeface="+mn-ea"/>
          <a:cs typeface="+mn-cs"/>
        </a:defRPr>
      </a:lvl6pPr>
      <a:lvl7pPr marL="2057017" algn="l" defTabSz="685673" rtl="0" eaLnBrk="1" latinLnBrk="0" hangingPunct="1">
        <a:defRPr kumimoji="1" sz="1351" kern="1200">
          <a:solidFill>
            <a:schemeClr val="tx1"/>
          </a:solidFill>
          <a:latin typeface="+mn-lt"/>
          <a:ea typeface="+mn-ea"/>
          <a:cs typeface="+mn-cs"/>
        </a:defRPr>
      </a:lvl7pPr>
      <a:lvl8pPr marL="2399854" algn="l" defTabSz="685673" rtl="0" eaLnBrk="1" latinLnBrk="0" hangingPunct="1">
        <a:defRPr kumimoji="1" sz="1351" kern="1200">
          <a:solidFill>
            <a:schemeClr val="tx1"/>
          </a:solidFill>
          <a:latin typeface="+mn-lt"/>
          <a:ea typeface="+mn-ea"/>
          <a:cs typeface="+mn-cs"/>
        </a:defRPr>
      </a:lvl8pPr>
      <a:lvl9pPr marL="2742689" algn="l" defTabSz="685673" rtl="0" eaLnBrk="1" latinLnBrk="0" hangingPunct="1">
        <a:defRPr kumimoji="1" sz="13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12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D03F9DC-3AEF-8CA1-924D-FEDF737109C6}"/>
              </a:ext>
            </a:extLst>
          </p:cNvPr>
          <p:cNvSpPr>
            <a:spLocks noGrp="1"/>
          </p:cNvSpPr>
          <p:nvPr>
            <p:ph type="title"/>
          </p:nvPr>
        </p:nvSpPr>
        <p:spPr>
          <a:xfrm>
            <a:off x="681038" y="365125"/>
            <a:ext cx="8543925"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7113679-4B9C-0595-BF2C-DB34EC1903FB}"/>
              </a:ext>
            </a:extLst>
          </p:cNvPr>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6CEDF23-DE08-D341-95F8-786E2B3A6D33}"/>
              </a:ext>
            </a:extLst>
          </p:cNvPr>
          <p:cNvSpPr>
            <a:spLocks noGrp="1"/>
          </p:cNvSpPr>
          <p:nvPr>
            <p:ph type="dt" sz="half" idx="2"/>
          </p:nvPr>
        </p:nvSpPr>
        <p:spPr>
          <a:xfrm>
            <a:off x="681038" y="6356350"/>
            <a:ext cx="222885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154241E-B75B-4B57-9A5F-1E6B5E6665DA}" type="datetimeFigureOut">
              <a:rPr kumimoji="1" lang="ja-JP" altLang="en-US" smtClean="0"/>
              <a:t>2026/10/13</a:t>
            </a:fld>
            <a:endParaRPr kumimoji="1" lang="ja-JP" altLang="en-US"/>
          </a:p>
        </p:txBody>
      </p:sp>
      <p:sp>
        <p:nvSpPr>
          <p:cNvPr id="5" name="フッター プレースホルダー 4">
            <a:extLst>
              <a:ext uri="{FF2B5EF4-FFF2-40B4-BE49-F238E27FC236}">
                <a16:creationId xmlns:a16="http://schemas.microsoft.com/office/drawing/2014/main" id="{695FB93F-7A62-F155-EAA8-8814FE952D14}"/>
              </a:ext>
            </a:extLst>
          </p:cNvPr>
          <p:cNvSpPr>
            <a:spLocks noGrp="1"/>
          </p:cNvSpPr>
          <p:nvPr>
            <p:ph type="ftr" sz="quarter" idx="3"/>
          </p:nvPr>
        </p:nvSpPr>
        <p:spPr>
          <a:xfrm>
            <a:off x="3281363" y="6356350"/>
            <a:ext cx="3343275"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DB1DEA52-66E5-31E9-3CE1-94830FD645A9}"/>
              </a:ext>
            </a:extLst>
          </p:cNvPr>
          <p:cNvSpPr>
            <a:spLocks noGrp="1"/>
          </p:cNvSpPr>
          <p:nvPr>
            <p:ph type="sldNum" sz="quarter" idx="4"/>
          </p:nvPr>
        </p:nvSpPr>
        <p:spPr>
          <a:xfrm>
            <a:off x="6996113" y="6356350"/>
            <a:ext cx="222885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8A21117-7792-4D4D-AA55-D78F6D629E1F}" type="slidenum">
              <a:rPr kumimoji="1" lang="ja-JP" altLang="en-US" smtClean="0"/>
              <a:t>‹#›</a:t>
            </a:fld>
            <a:endParaRPr kumimoji="1" lang="ja-JP" altLang="en-US"/>
          </a:p>
        </p:txBody>
      </p:sp>
    </p:spTree>
    <p:extLst>
      <p:ext uri="{BB962C8B-B14F-4D97-AF65-F5344CB8AC3E}">
        <p14:creationId xmlns:p14="http://schemas.microsoft.com/office/powerpoint/2010/main" val="276967418"/>
      </p:ext>
    </p:extLst>
  </p:cSld>
  <p:clrMap bg1="lt1" tx1="dk1" bg2="lt2" tx2="dk2" accent1="accent1" accent2="accent2" accent3="accent3" accent4="accent4" accent5="accent5" accent6="accent6" hlink="hlink" folHlink="folHlink"/>
  <p:sldLayoutIdLst>
    <p:sldLayoutId id="2147484243" r:id="rId1"/>
    <p:sldLayoutId id="2147484244" r:id="rId2"/>
    <p:sldLayoutId id="2147484245" r:id="rId3"/>
    <p:sldLayoutId id="2147484246" r:id="rId4"/>
    <p:sldLayoutId id="2147484247" r:id="rId5"/>
    <p:sldLayoutId id="2147484248" r:id="rId6"/>
    <p:sldLayoutId id="2147484249" r:id="rId7"/>
    <p:sldLayoutId id="2147484250" r:id="rId8"/>
    <p:sldLayoutId id="2147484251" r:id="rId9"/>
    <p:sldLayoutId id="2147484252" r:id="rId10"/>
    <p:sldLayoutId id="2147484253"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8D37800-827B-46F8-DF58-F3EAC1F7B0AA}"/>
              </a:ext>
            </a:extLst>
          </p:cNvPr>
          <p:cNvGraphicFramePr>
            <a:graphicFrameLocks noChangeAspect="1"/>
          </p:cNvGraphicFramePr>
          <p:nvPr userDrawn="1">
            <p:custDataLst>
              <p:tags r:id="rId10"/>
            </p:custDataLst>
            <p:extLst>
              <p:ext uri="{D42A27DB-BD31-4B8C-83A1-F6EECF244321}">
                <p14:modId xmlns:p14="http://schemas.microsoft.com/office/powerpoint/2010/main" val="1457617614"/>
              </p:ext>
            </p:extLst>
          </p:nvPr>
        </p:nvGraphicFramePr>
        <p:xfrm>
          <a:off x="1588" y="1589"/>
          <a:ext cx="1588" cy="1588"/>
        </p:xfrm>
        <a:graphic>
          <a:graphicData uri="http://schemas.openxmlformats.org/presentationml/2006/ole">
            <mc:AlternateContent xmlns:mc="http://schemas.openxmlformats.org/markup-compatibility/2006">
              <mc:Choice xmlns:v="urn:schemas-microsoft-com:vml" Requires="v">
                <p:oleObj name="think-cellスライド" r:id="rId13" imgW="360" imgH="360" progId="TCLayout.ActiveDocument.1">
                  <p:embed/>
                </p:oleObj>
              </mc:Choice>
              <mc:Fallback>
                <p:oleObj name="think-cellスライド" r:id="rId13" imgW="360" imgH="360" progId="TCLayout.ActiveDocument.1">
                  <p:embed/>
                  <p:pic>
                    <p:nvPicPr>
                      <p:cNvPr id="3" name="think-cell data - do not delete" hidden="1">
                        <a:extLst>
                          <a:ext uri="{FF2B5EF4-FFF2-40B4-BE49-F238E27FC236}">
                            <a16:creationId xmlns:a16="http://schemas.microsoft.com/office/drawing/2014/main" id="{58D37800-827B-46F8-DF58-F3EAC1F7B0AA}"/>
                          </a:ext>
                        </a:extLst>
                      </p:cNvPr>
                      <p:cNvPicPr/>
                      <p:nvPr/>
                    </p:nvPicPr>
                    <p:blipFill>
                      <a:blip r:embed="rId14"/>
                      <a:stretch>
                        <a:fillRect/>
                      </a:stretch>
                    </p:blipFill>
                    <p:spPr>
                      <a:xfrm>
                        <a:off x="1588" y="1589"/>
                        <a:ext cx="1588" cy="1588"/>
                      </a:xfrm>
                      <a:prstGeom prst="rect">
                        <a:avLst/>
                      </a:prstGeom>
                    </p:spPr>
                  </p:pic>
                </p:oleObj>
              </mc:Fallback>
            </mc:AlternateContent>
          </a:graphicData>
        </a:graphic>
      </p:graphicFrame>
      <p:sp>
        <p:nvSpPr>
          <p:cNvPr id="20" name="Slide Number Placeholder 5">
            <a:extLst>
              <a:ext uri="{FF2B5EF4-FFF2-40B4-BE49-F238E27FC236}">
                <a16:creationId xmlns:a16="http://schemas.microsoft.com/office/drawing/2014/main" id="{5FAB5873-FF1D-4113-8282-0EA44741E4D1}"/>
              </a:ext>
            </a:extLst>
          </p:cNvPr>
          <p:cNvSpPr txBox="1">
            <a:spLocks/>
          </p:cNvSpPr>
          <p:nvPr/>
        </p:nvSpPr>
        <p:spPr>
          <a:xfrm>
            <a:off x="9009450" y="6453376"/>
            <a:ext cx="357572" cy="360000"/>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796" rtl="0" eaLnBrk="1" fontAlgn="auto" latinLnBrk="0" hangingPunct="1">
              <a:lnSpc>
                <a:spcPct val="100000"/>
              </a:lnSpc>
              <a:spcBef>
                <a:spcPts val="0"/>
              </a:spcBef>
              <a:spcAft>
                <a:spcPts val="0"/>
              </a:spcAft>
              <a:buClrTx/>
              <a:buSzTx/>
              <a:buFontTx/>
              <a:buNone/>
              <a:tabLst/>
              <a:defRPr/>
            </a:pPr>
            <a:fld id="{EF2F7A32-C1EA-4F7E-B0A2-7FCB5BFE90DE}" type="slidenum">
              <a:rPr kumimoji="0" lang="en-GB" sz="731" b="0" i="0" u="none" strike="noStrike" kern="1200" cap="none" spc="0" normalizeH="0" baseline="0" noProof="0" smtClean="0">
                <a:ln>
                  <a:noFill/>
                </a:ln>
                <a:solidFill>
                  <a:schemeClr val="tx1">
                    <a:alpha val="50000"/>
                  </a:schemeClr>
                </a:solidFill>
                <a:effectLst/>
                <a:uLnTx/>
                <a:uFillTx/>
                <a:latin typeface="+mn-ea"/>
                <a:ea typeface="+mn-ea"/>
                <a:cs typeface="+mn-cs"/>
              </a:rPr>
              <a:pPr marL="0" marR="0" lvl="0" indent="0" algn="ctr" defTabSz="685796" rtl="0" eaLnBrk="1" fontAlgn="auto" latinLnBrk="0" hangingPunct="1">
                <a:lnSpc>
                  <a:spcPct val="100000"/>
                </a:lnSpc>
                <a:spcBef>
                  <a:spcPts val="0"/>
                </a:spcBef>
                <a:spcAft>
                  <a:spcPts val="0"/>
                </a:spcAft>
                <a:buClrTx/>
                <a:buSzTx/>
                <a:buFontTx/>
                <a:buNone/>
                <a:tabLst/>
                <a:defRPr/>
              </a:pPr>
              <a:t>‹#›</a:t>
            </a:fld>
            <a:endParaRPr kumimoji="0" lang="en-GB" sz="675" b="0" i="0" u="none" strike="noStrike" kern="1200" cap="none" spc="0" normalizeH="0" baseline="0" noProof="0">
              <a:ln>
                <a:noFill/>
              </a:ln>
              <a:solidFill>
                <a:schemeClr val="tx1">
                  <a:alpha val="50000"/>
                </a:scheme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3" y="-447501"/>
            <a:ext cx="530915" cy="300210"/>
          </a:xfrm>
          <a:prstGeom prst="rect">
            <a:avLst/>
          </a:prstGeom>
          <a:noFill/>
        </p:spPr>
        <p:txBody>
          <a:bodyPr wrap="none" rtlCol="0">
            <a:spAutoFit/>
          </a:bodyPr>
          <a:lstStyle/>
          <a:p>
            <a:r>
              <a:rPr kumimoji="1" lang="ja-JP" altLang="en-US" sz="1351"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243478" y="-447501"/>
            <a:ext cx="530915" cy="300210"/>
          </a:xfrm>
          <a:prstGeom prst="rect">
            <a:avLst/>
          </a:prstGeom>
          <a:noFill/>
        </p:spPr>
        <p:txBody>
          <a:bodyPr wrap="none" rtlCol="0">
            <a:spAutoFit/>
          </a:bodyPr>
          <a:lstStyle/>
          <a:p>
            <a:r>
              <a:rPr kumimoji="1" lang="ja-JP" altLang="en-US" sz="1351"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p:nvCxnSpPr>
        <p:spPr bwMode="auto">
          <a:xfrm>
            <a:off x="946005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p:nvSpPr>
        <p:spPr>
          <a:xfrm>
            <a:off x="4323" y="7012040"/>
            <a:ext cx="530915" cy="300210"/>
          </a:xfrm>
          <a:prstGeom prst="rect">
            <a:avLst/>
          </a:prstGeom>
          <a:noFill/>
        </p:spPr>
        <p:txBody>
          <a:bodyPr wrap="none" rtlCol="0">
            <a:spAutoFit/>
          </a:bodyPr>
          <a:lstStyle/>
          <a:p>
            <a:r>
              <a:rPr kumimoji="1" lang="ja-JP" altLang="en-US" sz="1351"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p:nvSpPr>
        <p:spPr>
          <a:xfrm>
            <a:off x="9413559" y="7012040"/>
            <a:ext cx="530915" cy="300210"/>
          </a:xfrm>
          <a:prstGeom prst="rect">
            <a:avLst/>
          </a:prstGeom>
          <a:noFill/>
        </p:spPr>
        <p:txBody>
          <a:bodyPr wrap="none" rtlCol="0">
            <a:spAutoFit/>
          </a:bodyPr>
          <a:lstStyle/>
          <a:p>
            <a:r>
              <a:rPr kumimoji="1" lang="ja-JP" altLang="en-US" sz="1351"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3" y="266705"/>
            <a:ext cx="8915399" cy="578871"/>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500" i="0" kern="0"/>
          </a:p>
        </p:txBody>
      </p:sp>
      <p:cxnSp>
        <p:nvCxnSpPr>
          <p:cNvPr id="18" name="Straight Connector 7">
            <a:extLst>
              <a:ext uri="{FF2B5EF4-FFF2-40B4-BE49-F238E27FC236}">
                <a16:creationId xmlns:a16="http://schemas.microsoft.com/office/drawing/2014/main" id="{3426408B-7E00-884B-2AE7-3F477FF5C006}"/>
              </a:ext>
            </a:extLst>
          </p:cNvPr>
          <p:cNvCxnSpPr>
            <a:cxnSpLocks/>
          </p:cNvCxnSpPr>
          <p:nvPr/>
        </p:nvCxnSpPr>
        <p:spPr>
          <a:xfrm>
            <a:off x="507000" y="701780"/>
            <a:ext cx="8892000"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507000" y="114301"/>
            <a:ext cx="8892000" cy="578871"/>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500" i="0" kern="0"/>
          </a:p>
        </p:txBody>
      </p:sp>
      <p:grpSp>
        <p:nvGrpSpPr>
          <p:cNvPr id="40" name="グループ化 39">
            <a:extLst>
              <a:ext uri="{FF2B5EF4-FFF2-40B4-BE49-F238E27FC236}">
                <a16:creationId xmlns:a16="http://schemas.microsoft.com/office/drawing/2014/main" id="{9FD378DF-57D9-D612-3D63-536FE3AF1FE8}"/>
              </a:ext>
            </a:extLst>
          </p:cNvPr>
          <p:cNvGrpSpPr/>
          <p:nvPr userDrawn="1"/>
        </p:nvGrpSpPr>
        <p:grpSpPr>
          <a:xfrm>
            <a:off x="-507607" y="548680"/>
            <a:ext cx="390000" cy="4032448"/>
            <a:chOff x="-468560" y="548680"/>
            <a:chExt cx="360000" cy="4032448"/>
          </a:xfrm>
        </p:grpSpPr>
        <p:sp>
          <p:nvSpPr>
            <p:cNvPr id="14" name="正方形/長方形 13">
              <a:extLst>
                <a:ext uri="{FF2B5EF4-FFF2-40B4-BE49-F238E27FC236}">
                  <a16:creationId xmlns:a16="http://schemas.microsoft.com/office/drawing/2014/main" id="{1084623F-472B-4E76-893D-31861E01631F}"/>
                </a:ext>
              </a:extLst>
            </p:cNvPr>
            <p:cNvSpPr/>
            <p:nvPr/>
          </p:nvSpPr>
          <p:spPr>
            <a:xfrm>
              <a:off x="-468560" y="797555"/>
              <a:ext cx="360000" cy="255181"/>
            </a:xfrm>
            <a:prstGeom prst="rect">
              <a:avLst/>
            </a:prstGeom>
            <a:solidFill>
              <a:schemeClr val="accent1"/>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468560" y="1052736"/>
              <a:ext cx="360000" cy="255181"/>
            </a:xfrm>
            <a:prstGeom prst="rect">
              <a:avLst/>
            </a:prstGeom>
            <a:solidFill>
              <a:schemeClr val="accent1">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468560" y="1301611"/>
              <a:ext cx="360000" cy="255181"/>
            </a:xfrm>
            <a:prstGeom prst="rect">
              <a:avLst/>
            </a:prstGeom>
            <a:solidFill>
              <a:schemeClr val="accent1">
                <a:lumMod val="20000"/>
                <a:lumOff val="8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4" name="正方形/長方形 23">
              <a:extLst>
                <a:ext uri="{FF2B5EF4-FFF2-40B4-BE49-F238E27FC236}">
                  <a16:creationId xmlns:a16="http://schemas.microsoft.com/office/drawing/2014/main" id="{F3255A27-50AB-F603-2B49-04397972DA8E}"/>
                </a:ext>
              </a:extLst>
            </p:cNvPr>
            <p:cNvSpPr/>
            <p:nvPr userDrawn="1"/>
          </p:nvSpPr>
          <p:spPr>
            <a:xfrm>
              <a:off x="-468560" y="1556792"/>
              <a:ext cx="360000" cy="255181"/>
            </a:xfrm>
            <a:prstGeom prst="rect">
              <a:avLst/>
            </a:prstGeom>
            <a:solidFill>
              <a:schemeClr val="accent6"/>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5" name="正方形/長方形 24">
              <a:extLst>
                <a:ext uri="{FF2B5EF4-FFF2-40B4-BE49-F238E27FC236}">
                  <a16:creationId xmlns:a16="http://schemas.microsoft.com/office/drawing/2014/main" id="{A1389B1E-3E28-7827-05D4-F3114F4B3A5C}"/>
                </a:ext>
              </a:extLst>
            </p:cNvPr>
            <p:cNvSpPr/>
            <p:nvPr userDrawn="1"/>
          </p:nvSpPr>
          <p:spPr>
            <a:xfrm>
              <a:off x="-468560" y="1811973"/>
              <a:ext cx="360000" cy="255181"/>
            </a:xfrm>
            <a:prstGeom prst="rect">
              <a:avLst/>
            </a:prstGeom>
            <a:solidFill>
              <a:schemeClr val="accent6">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6" name="正方形/長方形 25">
              <a:extLst>
                <a:ext uri="{FF2B5EF4-FFF2-40B4-BE49-F238E27FC236}">
                  <a16:creationId xmlns:a16="http://schemas.microsoft.com/office/drawing/2014/main" id="{273F9646-BA2E-BAD7-1125-3F4E82800C4D}"/>
                </a:ext>
              </a:extLst>
            </p:cNvPr>
            <p:cNvSpPr/>
            <p:nvPr userDrawn="1"/>
          </p:nvSpPr>
          <p:spPr>
            <a:xfrm>
              <a:off x="-468560" y="2060848"/>
              <a:ext cx="360000" cy="255181"/>
            </a:xfrm>
            <a:prstGeom prst="rect">
              <a:avLst/>
            </a:prstGeom>
            <a:solidFill>
              <a:schemeClr val="accent6">
                <a:lumMod val="20000"/>
                <a:lumOff val="8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chemeClr val="accent6">
                    <a:lumMod val="20000"/>
                    <a:lumOff val="80000"/>
                  </a:schemeClr>
                </a:solidFill>
                <a:effectLst/>
                <a:uLnTx/>
                <a:uFillTx/>
                <a:latin typeface="Meiryo UI"/>
                <a:ea typeface="Meiryo UI"/>
                <a:cs typeface="+mn-cs"/>
              </a:endParaRPr>
            </a:p>
          </p:txBody>
        </p:sp>
        <p:sp>
          <p:nvSpPr>
            <p:cNvPr id="27" name="正方形/長方形 26">
              <a:extLst>
                <a:ext uri="{FF2B5EF4-FFF2-40B4-BE49-F238E27FC236}">
                  <a16:creationId xmlns:a16="http://schemas.microsoft.com/office/drawing/2014/main" id="{C9BB485A-EF71-D4FE-6D50-DF33FCD4C80F}"/>
                </a:ext>
              </a:extLst>
            </p:cNvPr>
            <p:cNvSpPr/>
            <p:nvPr userDrawn="1"/>
          </p:nvSpPr>
          <p:spPr>
            <a:xfrm>
              <a:off x="-468560" y="2309723"/>
              <a:ext cx="360000" cy="255181"/>
            </a:xfrm>
            <a:prstGeom prst="rect">
              <a:avLst/>
            </a:prstGeom>
            <a:solidFill>
              <a:srgbClr val="A100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8" name="正方形/長方形 27">
              <a:extLst>
                <a:ext uri="{FF2B5EF4-FFF2-40B4-BE49-F238E27FC236}">
                  <a16:creationId xmlns:a16="http://schemas.microsoft.com/office/drawing/2014/main" id="{D854FA00-FD22-6B32-8117-DC2BFE2194A3}"/>
                </a:ext>
              </a:extLst>
            </p:cNvPr>
            <p:cNvSpPr/>
            <p:nvPr userDrawn="1"/>
          </p:nvSpPr>
          <p:spPr>
            <a:xfrm>
              <a:off x="-468560" y="2564904"/>
              <a:ext cx="360000" cy="255181"/>
            </a:xfrm>
            <a:prstGeom prst="rect">
              <a:avLst/>
            </a:prstGeom>
            <a:solidFill>
              <a:srgbClr val="7500C0"/>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9" name="正方形/長方形 28">
              <a:extLst>
                <a:ext uri="{FF2B5EF4-FFF2-40B4-BE49-F238E27FC236}">
                  <a16:creationId xmlns:a16="http://schemas.microsoft.com/office/drawing/2014/main" id="{47C2F065-C0EE-4C36-17C6-1BB775DA8CC7}"/>
                </a:ext>
              </a:extLst>
            </p:cNvPr>
            <p:cNvSpPr/>
            <p:nvPr userDrawn="1"/>
          </p:nvSpPr>
          <p:spPr>
            <a:xfrm>
              <a:off x="-468560" y="2813779"/>
              <a:ext cx="360000" cy="255181"/>
            </a:xfrm>
            <a:prstGeom prst="rect">
              <a:avLst/>
            </a:prstGeom>
            <a:solidFill>
              <a:srgbClr val="460073"/>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2" name="正方形/長方形 31">
              <a:extLst>
                <a:ext uri="{FF2B5EF4-FFF2-40B4-BE49-F238E27FC236}">
                  <a16:creationId xmlns:a16="http://schemas.microsoft.com/office/drawing/2014/main" id="{FA427F8F-034A-C8CE-FB31-80683E31646D}"/>
                </a:ext>
              </a:extLst>
            </p:cNvPr>
            <p:cNvSpPr/>
            <p:nvPr userDrawn="1"/>
          </p:nvSpPr>
          <p:spPr>
            <a:xfrm>
              <a:off x="-468560" y="548680"/>
              <a:ext cx="360000" cy="255181"/>
            </a:xfrm>
            <a:prstGeom prst="rect">
              <a:avLst/>
            </a:prstGeom>
            <a:solidFill>
              <a:srgbClr val="1F497D"/>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3" name="正方形/長方形 32">
              <a:extLst>
                <a:ext uri="{FF2B5EF4-FFF2-40B4-BE49-F238E27FC236}">
                  <a16:creationId xmlns:a16="http://schemas.microsoft.com/office/drawing/2014/main" id="{3F4D2071-2AAB-243A-219E-800E2328E759}"/>
                </a:ext>
              </a:extLst>
            </p:cNvPr>
            <p:cNvSpPr/>
            <p:nvPr userDrawn="1"/>
          </p:nvSpPr>
          <p:spPr>
            <a:xfrm>
              <a:off x="-468560" y="3821891"/>
              <a:ext cx="360000" cy="255181"/>
            </a:xfrm>
            <a:prstGeom prst="rect">
              <a:avLst/>
            </a:prstGeom>
            <a:solidFill>
              <a:schemeClr val="accent3"/>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4" name="正方形/長方形 33">
              <a:extLst>
                <a:ext uri="{FF2B5EF4-FFF2-40B4-BE49-F238E27FC236}">
                  <a16:creationId xmlns:a16="http://schemas.microsoft.com/office/drawing/2014/main" id="{EF72A469-E039-4FBB-F68B-7DDDABA2D130}"/>
                </a:ext>
              </a:extLst>
            </p:cNvPr>
            <p:cNvSpPr/>
            <p:nvPr userDrawn="1"/>
          </p:nvSpPr>
          <p:spPr>
            <a:xfrm>
              <a:off x="-468560" y="4077072"/>
              <a:ext cx="360000" cy="255181"/>
            </a:xfrm>
            <a:prstGeom prst="rect">
              <a:avLst/>
            </a:prstGeom>
            <a:solidFill>
              <a:schemeClr val="accent3">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5" name="正方形/長方形 34">
              <a:extLst>
                <a:ext uri="{FF2B5EF4-FFF2-40B4-BE49-F238E27FC236}">
                  <a16:creationId xmlns:a16="http://schemas.microsoft.com/office/drawing/2014/main" id="{982AC493-1077-4B89-AD8B-36894A8279AA}"/>
                </a:ext>
              </a:extLst>
            </p:cNvPr>
            <p:cNvSpPr/>
            <p:nvPr userDrawn="1"/>
          </p:nvSpPr>
          <p:spPr>
            <a:xfrm>
              <a:off x="-468560" y="4325947"/>
              <a:ext cx="360000" cy="255181"/>
            </a:xfrm>
            <a:prstGeom prst="rect">
              <a:avLst/>
            </a:prstGeom>
            <a:solidFill>
              <a:srgbClr val="EBF1DE"/>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6" name="正方形/長方形 35">
              <a:extLst>
                <a:ext uri="{FF2B5EF4-FFF2-40B4-BE49-F238E27FC236}">
                  <a16:creationId xmlns:a16="http://schemas.microsoft.com/office/drawing/2014/main" id="{09204845-F824-001D-18E4-F77E79B0B6CA}"/>
                </a:ext>
              </a:extLst>
            </p:cNvPr>
            <p:cNvSpPr/>
            <p:nvPr userDrawn="1"/>
          </p:nvSpPr>
          <p:spPr>
            <a:xfrm>
              <a:off x="-468560" y="3062654"/>
              <a:ext cx="360000" cy="255181"/>
            </a:xfrm>
            <a:prstGeom prst="rect">
              <a:avLst/>
            </a:prstGeom>
            <a:solidFill>
              <a:srgbClr val="B455AA"/>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7" name="正方形/長方形 36">
              <a:extLst>
                <a:ext uri="{FF2B5EF4-FFF2-40B4-BE49-F238E27FC236}">
                  <a16:creationId xmlns:a16="http://schemas.microsoft.com/office/drawing/2014/main" id="{890F08C9-C527-B1F8-956A-B0AF58F0E1A7}"/>
                </a:ext>
              </a:extLst>
            </p:cNvPr>
            <p:cNvSpPr/>
            <p:nvPr userDrawn="1"/>
          </p:nvSpPr>
          <p:spPr>
            <a:xfrm>
              <a:off x="-468560" y="3317835"/>
              <a:ext cx="360000" cy="255181"/>
            </a:xfrm>
            <a:prstGeom prst="rect">
              <a:avLst/>
            </a:prstGeom>
            <a:solidFill>
              <a:srgbClr val="BE82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8" name="正方形/長方形 37">
              <a:extLst>
                <a:ext uri="{FF2B5EF4-FFF2-40B4-BE49-F238E27FC236}">
                  <a16:creationId xmlns:a16="http://schemas.microsoft.com/office/drawing/2014/main" id="{D1A03161-765D-E1D4-C19D-3434F0B407A2}"/>
                </a:ext>
              </a:extLst>
            </p:cNvPr>
            <p:cNvSpPr/>
            <p:nvPr userDrawn="1"/>
          </p:nvSpPr>
          <p:spPr>
            <a:xfrm>
              <a:off x="-468560" y="3566710"/>
              <a:ext cx="360000" cy="255181"/>
            </a:xfrm>
            <a:prstGeom prst="rect">
              <a:avLst/>
            </a:prstGeom>
            <a:solidFill>
              <a:srgbClr val="DCAF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grpSp>
      <p:sp>
        <p:nvSpPr>
          <p:cNvPr id="13" name="AcnSubjectTitle_ID_13" hidden="1">
            <a:extLst>
              <a:ext uri="{FF2B5EF4-FFF2-40B4-BE49-F238E27FC236}">
                <a16:creationId xmlns:a16="http://schemas.microsoft.com/office/drawing/2014/main" id="{80CE973F-CC52-F6DE-E743-68E029CAB8DA}"/>
              </a:ext>
            </a:extLst>
          </p:cNvPr>
          <p:cNvSpPr txBox="1"/>
          <p:nvPr userDrawn="1">
            <p:custDataLst>
              <p:tags r:id="rId11"/>
            </p:custDataLst>
          </p:nvPr>
        </p:nvSpPr>
        <p:spPr bwMode="gray">
          <a:xfrm>
            <a:off x="179388" y="1420813"/>
            <a:ext cx="6985000" cy="269680"/>
          </a:xfrm>
          <a:prstGeom prst="rect">
            <a:avLst/>
          </a:prstGeom>
          <a:noFill/>
        </p:spPr>
        <p:txBody>
          <a:bodyPr vert="horz" wrap="square" lIns="36000" tIns="36000" rIns="36000" bIns="36000" rtlCol="0" anchor="ctr">
            <a:spAutoFit/>
          </a:bodyPr>
          <a:lstStyle/>
          <a:p>
            <a:pPr algn="l" defTabSz="914400" fontAlgn="base">
              <a:lnSpc>
                <a:spcPct val="80000"/>
              </a:lnSpc>
              <a:spcBef>
                <a:spcPct val="0"/>
              </a:spcBef>
              <a:spcAft>
                <a:spcPct val="0"/>
              </a:spcAft>
              <a:buFontTx/>
              <a:buNone/>
            </a:pPr>
            <a:r>
              <a:rPr kumimoji="1" lang="en-US" altLang="ja-JP" sz="1600" b="1" i="0">
                <a:solidFill>
                  <a:schemeClr val="tx1"/>
                </a:solidFill>
                <a:latin typeface="Meiryo UI" panose="020B0604030504040204" pitchFamily="50" charset="-128"/>
                <a:ea typeface="Meiryo UI" panose="020B0604030504040204" pitchFamily="50" charset="-128"/>
              </a:rPr>
              <a:t>Subject Title</a:t>
            </a:r>
            <a:endParaRPr kumimoji="1" lang="ja-JP" altLang="en-US" sz="1600" b="1" i="0">
              <a:solidFill>
                <a:schemeClr val="tx1"/>
              </a:solidFill>
              <a:latin typeface="Meiryo UI" panose="020B0604030504040204" pitchFamily="50" charset="-128"/>
              <a:ea typeface="Meiryo UI" panose="020B0604030504040204" pitchFamily="50" charset="-128"/>
            </a:endParaRPr>
          </a:p>
        </p:txBody>
      </p:sp>
      <p:sp>
        <p:nvSpPr>
          <p:cNvPr id="17" name="AcnFootnote_ID_17" hidden="1">
            <a:extLst>
              <a:ext uri="{FF2B5EF4-FFF2-40B4-BE49-F238E27FC236}">
                <a16:creationId xmlns:a16="http://schemas.microsoft.com/office/drawing/2014/main" id="{8766CB3F-02BB-8D4F-CC0C-78CAF99C6587}"/>
              </a:ext>
            </a:extLst>
          </p:cNvPr>
          <p:cNvSpPr txBox="1"/>
          <p:nvPr userDrawn="1">
            <p:custDataLst>
              <p:tags r:id="rId12"/>
            </p:custDataLst>
          </p:nvPr>
        </p:nvSpPr>
        <p:spPr bwMode="gray">
          <a:xfrm>
            <a:off x="179388" y="6254750"/>
            <a:ext cx="8780463" cy="349702"/>
          </a:xfrm>
          <a:prstGeom prst="rect">
            <a:avLst/>
          </a:prstGeom>
          <a:noFill/>
        </p:spPr>
        <p:txBody>
          <a:bodyPr vert="horz" wrap="square" lIns="36000" tIns="36000" rIns="36000" bIns="36000" rtlCol="0" anchor="b">
            <a:spAutoFit/>
          </a:bodyPr>
          <a:lstStyle/>
          <a:p>
            <a:pPr marL="538163" indent="-538163" algn="l" defTabSz="914400" fontAlgn="base">
              <a:lnSpc>
                <a:spcPct val="80000"/>
              </a:lnSpc>
              <a:spcBef>
                <a:spcPct val="0"/>
              </a:spcBef>
              <a:spcAft>
                <a:spcPct val="0"/>
              </a:spcAft>
              <a:buFontTx/>
              <a:buNone/>
            </a:pPr>
            <a:r>
              <a:rPr kumimoji="1" lang="en-US" altLang="ja-JP" sz="1000" b="0" i="0">
                <a:solidFill>
                  <a:schemeClr val="tx1"/>
                </a:solidFill>
                <a:latin typeface="Meiryo UI" panose="020B0604030504040204" pitchFamily="50" charset="-128"/>
                <a:ea typeface="Meiryo UI" panose="020B0604030504040204" pitchFamily="50" charset="-128"/>
              </a:rPr>
              <a:t>*	Footnote</a:t>
            </a:r>
          </a:p>
          <a:p>
            <a:pPr marL="538163" indent="-538163" algn="l" defTabSz="914400" fontAlgn="base">
              <a:lnSpc>
                <a:spcPct val="80000"/>
              </a:lnSpc>
              <a:spcBef>
                <a:spcPct val="20000"/>
              </a:spcBef>
              <a:spcAft>
                <a:spcPct val="0"/>
              </a:spcAft>
              <a:buFontTx/>
              <a:buNone/>
            </a:pPr>
            <a:r>
              <a:rPr kumimoji="1" lang="en-US" altLang="ja-JP" sz="1000" b="0" i="0">
                <a:solidFill>
                  <a:schemeClr val="tx1"/>
                </a:solidFill>
                <a:latin typeface="Meiryo UI" panose="020B0604030504040204" pitchFamily="50" charset="-128"/>
                <a:ea typeface="Meiryo UI" panose="020B0604030504040204" pitchFamily="50" charset="-128"/>
              </a:rPr>
              <a:t>Source:	Source</a:t>
            </a:r>
            <a:endParaRPr kumimoji="1" lang="ja-JP" altLang="en-US" sz="1000" b="0" i="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387575509"/>
      </p:ext>
    </p:extLst>
  </p:cSld>
  <p:clrMap bg1="lt1" tx1="dk1" bg2="lt2" tx2="dk2" accent1="accent1" accent2="accent2" accent3="accent3" accent4="accent4" accent5="accent5" accent6="accent6" hlink="hlink" folHlink="folHlink"/>
  <p:sldLayoutIdLst>
    <p:sldLayoutId id="2147484322" r:id="rId1"/>
    <p:sldLayoutId id="2147484323" r:id="rId2"/>
    <p:sldLayoutId id="2147484324" r:id="rId3"/>
    <p:sldLayoutId id="2147484007" r:id="rId4"/>
    <p:sldLayoutId id="2147484325" r:id="rId5"/>
    <p:sldLayoutId id="2147484326" r:id="rId6"/>
    <p:sldLayoutId id="2147484327" r:id="rId7"/>
    <p:sldLayoutId id="2147484328" r:id="rId8"/>
  </p:sldLayoutIdLst>
  <p:hf sldNum="0" hdr="0" dt="0"/>
  <p:txStyles>
    <p:titleStyle>
      <a:lvl1pPr algn="ctr" defTabSz="571394" rtl="0" eaLnBrk="1" fontAlgn="base" hangingPunct="1">
        <a:spcBef>
          <a:spcPct val="0"/>
        </a:spcBef>
        <a:spcAft>
          <a:spcPct val="0"/>
        </a:spcAft>
        <a:defRPr kumimoji="1" sz="1200">
          <a:solidFill>
            <a:schemeClr val="bg1"/>
          </a:solidFill>
          <a:latin typeface="+mj-ea"/>
          <a:ea typeface="+mj-ea"/>
          <a:cs typeface="+mj-cs"/>
        </a:defRPr>
      </a:lvl1pPr>
      <a:lvl2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2pPr>
      <a:lvl3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3pPr>
      <a:lvl4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4pPr>
      <a:lvl5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5pPr>
      <a:lvl6pPr marL="342836"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685673"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028509"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371345"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050">
          <a:solidFill>
            <a:schemeClr val="tx1"/>
          </a:solidFill>
          <a:latin typeface="+mj-ea"/>
          <a:ea typeface="+mj-ea"/>
          <a:cs typeface="+mn-cs"/>
        </a:defRPr>
      </a:lvl1pPr>
      <a:lvl2pPr marL="573775" indent="-214273" algn="l" rtl="0" eaLnBrk="1" fontAlgn="base" hangingPunct="1">
        <a:spcBef>
          <a:spcPct val="20000"/>
        </a:spcBef>
        <a:spcAft>
          <a:spcPct val="0"/>
        </a:spcAft>
        <a:buChar char="–"/>
        <a:defRPr kumimoji="1" sz="2101">
          <a:solidFill>
            <a:schemeClr val="tx1"/>
          </a:solidFill>
          <a:latin typeface="Times New Roman" pitchFamily="18" charset="0"/>
          <a:ea typeface="+mn-ea"/>
        </a:defRPr>
      </a:lvl2pPr>
      <a:lvl3pPr marL="888042" indent="-171418" algn="l" rtl="0" eaLnBrk="1" fontAlgn="base" hangingPunct="1">
        <a:spcBef>
          <a:spcPct val="20000"/>
        </a:spcBef>
        <a:spcAft>
          <a:spcPct val="0"/>
        </a:spcAft>
        <a:buChar char="•"/>
        <a:defRPr kumimoji="1" sz="1799">
          <a:solidFill>
            <a:schemeClr val="tx1"/>
          </a:solidFill>
          <a:latin typeface="Times New Roman" pitchFamily="18" charset="0"/>
          <a:ea typeface="+mn-ea"/>
        </a:defRPr>
      </a:lvl3pPr>
      <a:lvl4pPr marL="1202308"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4pPr>
      <a:lvl5pPr marL="1542762" indent="-172609" algn="l" rtl="0" eaLnBrk="1" fontAlgn="base" hangingPunct="1">
        <a:spcBef>
          <a:spcPct val="20000"/>
        </a:spcBef>
        <a:spcAft>
          <a:spcPct val="0"/>
        </a:spcAft>
        <a:buChar char="»"/>
        <a:defRPr kumimoji="1" sz="1500">
          <a:solidFill>
            <a:schemeClr val="tx1"/>
          </a:solidFill>
          <a:latin typeface="Times New Roman" pitchFamily="18" charset="0"/>
          <a:ea typeface="+mn-ea"/>
        </a:defRPr>
      </a:lvl5pPr>
      <a:lvl6pPr marL="1885600"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6pPr>
      <a:lvl7pPr marL="2228436"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7pPr>
      <a:lvl8pPr marL="2571271"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8pPr>
      <a:lvl9pPr marL="2914107"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9pPr>
    </p:bodyStyle>
    <p:otherStyle>
      <a:defPPr>
        <a:defRPr lang="ja-JP"/>
      </a:defPPr>
      <a:lvl1pPr marL="0" algn="l" defTabSz="685673" rtl="0" eaLnBrk="1" latinLnBrk="0" hangingPunct="1">
        <a:defRPr kumimoji="1" sz="1351" kern="1200">
          <a:solidFill>
            <a:schemeClr val="tx1"/>
          </a:solidFill>
          <a:latin typeface="+mn-lt"/>
          <a:ea typeface="+mn-ea"/>
          <a:cs typeface="+mn-cs"/>
        </a:defRPr>
      </a:lvl1pPr>
      <a:lvl2pPr marL="342836" algn="l" defTabSz="685673" rtl="0" eaLnBrk="1" latinLnBrk="0" hangingPunct="1">
        <a:defRPr kumimoji="1" sz="1351" kern="1200">
          <a:solidFill>
            <a:schemeClr val="tx1"/>
          </a:solidFill>
          <a:latin typeface="+mn-lt"/>
          <a:ea typeface="+mn-ea"/>
          <a:cs typeface="+mn-cs"/>
        </a:defRPr>
      </a:lvl2pPr>
      <a:lvl3pPr marL="685673" algn="l" defTabSz="685673" rtl="0" eaLnBrk="1" latinLnBrk="0" hangingPunct="1">
        <a:defRPr kumimoji="1" sz="1351" kern="1200">
          <a:solidFill>
            <a:schemeClr val="tx1"/>
          </a:solidFill>
          <a:latin typeface="+mn-lt"/>
          <a:ea typeface="+mn-ea"/>
          <a:cs typeface="+mn-cs"/>
        </a:defRPr>
      </a:lvl3pPr>
      <a:lvl4pPr marL="1028509" algn="l" defTabSz="685673" rtl="0" eaLnBrk="1" latinLnBrk="0" hangingPunct="1">
        <a:defRPr kumimoji="1" sz="1351" kern="1200">
          <a:solidFill>
            <a:schemeClr val="tx1"/>
          </a:solidFill>
          <a:latin typeface="+mn-lt"/>
          <a:ea typeface="+mn-ea"/>
          <a:cs typeface="+mn-cs"/>
        </a:defRPr>
      </a:lvl4pPr>
      <a:lvl5pPr marL="1371345" algn="l" defTabSz="685673" rtl="0" eaLnBrk="1" latinLnBrk="0" hangingPunct="1">
        <a:defRPr kumimoji="1" sz="1351" kern="1200">
          <a:solidFill>
            <a:schemeClr val="tx1"/>
          </a:solidFill>
          <a:latin typeface="+mn-lt"/>
          <a:ea typeface="+mn-ea"/>
          <a:cs typeface="+mn-cs"/>
        </a:defRPr>
      </a:lvl5pPr>
      <a:lvl6pPr marL="1714181" algn="l" defTabSz="685673" rtl="0" eaLnBrk="1" latinLnBrk="0" hangingPunct="1">
        <a:defRPr kumimoji="1" sz="1351" kern="1200">
          <a:solidFill>
            <a:schemeClr val="tx1"/>
          </a:solidFill>
          <a:latin typeface="+mn-lt"/>
          <a:ea typeface="+mn-ea"/>
          <a:cs typeface="+mn-cs"/>
        </a:defRPr>
      </a:lvl6pPr>
      <a:lvl7pPr marL="2057017" algn="l" defTabSz="685673" rtl="0" eaLnBrk="1" latinLnBrk="0" hangingPunct="1">
        <a:defRPr kumimoji="1" sz="1351" kern="1200">
          <a:solidFill>
            <a:schemeClr val="tx1"/>
          </a:solidFill>
          <a:latin typeface="+mn-lt"/>
          <a:ea typeface="+mn-ea"/>
          <a:cs typeface="+mn-cs"/>
        </a:defRPr>
      </a:lvl7pPr>
      <a:lvl8pPr marL="2399854" algn="l" defTabSz="685673" rtl="0" eaLnBrk="1" latinLnBrk="0" hangingPunct="1">
        <a:defRPr kumimoji="1" sz="1351" kern="1200">
          <a:solidFill>
            <a:schemeClr val="tx1"/>
          </a:solidFill>
          <a:latin typeface="+mn-lt"/>
          <a:ea typeface="+mn-ea"/>
          <a:cs typeface="+mn-cs"/>
        </a:defRPr>
      </a:lvl8pPr>
      <a:lvl9pPr marL="2742689" algn="l" defTabSz="685673" rtl="0" eaLnBrk="1" latinLnBrk="0" hangingPunct="1">
        <a:defRPr kumimoji="1" sz="13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12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17" Type="http://schemas.openxmlformats.org/officeDocument/2006/relationships/tags" Target="../tags/tag124.xml"/><Relationship Id="rId21" Type="http://schemas.openxmlformats.org/officeDocument/2006/relationships/tags" Target="../tags/tag28.xml"/><Relationship Id="rId42" Type="http://schemas.openxmlformats.org/officeDocument/2006/relationships/tags" Target="../tags/tag49.xml"/><Relationship Id="rId63" Type="http://schemas.openxmlformats.org/officeDocument/2006/relationships/tags" Target="../tags/tag70.xml"/><Relationship Id="rId84" Type="http://schemas.openxmlformats.org/officeDocument/2006/relationships/tags" Target="../tags/tag91.xml"/><Relationship Id="rId138" Type="http://schemas.openxmlformats.org/officeDocument/2006/relationships/tags" Target="../tags/tag145.xml"/><Relationship Id="rId159" Type="http://schemas.openxmlformats.org/officeDocument/2006/relationships/tags" Target="../tags/tag166.xml"/><Relationship Id="rId170" Type="http://schemas.openxmlformats.org/officeDocument/2006/relationships/tags" Target="../tags/tag177.xml"/><Relationship Id="rId191" Type="http://schemas.openxmlformats.org/officeDocument/2006/relationships/tags" Target="../tags/tag198.xml"/><Relationship Id="rId205" Type="http://schemas.openxmlformats.org/officeDocument/2006/relationships/tags" Target="../tags/tag212.xml"/><Relationship Id="rId107" Type="http://schemas.openxmlformats.org/officeDocument/2006/relationships/tags" Target="../tags/tag114.xml"/><Relationship Id="rId11" Type="http://schemas.openxmlformats.org/officeDocument/2006/relationships/tags" Target="../tags/tag18.xml"/><Relationship Id="rId32" Type="http://schemas.openxmlformats.org/officeDocument/2006/relationships/tags" Target="../tags/tag39.xml"/><Relationship Id="rId53" Type="http://schemas.openxmlformats.org/officeDocument/2006/relationships/tags" Target="../tags/tag60.xml"/><Relationship Id="rId74" Type="http://schemas.openxmlformats.org/officeDocument/2006/relationships/tags" Target="../tags/tag81.xml"/><Relationship Id="rId128" Type="http://schemas.openxmlformats.org/officeDocument/2006/relationships/tags" Target="../tags/tag135.xml"/><Relationship Id="rId149" Type="http://schemas.openxmlformats.org/officeDocument/2006/relationships/tags" Target="../tags/tag156.xml"/><Relationship Id="rId5" Type="http://schemas.openxmlformats.org/officeDocument/2006/relationships/tags" Target="../tags/tag12.xml"/><Relationship Id="rId95" Type="http://schemas.openxmlformats.org/officeDocument/2006/relationships/tags" Target="../tags/tag102.xml"/><Relationship Id="rId160" Type="http://schemas.openxmlformats.org/officeDocument/2006/relationships/tags" Target="../tags/tag167.xml"/><Relationship Id="rId181" Type="http://schemas.openxmlformats.org/officeDocument/2006/relationships/tags" Target="../tags/tag188.xml"/><Relationship Id="rId22" Type="http://schemas.openxmlformats.org/officeDocument/2006/relationships/tags" Target="../tags/tag29.xml"/><Relationship Id="rId43" Type="http://schemas.openxmlformats.org/officeDocument/2006/relationships/tags" Target="../tags/tag50.xml"/><Relationship Id="rId64" Type="http://schemas.openxmlformats.org/officeDocument/2006/relationships/tags" Target="../tags/tag71.xml"/><Relationship Id="rId118" Type="http://schemas.openxmlformats.org/officeDocument/2006/relationships/tags" Target="../tags/tag125.xml"/><Relationship Id="rId139" Type="http://schemas.openxmlformats.org/officeDocument/2006/relationships/tags" Target="../tags/tag146.xml"/><Relationship Id="rId85" Type="http://schemas.openxmlformats.org/officeDocument/2006/relationships/tags" Target="../tags/tag92.xml"/><Relationship Id="rId150" Type="http://schemas.openxmlformats.org/officeDocument/2006/relationships/tags" Target="../tags/tag157.xml"/><Relationship Id="rId171" Type="http://schemas.openxmlformats.org/officeDocument/2006/relationships/tags" Target="../tags/tag178.xml"/><Relationship Id="rId192" Type="http://schemas.openxmlformats.org/officeDocument/2006/relationships/tags" Target="../tags/tag199.xml"/><Relationship Id="rId206" Type="http://schemas.openxmlformats.org/officeDocument/2006/relationships/tags" Target="../tags/tag213.xml"/><Relationship Id="rId12" Type="http://schemas.openxmlformats.org/officeDocument/2006/relationships/tags" Target="../tags/tag19.xml"/><Relationship Id="rId33" Type="http://schemas.openxmlformats.org/officeDocument/2006/relationships/tags" Target="../tags/tag40.xml"/><Relationship Id="rId108" Type="http://schemas.openxmlformats.org/officeDocument/2006/relationships/tags" Target="../tags/tag115.xml"/><Relationship Id="rId129" Type="http://schemas.openxmlformats.org/officeDocument/2006/relationships/tags" Target="../tags/tag136.xml"/><Relationship Id="rId54" Type="http://schemas.openxmlformats.org/officeDocument/2006/relationships/tags" Target="../tags/tag61.xml"/><Relationship Id="rId75" Type="http://schemas.openxmlformats.org/officeDocument/2006/relationships/tags" Target="../tags/tag82.xml"/><Relationship Id="rId96" Type="http://schemas.openxmlformats.org/officeDocument/2006/relationships/tags" Target="../tags/tag103.xml"/><Relationship Id="rId140" Type="http://schemas.openxmlformats.org/officeDocument/2006/relationships/tags" Target="../tags/tag147.xml"/><Relationship Id="rId161" Type="http://schemas.openxmlformats.org/officeDocument/2006/relationships/tags" Target="../tags/tag168.xml"/><Relationship Id="rId182" Type="http://schemas.openxmlformats.org/officeDocument/2006/relationships/tags" Target="../tags/tag189.xml"/><Relationship Id="rId6" Type="http://schemas.openxmlformats.org/officeDocument/2006/relationships/tags" Target="../tags/tag13.xml"/><Relationship Id="rId23" Type="http://schemas.openxmlformats.org/officeDocument/2006/relationships/tags" Target="../tags/tag30.xml"/><Relationship Id="rId119" Type="http://schemas.openxmlformats.org/officeDocument/2006/relationships/tags" Target="../tags/tag126.xml"/><Relationship Id="rId44" Type="http://schemas.openxmlformats.org/officeDocument/2006/relationships/tags" Target="../tags/tag51.xml"/><Relationship Id="rId65" Type="http://schemas.openxmlformats.org/officeDocument/2006/relationships/tags" Target="../tags/tag72.xml"/><Relationship Id="rId86" Type="http://schemas.openxmlformats.org/officeDocument/2006/relationships/tags" Target="../tags/tag93.xml"/><Relationship Id="rId130" Type="http://schemas.openxmlformats.org/officeDocument/2006/relationships/tags" Target="../tags/tag137.xml"/><Relationship Id="rId151" Type="http://schemas.openxmlformats.org/officeDocument/2006/relationships/tags" Target="../tags/tag158.xml"/><Relationship Id="rId172" Type="http://schemas.openxmlformats.org/officeDocument/2006/relationships/tags" Target="../tags/tag179.xml"/><Relationship Id="rId193" Type="http://schemas.openxmlformats.org/officeDocument/2006/relationships/tags" Target="../tags/tag200.xml"/><Relationship Id="rId207" Type="http://schemas.openxmlformats.org/officeDocument/2006/relationships/tags" Target="../tags/tag214.xml"/><Relationship Id="rId13" Type="http://schemas.openxmlformats.org/officeDocument/2006/relationships/tags" Target="../tags/tag20.xml"/><Relationship Id="rId109" Type="http://schemas.openxmlformats.org/officeDocument/2006/relationships/tags" Target="../tags/tag116.xml"/><Relationship Id="rId34" Type="http://schemas.openxmlformats.org/officeDocument/2006/relationships/tags" Target="../tags/tag41.xml"/><Relationship Id="rId55" Type="http://schemas.openxmlformats.org/officeDocument/2006/relationships/tags" Target="../tags/tag62.xml"/><Relationship Id="rId76" Type="http://schemas.openxmlformats.org/officeDocument/2006/relationships/tags" Target="../tags/tag83.xml"/><Relationship Id="rId97" Type="http://schemas.openxmlformats.org/officeDocument/2006/relationships/tags" Target="../tags/tag104.xml"/><Relationship Id="rId120" Type="http://schemas.openxmlformats.org/officeDocument/2006/relationships/tags" Target="../tags/tag127.xml"/><Relationship Id="rId141" Type="http://schemas.openxmlformats.org/officeDocument/2006/relationships/tags" Target="../tags/tag148.xml"/><Relationship Id="rId7" Type="http://schemas.openxmlformats.org/officeDocument/2006/relationships/tags" Target="../tags/tag14.xml"/><Relationship Id="rId162" Type="http://schemas.openxmlformats.org/officeDocument/2006/relationships/tags" Target="../tags/tag169.xml"/><Relationship Id="rId183" Type="http://schemas.openxmlformats.org/officeDocument/2006/relationships/tags" Target="../tags/tag190.xml"/><Relationship Id="rId24" Type="http://schemas.openxmlformats.org/officeDocument/2006/relationships/tags" Target="../tags/tag31.xml"/><Relationship Id="rId45" Type="http://schemas.openxmlformats.org/officeDocument/2006/relationships/tags" Target="../tags/tag52.xml"/><Relationship Id="rId66" Type="http://schemas.openxmlformats.org/officeDocument/2006/relationships/tags" Target="../tags/tag73.xml"/><Relationship Id="rId87" Type="http://schemas.openxmlformats.org/officeDocument/2006/relationships/tags" Target="../tags/tag94.xml"/><Relationship Id="rId110" Type="http://schemas.openxmlformats.org/officeDocument/2006/relationships/tags" Target="../tags/tag117.xml"/><Relationship Id="rId131" Type="http://schemas.openxmlformats.org/officeDocument/2006/relationships/tags" Target="../tags/tag138.xml"/><Relationship Id="rId61" Type="http://schemas.openxmlformats.org/officeDocument/2006/relationships/tags" Target="../tags/tag68.xml"/><Relationship Id="rId82" Type="http://schemas.openxmlformats.org/officeDocument/2006/relationships/tags" Target="../tags/tag89.xml"/><Relationship Id="rId152" Type="http://schemas.openxmlformats.org/officeDocument/2006/relationships/tags" Target="../tags/tag159.xml"/><Relationship Id="rId173" Type="http://schemas.openxmlformats.org/officeDocument/2006/relationships/tags" Target="../tags/tag180.xml"/><Relationship Id="rId194" Type="http://schemas.openxmlformats.org/officeDocument/2006/relationships/tags" Target="../tags/tag201.xml"/><Relationship Id="rId199" Type="http://schemas.openxmlformats.org/officeDocument/2006/relationships/tags" Target="../tags/tag206.xml"/><Relationship Id="rId203" Type="http://schemas.openxmlformats.org/officeDocument/2006/relationships/tags" Target="../tags/tag210.xml"/><Relationship Id="rId208" Type="http://schemas.openxmlformats.org/officeDocument/2006/relationships/tags" Target="../tags/tag215.xml"/><Relationship Id="rId19" Type="http://schemas.openxmlformats.org/officeDocument/2006/relationships/tags" Target="../tags/tag26.xml"/><Relationship Id="rId14" Type="http://schemas.openxmlformats.org/officeDocument/2006/relationships/tags" Target="../tags/tag21.xml"/><Relationship Id="rId30" Type="http://schemas.openxmlformats.org/officeDocument/2006/relationships/tags" Target="../tags/tag37.xml"/><Relationship Id="rId35" Type="http://schemas.openxmlformats.org/officeDocument/2006/relationships/tags" Target="../tags/tag42.xml"/><Relationship Id="rId56" Type="http://schemas.openxmlformats.org/officeDocument/2006/relationships/tags" Target="../tags/tag63.xml"/><Relationship Id="rId77" Type="http://schemas.openxmlformats.org/officeDocument/2006/relationships/tags" Target="../tags/tag84.xml"/><Relationship Id="rId100" Type="http://schemas.openxmlformats.org/officeDocument/2006/relationships/tags" Target="../tags/tag107.xml"/><Relationship Id="rId105" Type="http://schemas.openxmlformats.org/officeDocument/2006/relationships/tags" Target="../tags/tag112.xml"/><Relationship Id="rId126" Type="http://schemas.openxmlformats.org/officeDocument/2006/relationships/tags" Target="../tags/tag133.xml"/><Relationship Id="rId147" Type="http://schemas.openxmlformats.org/officeDocument/2006/relationships/tags" Target="../tags/tag154.xml"/><Relationship Id="rId168" Type="http://schemas.openxmlformats.org/officeDocument/2006/relationships/tags" Target="../tags/tag175.xml"/><Relationship Id="rId8" Type="http://schemas.openxmlformats.org/officeDocument/2006/relationships/tags" Target="../tags/tag15.xml"/><Relationship Id="rId51" Type="http://schemas.openxmlformats.org/officeDocument/2006/relationships/tags" Target="../tags/tag58.xml"/><Relationship Id="rId72" Type="http://schemas.openxmlformats.org/officeDocument/2006/relationships/tags" Target="../tags/tag79.xml"/><Relationship Id="rId93" Type="http://schemas.openxmlformats.org/officeDocument/2006/relationships/tags" Target="../tags/tag100.xml"/><Relationship Id="rId98" Type="http://schemas.openxmlformats.org/officeDocument/2006/relationships/tags" Target="../tags/tag105.xml"/><Relationship Id="rId121" Type="http://schemas.openxmlformats.org/officeDocument/2006/relationships/tags" Target="../tags/tag128.xml"/><Relationship Id="rId142" Type="http://schemas.openxmlformats.org/officeDocument/2006/relationships/tags" Target="../tags/tag149.xml"/><Relationship Id="rId163" Type="http://schemas.openxmlformats.org/officeDocument/2006/relationships/tags" Target="../tags/tag170.xml"/><Relationship Id="rId184" Type="http://schemas.openxmlformats.org/officeDocument/2006/relationships/tags" Target="../tags/tag191.xml"/><Relationship Id="rId189" Type="http://schemas.openxmlformats.org/officeDocument/2006/relationships/tags" Target="../tags/tag196.xml"/><Relationship Id="rId3" Type="http://schemas.openxmlformats.org/officeDocument/2006/relationships/tags" Target="../tags/tag10.xml"/><Relationship Id="rId25" Type="http://schemas.openxmlformats.org/officeDocument/2006/relationships/tags" Target="../tags/tag32.xml"/><Relationship Id="rId46" Type="http://schemas.openxmlformats.org/officeDocument/2006/relationships/tags" Target="../tags/tag53.xml"/><Relationship Id="rId67" Type="http://schemas.openxmlformats.org/officeDocument/2006/relationships/tags" Target="../tags/tag74.xml"/><Relationship Id="rId116" Type="http://schemas.openxmlformats.org/officeDocument/2006/relationships/tags" Target="../tags/tag123.xml"/><Relationship Id="rId137" Type="http://schemas.openxmlformats.org/officeDocument/2006/relationships/tags" Target="../tags/tag144.xml"/><Relationship Id="rId158" Type="http://schemas.openxmlformats.org/officeDocument/2006/relationships/tags" Target="../tags/tag165.xml"/><Relationship Id="rId20" Type="http://schemas.openxmlformats.org/officeDocument/2006/relationships/tags" Target="../tags/tag27.xml"/><Relationship Id="rId41" Type="http://schemas.openxmlformats.org/officeDocument/2006/relationships/tags" Target="../tags/tag48.xml"/><Relationship Id="rId62" Type="http://schemas.openxmlformats.org/officeDocument/2006/relationships/tags" Target="../tags/tag69.xml"/><Relationship Id="rId83" Type="http://schemas.openxmlformats.org/officeDocument/2006/relationships/tags" Target="../tags/tag90.xml"/><Relationship Id="rId88" Type="http://schemas.openxmlformats.org/officeDocument/2006/relationships/tags" Target="../tags/tag95.xml"/><Relationship Id="rId111" Type="http://schemas.openxmlformats.org/officeDocument/2006/relationships/tags" Target="../tags/tag118.xml"/><Relationship Id="rId132" Type="http://schemas.openxmlformats.org/officeDocument/2006/relationships/tags" Target="../tags/tag139.xml"/><Relationship Id="rId153" Type="http://schemas.openxmlformats.org/officeDocument/2006/relationships/tags" Target="../tags/tag160.xml"/><Relationship Id="rId174" Type="http://schemas.openxmlformats.org/officeDocument/2006/relationships/tags" Target="../tags/tag181.xml"/><Relationship Id="rId179" Type="http://schemas.openxmlformats.org/officeDocument/2006/relationships/tags" Target="../tags/tag186.xml"/><Relationship Id="rId195" Type="http://schemas.openxmlformats.org/officeDocument/2006/relationships/tags" Target="../tags/tag202.xml"/><Relationship Id="rId209" Type="http://schemas.openxmlformats.org/officeDocument/2006/relationships/tags" Target="../tags/tag216.xml"/><Relationship Id="rId190" Type="http://schemas.openxmlformats.org/officeDocument/2006/relationships/tags" Target="../tags/tag197.xml"/><Relationship Id="rId204" Type="http://schemas.openxmlformats.org/officeDocument/2006/relationships/tags" Target="../tags/tag211.xml"/><Relationship Id="rId15" Type="http://schemas.openxmlformats.org/officeDocument/2006/relationships/tags" Target="../tags/tag22.xml"/><Relationship Id="rId36" Type="http://schemas.openxmlformats.org/officeDocument/2006/relationships/tags" Target="../tags/tag43.xml"/><Relationship Id="rId57" Type="http://schemas.openxmlformats.org/officeDocument/2006/relationships/tags" Target="../tags/tag64.xml"/><Relationship Id="rId106" Type="http://schemas.openxmlformats.org/officeDocument/2006/relationships/tags" Target="../tags/tag113.xml"/><Relationship Id="rId127" Type="http://schemas.openxmlformats.org/officeDocument/2006/relationships/tags" Target="../tags/tag134.xml"/><Relationship Id="rId10" Type="http://schemas.openxmlformats.org/officeDocument/2006/relationships/tags" Target="../tags/tag17.xml"/><Relationship Id="rId31" Type="http://schemas.openxmlformats.org/officeDocument/2006/relationships/tags" Target="../tags/tag38.xml"/><Relationship Id="rId52" Type="http://schemas.openxmlformats.org/officeDocument/2006/relationships/tags" Target="../tags/tag59.xml"/><Relationship Id="rId73" Type="http://schemas.openxmlformats.org/officeDocument/2006/relationships/tags" Target="../tags/tag80.xml"/><Relationship Id="rId78" Type="http://schemas.openxmlformats.org/officeDocument/2006/relationships/tags" Target="../tags/tag85.xml"/><Relationship Id="rId94" Type="http://schemas.openxmlformats.org/officeDocument/2006/relationships/tags" Target="../tags/tag101.xml"/><Relationship Id="rId99" Type="http://schemas.openxmlformats.org/officeDocument/2006/relationships/tags" Target="../tags/tag106.xml"/><Relationship Id="rId101" Type="http://schemas.openxmlformats.org/officeDocument/2006/relationships/tags" Target="../tags/tag108.xml"/><Relationship Id="rId122" Type="http://schemas.openxmlformats.org/officeDocument/2006/relationships/tags" Target="../tags/tag129.xml"/><Relationship Id="rId143" Type="http://schemas.openxmlformats.org/officeDocument/2006/relationships/tags" Target="../tags/tag150.xml"/><Relationship Id="rId148" Type="http://schemas.openxmlformats.org/officeDocument/2006/relationships/tags" Target="../tags/tag155.xml"/><Relationship Id="rId164" Type="http://schemas.openxmlformats.org/officeDocument/2006/relationships/tags" Target="../tags/tag171.xml"/><Relationship Id="rId169" Type="http://schemas.openxmlformats.org/officeDocument/2006/relationships/tags" Target="../tags/tag176.xml"/><Relationship Id="rId185" Type="http://schemas.openxmlformats.org/officeDocument/2006/relationships/tags" Target="../tags/tag192.xml"/><Relationship Id="rId4" Type="http://schemas.openxmlformats.org/officeDocument/2006/relationships/tags" Target="../tags/tag11.xml"/><Relationship Id="rId9" Type="http://schemas.openxmlformats.org/officeDocument/2006/relationships/tags" Target="../tags/tag16.xml"/><Relationship Id="rId180" Type="http://schemas.openxmlformats.org/officeDocument/2006/relationships/tags" Target="../tags/tag187.xml"/><Relationship Id="rId210" Type="http://schemas.openxmlformats.org/officeDocument/2006/relationships/slideLayout" Target="../slideLayouts/slideLayout4.xml"/><Relationship Id="rId26" Type="http://schemas.openxmlformats.org/officeDocument/2006/relationships/tags" Target="../tags/tag33.xml"/><Relationship Id="rId47" Type="http://schemas.openxmlformats.org/officeDocument/2006/relationships/tags" Target="../tags/tag54.xml"/><Relationship Id="rId68" Type="http://schemas.openxmlformats.org/officeDocument/2006/relationships/tags" Target="../tags/tag75.xml"/><Relationship Id="rId89" Type="http://schemas.openxmlformats.org/officeDocument/2006/relationships/tags" Target="../tags/tag96.xml"/><Relationship Id="rId112" Type="http://schemas.openxmlformats.org/officeDocument/2006/relationships/tags" Target="../tags/tag119.xml"/><Relationship Id="rId133" Type="http://schemas.openxmlformats.org/officeDocument/2006/relationships/tags" Target="../tags/tag140.xml"/><Relationship Id="rId154" Type="http://schemas.openxmlformats.org/officeDocument/2006/relationships/tags" Target="../tags/tag161.xml"/><Relationship Id="rId175" Type="http://schemas.openxmlformats.org/officeDocument/2006/relationships/tags" Target="../tags/tag182.xml"/><Relationship Id="rId196" Type="http://schemas.openxmlformats.org/officeDocument/2006/relationships/tags" Target="../tags/tag203.xml"/><Relationship Id="rId200" Type="http://schemas.openxmlformats.org/officeDocument/2006/relationships/tags" Target="../tags/tag207.xml"/><Relationship Id="rId16" Type="http://schemas.openxmlformats.org/officeDocument/2006/relationships/tags" Target="../tags/tag23.xml"/><Relationship Id="rId37" Type="http://schemas.openxmlformats.org/officeDocument/2006/relationships/tags" Target="../tags/tag44.xml"/><Relationship Id="rId58" Type="http://schemas.openxmlformats.org/officeDocument/2006/relationships/tags" Target="../tags/tag65.xml"/><Relationship Id="rId79" Type="http://schemas.openxmlformats.org/officeDocument/2006/relationships/tags" Target="../tags/tag86.xml"/><Relationship Id="rId102" Type="http://schemas.openxmlformats.org/officeDocument/2006/relationships/tags" Target="../tags/tag109.xml"/><Relationship Id="rId123" Type="http://schemas.openxmlformats.org/officeDocument/2006/relationships/tags" Target="../tags/tag130.xml"/><Relationship Id="rId144" Type="http://schemas.openxmlformats.org/officeDocument/2006/relationships/tags" Target="../tags/tag151.xml"/><Relationship Id="rId90" Type="http://schemas.openxmlformats.org/officeDocument/2006/relationships/tags" Target="../tags/tag97.xml"/><Relationship Id="rId165" Type="http://schemas.openxmlformats.org/officeDocument/2006/relationships/tags" Target="../tags/tag172.xml"/><Relationship Id="rId186" Type="http://schemas.openxmlformats.org/officeDocument/2006/relationships/tags" Target="../tags/tag193.xml"/><Relationship Id="rId211" Type="http://schemas.openxmlformats.org/officeDocument/2006/relationships/notesSlide" Target="../notesSlides/notesSlide3.xml"/><Relationship Id="rId27" Type="http://schemas.openxmlformats.org/officeDocument/2006/relationships/tags" Target="../tags/tag34.xml"/><Relationship Id="rId48" Type="http://schemas.openxmlformats.org/officeDocument/2006/relationships/tags" Target="../tags/tag55.xml"/><Relationship Id="rId69" Type="http://schemas.openxmlformats.org/officeDocument/2006/relationships/tags" Target="../tags/tag76.xml"/><Relationship Id="rId113" Type="http://schemas.openxmlformats.org/officeDocument/2006/relationships/tags" Target="../tags/tag120.xml"/><Relationship Id="rId134" Type="http://schemas.openxmlformats.org/officeDocument/2006/relationships/tags" Target="../tags/tag141.xml"/><Relationship Id="rId80" Type="http://schemas.openxmlformats.org/officeDocument/2006/relationships/tags" Target="../tags/tag87.xml"/><Relationship Id="rId155" Type="http://schemas.openxmlformats.org/officeDocument/2006/relationships/tags" Target="../tags/tag162.xml"/><Relationship Id="rId176" Type="http://schemas.openxmlformats.org/officeDocument/2006/relationships/tags" Target="../tags/tag183.xml"/><Relationship Id="rId197" Type="http://schemas.openxmlformats.org/officeDocument/2006/relationships/tags" Target="../tags/tag204.xml"/><Relationship Id="rId201" Type="http://schemas.openxmlformats.org/officeDocument/2006/relationships/tags" Target="../tags/tag208.xml"/><Relationship Id="rId17" Type="http://schemas.openxmlformats.org/officeDocument/2006/relationships/tags" Target="../tags/tag24.xml"/><Relationship Id="rId38" Type="http://schemas.openxmlformats.org/officeDocument/2006/relationships/tags" Target="../tags/tag45.xml"/><Relationship Id="rId59" Type="http://schemas.openxmlformats.org/officeDocument/2006/relationships/tags" Target="../tags/tag66.xml"/><Relationship Id="rId103" Type="http://schemas.openxmlformats.org/officeDocument/2006/relationships/tags" Target="../tags/tag110.xml"/><Relationship Id="rId124" Type="http://schemas.openxmlformats.org/officeDocument/2006/relationships/tags" Target="../tags/tag131.xml"/><Relationship Id="rId70" Type="http://schemas.openxmlformats.org/officeDocument/2006/relationships/tags" Target="../tags/tag77.xml"/><Relationship Id="rId91" Type="http://schemas.openxmlformats.org/officeDocument/2006/relationships/tags" Target="../tags/tag98.xml"/><Relationship Id="rId145" Type="http://schemas.openxmlformats.org/officeDocument/2006/relationships/tags" Target="../tags/tag152.xml"/><Relationship Id="rId166" Type="http://schemas.openxmlformats.org/officeDocument/2006/relationships/tags" Target="../tags/tag173.xml"/><Relationship Id="rId187" Type="http://schemas.openxmlformats.org/officeDocument/2006/relationships/tags" Target="../tags/tag194.xml"/><Relationship Id="rId1" Type="http://schemas.openxmlformats.org/officeDocument/2006/relationships/tags" Target="../tags/tag8.xml"/><Relationship Id="rId28" Type="http://schemas.openxmlformats.org/officeDocument/2006/relationships/tags" Target="../tags/tag35.xml"/><Relationship Id="rId49" Type="http://schemas.openxmlformats.org/officeDocument/2006/relationships/tags" Target="../tags/tag56.xml"/><Relationship Id="rId114" Type="http://schemas.openxmlformats.org/officeDocument/2006/relationships/tags" Target="../tags/tag121.xml"/><Relationship Id="rId60" Type="http://schemas.openxmlformats.org/officeDocument/2006/relationships/tags" Target="../tags/tag67.xml"/><Relationship Id="rId81" Type="http://schemas.openxmlformats.org/officeDocument/2006/relationships/tags" Target="../tags/tag88.xml"/><Relationship Id="rId135" Type="http://schemas.openxmlformats.org/officeDocument/2006/relationships/tags" Target="../tags/tag142.xml"/><Relationship Id="rId156" Type="http://schemas.openxmlformats.org/officeDocument/2006/relationships/tags" Target="../tags/tag163.xml"/><Relationship Id="rId177" Type="http://schemas.openxmlformats.org/officeDocument/2006/relationships/tags" Target="../tags/tag184.xml"/><Relationship Id="rId198" Type="http://schemas.openxmlformats.org/officeDocument/2006/relationships/tags" Target="../tags/tag205.xml"/><Relationship Id="rId202" Type="http://schemas.openxmlformats.org/officeDocument/2006/relationships/tags" Target="../tags/tag209.xml"/><Relationship Id="rId18" Type="http://schemas.openxmlformats.org/officeDocument/2006/relationships/tags" Target="../tags/tag25.xml"/><Relationship Id="rId39" Type="http://schemas.openxmlformats.org/officeDocument/2006/relationships/tags" Target="../tags/tag46.xml"/><Relationship Id="rId50" Type="http://schemas.openxmlformats.org/officeDocument/2006/relationships/tags" Target="../tags/tag57.xml"/><Relationship Id="rId104" Type="http://schemas.openxmlformats.org/officeDocument/2006/relationships/tags" Target="../tags/tag111.xml"/><Relationship Id="rId125" Type="http://schemas.openxmlformats.org/officeDocument/2006/relationships/tags" Target="../tags/tag132.xml"/><Relationship Id="rId146" Type="http://schemas.openxmlformats.org/officeDocument/2006/relationships/tags" Target="../tags/tag153.xml"/><Relationship Id="rId167" Type="http://schemas.openxmlformats.org/officeDocument/2006/relationships/tags" Target="../tags/tag174.xml"/><Relationship Id="rId188" Type="http://schemas.openxmlformats.org/officeDocument/2006/relationships/tags" Target="../tags/tag195.xml"/><Relationship Id="rId71" Type="http://schemas.openxmlformats.org/officeDocument/2006/relationships/tags" Target="../tags/tag78.xml"/><Relationship Id="rId92" Type="http://schemas.openxmlformats.org/officeDocument/2006/relationships/tags" Target="../tags/tag99.xml"/><Relationship Id="rId2" Type="http://schemas.openxmlformats.org/officeDocument/2006/relationships/tags" Target="../tags/tag9.xml"/><Relationship Id="rId29" Type="http://schemas.openxmlformats.org/officeDocument/2006/relationships/tags" Target="../tags/tag36.xml"/><Relationship Id="rId40" Type="http://schemas.openxmlformats.org/officeDocument/2006/relationships/tags" Target="../tags/tag47.xml"/><Relationship Id="rId115" Type="http://schemas.openxmlformats.org/officeDocument/2006/relationships/tags" Target="../tags/tag122.xml"/><Relationship Id="rId136" Type="http://schemas.openxmlformats.org/officeDocument/2006/relationships/tags" Target="../tags/tag143.xml"/><Relationship Id="rId157" Type="http://schemas.openxmlformats.org/officeDocument/2006/relationships/tags" Target="../tags/tag164.xml"/><Relationship Id="rId178" Type="http://schemas.openxmlformats.org/officeDocument/2006/relationships/tags" Target="../tags/tag18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3" Type="http://schemas.openxmlformats.org/officeDocument/2006/relationships/tags" Target="../tags/tag229.xml"/><Relationship Id="rId18" Type="http://schemas.openxmlformats.org/officeDocument/2006/relationships/tags" Target="../tags/tag234.xml"/><Relationship Id="rId26" Type="http://schemas.openxmlformats.org/officeDocument/2006/relationships/tags" Target="../tags/tag242.xml"/><Relationship Id="rId39" Type="http://schemas.openxmlformats.org/officeDocument/2006/relationships/tags" Target="../tags/tag255.xml"/><Relationship Id="rId21" Type="http://schemas.openxmlformats.org/officeDocument/2006/relationships/tags" Target="../tags/tag237.xml"/><Relationship Id="rId34" Type="http://schemas.openxmlformats.org/officeDocument/2006/relationships/tags" Target="../tags/tag250.xml"/><Relationship Id="rId42" Type="http://schemas.openxmlformats.org/officeDocument/2006/relationships/tags" Target="../tags/tag258.xml"/><Relationship Id="rId47" Type="http://schemas.openxmlformats.org/officeDocument/2006/relationships/tags" Target="../tags/tag263.xml"/><Relationship Id="rId50" Type="http://schemas.openxmlformats.org/officeDocument/2006/relationships/tags" Target="../tags/tag266.xml"/><Relationship Id="rId7" Type="http://schemas.openxmlformats.org/officeDocument/2006/relationships/tags" Target="../tags/tag223.xml"/><Relationship Id="rId2" Type="http://schemas.openxmlformats.org/officeDocument/2006/relationships/tags" Target="../tags/tag218.xml"/><Relationship Id="rId16" Type="http://schemas.openxmlformats.org/officeDocument/2006/relationships/tags" Target="../tags/tag232.xml"/><Relationship Id="rId29" Type="http://schemas.openxmlformats.org/officeDocument/2006/relationships/tags" Target="../tags/tag245.xml"/><Relationship Id="rId11" Type="http://schemas.openxmlformats.org/officeDocument/2006/relationships/tags" Target="../tags/tag227.xml"/><Relationship Id="rId24" Type="http://schemas.openxmlformats.org/officeDocument/2006/relationships/tags" Target="../tags/tag240.xml"/><Relationship Id="rId32" Type="http://schemas.openxmlformats.org/officeDocument/2006/relationships/tags" Target="../tags/tag248.xml"/><Relationship Id="rId37" Type="http://schemas.openxmlformats.org/officeDocument/2006/relationships/tags" Target="../tags/tag253.xml"/><Relationship Id="rId40" Type="http://schemas.openxmlformats.org/officeDocument/2006/relationships/tags" Target="../tags/tag256.xml"/><Relationship Id="rId45" Type="http://schemas.openxmlformats.org/officeDocument/2006/relationships/tags" Target="../tags/tag261.xml"/><Relationship Id="rId5" Type="http://schemas.openxmlformats.org/officeDocument/2006/relationships/tags" Target="../tags/tag221.xml"/><Relationship Id="rId15" Type="http://schemas.openxmlformats.org/officeDocument/2006/relationships/tags" Target="../tags/tag231.xml"/><Relationship Id="rId23" Type="http://schemas.openxmlformats.org/officeDocument/2006/relationships/tags" Target="../tags/tag239.xml"/><Relationship Id="rId28" Type="http://schemas.openxmlformats.org/officeDocument/2006/relationships/tags" Target="../tags/tag244.xml"/><Relationship Id="rId36" Type="http://schemas.openxmlformats.org/officeDocument/2006/relationships/tags" Target="../tags/tag252.xml"/><Relationship Id="rId49" Type="http://schemas.openxmlformats.org/officeDocument/2006/relationships/tags" Target="../tags/tag265.xml"/><Relationship Id="rId10" Type="http://schemas.openxmlformats.org/officeDocument/2006/relationships/tags" Target="../tags/tag226.xml"/><Relationship Id="rId19" Type="http://schemas.openxmlformats.org/officeDocument/2006/relationships/tags" Target="../tags/tag235.xml"/><Relationship Id="rId31" Type="http://schemas.openxmlformats.org/officeDocument/2006/relationships/tags" Target="../tags/tag247.xml"/><Relationship Id="rId44" Type="http://schemas.openxmlformats.org/officeDocument/2006/relationships/tags" Target="../tags/tag260.xml"/><Relationship Id="rId4" Type="http://schemas.openxmlformats.org/officeDocument/2006/relationships/tags" Target="../tags/tag220.xml"/><Relationship Id="rId9" Type="http://schemas.openxmlformats.org/officeDocument/2006/relationships/tags" Target="../tags/tag225.xml"/><Relationship Id="rId14" Type="http://schemas.openxmlformats.org/officeDocument/2006/relationships/tags" Target="../tags/tag230.xml"/><Relationship Id="rId22" Type="http://schemas.openxmlformats.org/officeDocument/2006/relationships/tags" Target="../tags/tag238.xml"/><Relationship Id="rId27" Type="http://schemas.openxmlformats.org/officeDocument/2006/relationships/tags" Target="../tags/tag243.xml"/><Relationship Id="rId30" Type="http://schemas.openxmlformats.org/officeDocument/2006/relationships/tags" Target="../tags/tag246.xml"/><Relationship Id="rId35" Type="http://schemas.openxmlformats.org/officeDocument/2006/relationships/tags" Target="../tags/tag251.xml"/><Relationship Id="rId43" Type="http://schemas.openxmlformats.org/officeDocument/2006/relationships/tags" Target="../tags/tag259.xml"/><Relationship Id="rId48" Type="http://schemas.openxmlformats.org/officeDocument/2006/relationships/tags" Target="../tags/tag264.xml"/><Relationship Id="rId8" Type="http://schemas.openxmlformats.org/officeDocument/2006/relationships/tags" Target="../tags/tag224.xml"/><Relationship Id="rId51" Type="http://schemas.openxmlformats.org/officeDocument/2006/relationships/slideLayout" Target="../slideLayouts/slideLayout4.xml"/><Relationship Id="rId3" Type="http://schemas.openxmlformats.org/officeDocument/2006/relationships/tags" Target="../tags/tag219.xml"/><Relationship Id="rId12" Type="http://schemas.openxmlformats.org/officeDocument/2006/relationships/tags" Target="../tags/tag228.xml"/><Relationship Id="rId17" Type="http://schemas.openxmlformats.org/officeDocument/2006/relationships/tags" Target="../tags/tag233.xml"/><Relationship Id="rId25" Type="http://schemas.openxmlformats.org/officeDocument/2006/relationships/tags" Target="../tags/tag241.xml"/><Relationship Id="rId33" Type="http://schemas.openxmlformats.org/officeDocument/2006/relationships/tags" Target="../tags/tag249.xml"/><Relationship Id="rId38" Type="http://schemas.openxmlformats.org/officeDocument/2006/relationships/tags" Target="../tags/tag254.xml"/><Relationship Id="rId46" Type="http://schemas.openxmlformats.org/officeDocument/2006/relationships/tags" Target="../tags/tag262.xml"/><Relationship Id="rId20" Type="http://schemas.openxmlformats.org/officeDocument/2006/relationships/tags" Target="../tags/tag236.xml"/><Relationship Id="rId41" Type="http://schemas.openxmlformats.org/officeDocument/2006/relationships/tags" Target="../tags/tag257.xml"/><Relationship Id="rId1" Type="http://schemas.openxmlformats.org/officeDocument/2006/relationships/tags" Target="../tags/tag217.xml"/><Relationship Id="rId6" Type="http://schemas.openxmlformats.org/officeDocument/2006/relationships/tags" Target="../tags/tag22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コンテンツ プレースホルダー 2">
            <a:extLst>
              <a:ext uri="{FF2B5EF4-FFF2-40B4-BE49-F238E27FC236}">
                <a16:creationId xmlns:a16="http://schemas.microsoft.com/office/drawing/2014/main" id="{C08FAB9E-26D0-3AC7-F538-D195A6F89516}"/>
              </a:ext>
            </a:extLst>
          </p:cNvPr>
          <p:cNvSpPr>
            <a:spLocks noGrp="1"/>
          </p:cNvSpPr>
          <p:nvPr>
            <p:ph idx="1"/>
          </p:nvPr>
        </p:nvSpPr>
        <p:spPr>
          <a:xfrm>
            <a:off x="1616840" y="3156055"/>
            <a:ext cx="6269126" cy="569252"/>
          </a:xfrm>
        </p:spPr>
        <p:txBody>
          <a:bodyPr anchor="ctr"/>
          <a:lstStyle/>
          <a:p>
            <a:pPr algn="ctr"/>
            <a:r>
              <a:rPr lang="ja-JP" altLang="en-US" sz="4000" b="1" noProof="1"/>
              <a:t>開発課題検討会</a:t>
            </a:r>
            <a:endParaRPr kumimoji="1" lang="ja-JP" altLang="en-US" sz="4000" b="1" noProof="1"/>
          </a:p>
        </p:txBody>
      </p:sp>
      <p:sp>
        <p:nvSpPr>
          <p:cNvPr id="7" name="コンテンツ プレースホルダー 1">
            <a:extLst>
              <a:ext uri="{FF2B5EF4-FFF2-40B4-BE49-F238E27FC236}">
                <a16:creationId xmlns:a16="http://schemas.microsoft.com/office/drawing/2014/main" id="{36BC66CB-47C6-E685-0669-F41E7D041B9F}"/>
              </a:ext>
            </a:extLst>
          </p:cNvPr>
          <p:cNvSpPr txBox="1">
            <a:spLocks/>
          </p:cNvSpPr>
          <p:nvPr/>
        </p:nvSpPr>
        <p:spPr bwMode="auto">
          <a:xfrm>
            <a:off x="2452555" y="4270206"/>
            <a:ext cx="4597696" cy="417786"/>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marL="0" indent="0" algn="l" rtl="0" eaLnBrk="1" fontAlgn="base" hangingPunct="1">
              <a:spcBef>
                <a:spcPts val="0"/>
              </a:spcBef>
              <a:spcAft>
                <a:spcPct val="0"/>
              </a:spcAft>
              <a:defRPr kumimoji="1" sz="1400" noProof="1">
                <a:solidFill>
                  <a:schemeClr val="tx1"/>
                </a:solidFill>
                <a:latin typeface="+mj-ea"/>
                <a:ea typeface="+mj-ea"/>
                <a:cs typeface="+mn-cs"/>
              </a:defRPr>
            </a:lvl1pPr>
            <a:lvl2pPr marL="706206" indent="-263729" algn="l" rtl="0" eaLnBrk="1" fontAlgn="base" hangingPunct="1">
              <a:spcBef>
                <a:spcPct val="20000"/>
              </a:spcBef>
              <a:spcAft>
                <a:spcPct val="0"/>
              </a:spcAft>
              <a:buChar char="–"/>
              <a:defRPr kumimoji="1" sz="2585" noProof="1">
                <a:solidFill>
                  <a:schemeClr val="tx1"/>
                </a:solidFill>
                <a:latin typeface="Times New Roman" pitchFamily="18" charset="0"/>
                <a:ea typeface="+mn-ea"/>
              </a:defRPr>
            </a:lvl2pPr>
            <a:lvl3pPr marL="1093008" indent="-210983" algn="l" rtl="0" eaLnBrk="1" fontAlgn="base" hangingPunct="1">
              <a:spcBef>
                <a:spcPct val="20000"/>
              </a:spcBef>
              <a:spcAft>
                <a:spcPct val="0"/>
              </a:spcAft>
              <a:buChar char="•"/>
              <a:defRPr kumimoji="1" sz="2215" noProof="1">
                <a:solidFill>
                  <a:schemeClr val="tx1"/>
                </a:solidFill>
                <a:latin typeface="Times New Roman" pitchFamily="18" charset="0"/>
                <a:ea typeface="+mn-ea"/>
              </a:defRPr>
            </a:lvl3pPr>
            <a:lvl4pPr marL="1479809" indent="-210983" algn="l" rtl="0" eaLnBrk="1" fontAlgn="base" hangingPunct="1">
              <a:spcBef>
                <a:spcPct val="20000"/>
              </a:spcBef>
              <a:spcAft>
                <a:spcPct val="0"/>
              </a:spcAft>
              <a:buChar char="–"/>
              <a:defRPr kumimoji="1" sz="1846" noProof="1">
                <a:solidFill>
                  <a:schemeClr val="tx1"/>
                </a:solidFill>
                <a:latin typeface="Times New Roman" pitchFamily="18" charset="0"/>
                <a:ea typeface="+mn-ea"/>
              </a:defRPr>
            </a:lvl4pPr>
            <a:lvl5pPr marL="1898843" indent="-212448" algn="l" rtl="0" eaLnBrk="1" fontAlgn="base" hangingPunct="1">
              <a:spcBef>
                <a:spcPct val="20000"/>
              </a:spcBef>
              <a:spcAft>
                <a:spcPct val="0"/>
              </a:spcAft>
              <a:buChar char="»"/>
              <a:defRPr kumimoji="1" sz="1846" noProof="1">
                <a:solidFill>
                  <a:schemeClr val="tx1"/>
                </a:solidFill>
                <a:latin typeface="Times New Roman" pitchFamily="18" charset="0"/>
                <a:ea typeface="+mn-ea"/>
              </a:defRPr>
            </a:lvl5pPr>
            <a:lvl6pPr marL="2320809" indent="-210983" algn="l" rtl="0" eaLnBrk="1" fontAlgn="base" hangingPunct="1">
              <a:spcBef>
                <a:spcPct val="20000"/>
              </a:spcBef>
              <a:spcAft>
                <a:spcPct val="0"/>
              </a:spcAft>
              <a:buChar char="»"/>
              <a:defRPr kumimoji="1" sz="1846" noProof="1">
                <a:solidFill>
                  <a:schemeClr val="tx1"/>
                </a:solidFill>
                <a:latin typeface="Times New Roman" pitchFamily="18" charset="0"/>
                <a:ea typeface="+mn-ea"/>
              </a:defRPr>
            </a:lvl6pPr>
            <a:lvl7pPr marL="2742774" indent="-210983" algn="l" rtl="0" eaLnBrk="1" fontAlgn="base" hangingPunct="1">
              <a:spcBef>
                <a:spcPct val="20000"/>
              </a:spcBef>
              <a:spcAft>
                <a:spcPct val="0"/>
              </a:spcAft>
              <a:buChar char="»"/>
              <a:defRPr kumimoji="1" sz="1846" noProof="1">
                <a:solidFill>
                  <a:schemeClr val="tx1"/>
                </a:solidFill>
                <a:latin typeface="Times New Roman" pitchFamily="18" charset="0"/>
                <a:ea typeface="+mn-ea"/>
              </a:defRPr>
            </a:lvl7pPr>
            <a:lvl8pPr marL="3164739" indent="-210983" algn="l" rtl="0" eaLnBrk="1" fontAlgn="base" hangingPunct="1">
              <a:spcBef>
                <a:spcPct val="20000"/>
              </a:spcBef>
              <a:spcAft>
                <a:spcPct val="0"/>
              </a:spcAft>
              <a:buChar char="»"/>
              <a:defRPr kumimoji="1" sz="1846" noProof="1">
                <a:solidFill>
                  <a:schemeClr val="tx1"/>
                </a:solidFill>
                <a:latin typeface="Times New Roman" pitchFamily="18" charset="0"/>
                <a:ea typeface="+mn-ea"/>
              </a:defRPr>
            </a:lvl8pPr>
            <a:lvl9pPr marL="3586704" indent="-210983" algn="l" rtl="0" eaLnBrk="1" fontAlgn="base" hangingPunct="1">
              <a:spcBef>
                <a:spcPct val="20000"/>
              </a:spcBef>
              <a:spcAft>
                <a:spcPct val="0"/>
              </a:spcAft>
              <a:buChar char="»"/>
              <a:defRPr kumimoji="1" sz="1846" noProof="1">
                <a:solidFill>
                  <a:schemeClr val="tx1"/>
                </a:solidFill>
                <a:latin typeface="Times New Roman" pitchFamily="18" charset="0"/>
                <a:ea typeface="+mn-ea"/>
              </a:defRPr>
            </a:lvl9pPr>
          </a:lstStyle>
          <a:p>
            <a:pPr algn="ctr">
              <a:defRPr noProof="1"/>
            </a:pPr>
            <a:r>
              <a:rPr lang="en-US" altLang="ja-JP" sz="1800" kern="0">
                <a:solidFill>
                  <a:prstClr val="black"/>
                </a:solidFill>
                <a:latin typeface="Meiryo UI"/>
                <a:ea typeface="Meiryo UI"/>
              </a:rPr>
              <a:t>2026/10/13</a:t>
            </a:r>
            <a:r>
              <a:rPr lang="ja-JP" altLang="en-US" sz="1800" kern="0" noProof="1">
                <a:solidFill>
                  <a:prstClr val="black"/>
                </a:solidFill>
                <a:latin typeface="Meiryo UI"/>
                <a:ea typeface="Meiryo UI"/>
              </a:rPr>
              <a:t>　</a:t>
            </a:r>
            <a:r>
              <a:rPr lang="en-US" altLang="ja-JP" sz="1800" kern="0">
                <a:solidFill>
                  <a:prstClr val="black"/>
                </a:solidFill>
                <a:latin typeface="Meiryo UI"/>
                <a:ea typeface="Meiryo UI"/>
              </a:rPr>
              <a:t>13:45</a:t>
            </a:r>
            <a:r>
              <a:rPr lang="ja-JP" altLang="en-US" sz="1800" kern="0" noProof="1">
                <a:solidFill>
                  <a:prstClr val="black"/>
                </a:solidFill>
                <a:latin typeface="Meiryo UI"/>
                <a:ea typeface="Meiryo UI"/>
              </a:rPr>
              <a:t>～</a:t>
            </a:r>
            <a:r>
              <a:rPr lang="en-US" altLang="ja-JP" sz="1800" kern="0">
                <a:solidFill>
                  <a:prstClr val="black"/>
                </a:solidFill>
                <a:latin typeface="Meiryo UI"/>
                <a:ea typeface="Meiryo UI"/>
              </a:rPr>
              <a:t>15:15</a:t>
            </a:r>
            <a:endParaRPr lang="en-US" altLang="ja-JP" sz="1800" kern="0" noProof="1">
              <a:solidFill>
                <a:prstClr val="black"/>
              </a:solidFill>
              <a:latin typeface="Meiryo UI"/>
              <a:ea typeface="Meiryo UI"/>
            </a:endParaRPr>
          </a:p>
        </p:txBody>
      </p:sp>
      <p:sp>
        <p:nvSpPr>
          <p:cNvPr id="8" name="テキスト ボックス 7">
            <a:extLst>
              <a:ext uri="{FF2B5EF4-FFF2-40B4-BE49-F238E27FC236}">
                <a16:creationId xmlns:a16="http://schemas.microsoft.com/office/drawing/2014/main" id="{6EC9C8E1-A5BC-2816-80C0-CE0B35B2610E}"/>
              </a:ext>
            </a:extLst>
          </p:cNvPr>
          <p:cNvSpPr txBox="1"/>
          <p:nvPr/>
        </p:nvSpPr>
        <p:spPr>
          <a:xfrm>
            <a:off x="2165060" y="3732054"/>
            <a:ext cx="5295530" cy="400110"/>
          </a:xfrm>
          <a:prstGeom prst="rect">
            <a:avLst/>
          </a:prstGeom>
          <a:noFill/>
        </p:spPr>
        <p:txBody>
          <a:bodyPr wrap="square">
            <a:spAutoFit/>
          </a:bodyPr>
          <a:lstStyle/>
          <a:p>
            <a:pPr algn="ctr"/>
            <a:r>
              <a:rPr lang="ja-JP" altLang="en-US" sz="2000" noProof="1"/>
              <a:t>電子カルテ情報共有サービス</a:t>
            </a:r>
          </a:p>
        </p:txBody>
      </p:sp>
    </p:spTree>
    <p:extLst>
      <p:ext uri="{BB962C8B-B14F-4D97-AF65-F5344CB8AC3E}">
        <p14:creationId xmlns:p14="http://schemas.microsoft.com/office/powerpoint/2010/main" val="9647672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5FF01-BB99-3800-6FCE-F832F374E50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23FE13E-7DE4-F880-F9F6-0F9F81951726}"/>
              </a:ext>
            </a:extLst>
          </p:cNvPr>
          <p:cNvSpPr>
            <a:spLocks noGrp="1"/>
          </p:cNvSpPr>
          <p:nvPr>
            <p:ph type="title"/>
          </p:nvPr>
        </p:nvSpPr>
        <p:spPr>
          <a:xfrm>
            <a:off x="507000" y="124647"/>
            <a:ext cx="8892000" cy="576000"/>
          </a:xfrm>
        </p:spPr>
        <p:txBody>
          <a:bodyPr vert="horz"/>
          <a:lstStyle/>
          <a:p>
            <a:r>
              <a:rPr lang="ja-JP" altLang="en-US" sz="1800" noProof="1">
                <a:solidFill>
                  <a:srgbClr val="324F71"/>
                </a:solidFill>
              </a:rPr>
              <a:t>アジェンダ</a:t>
            </a:r>
            <a:endParaRPr kumimoji="1" lang="ja-JP" altLang="en-US" sz="1100" noProof="1">
              <a:solidFill>
                <a:srgbClr val="324F71"/>
              </a:solidFill>
            </a:endParaRPr>
          </a:p>
        </p:txBody>
      </p:sp>
      <p:sp>
        <p:nvSpPr>
          <p:cNvPr id="3" name="正方形/長方形 2">
            <a:extLst>
              <a:ext uri="{FF2B5EF4-FFF2-40B4-BE49-F238E27FC236}">
                <a16:creationId xmlns:a16="http://schemas.microsoft.com/office/drawing/2014/main" id="{FFFF27CF-72EE-124D-0AF1-4A7D61270464}"/>
              </a:ext>
              <a:ext uri="{C183D7F6-B498-43B3-948B-1728B52AA6E4}">
                <adec:decorative xmlns:adec="http://schemas.microsoft.com/office/drawing/2017/decorative" val="1"/>
              </a:ext>
            </a:extLst>
          </p:cNvPr>
          <p:cNvSpPr/>
          <p:nvPr/>
        </p:nvSpPr>
        <p:spPr>
          <a:xfrm>
            <a:off x="447471" y="748424"/>
            <a:ext cx="4701704" cy="403716"/>
          </a:xfrm>
          <a:prstGeom prst="rect">
            <a:avLst/>
          </a:prstGeom>
          <a:noFill/>
          <a:ln>
            <a:noFill/>
          </a:ln>
        </p:spPr>
        <p:txBody>
          <a:bodyPr rtlCol="0" anchor="ct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1" lang="ja-JP" altLang="en-US" sz="1400" b="0" i="0" u="none" strike="noStrike" kern="1200" cap="none" spc="0" normalizeH="0" baseline="0" noProof="1">
              <a:ln>
                <a:noFill/>
              </a:ln>
              <a:solidFill>
                <a:prstClr val="black"/>
              </a:solidFill>
              <a:effectLst/>
              <a:uLnTx/>
              <a:uFillTx/>
              <a:latin typeface="Meiryo UI"/>
              <a:ea typeface="Meiryo UI"/>
              <a:cs typeface="+mn-cs"/>
            </a:endParaRPr>
          </a:p>
        </p:txBody>
      </p:sp>
      <p:graphicFrame>
        <p:nvGraphicFramePr>
          <p:cNvPr id="4" name="表 3">
            <a:extLst>
              <a:ext uri="{FF2B5EF4-FFF2-40B4-BE49-F238E27FC236}">
                <a16:creationId xmlns:a16="http://schemas.microsoft.com/office/drawing/2014/main" id="{7E5F86B3-BCDD-5CB6-47CA-5BB4D4035315}"/>
              </a:ext>
            </a:extLst>
          </p:cNvPr>
          <p:cNvGraphicFramePr>
            <a:graphicFrameLocks noGrp="1"/>
          </p:cNvGraphicFramePr>
          <p:nvPr>
            <p:extLst>
              <p:ext uri="{D42A27DB-BD31-4B8C-83A1-F6EECF244321}">
                <p14:modId xmlns:p14="http://schemas.microsoft.com/office/powerpoint/2010/main" val="122530942"/>
              </p:ext>
            </p:extLst>
          </p:nvPr>
        </p:nvGraphicFramePr>
        <p:xfrm>
          <a:off x="241119" y="894002"/>
          <a:ext cx="9423386" cy="4092418"/>
        </p:xfrm>
        <a:graphic>
          <a:graphicData uri="http://schemas.openxmlformats.org/drawingml/2006/table">
            <a:tbl>
              <a:tblPr/>
              <a:tblGrid>
                <a:gridCol w="300487">
                  <a:extLst>
                    <a:ext uri="{9D8B030D-6E8A-4147-A177-3AD203B41FA5}">
                      <a16:colId xmlns:a16="http://schemas.microsoft.com/office/drawing/2014/main" val="3484704196"/>
                    </a:ext>
                  </a:extLst>
                </a:gridCol>
                <a:gridCol w="3960056">
                  <a:extLst>
                    <a:ext uri="{9D8B030D-6E8A-4147-A177-3AD203B41FA5}">
                      <a16:colId xmlns:a16="http://schemas.microsoft.com/office/drawing/2014/main" val="3863879091"/>
                    </a:ext>
                  </a:extLst>
                </a:gridCol>
                <a:gridCol w="484553">
                  <a:extLst>
                    <a:ext uri="{9D8B030D-6E8A-4147-A177-3AD203B41FA5}">
                      <a16:colId xmlns:a16="http://schemas.microsoft.com/office/drawing/2014/main" val="568695902"/>
                    </a:ext>
                  </a:extLst>
                </a:gridCol>
                <a:gridCol w="3447367">
                  <a:extLst>
                    <a:ext uri="{9D8B030D-6E8A-4147-A177-3AD203B41FA5}">
                      <a16:colId xmlns:a16="http://schemas.microsoft.com/office/drawing/2014/main" val="1374113706"/>
                    </a:ext>
                  </a:extLst>
                </a:gridCol>
                <a:gridCol w="682283">
                  <a:extLst>
                    <a:ext uri="{9D8B030D-6E8A-4147-A177-3AD203B41FA5}">
                      <a16:colId xmlns:a16="http://schemas.microsoft.com/office/drawing/2014/main" val="99914978"/>
                    </a:ext>
                  </a:extLst>
                </a:gridCol>
                <a:gridCol w="548640">
                  <a:extLst>
                    <a:ext uri="{9D8B030D-6E8A-4147-A177-3AD203B41FA5}">
                      <a16:colId xmlns:a16="http://schemas.microsoft.com/office/drawing/2014/main" val="2028788276"/>
                    </a:ext>
                  </a:extLst>
                </a:gridCol>
              </a:tblGrid>
              <a:tr h="335199">
                <a:tc>
                  <a:txBody>
                    <a:bodyPr/>
                    <a:lstStyle/>
                    <a:p>
                      <a:pPr algn="ctr" fontAlgn="base">
                        <a:lnSpc>
                          <a:spcPts val="1200"/>
                        </a:lnSpc>
                      </a:pPr>
                      <a:r>
                        <a:rPr lang="ja-JP" altLang="en-US" sz="1050" b="1" i="0" noProof="1">
                          <a:solidFill>
                            <a:schemeClr val="bg1"/>
                          </a:solidFill>
                          <a:effectLst/>
                          <a:latin typeface="+mn-ea"/>
                          <a:ea typeface="+mn-ea"/>
                        </a:rPr>
                        <a:t>#</a:t>
                      </a:r>
                      <a:r>
                        <a:rPr lang="en-US" sz="1050" b="1" i="0" noProof="1">
                          <a:solidFill>
                            <a:schemeClr val="bg1"/>
                          </a:solidFill>
                          <a:effectLst/>
                          <a:latin typeface="+mn-ea"/>
                          <a:ea typeface="+mn-ea"/>
                        </a:rPr>
                        <a:t>​</a:t>
                      </a:r>
                      <a:endParaRPr lang="en-US" sz="1800" b="1" i="0" noProof="1">
                        <a:solidFill>
                          <a:schemeClr val="bg1"/>
                        </a:solidFill>
                        <a:effectLst/>
                        <a:latin typeface="+mn-ea"/>
                        <a:ea typeface="+mn-ea"/>
                      </a:endParaRPr>
                    </a:p>
                  </a:txBody>
                  <a:tcPr marL="84298" marR="84298" marT="42149" marB="42149"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1050" b="1" i="0" noProof="1">
                          <a:solidFill>
                            <a:schemeClr val="bg1"/>
                          </a:solidFill>
                          <a:effectLst/>
                          <a:latin typeface="+mn-ea"/>
                          <a:ea typeface="+mn-ea"/>
                        </a:rPr>
                        <a:t>アジェンダ​​</a:t>
                      </a:r>
                      <a:endParaRPr lang="ja-JP" altLang="en-US" sz="1800" b="1" i="0" noProof="1">
                        <a:solidFill>
                          <a:schemeClr val="bg1"/>
                        </a:solidFill>
                        <a:effectLst/>
                        <a:latin typeface="+mn-ea"/>
                        <a:ea typeface="+mn-ea"/>
                      </a:endParaRPr>
                    </a:p>
                  </a:txBody>
                  <a:tcPr marL="84298" marR="84298" marT="42149" marB="42149"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tx2">
                        <a:lumMod val="75000"/>
                      </a:schemeClr>
                    </a:solidFill>
                  </a:tcPr>
                </a:tc>
                <a:tc>
                  <a:txBody>
                    <a:bodyPr/>
                    <a:lstStyle/>
                    <a:p>
                      <a:pPr marL="0" algn="ctr" defTabSz="685673" rtl="0" eaLnBrk="1" fontAlgn="base" latinLnBrk="0" hangingPunct="1">
                        <a:lnSpc>
                          <a:spcPts val="1200"/>
                        </a:lnSpc>
                      </a:pPr>
                      <a:r>
                        <a:rPr kumimoji="1" lang="ja-JP" altLang="en-US" sz="1050" b="1" i="0" kern="1200" noProof="1">
                          <a:solidFill>
                            <a:schemeClr val="bg1"/>
                          </a:solidFill>
                          <a:effectLst/>
                          <a:latin typeface="+mn-ea"/>
                          <a:ea typeface="+mn-ea"/>
                          <a:cs typeface="+mn-cs"/>
                        </a:rPr>
                        <a:t>目的</a:t>
                      </a:r>
                    </a:p>
                  </a:txBody>
                  <a:tcPr marL="84298" marR="84298" marT="42149" marB="42149"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tx2">
                        <a:lumMod val="75000"/>
                      </a:schemeClr>
                    </a:solidFill>
                  </a:tcPr>
                </a:tc>
                <a:tc>
                  <a:txBody>
                    <a:bodyPr/>
                    <a:lstStyle/>
                    <a:p>
                      <a:pPr marL="0" algn="ctr" defTabSz="685673" rtl="0" eaLnBrk="1" fontAlgn="base" latinLnBrk="0" hangingPunct="1">
                        <a:lnSpc>
                          <a:spcPts val="1200"/>
                        </a:lnSpc>
                      </a:pPr>
                      <a:r>
                        <a:rPr kumimoji="1" lang="ja-JP" altLang="en-US" sz="1050" b="1" i="0" kern="1200" noProof="1">
                          <a:solidFill>
                            <a:schemeClr val="bg1"/>
                          </a:solidFill>
                          <a:effectLst/>
                          <a:latin typeface="+mn-ea"/>
                          <a:ea typeface="+mn-ea"/>
                          <a:cs typeface="+mn-cs"/>
                        </a:rPr>
                        <a:t>内容</a:t>
                      </a:r>
                    </a:p>
                  </a:txBody>
                  <a:tcPr marL="84298" marR="84298" marT="42149" marB="42149"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1050" b="1" i="0" noProof="1">
                          <a:solidFill>
                            <a:schemeClr val="bg1"/>
                          </a:solidFill>
                          <a:effectLst/>
                          <a:latin typeface="+mn-ea"/>
                          <a:ea typeface="+mn-ea"/>
                        </a:rPr>
                        <a:t>時間​​</a:t>
                      </a:r>
                      <a:endParaRPr lang="ja-JP" altLang="en-US" sz="1800" b="1" i="0" noProof="1">
                        <a:solidFill>
                          <a:schemeClr val="bg1"/>
                        </a:solidFill>
                        <a:effectLst/>
                        <a:latin typeface="+mn-ea"/>
                        <a:ea typeface="+mn-ea"/>
                      </a:endParaRPr>
                    </a:p>
                    <a:p>
                      <a:pPr algn="ctr" fontAlgn="base">
                        <a:lnSpc>
                          <a:spcPts val="1200"/>
                        </a:lnSpc>
                      </a:pPr>
                      <a:r>
                        <a:rPr lang="en-US" altLang="ja-JP" sz="1050" b="1" i="0" noProof="1">
                          <a:solidFill>
                            <a:schemeClr val="bg1"/>
                          </a:solidFill>
                          <a:effectLst/>
                          <a:latin typeface="+mn-ea"/>
                          <a:ea typeface="+mn-ea"/>
                        </a:rPr>
                        <a:t>(</a:t>
                      </a:r>
                      <a:r>
                        <a:rPr lang="ja-JP" altLang="en-US" sz="1050" b="1" i="0" noProof="1">
                          <a:solidFill>
                            <a:schemeClr val="bg1"/>
                          </a:solidFill>
                          <a:effectLst/>
                          <a:latin typeface="+mn-ea"/>
                          <a:ea typeface="+mn-ea"/>
                        </a:rPr>
                        <a:t>予定</a:t>
                      </a:r>
                      <a:r>
                        <a:rPr lang="en-US" altLang="ja-JP" sz="1050" b="1" i="0" noProof="1">
                          <a:solidFill>
                            <a:schemeClr val="bg1"/>
                          </a:solidFill>
                          <a:effectLst/>
                          <a:latin typeface="+mn-ea"/>
                          <a:ea typeface="+mn-ea"/>
                        </a:rPr>
                        <a:t>)</a:t>
                      </a:r>
                      <a:r>
                        <a:rPr lang="ja-JP" altLang="en-US" sz="1050" b="1" i="0" noProof="1">
                          <a:solidFill>
                            <a:schemeClr val="bg1"/>
                          </a:solidFill>
                          <a:effectLst/>
                          <a:latin typeface="+mn-ea"/>
                          <a:ea typeface="+mn-ea"/>
                        </a:rPr>
                        <a:t>​​</a:t>
                      </a:r>
                      <a:endParaRPr lang="ja-JP" altLang="en-US" sz="1800" b="1" i="0" noProof="1">
                        <a:solidFill>
                          <a:schemeClr val="bg1"/>
                        </a:solidFill>
                        <a:effectLst/>
                        <a:latin typeface="+mn-ea"/>
                        <a:ea typeface="+mn-ea"/>
                      </a:endParaRPr>
                    </a:p>
                  </a:txBody>
                  <a:tcPr marL="84298" marR="84298" marT="42149" marB="42149"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1050" b="1" i="0" noProof="1">
                          <a:solidFill>
                            <a:schemeClr val="bg1"/>
                          </a:solidFill>
                          <a:effectLst/>
                          <a:latin typeface="+mn-ea"/>
                          <a:ea typeface="+mn-ea"/>
                        </a:rPr>
                        <a:t>説明者​​</a:t>
                      </a:r>
                      <a:endParaRPr lang="ja-JP" altLang="en-US" sz="1800" b="1" i="0" noProof="1">
                        <a:solidFill>
                          <a:schemeClr val="bg1"/>
                        </a:solidFill>
                        <a:effectLst/>
                        <a:latin typeface="+mn-ea"/>
                        <a:ea typeface="+mn-ea"/>
                      </a:endParaRPr>
                    </a:p>
                  </a:txBody>
                  <a:tcPr marL="84298" marR="84298" marT="42149" marB="42149"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746781126"/>
                  </a:ext>
                </a:extLst>
              </a:tr>
              <a:tr h="411480">
                <a:tc>
                  <a:txBody>
                    <a:bodyPr/>
                    <a:lstStyle/>
                    <a:p>
                      <a:pPr algn="ctr" fontAlgn="base">
                        <a:lnSpc>
                          <a:spcPts val="1200"/>
                        </a:lnSpc>
                      </a:pPr>
                      <a:r>
                        <a:rPr lang="en-US" altLang="ja-JP" sz="1050" b="0" i="0" noProof="1">
                          <a:solidFill>
                            <a:srgbClr val="000000"/>
                          </a:solidFill>
                          <a:effectLst/>
                          <a:latin typeface="+mn-ea"/>
                          <a:ea typeface="+mn-ea"/>
                        </a:rPr>
                        <a:t>1</a:t>
                      </a:r>
                      <a:endParaRPr lang="en-US" sz="1050" b="0" i="0" noProof="1">
                        <a:solidFill>
                          <a:srgbClr val="000000"/>
                        </a:solidFill>
                        <a:effectLst/>
                        <a:latin typeface="+mn-ea"/>
                        <a:ea typeface="+mn-ea"/>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l" defTabSz="843930" rtl="0" eaLnBrk="1" fontAlgn="base" latinLnBrk="0" hangingPunct="1">
                        <a:lnSpc>
                          <a:spcPts val="1200"/>
                        </a:lnSpc>
                      </a:pPr>
                      <a:r>
                        <a:rPr kumimoji="1" lang="ja-JP" altLang="en-US" sz="1050" b="0" i="0" kern="1200" noProof="1">
                          <a:solidFill>
                            <a:srgbClr val="000000"/>
                          </a:solidFill>
                          <a:effectLst/>
                          <a:latin typeface="+mn-ea"/>
                          <a:ea typeface="+mn-ea"/>
                          <a:cs typeface="+mn-cs"/>
                        </a:rPr>
                        <a:t>マスタスケジュールの確認</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843930" rtl="0" eaLnBrk="1" fontAlgn="base" latinLnBrk="0" hangingPunct="1">
                        <a:lnSpc>
                          <a:spcPts val="1200"/>
                        </a:lnSpc>
                        <a:spcBef>
                          <a:spcPts val="0"/>
                        </a:spcBef>
                        <a:spcAft>
                          <a:spcPts val="0"/>
                        </a:spcAft>
                        <a:buClrTx/>
                        <a:buSzTx/>
                        <a:buFont typeface="Wingdings" panose="05000000000000000000" pitchFamily="2" charset="2"/>
                        <a:buNone/>
                        <a:tabLst/>
                        <a:defRPr noProof="1"/>
                      </a:pPr>
                      <a:r>
                        <a:rPr kumimoji="1" lang="ja-JP" altLang="en-US" sz="1050" b="0" i="0" u="none" strike="noStrike" kern="1200" cap="none" spc="0" normalizeH="0" baseline="0" noProof="1">
                          <a:ln>
                            <a:noFill/>
                          </a:ln>
                          <a:solidFill>
                            <a:schemeClr val="accent3">
                              <a:lumMod val="75000"/>
                            </a:schemeClr>
                          </a:solidFill>
                          <a:effectLst/>
                          <a:uLnTx/>
                          <a:uFillTx/>
                          <a:latin typeface="+mn-ea"/>
                          <a:ea typeface="+mn-ea"/>
                          <a:cs typeface="+mn-cs"/>
                        </a:rPr>
                        <a:t>確認</a:t>
                      </a:r>
                      <a:endParaRPr kumimoji="1" lang="en-US" altLang="ja-JP" sz="1050" b="0" i="0" u="none" strike="noStrike" kern="1200" cap="none" spc="0" normalizeH="0" baseline="0" noProof="1">
                        <a:ln>
                          <a:noFill/>
                        </a:ln>
                        <a:solidFill>
                          <a:schemeClr val="accent3">
                            <a:lumMod val="75000"/>
                          </a:schemeClr>
                        </a:solidFill>
                        <a:effectLst/>
                        <a:uLnTx/>
                        <a:uFillTx/>
                        <a:latin typeface="+mn-ea"/>
                        <a:ea typeface="+mn-ea"/>
                        <a:cs typeface="+mn-cs"/>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171450" indent="-171450" algn="l" defTabSz="843930" rtl="0" eaLnBrk="1" fontAlgn="base" latinLnBrk="0" hangingPunct="1">
                        <a:lnSpc>
                          <a:spcPts val="1200"/>
                        </a:lnSpc>
                        <a:buFont typeface="Wingdings" panose="05000000000000000000" pitchFamily="2" charset="2"/>
                        <a:buChar char="ü"/>
                      </a:pPr>
                      <a:r>
                        <a:rPr kumimoji="1" lang="ja-JP" altLang="en-US" sz="1050" b="0" i="0" kern="1200" noProof="1">
                          <a:solidFill>
                            <a:srgbClr val="000000"/>
                          </a:solidFill>
                          <a:effectLst/>
                          <a:latin typeface="+mn-ea"/>
                          <a:ea typeface="+mn-ea"/>
                          <a:cs typeface="+mn-cs"/>
                        </a:rPr>
                        <a:t>マスタスケジュールを確認する</a:t>
                      </a:r>
                      <a:endParaRPr kumimoji="1" lang="en-US" altLang="ja-JP" sz="1050" b="0" i="0" kern="1200" noProof="1">
                        <a:solidFill>
                          <a:srgbClr val="000000"/>
                        </a:solidFill>
                        <a:effectLst/>
                        <a:latin typeface="+mn-ea"/>
                        <a:ea typeface="+mn-ea"/>
                        <a:cs typeface="+mn-cs"/>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843930" rtl="0" eaLnBrk="1" fontAlgn="base" latinLnBrk="0" hangingPunct="1">
                        <a:lnSpc>
                          <a:spcPts val="1200"/>
                        </a:lnSpc>
                      </a:pPr>
                      <a:r>
                        <a:rPr kumimoji="1" lang="en-US" altLang="ja-JP" sz="1050" b="0" i="0" kern="1200" noProof="1">
                          <a:solidFill>
                            <a:srgbClr val="000000"/>
                          </a:solidFill>
                          <a:effectLst/>
                          <a:latin typeface="+mn-ea"/>
                          <a:ea typeface="+mn-ea"/>
                          <a:cs typeface="+mn-cs"/>
                        </a:rPr>
                        <a:t>5</a:t>
                      </a:r>
                      <a:r>
                        <a:rPr kumimoji="1" lang="ja-JP" altLang="en-US" sz="1050" b="0" i="0" kern="1200" noProof="1">
                          <a:solidFill>
                            <a:srgbClr val="000000"/>
                          </a:solidFill>
                          <a:effectLst/>
                          <a:latin typeface="+mn-ea"/>
                          <a:ea typeface="+mn-ea"/>
                          <a:cs typeface="+mn-cs"/>
                        </a:rPr>
                        <a:t>分</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843930" rtl="0" eaLnBrk="1" fontAlgn="base" latinLnBrk="0" hangingPunct="1">
                        <a:lnSpc>
                          <a:spcPts val="1200"/>
                        </a:lnSpc>
                        <a:spcBef>
                          <a:spcPts val="0"/>
                        </a:spcBef>
                        <a:spcAft>
                          <a:spcPts val="0"/>
                        </a:spcAft>
                        <a:buClrTx/>
                        <a:buSzTx/>
                        <a:buFontTx/>
                        <a:buNone/>
                        <a:tabLst/>
                        <a:defRPr noProof="1"/>
                      </a:pPr>
                      <a:r>
                        <a:rPr kumimoji="1" lang="ja-JP" altLang="en-US" sz="1050" b="0" i="0" u="none" strike="noStrike" kern="1200" cap="none" spc="0" normalizeH="0" baseline="0" noProof="0">
                          <a:ln>
                            <a:noFill/>
                          </a:ln>
                          <a:solidFill>
                            <a:srgbClr val="000000"/>
                          </a:solidFill>
                          <a:effectLst/>
                          <a:uLnTx/>
                          <a:uFillTx/>
                          <a:latin typeface="Meiryo UI"/>
                          <a:ea typeface="Meiryo UI"/>
                          <a:cs typeface="+mn-cs"/>
                        </a:rPr>
                        <a:t>笹川</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64593830"/>
                  </a:ext>
                </a:extLst>
              </a:tr>
              <a:tr h="411480">
                <a:tc>
                  <a:txBody>
                    <a:bodyPr/>
                    <a:lstStyle/>
                    <a:p>
                      <a:pPr algn="ctr" fontAlgn="base">
                        <a:lnSpc>
                          <a:spcPts val="1200"/>
                        </a:lnSpc>
                      </a:pPr>
                      <a:r>
                        <a:rPr lang="en-US" altLang="ja-JP" sz="1050" b="0" i="0" noProof="1">
                          <a:solidFill>
                            <a:srgbClr val="000000"/>
                          </a:solidFill>
                          <a:effectLst/>
                          <a:latin typeface="+mn-ea"/>
                          <a:ea typeface="+mn-ea"/>
                        </a:rPr>
                        <a:t>2</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l" defTabSz="843930" rtl="0" eaLnBrk="1" fontAlgn="base" latinLnBrk="0" hangingPunct="1">
                        <a:lnSpc>
                          <a:spcPts val="1200"/>
                        </a:lnSpc>
                      </a:pPr>
                      <a:r>
                        <a:rPr lang="ja-JP" altLang="en-US" sz="1050" b="0" i="0" kern="1200" noProof="1">
                          <a:solidFill>
                            <a:srgbClr val="000000"/>
                          </a:solidFill>
                          <a:effectLst/>
                          <a:latin typeface="+mn-ea"/>
                          <a:ea typeface="+mn-ea"/>
                          <a:cs typeface="+mn-cs"/>
                        </a:rPr>
                        <a:t>各種</a:t>
                      </a:r>
                      <a:r>
                        <a:rPr kumimoji="1" lang="ja-JP" altLang="en-US" sz="1050" b="0" i="0" kern="1200" noProof="1">
                          <a:solidFill>
                            <a:srgbClr val="000000"/>
                          </a:solidFill>
                          <a:effectLst/>
                          <a:latin typeface="+mn-ea"/>
                          <a:ea typeface="+mn-ea"/>
                          <a:cs typeface="+mn-cs"/>
                        </a:rPr>
                        <a:t>台帳の更新確認</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843930" rtl="0" eaLnBrk="1" fontAlgn="base" latinLnBrk="0" hangingPunct="1">
                        <a:lnSpc>
                          <a:spcPts val="1200"/>
                        </a:lnSpc>
                        <a:spcBef>
                          <a:spcPts val="0"/>
                        </a:spcBef>
                        <a:spcAft>
                          <a:spcPts val="0"/>
                        </a:spcAft>
                        <a:buClrTx/>
                        <a:buSzTx/>
                        <a:buFont typeface="Wingdings" panose="05000000000000000000" pitchFamily="2" charset="2"/>
                        <a:buNone/>
                        <a:tabLst/>
                        <a:defRPr noProof="1"/>
                      </a:pPr>
                      <a:r>
                        <a:rPr kumimoji="1" lang="ja-JP" altLang="en-US" sz="1050" b="0" i="0" u="none" strike="noStrike" kern="1200" cap="none" spc="0" normalizeH="0" baseline="0" noProof="1">
                          <a:ln>
                            <a:noFill/>
                          </a:ln>
                          <a:solidFill>
                            <a:schemeClr val="accent3">
                              <a:lumMod val="75000"/>
                            </a:schemeClr>
                          </a:solidFill>
                          <a:effectLst/>
                          <a:uLnTx/>
                          <a:uFillTx/>
                          <a:latin typeface="+mn-ea"/>
                          <a:ea typeface="+mn-ea"/>
                          <a:cs typeface="+mn-cs"/>
                        </a:rPr>
                        <a:t>確認</a:t>
                      </a:r>
                      <a:endParaRPr kumimoji="1" lang="en-US" altLang="ja-JP" sz="1050" b="0" i="0" u="none" strike="noStrike" kern="1200" cap="none" spc="0" normalizeH="0" baseline="0" noProof="1">
                        <a:ln>
                          <a:noFill/>
                        </a:ln>
                        <a:solidFill>
                          <a:schemeClr val="accent3">
                            <a:lumMod val="75000"/>
                          </a:schemeClr>
                        </a:solidFill>
                        <a:effectLst/>
                        <a:uLnTx/>
                        <a:uFillTx/>
                        <a:latin typeface="+mn-ea"/>
                        <a:ea typeface="+mn-ea"/>
                        <a:cs typeface="+mn-cs"/>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171450" indent="-171450" algn="l" defTabSz="843930" rtl="0" eaLnBrk="1" fontAlgn="base" latinLnBrk="0" hangingPunct="1">
                        <a:lnSpc>
                          <a:spcPts val="1200"/>
                        </a:lnSpc>
                        <a:buFont typeface="Wingdings" panose="05000000000000000000" pitchFamily="2" charset="2"/>
                        <a:buChar char="ü"/>
                      </a:pPr>
                      <a:r>
                        <a:rPr lang="ja-JP" altLang="en-US" sz="1050" b="0" i="0" kern="1200" noProof="1">
                          <a:solidFill>
                            <a:srgbClr val="000000"/>
                          </a:solidFill>
                          <a:effectLst/>
                          <a:latin typeface="+mn-ea"/>
                          <a:ea typeface="+mn-ea"/>
                          <a:cs typeface="+mn-cs"/>
                        </a:rPr>
                        <a:t>課題・ToDo台帳、</a:t>
                      </a:r>
                      <a:r>
                        <a:rPr kumimoji="1" lang="ja-JP" altLang="en-US" sz="1050" b="0" i="0" kern="1200" noProof="1">
                          <a:solidFill>
                            <a:srgbClr val="000000"/>
                          </a:solidFill>
                          <a:effectLst/>
                          <a:latin typeface="+mn-ea"/>
                          <a:ea typeface="+mn-ea"/>
                          <a:cs typeface="+mn-cs"/>
                        </a:rPr>
                        <a:t>案件台帳の更新を確認する</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843930" rtl="0" eaLnBrk="1" fontAlgn="base" latinLnBrk="0" hangingPunct="1">
                        <a:lnSpc>
                          <a:spcPts val="1200"/>
                        </a:lnSpc>
                        <a:spcBef>
                          <a:spcPts val="0"/>
                        </a:spcBef>
                        <a:spcAft>
                          <a:spcPts val="0"/>
                        </a:spcAft>
                        <a:buClrTx/>
                        <a:buSzTx/>
                        <a:buFontTx/>
                        <a:buNone/>
                        <a:tabLst/>
                        <a:defRPr noProof="1"/>
                      </a:pPr>
                      <a:r>
                        <a:rPr kumimoji="1" lang="en-US" altLang="ja-JP" sz="1050" b="0" i="0" u="none" strike="noStrike" kern="1200" cap="none" spc="0" normalizeH="0" baseline="0" noProof="0">
                          <a:ln>
                            <a:noFill/>
                          </a:ln>
                          <a:solidFill>
                            <a:srgbClr val="000000"/>
                          </a:solidFill>
                          <a:effectLst/>
                          <a:uLnTx/>
                          <a:uFillTx/>
                          <a:latin typeface="+mn-ea"/>
                          <a:ea typeface="+mn-ea"/>
                          <a:cs typeface="+mn-cs"/>
                        </a:rPr>
                        <a:t>20</a:t>
                      </a:r>
                      <a:r>
                        <a:rPr kumimoji="1" lang="ja-JP" altLang="en-US" sz="1050" b="0" i="0" u="none" strike="noStrike" kern="1200" cap="none" spc="0" normalizeH="0" baseline="0" noProof="0">
                          <a:ln>
                            <a:noFill/>
                          </a:ln>
                          <a:solidFill>
                            <a:srgbClr val="000000"/>
                          </a:solidFill>
                          <a:effectLst/>
                          <a:uLnTx/>
                          <a:uFillTx/>
                          <a:latin typeface="+mn-ea"/>
                          <a:ea typeface="+mn-ea"/>
                          <a:cs typeface="+mn-cs"/>
                        </a:rPr>
                        <a:t>分</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843930" rtl="0" eaLnBrk="1" fontAlgn="base" latinLnBrk="0" hangingPunct="1">
                        <a:lnSpc>
                          <a:spcPts val="1200"/>
                        </a:lnSpc>
                        <a:spcBef>
                          <a:spcPts val="0"/>
                        </a:spcBef>
                        <a:spcAft>
                          <a:spcPts val="0"/>
                        </a:spcAft>
                        <a:buClrTx/>
                        <a:buSzTx/>
                        <a:buFontTx/>
                        <a:buNone/>
                        <a:tabLst/>
                        <a:defRPr noProof="1"/>
                      </a:pPr>
                      <a:r>
                        <a:rPr lang="ja-JP" altLang="en-US" sz="1050" b="0" i="0" u="none" strike="noStrike" kern="1200" cap="none" spc="0" normalizeH="0" baseline="0" noProof="0">
                          <a:ln>
                            <a:noFill/>
                          </a:ln>
                          <a:solidFill>
                            <a:srgbClr val="000000"/>
                          </a:solidFill>
                          <a:effectLst/>
                          <a:uLnTx/>
                          <a:uFillTx/>
                          <a:latin typeface="Meiryo UI"/>
                          <a:ea typeface="Meiryo UI"/>
                          <a:cs typeface="+mn-cs"/>
                        </a:rPr>
                        <a:t>崎坂</a:t>
                      </a:r>
                      <a:endParaRPr kumimoji="1" lang="ja-JP" altLang="en-US" sz="1050" b="0" i="0" u="none" strike="noStrike" kern="1200" cap="none" spc="0" normalizeH="0" baseline="0" noProof="0">
                        <a:ln>
                          <a:noFill/>
                        </a:ln>
                        <a:solidFill>
                          <a:srgbClr val="000000"/>
                        </a:solidFill>
                        <a:effectLst/>
                        <a:uLnTx/>
                        <a:uFillTx/>
                        <a:latin typeface="Meiryo UI"/>
                        <a:ea typeface="Meiryo UI"/>
                        <a:cs typeface="+mn-cs"/>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75112170"/>
                  </a:ext>
                </a:extLst>
              </a:tr>
              <a:tr h="411480">
                <a:tc>
                  <a:txBody>
                    <a:bodyPr/>
                    <a:lstStyle/>
                    <a:p>
                      <a:pPr algn="ctr" fontAlgn="base">
                        <a:lnSpc>
                          <a:spcPts val="1200"/>
                        </a:lnSpc>
                      </a:pPr>
                      <a:r>
                        <a:rPr lang="en-US" altLang="ja-JP" sz="1050" b="0" i="0" noProof="1">
                          <a:solidFill>
                            <a:srgbClr val="000000"/>
                          </a:solidFill>
                          <a:effectLst/>
                          <a:latin typeface="+mn-ea"/>
                          <a:ea typeface="+mn-ea"/>
                        </a:rPr>
                        <a:t>3</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noProof="1"/>
                      </a:pPr>
                      <a:r>
                        <a:rPr kumimoji="1" lang="ja-JP" altLang="en-US" sz="1050" b="0" kern="1200" noProof="1">
                          <a:solidFill>
                            <a:schemeClr val="tx1"/>
                          </a:solidFill>
                          <a:latin typeface="+mn-ea"/>
                          <a:ea typeface="+mn-ea"/>
                          <a:cs typeface="+mn-cs"/>
                        </a:rPr>
                        <a:t>令和</a:t>
                      </a:r>
                      <a:r>
                        <a:rPr kumimoji="1" lang="en-US" altLang="ja-JP" sz="1050" b="0" kern="1200" noProof="1">
                          <a:solidFill>
                            <a:schemeClr val="tx1"/>
                          </a:solidFill>
                          <a:latin typeface="+mn-ea"/>
                          <a:ea typeface="+mn-ea"/>
                          <a:cs typeface="+mn-cs"/>
                        </a:rPr>
                        <a:t>8</a:t>
                      </a:r>
                      <a:r>
                        <a:rPr kumimoji="1" lang="ja-JP" altLang="en-US" sz="1050" b="0" kern="1200" noProof="1">
                          <a:solidFill>
                            <a:schemeClr val="tx1"/>
                          </a:solidFill>
                          <a:latin typeface="+mn-ea"/>
                          <a:ea typeface="+mn-ea"/>
                          <a:cs typeface="+mn-cs"/>
                        </a:rPr>
                        <a:t>年度案件の概況</a:t>
                      </a:r>
                      <a:endParaRPr kumimoji="1" lang="en-US" altLang="ja-JP" sz="1050" b="0" kern="1200" noProof="1">
                        <a:solidFill>
                          <a:schemeClr val="tx1"/>
                        </a:solidFill>
                        <a:latin typeface="+mn-ea"/>
                        <a:ea typeface="+mn-ea"/>
                        <a:cs typeface="+mn-cs"/>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843930" rtl="0" eaLnBrk="1" fontAlgn="base" latinLnBrk="0" hangingPunct="1">
                        <a:lnSpc>
                          <a:spcPts val="1200"/>
                        </a:lnSpc>
                        <a:spcBef>
                          <a:spcPts val="0"/>
                        </a:spcBef>
                        <a:spcAft>
                          <a:spcPts val="0"/>
                        </a:spcAft>
                        <a:buClrTx/>
                        <a:buSzTx/>
                        <a:buFont typeface="Wingdings" panose="05000000000000000000" pitchFamily="2" charset="2"/>
                        <a:buNone/>
                        <a:tabLst/>
                        <a:defRPr noProof="1"/>
                      </a:pPr>
                      <a:r>
                        <a:rPr kumimoji="1" lang="ja-JP" altLang="en-US" sz="1050" b="0" i="0" u="none" strike="noStrike" kern="1200" cap="none" spc="0" normalizeH="0" baseline="0" noProof="0">
                          <a:ln>
                            <a:noFill/>
                          </a:ln>
                          <a:solidFill>
                            <a:schemeClr val="accent3">
                              <a:lumMod val="75000"/>
                            </a:schemeClr>
                          </a:solidFill>
                          <a:effectLst/>
                          <a:uLnTx/>
                          <a:uFillTx/>
                          <a:latin typeface="+mn-ea"/>
                          <a:ea typeface="+mn-ea"/>
                          <a:cs typeface="+mn-cs"/>
                        </a:rPr>
                        <a:t>確認</a:t>
                      </a:r>
                      <a:endParaRPr kumimoji="1" lang="ja-JP" altLang="en-US" sz="1050" b="0" i="0" u="none" strike="noStrike" kern="1200" cap="none" spc="0" normalizeH="0" baseline="0" noProof="1">
                        <a:ln>
                          <a:noFill/>
                        </a:ln>
                        <a:solidFill>
                          <a:schemeClr val="accent2"/>
                        </a:solidFill>
                        <a:effectLst/>
                        <a:uLnTx/>
                        <a:uFillTx/>
                        <a:latin typeface="+mn-ea"/>
                        <a:ea typeface="+mn-ea"/>
                        <a:cs typeface="+mn-cs"/>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171450" marR="0" lvl="0" indent="-171450" algn="l" defTabSz="685673" rtl="0" eaLnBrk="1" fontAlgn="auto" latinLnBrk="0" hangingPunct="1">
                        <a:lnSpc>
                          <a:spcPct val="100000"/>
                        </a:lnSpc>
                        <a:spcBef>
                          <a:spcPts val="0"/>
                        </a:spcBef>
                        <a:spcAft>
                          <a:spcPts val="0"/>
                        </a:spcAft>
                        <a:buClrTx/>
                        <a:buSzTx/>
                        <a:buFont typeface="Wingdings" panose="05000000000000000000" pitchFamily="2" charset="2"/>
                        <a:buChar char="ü"/>
                        <a:tabLst/>
                        <a:defRPr noProof="1"/>
                      </a:pPr>
                      <a:r>
                        <a:rPr kumimoji="1" lang="ja-JP" altLang="en-US" sz="1050" noProof="1">
                          <a:latin typeface="+mn-ea"/>
                          <a:ea typeface="+mn-ea"/>
                        </a:rPr>
                        <a:t>令和</a:t>
                      </a:r>
                      <a:r>
                        <a:rPr kumimoji="1" lang="en-US" altLang="ja-JP" sz="1050" noProof="1">
                          <a:latin typeface="+mn-ea"/>
                          <a:ea typeface="+mn-ea"/>
                        </a:rPr>
                        <a:t>8</a:t>
                      </a:r>
                      <a:r>
                        <a:rPr kumimoji="1" lang="ja-JP" altLang="en-US" sz="1050" noProof="1">
                          <a:latin typeface="+mn-ea"/>
                          <a:ea typeface="+mn-ea"/>
                        </a:rPr>
                        <a:t>年度案件の概況を確認する</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a:r>
                        <a:rPr lang="en-US" altLang="ja-JP" sz="1050" noProof="1">
                          <a:latin typeface="+mn-ea"/>
                          <a:ea typeface="+mn-ea"/>
                        </a:rPr>
                        <a:t>5</a:t>
                      </a:r>
                      <a:r>
                        <a:rPr lang="ja-JP" altLang="en-US" sz="1050" noProof="1">
                          <a:latin typeface="+mn-ea"/>
                          <a:ea typeface="+mn-ea"/>
                        </a:rPr>
                        <a:t>分</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843930" rtl="0" eaLnBrk="1" fontAlgn="base" latinLnBrk="0" hangingPunct="1">
                        <a:lnSpc>
                          <a:spcPts val="1200"/>
                        </a:lnSpc>
                        <a:spcBef>
                          <a:spcPts val="0"/>
                        </a:spcBef>
                        <a:spcAft>
                          <a:spcPts val="0"/>
                        </a:spcAft>
                        <a:buClrTx/>
                        <a:buSzTx/>
                        <a:buFontTx/>
                        <a:buNone/>
                        <a:tabLst/>
                        <a:defRPr noProof="1"/>
                      </a:pPr>
                      <a:r>
                        <a:rPr kumimoji="1" lang="ja-JP" altLang="en-US" sz="1050" b="0" i="0" u="none" strike="noStrike" kern="1200" cap="none" spc="0" normalizeH="0" baseline="0" noProof="0">
                          <a:ln>
                            <a:noFill/>
                          </a:ln>
                          <a:solidFill>
                            <a:srgbClr val="000000"/>
                          </a:solidFill>
                          <a:effectLst/>
                          <a:uLnTx/>
                          <a:uFillTx/>
                          <a:latin typeface="Meiryo UI"/>
                          <a:ea typeface="Meiryo UI"/>
                          <a:cs typeface="+mn-cs"/>
                        </a:rPr>
                        <a:t>笹川</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09312748"/>
                  </a:ext>
                </a:extLst>
              </a:tr>
              <a:tr h="411480">
                <a:tc>
                  <a:txBody>
                    <a:bodyPr/>
                    <a:lstStyle/>
                    <a:p>
                      <a:pPr algn="ctr" fontAlgn="base">
                        <a:lnSpc>
                          <a:spcPts val="1200"/>
                        </a:lnSpc>
                      </a:pPr>
                      <a:r>
                        <a:rPr lang="en-US" altLang="ja-JP" sz="1050" b="0" i="0" noProof="1">
                          <a:solidFill>
                            <a:srgbClr val="000000"/>
                          </a:solidFill>
                          <a:effectLst/>
                          <a:latin typeface="+mn-ea"/>
                          <a:ea typeface="+mn-ea"/>
                        </a:rPr>
                        <a:t>4</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noProof="1"/>
                      </a:pPr>
                      <a:r>
                        <a:rPr kumimoji="1" lang="ja-JP" altLang="en-US" sz="1050" b="0" kern="1200" noProof="1">
                          <a:solidFill>
                            <a:schemeClr val="tx1"/>
                          </a:solidFill>
                          <a:latin typeface="+mn-ea"/>
                          <a:ea typeface="+mn-ea"/>
                          <a:cs typeface="+mn-cs"/>
                        </a:rPr>
                        <a:t>令和</a:t>
                      </a:r>
                      <a:r>
                        <a:rPr kumimoji="1" lang="en-US" altLang="ja-JP" sz="1050" b="0" kern="1200" noProof="1">
                          <a:solidFill>
                            <a:schemeClr val="tx1"/>
                          </a:solidFill>
                          <a:latin typeface="+mn-ea"/>
                          <a:ea typeface="+mn-ea"/>
                          <a:cs typeface="+mn-cs"/>
                        </a:rPr>
                        <a:t>9</a:t>
                      </a:r>
                      <a:r>
                        <a:rPr kumimoji="1" lang="ja-JP" altLang="en-US" sz="1050" b="0" kern="1200" noProof="1">
                          <a:solidFill>
                            <a:schemeClr val="tx1"/>
                          </a:solidFill>
                          <a:latin typeface="+mn-ea"/>
                          <a:ea typeface="+mn-ea"/>
                          <a:cs typeface="+mn-cs"/>
                        </a:rPr>
                        <a:t>年度案件の概況</a:t>
                      </a:r>
                      <a:endParaRPr kumimoji="1" lang="en-US" altLang="ja-JP" sz="1050" b="0" kern="1200" noProof="1">
                        <a:solidFill>
                          <a:schemeClr val="tx1"/>
                        </a:solidFill>
                        <a:latin typeface="+mn-ea"/>
                        <a:ea typeface="+mn-ea"/>
                        <a:cs typeface="+mn-cs"/>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843930" rtl="0" eaLnBrk="1" fontAlgn="base" latinLnBrk="0" hangingPunct="1">
                        <a:lnSpc>
                          <a:spcPts val="1200"/>
                        </a:lnSpc>
                        <a:spcBef>
                          <a:spcPts val="0"/>
                        </a:spcBef>
                        <a:spcAft>
                          <a:spcPts val="0"/>
                        </a:spcAft>
                        <a:buClrTx/>
                        <a:buSzTx/>
                        <a:buFont typeface="Wingdings" panose="05000000000000000000" pitchFamily="2" charset="2"/>
                        <a:buNone/>
                        <a:tabLst/>
                        <a:defRPr noProof="1"/>
                      </a:pPr>
                      <a:r>
                        <a:rPr kumimoji="1" lang="ja-JP" altLang="en-US" sz="1050" b="0" i="0" u="none" strike="noStrike" kern="1200" cap="none" spc="0" normalizeH="0" baseline="0" noProof="0">
                          <a:ln>
                            <a:noFill/>
                          </a:ln>
                          <a:solidFill>
                            <a:schemeClr val="accent3">
                              <a:lumMod val="75000"/>
                            </a:schemeClr>
                          </a:solidFill>
                          <a:effectLst/>
                          <a:uLnTx/>
                          <a:uFillTx/>
                          <a:latin typeface="+mn-ea"/>
                          <a:ea typeface="+mn-ea"/>
                          <a:cs typeface="+mn-cs"/>
                        </a:rPr>
                        <a:t>確認</a:t>
                      </a:r>
                      <a:endParaRPr kumimoji="1" lang="ja-JP" altLang="en-US" sz="1050" b="0" i="0" u="none" strike="noStrike" kern="1200" cap="none" spc="0" normalizeH="0" baseline="0" noProof="1">
                        <a:ln>
                          <a:noFill/>
                        </a:ln>
                        <a:solidFill>
                          <a:schemeClr val="accent2"/>
                        </a:solidFill>
                        <a:effectLst/>
                        <a:uLnTx/>
                        <a:uFillTx/>
                        <a:latin typeface="+mn-ea"/>
                        <a:ea typeface="+mn-ea"/>
                        <a:cs typeface="+mn-cs"/>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171450" marR="0" lvl="0" indent="-171450" algn="l" defTabSz="685673" rtl="0" eaLnBrk="1" fontAlgn="auto" latinLnBrk="0" hangingPunct="1">
                        <a:lnSpc>
                          <a:spcPct val="100000"/>
                        </a:lnSpc>
                        <a:spcBef>
                          <a:spcPts val="0"/>
                        </a:spcBef>
                        <a:spcAft>
                          <a:spcPts val="0"/>
                        </a:spcAft>
                        <a:buClrTx/>
                        <a:buSzTx/>
                        <a:buFont typeface="Wingdings" panose="05000000000000000000" pitchFamily="2" charset="2"/>
                        <a:buChar char="ü"/>
                        <a:tabLst/>
                        <a:defRPr noProof="1"/>
                      </a:pPr>
                      <a:r>
                        <a:rPr kumimoji="1" lang="ja-JP" altLang="en-US" sz="1050" noProof="1">
                          <a:latin typeface="+mn-ea"/>
                          <a:ea typeface="+mn-ea"/>
                        </a:rPr>
                        <a:t>令和</a:t>
                      </a:r>
                      <a:r>
                        <a:rPr kumimoji="1" lang="en-US" altLang="ja-JP" sz="1050" noProof="1">
                          <a:latin typeface="+mn-ea"/>
                          <a:ea typeface="+mn-ea"/>
                        </a:rPr>
                        <a:t>9</a:t>
                      </a:r>
                      <a:r>
                        <a:rPr kumimoji="1" lang="ja-JP" altLang="en-US" sz="1050" noProof="1">
                          <a:latin typeface="+mn-ea"/>
                          <a:ea typeface="+mn-ea"/>
                        </a:rPr>
                        <a:t>年度案件の概況を確認する</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a:r>
                        <a:rPr lang="en-US" altLang="ja-JP" sz="1050" noProof="1">
                          <a:latin typeface="+mn-ea"/>
                          <a:ea typeface="+mn-ea"/>
                        </a:rPr>
                        <a:t>5</a:t>
                      </a:r>
                      <a:r>
                        <a:rPr lang="ja-JP" altLang="en-US" sz="1050" noProof="1">
                          <a:latin typeface="+mn-ea"/>
                          <a:ea typeface="+mn-ea"/>
                        </a:rPr>
                        <a:t>分</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843930" rtl="0" eaLnBrk="1" fontAlgn="base" latinLnBrk="0" hangingPunct="1">
                        <a:lnSpc>
                          <a:spcPts val="1200"/>
                        </a:lnSpc>
                        <a:spcBef>
                          <a:spcPts val="0"/>
                        </a:spcBef>
                        <a:spcAft>
                          <a:spcPts val="0"/>
                        </a:spcAft>
                        <a:buClrTx/>
                        <a:buSzTx/>
                        <a:buFontTx/>
                        <a:buNone/>
                        <a:tabLst/>
                        <a:defRPr noProof="1"/>
                      </a:pPr>
                      <a:r>
                        <a:rPr kumimoji="1" lang="ja-JP" altLang="en-US" sz="1050" b="0" i="0" u="none" strike="noStrike" kern="1200" cap="none" spc="0" normalizeH="0" baseline="0" noProof="0">
                          <a:ln>
                            <a:noFill/>
                          </a:ln>
                          <a:solidFill>
                            <a:srgbClr val="000000"/>
                          </a:solidFill>
                          <a:effectLst/>
                          <a:uLnTx/>
                          <a:uFillTx/>
                          <a:latin typeface="Meiryo UI"/>
                          <a:ea typeface="Meiryo UI"/>
                          <a:cs typeface="+mn-cs"/>
                        </a:rPr>
                        <a:t>笹川</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34705837"/>
                  </a:ext>
                </a:extLst>
              </a:tr>
              <a:tr h="411480">
                <a:tc>
                  <a:txBody>
                    <a:bodyPr/>
                    <a:lstStyle/>
                    <a:p>
                      <a:pPr lvl="0" algn="ctr">
                        <a:lnSpc>
                          <a:spcPts val="1200"/>
                        </a:lnSpc>
                        <a:buNone/>
                      </a:pPr>
                      <a:r>
                        <a:rPr lang="en-US" altLang="ja-JP" sz="1050" b="0" i="0" noProof="1">
                          <a:solidFill>
                            <a:srgbClr val="000000"/>
                          </a:solidFill>
                          <a:effectLst/>
                          <a:latin typeface="+mn-ea"/>
                          <a:ea typeface="+mn-ea"/>
                        </a:rPr>
                        <a:t>5</a:t>
                      </a:r>
                      <a:endParaRPr lang="ja-JP" altLang="en-US" sz="1050" b="0" i="0" noProof="1">
                        <a:solidFill>
                          <a:srgbClr val="000000"/>
                        </a:solidFill>
                        <a:effectLst/>
                        <a:latin typeface="+mn-ea"/>
                        <a:ea typeface="+mn-ea"/>
                      </a:endParaRPr>
                    </a:p>
                  </a:txBody>
                  <a:tcPr marL="45720" marR="45720" anchor="ctr">
                    <a:lnL w="3174">
                      <a:solidFill>
                        <a:schemeClr val="tx1"/>
                      </a:solidFill>
                    </a:lnL>
                    <a:lnR w="3174"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4">
                      <a:solidFill>
                        <a:schemeClr val="tx1"/>
                      </a:solidFill>
                    </a:lnB>
                    <a:noFill/>
                  </a:tcPr>
                </a:tc>
                <a:tc>
                  <a:txBody>
                    <a:bodyPr/>
                    <a:lstStyle/>
                    <a:p>
                      <a:pPr marL="0" lvl="0" indent="0" algn="l">
                        <a:buNone/>
                      </a:pPr>
                      <a:r>
                        <a:rPr lang="en-US" sz="1050" b="0" i="0" u="none" strike="noStrike" kern="1200" baseline="0" noProof="0">
                          <a:solidFill>
                            <a:srgbClr val="000000"/>
                          </a:solidFill>
                          <a:latin typeface="Arial"/>
                          <a:ea typeface="+mn-ea"/>
                          <a:cs typeface="Arial"/>
                        </a:rPr>
                        <a:t>令和9年度開発向け要件整理案件の実施内容・進め方</a:t>
                      </a:r>
                      <a:r>
                        <a:rPr kumimoji="1" lang="en-US" altLang="ja-JP" sz="1050" kern="1200">
                          <a:solidFill>
                            <a:schemeClr val="tx1"/>
                          </a:solidFill>
                          <a:latin typeface="+mj-ea"/>
                          <a:ea typeface="+mn-ea"/>
                          <a:cs typeface="+mn-cs"/>
                        </a:rPr>
                        <a:t>(</a:t>
                      </a:r>
                      <a:r>
                        <a:rPr kumimoji="1" lang="ja-JP" altLang="en-US" sz="1050" kern="1200">
                          <a:solidFill>
                            <a:schemeClr val="tx1"/>
                          </a:solidFill>
                          <a:latin typeface="+mj-ea"/>
                          <a:ea typeface="+mn-ea"/>
                          <a:cs typeface="+mn-cs"/>
                        </a:rPr>
                        <a:t>続</a:t>
                      </a:r>
                      <a:r>
                        <a:rPr kumimoji="1" lang="en-US" altLang="ja-JP" sz="1050" kern="1200">
                          <a:solidFill>
                            <a:schemeClr val="tx1"/>
                          </a:solidFill>
                          <a:latin typeface="+mj-ea"/>
                          <a:ea typeface="+mn-ea"/>
                          <a:cs typeface="+mn-cs"/>
                        </a:rPr>
                        <a:t>)</a:t>
                      </a:r>
                      <a:r>
                        <a:rPr kumimoji="1" lang="ja-JP" altLang="en-US" sz="1050" b="0" i="0" kern="1200" noProof="1">
                          <a:solidFill>
                            <a:srgbClr val="000000"/>
                          </a:solidFill>
                          <a:effectLst/>
                          <a:latin typeface="+mn-ea"/>
                          <a:ea typeface="+mn-ea"/>
                          <a:cs typeface="+mn-cs"/>
                        </a:rPr>
                        <a:t>​</a:t>
                      </a:r>
                      <a:endParaRPr kumimoji="1" lang="en-US" altLang="ja-JP"/>
                    </a:p>
                  </a:txBody>
                  <a:tcPr marL="45720" marR="45720" anchor="ctr">
                    <a:lnL w="3174" cap="flat" cmpd="sng" algn="ctr">
                      <a:solidFill>
                        <a:schemeClr val="tx1"/>
                      </a:solidFill>
                      <a:prstDash val="solid"/>
                      <a:round/>
                      <a:headEnd type="none" w="med" len="med"/>
                      <a:tailEnd type="none" w="med" len="med"/>
                    </a:lnL>
                    <a:lnR w="3174"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4">
                      <a:solidFill>
                        <a:schemeClr val="tx1"/>
                      </a:solidFill>
                    </a:lnB>
                    <a:noFill/>
                  </a:tcPr>
                </a:tc>
                <a:tc>
                  <a:txBody>
                    <a:bodyPr/>
                    <a:lstStyle/>
                    <a:p>
                      <a:pPr marL="0" marR="0" lvl="0" indent="0" algn="ctr" defTabSz="685673" rtl="0" eaLnBrk="1" fontAlgn="auto" latinLnBrk="0" hangingPunct="1">
                        <a:lnSpc>
                          <a:spcPct val="100000"/>
                        </a:lnSpc>
                        <a:spcBef>
                          <a:spcPts val="0"/>
                        </a:spcBef>
                        <a:spcAft>
                          <a:spcPts val="0"/>
                        </a:spcAft>
                        <a:buClrTx/>
                        <a:buSzTx/>
                        <a:buFontTx/>
                        <a:buNone/>
                        <a:tabLst/>
                        <a:defRPr/>
                      </a:pPr>
                      <a:r>
                        <a:rPr lang="ja-JP" altLang="ja-JP" sz="1100" b="0" i="0" u="none" strike="noStrike" spc="0">
                          <a:solidFill>
                            <a:srgbClr val="00B0F0"/>
                          </a:solidFill>
                          <a:effectLst/>
                          <a:ea typeface="Meiryo UI" panose="020B0604030504040204" pitchFamily="50" charset="-128"/>
                        </a:rPr>
                        <a:t>共有</a:t>
                      </a:r>
                      <a:endParaRPr lang="ja-JP" altLang="ja-JP" sz="1100" b="0" i="0" u="none" strike="noStrike" kern="1200" noProof="1">
                        <a:solidFill>
                          <a:srgbClr val="000000"/>
                        </a:solidFill>
                        <a:effectLst/>
                        <a:latin typeface="Meiryo UI"/>
                        <a:ea typeface="+mn-ea"/>
                        <a:cs typeface="+mn-cs"/>
                      </a:endParaRPr>
                    </a:p>
                  </a:txBody>
                  <a:tcPr marL="45720" marR="45720" anchor="ctr">
                    <a:lnL w="3174" cap="flat" cmpd="sng" algn="ctr">
                      <a:solidFill>
                        <a:schemeClr val="tx1"/>
                      </a:solidFill>
                      <a:prstDash val="solid"/>
                      <a:round/>
                      <a:headEnd type="none" w="med" len="med"/>
                      <a:tailEnd type="none" w="med" len="med"/>
                    </a:lnL>
                    <a:lnR w="3174"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4">
                      <a:solidFill>
                        <a:schemeClr val="tx1"/>
                      </a:solidFill>
                    </a:lnB>
                    <a:noFill/>
                  </a:tcPr>
                </a:tc>
                <a:tc>
                  <a:txBody>
                    <a:bodyPr/>
                    <a:lstStyle/>
                    <a:p>
                      <a:pPr marL="171450" marR="0" lvl="0" indent="-171450" algn="l" defTabSz="843930" rtl="0" eaLnBrk="1" fontAlgn="auto" latinLnBrk="0" hangingPunct="1">
                        <a:lnSpc>
                          <a:spcPts val="1200"/>
                        </a:lnSpc>
                        <a:spcBef>
                          <a:spcPts val="0"/>
                        </a:spcBef>
                        <a:spcAft>
                          <a:spcPts val="0"/>
                        </a:spcAft>
                        <a:buClrTx/>
                        <a:buSzTx/>
                        <a:buFont typeface="Wingdings"/>
                        <a:buChar char="ü"/>
                        <a:tabLst/>
                        <a:defRPr noProof="1"/>
                      </a:pPr>
                      <a:r>
                        <a:rPr lang="ja-JP" altLang="en-US" sz="1050" b="0" i="0" kern="1200" noProof="1">
                          <a:solidFill>
                            <a:srgbClr val="000000"/>
                          </a:solidFill>
                          <a:effectLst/>
                          <a:latin typeface="+mn-ea"/>
                          <a:ea typeface="+mn-ea"/>
                          <a:cs typeface="+mn-cs"/>
                        </a:rPr>
                        <a:t>令和9年度開発向け要件整理案件の実施内容・進め方</a:t>
                      </a:r>
                      <a:r>
                        <a:rPr kumimoji="1" lang="ja-JP" altLang="en-US" sz="1050" b="0" i="0" kern="1200" noProof="1">
                          <a:solidFill>
                            <a:srgbClr val="000000"/>
                          </a:solidFill>
                          <a:effectLst/>
                          <a:latin typeface="+mn-ea"/>
                          <a:ea typeface="+mn-ea"/>
                          <a:cs typeface="+mn-cs"/>
                        </a:rPr>
                        <a:t>について、共有する</a:t>
                      </a:r>
                    </a:p>
                  </a:txBody>
                  <a:tcPr marL="45720" marR="45720" anchor="ctr">
                    <a:lnL w="3174" cap="flat" cmpd="sng" algn="ctr">
                      <a:solidFill>
                        <a:schemeClr val="tx1"/>
                      </a:solidFill>
                      <a:prstDash val="solid"/>
                      <a:round/>
                      <a:headEnd type="none" w="med" len="med"/>
                      <a:tailEnd type="none" w="med" len="med"/>
                    </a:lnL>
                    <a:lnR w="3174"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4">
                      <a:solidFill>
                        <a:schemeClr val="tx1"/>
                      </a:solidFill>
                    </a:lnB>
                    <a:noFill/>
                  </a:tcPr>
                </a:tc>
                <a:tc>
                  <a:txBody>
                    <a:bodyPr/>
                    <a:lstStyle/>
                    <a:p>
                      <a:pPr marL="0" lvl="0" algn="ctr" defTabSz="843930">
                        <a:lnSpc>
                          <a:spcPts val="1200"/>
                        </a:lnSpc>
                        <a:buNone/>
                      </a:pPr>
                      <a:r>
                        <a:rPr kumimoji="1" lang="en-US" altLang="ja-JP" sz="1050" b="0" i="0" kern="1200" noProof="1">
                          <a:solidFill>
                            <a:srgbClr val="000000"/>
                          </a:solidFill>
                          <a:effectLst/>
                          <a:latin typeface="+mn-ea"/>
                          <a:ea typeface="+mn-ea"/>
                          <a:cs typeface="+mn-cs"/>
                        </a:rPr>
                        <a:t>10</a:t>
                      </a:r>
                      <a:r>
                        <a:rPr kumimoji="1" lang="ja-JP" altLang="en-US" sz="1050" b="0" i="0" kern="1200" noProof="1">
                          <a:solidFill>
                            <a:srgbClr val="000000"/>
                          </a:solidFill>
                          <a:effectLst/>
                          <a:latin typeface="+mn-ea"/>
                          <a:ea typeface="+mn-ea"/>
                          <a:cs typeface="+mn-cs"/>
                        </a:rPr>
                        <a:t>分</a:t>
                      </a:r>
                    </a:p>
                  </a:txBody>
                  <a:tcPr marL="45720" marR="45720" anchor="ctr">
                    <a:lnL w="3174" cap="flat" cmpd="sng" algn="ctr">
                      <a:solidFill>
                        <a:schemeClr val="tx1"/>
                      </a:solidFill>
                      <a:prstDash val="solid"/>
                      <a:round/>
                      <a:headEnd type="none" w="med" len="med"/>
                      <a:tailEnd type="none" w="med" len="med"/>
                    </a:lnL>
                    <a:lnR w="3174"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4">
                      <a:solidFill>
                        <a:schemeClr val="tx1"/>
                      </a:solidFill>
                    </a:lnB>
                    <a:noFill/>
                  </a:tcPr>
                </a:tc>
                <a:tc>
                  <a:txBody>
                    <a:bodyPr/>
                    <a:lstStyle/>
                    <a:p>
                      <a:pPr marL="0" lvl="0" indent="0" algn="ctr" defTabSz="843930">
                        <a:lnSpc>
                          <a:spcPts val="1200"/>
                        </a:lnSpc>
                        <a:spcBef>
                          <a:spcPts val="0"/>
                        </a:spcBef>
                        <a:spcAft>
                          <a:spcPts val="0"/>
                        </a:spcAft>
                        <a:buNone/>
                        <a:tabLst/>
                        <a:defRPr noProof="1"/>
                      </a:pPr>
                      <a:r>
                        <a:rPr kumimoji="1" lang="ja-JP" altLang="en-US" sz="1050" b="0" i="0" kern="1200" noProof="1">
                          <a:solidFill>
                            <a:srgbClr val="000000"/>
                          </a:solidFill>
                          <a:effectLst/>
                          <a:latin typeface="+mn-ea"/>
                          <a:ea typeface="+mn-ea"/>
                          <a:cs typeface="+mn-cs"/>
                        </a:rPr>
                        <a:t>笹川</a:t>
                      </a:r>
                    </a:p>
                  </a:txBody>
                  <a:tcPr marL="45720" marR="45720" anchor="ctr">
                    <a:lnL w="3174" cap="flat" cmpd="sng" algn="ctr">
                      <a:solidFill>
                        <a:schemeClr val="tx1"/>
                      </a:solidFill>
                      <a:prstDash val="solid"/>
                      <a:round/>
                      <a:headEnd type="none" w="med" len="med"/>
                      <a:tailEnd type="none" w="med" len="med"/>
                    </a:lnL>
                    <a:lnR w="3174"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4">
                      <a:solidFill>
                        <a:schemeClr val="tx1"/>
                      </a:solidFill>
                    </a:lnB>
                    <a:noFill/>
                  </a:tcPr>
                </a:tc>
                <a:extLst>
                  <a:ext uri="{0D108BD9-81ED-4DB2-BD59-A6C34878D82A}">
                    <a16:rowId xmlns:a16="http://schemas.microsoft.com/office/drawing/2014/main" val="3532842242"/>
                  </a:ext>
                </a:extLst>
              </a:tr>
              <a:tr h="411480">
                <a:tc>
                  <a:txBody>
                    <a:bodyPr/>
                    <a:lstStyle/>
                    <a:p>
                      <a:pPr lvl="0" algn="ctr">
                        <a:lnSpc>
                          <a:spcPts val="1200"/>
                        </a:lnSpc>
                        <a:buNone/>
                      </a:pPr>
                      <a:r>
                        <a:rPr lang="en-US" altLang="ja-JP" sz="1050" b="0" i="0" noProof="1">
                          <a:solidFill>
                            <a:srgbClr val="000000"/>
                          </a:solidFill>
                          <a:effectLst/>
                          <a:latin typeface="+mn-ea"/>
                          <a:ea typeface="+mn-ea"/>
                        </a:rPr>
                        <a:t>6</a:t>
                      </a:r>
                      <a:endParaRPr lang="ja-JP" altLang="en-US" sz="1050" b="0" i="0" noProof="1">
                        <a:solidFill>
                          <a:srgbClr val="000000"/>
                        </a:solidFill>
                        <a:effectLst/>
                        <a:latin typeface="+mn-ea"/>
                        <a:ea typeface="+mn-ea"/>
                      </a:endParaRPr>
                    </a:p>
                  </a:txBody>
                  <a:tcPr marL="45720" marR="45720" anchor="ctr">
                    <a:lnL w="3174">
                      <a:solidFill>
                        <a:schemeClr val="tx1"/>
                      </a:solidFill>
                    </a:lnL>
                    <a:lnR w="3174" cap="flat" cmpd="sng" algn="ctr">
                      <a:solidFill>
                        <a:schemeClr val="tx1"/>
                      </a:solidFill>
                      <a:prstDash val="solid"/>
                      <a:round/>
                      <a:headEnd type="none" w="med" len="med"/>
                      <a:tailEnd type="none" w="med" len="med"/>
                    </a:lnR>
                    <a:lnT w="3174" cap="flat" cmpd="sng" algn="ctr">
                      <a:solidFill>
                        <a:schemeClr val="tx1"/>
                      </a:solidFill>
                      <a:prstDash val="solid"/>
                      <a:round/>
                      <a:headEnd type="none" w="med" len="med"/>
                      <a:tailEnd type="none" w="med" len="med"/>
                    </a:lnT>
                    <a:lnB w="3174">
                      <a:solidFill>
                        <a:schemeClr val="tx1"/>
                      </a:solidFill>
                    </a:lnB>
                    <a:noFill/>
                  </a:tcPr>
                </a:tc>
                <a:tc>
                  <a:txBody>
                    <a:bodyPr/>
                    <a:lstStyle/>
                    <a:p>
                      <a:pPr marL="0" lvl="0" algn="l" defTabSz="843930">
                        <a:lnSpc>
                          <a:spcPts val="1200"/>
                        </a:lnSpc>
                        <a:buNone/>
                      </a:pPr>
                      <a:r>
                        <a:rPr kumimoji="1" lang="ja-JP" altLang="en-US" sz="1050" b="0" i="0" kern="1200" noProof="1">
                          <a:solidFill>
                            <a:srgbClr val="000000"/>
                          </a:solidFill>
                          <a:effectLst/>
                          <a:latin typeface="+mn-ea"/>
                          <a:ea typeface="+mn-ea"/>
                          <a:cs typeface="+mn-cs"/>
                        </a:rPr>
                        <a:t>受入テストシナリオの厚労省レビューに先立つ事前説明の内容確認</a:t>
                      </a:r>
                    </a:p>
                  </a:txBody>
                  <a:tcPr marL="45720" marR="45720" anchor="ctr">
                    <a:lnL w="3174" cap="flat" cmpd="sng" algn="ctr">
                      <a:solidFill>
                        <a:schemeClr val="tx1"/>
                      </a:solidFill>
                      <a:prstDash val="solid"/>
                      <a:round/>
                      <a:headEnd type="none" w="med" len="med"/>
                      <a:tailEnd type="none" w="med" len="med"/>
                    </a:lnL>
                    <a:lnR w="3174" cap="flat" cmpd="sng" algn="ctr">
                      <a:solidFill>
                        <a:schemeClr val="tx1"/>
                      </a:solidFill>
                      <a:prstDash val="solid"/>
                      <a:round/>
                      <a:headEnd type="none" w="med" len="med"/>
                      <a:tailEnd type="none" w="med" len="med"/>
                    </a:lnR>
                    <a:lnT w="3174" cap="flat" cmpd="sng" algn="ctr">
                      <a:solidFill>
                        <a:schemeClr val="tx1"/>
                      </a:solidFill>
                      <a:prstDash val="solid"/>
                      <a:round/>
                      <a:headEnd type="none" w="med" len="med"/>
                      <a:tailEnd type="none" w="med" len="med"/>
                    </a:lnT>
                    <a:lnB w="3174">
                      <a:solidFill>
                        <a:schemeClr val="tx1"/>
                      </a:solidFill>
                    </a:lnB>
                    <a:noFill/>
                  </a:tcPr>
                </a:tc>
                <a:tc>
                  <a:txBody>
                    <a:bodyPr/>
                    <a:lstStyle/>
                    <a:p>
                      <a:pPr marL="0" marR="0" lvl="0" indent="0" algn="ctr" defTabSz="685673" rtl="0" eaLnBrk="1" fontAlgn="auto" latinLnBrk="0" hangingPunct="1">
                        <a:lnSpc>
                          <a:spcPct val="100000"/>
                        </a:lnSpc>
                        <a:spcBef>
                          <a:spcPts val="0"/>
                        </a:spcBef>
                        <a:spcAft>
                          <a:spcPts val="0"/>
                        </a:spcAft>
                        <a:buClrTx/>
                        <a:buSzTx/>
                        <a:buFontTx/>
                        <a:buNone/>
                        <a:tabLst/>
                        <a:defRPr/>
                      </a:pPr>
                      <a:r>
                        <a:rPr lang="ja-JP" altLang="ja-JP" sz="1100" b="0" i="0" u="none" strike="noStrike" spc="0">
                          <a:solidFill>
                            <a:srgbClr val="00B0F0"/>
                          </a:solidFill>
                          <a:effectLst/>
                          <a:ea typeface="Meiryo UI" panose="020B0604030504040204" pitchFamily="50" charset="-128"/>
                        </a:rPr>
                        <a:t>共有</a:t>
                      </a:r>
                      <a:endParaRPr lang="ja-JP" altLang="ja-JP" sz="1100" b="0" i="0" u="none" strike="noStrike" kern="1200" noProof="1">
                        <a:solidFill>
                          <a:srgbClr val="000000"/>
                        </a:solidFill>
                        <a:effectLst/>
                        <a:latin typeface="Meiryo UI"/>
                        <a:ea typeface="+mn-ea"/>
                        <a:cs typeface="+mn-cs"/>
                      </a:endParaRPr>
                    </a:p>
                  </a:txBody>
                  <a:tcPr marL="45720" marR="45720" anchor="ctr">
                    <a:lnL w="3174" cap="flat" cmpd="sng" algn="ctr">
                      <a:solidFill>
                        <a:schemeClr val="tx1"/>
                      </a:solidFill>
                      <a:prstDash val="solid"/>
                      <a:round/>
                      <a:headEnd type="none" w="med" len="med"/>
                      <a:tailEnd type="none" w="med" len="med"/>
                    </a:lnL>
                    <a:lnR w="3174" cap="flat" cmpd="sng" algn="ctr">
                      <a:solidFill>
                        <a:schemeClr val="tx1"/>
                      </a:solidFill>
                      <a:prstDash val="solid"/>
                      <a:round/>
                      <a:headEnd type="none" w="med" len="med"/>
                      <a:tailEnd type="none" w="med" len="med"/>
                    </a:lnR>
                    <a:lnT w="3174" cap="flat" cmpd="sng" algn="ctr">
                      <a:solidFill>
                        <a:schemeClr val="tx1"/>
                      </a:solidFill>
                      <a:prstDash val="solid"/>
                      <a:round/>
                      <a:headEnd type="none" w="med" len="med"/>
                      <a:tailEnd type="none" w="med" len="med"/>
                    </a:lnT>
                    <a:lnB w="3174">
                      <a:solidFill>
                        <a:schemeClr val="tx1"/>
                      </a:solidFill>
                    </a:lnB>
                    <a:noFill/>
                  </a:tcPr>
                </a:tc>
                <a:tc>
                  <a:txBody>
                    <a:bodyPr/>
                    <a:lstStyle/>
                    <a:p>
                      <a:pPr marL="171450" marR="0" lvl="0" indent="-171450" algn="l" defTabSz="843930" rtl="0" eaLnBrk="1" fontAlgn="auto" latinLnBrk="0" hangingPunct="1">
                        <a:lnSpc>
                          <a:spcPts val="1200"/>
                        </a:lnSpc>
                        <a:spcBef>
                          <a:spcPts val="0"/>
                        </a:spcBef>
                        <a:spcAft>
                          <a:spcPts val="0"/>
                        </a:spcAft>
                        <a:buClrTx/>
                        <a:buSzTx/>
                        <a:buFont typeface="Wingdings"/>
                        <a:buChar char="ü"/>
                        <a:tabLst/>
                        <a:defRPr noProof="1"/>
                      </a:pPr>
                      <a:r>
                        <a:rPr kumimoji="1" lang="ja-JP" altLang="en-US" sz="1050" b="0" i="0" kern="1200" noProof="1">
                          <a:solidFill>
                            <a:srgbClr val="000000"/>
                          </a:solidFill>
                          <a:effectLst/>
                          <a:latin typeface="+mn-ea"/>
                          <a:ea typeface="+mn-ea"/>
                          <a:cs typeface="+mn-cs"/>
                        </a:rPr>
                        <a:t>受入テストシナリオの厚労省レビューに先立つ事前説明の内容確認について、共有する</a:t>
                      </a:r>
                    </a:p>
                  </a:txBody>
                  <a:tcPr marL="45720" marR="45720" anchor="ctr">
                    <a:lnL w="3174" cap="flat" cmpd="sng" algn="ctr">
                      <a:solidFill>
                        <a:schemeClr val="tx1"/>
                      </a:solidFill>
                      <a:prstDash val="solid"/>
                      <a:round/>
                      <a:headEnd type="none" w="med" len="med"/>
                      <a:tailEnd type="none" w="med" len="med"/>
                    </a:lnL>
                    <a:lnR w="3174" cap="flat" cmpd="sng" algn="ctr">
                      <a:solidFill>
                        <a:schemeClr val="tx1"/>
                      </a:solidFill>
                      <a:prstDash val="solid"/>
                      <a:round/>
                      <a:headEnd type="none" w="med" len="med"/>
                      <a:tailEnd type="none" w="med" len="med"/>
                    </a:lnR>
                    <a:lnT w="3174" cap="flat" cmpd="sng" algn="ctr">
                      <a:solidFill>
                        <a:schemeClr val="tx1"/>
                      </a:solidFill>
                      <a:prstDash val="solid"/>
                      <a:round/>
                      <a:headEnd type="none" w="med" len="med"/>
                      <a:tailEnd type="none" w="med" len="med"/>
                    </a:lnT>
                    <a:lnB w="3174">
                      <a:solidFill>
                        <a:schemeClr val="tx1"/>
                      </a:solidFill>
                    </a:lnB>
                    <a:noFill/>
                  </a:tcPr>
                </a:tc>
                <a:tc>
                  <a:txBody>
                    <a:bodyPr/>
                    <a:lstStyle/>
                    <a:p>
                      <a:pPr marL="0" lvl="0" algn="ctr" defTabSz="843930">
                        <a:lnSpc>
                          <a:spcPts val="1200"/>
                        </a:lnSpc>
                        <a:buNone/>
                      </a:pPr>
                      <a:r>
                        <a:rPr kumimoji="1" lang="en-US" altLang="ja-JP" sz="1050" b="0" i="0" kern="1200" noProof="1">
                          <a:solidFill>
                            <a:srgbClr val="000000"/>
                          </a:solidFill>
                          <a:effectLst/>
                          <a:latin typeface="+mn-ea"/>
                          <a:ea typeface="+mn-ea"/>
                          <a:cs typeface="+mn-cs"/>
                        </a:rPr>
                        <a:t>5</a:t>
                      </a:r>
                      <a:r>
                        <a:rPr kumimoji="1" lang="ja-JP" altLang="en-US" sz="1050" b="0" i="0" kern="1200" noProof="1">
                          <a:solidFill>
                            <a:srgbClr val="000000"/>
                          </a:solidFill>
                          <a:effectLst/>
                          <a:latin typeface="+mn-ea"/>
                          <a:ea typeface="+mn-ea"/>
                          <a:cs typeface="+mn-cs"/>
                        </a:rPr>
                        <a:t>分</a:t>
                      </a:r>
                    </a:p>
                  </a:txBody>
                  <a:tcPr marL="45720" marR="45720" anchor="ctr">
                    <a:lnL w="3174" cap="flat" cmpd="sng" algn="ctr">
                      <a:solidFill>
                        <a:schemeClr val="tx1"/>
                      </a:solidFill>
                      <a:prstDash val="solid"/>
                      <a:round/>
                      <a:headEnd type="none" w="med" len="med"/>
                      <a:tailEnd type="none" w="med" len="med"/>
                    </a:lnL>
                    <a:lnR w="3174" cap="flat" cmpd="sng" algn="ctr">
                      <a:solidFill>
                        <a:schemeClr val="tx1"/>
                      </a:solidFill>
                      <a:prstDash val="solid"/>
                      <a:round/>
                      <a:headEnd type="none" w="med" len="med"/>
                      <a:tailEnd type="none" w="med" len="med"/>
                    </a:lnR>
                    <a:lnT w="3174" cap="flat" cmpd="sng" algn="ctr">
                      <a:solidFill>
                        <a:schemeClr val="tx1"/>
                      </a:solidFill>
                      <a:prstDash val="solid"/>
                      <a:round/>
                      <a:headEnd type="none" w="med" len="med"/>
                      <a:tailEnd type="none" w="med" len="med"/>
                    </a:lnT>
                    <a:lnB w="3174">
                      <a:solidFill>
                        <a:schemeClr val="tx1"/>
                      </a:solidFill>
                    </a:lnB>
                    <a:noFill/>
                  </a:tcPr>
                </a:tc>
                <a:tc>
                  <a:txBody>
                    <a:bodyPr/>
                    <a:lstStyle/>
                    <a:p>
                      <a:pPr marL="0" lvl="0" indent="0" algn="ctr" defTabSz="843930">
                        <a:lnSpc>
                          <a:spcPts val="1200"/>
                        </a:lnSpc>
                        <a:spcBef>
                          <a:spcPts val="0"/>
                        </a:spcBef>
                        <a:spcAft>
                          <a:spcPts val="0"/>
                        </a:spcAft>
                        <a:buNone/>
                        <a:tabLst/>
                        <a:defRPr noProof="1"/>
                      </a:pPr>
                      <a:r>
                        <a:rPr kumimoji="1" lang="ja-JP" altLang="en-US" sz="1050" b="0" i="0" kern="1200" noProof="1">
                          <a:solidFill>
                            <a:srgbClr val="000000"/>
                          </a:solidFill>
                          <a:effectLst/>
                          <a:latin typeface="+mn-ea"/>
                          <a:ea typeface="+mn-ea"/>
                          <a:cs typeface="+mn-cs"/>
                        </a:rPr>
                        <a:t>山本（晃）</a:t>
                      </a:r>
                    </a:p>
                  </a:txBody>
                  <a:tcPr marL="45720" marR="45720" anchor="ctr">
                    <a:lnL w="3174" cap="flat" cmpd="sng" algn="ctr">
                      <a:solidFill>
                        <a:schemeClr val="tx1"/>
                      </a:solidFill>
                      <a:prstDash val="solid"/>
                      <a:round/>
                      <a:headEnd type="none" w="med" len="med"/>
                      <a:tailEnd type="none" w="med" len="med"/>
                    </a:lnL>
                    <a:lnR w="3174" cap="flat" cmpd="sng" algn="ctr">
                      <a:solidFill>
                        <a:schemeClr val="tx1"/>
                      </a:solidFill>
                      <a:prstDash val="solid"/>
                      <a:round/>
                      <a:headEnd type="none" w="med" len="med"/>
                      <a:tailEnd type="none" w="med" len="med"/>
                    </a:lnR>
                    <a:lnT w="3174" cap="flat" cmpd="sng" algn="ctr">
                      <a:solidFill>
                        <a:schemeClr val="tx1"/>
                      </a:solidFill>
                      <a:prstDash val="solid"/>
                      <a:round/>
                      <a:headEnd type="none" w="med" len="med"/>
                      <a:tailEnd type="none" w="med" len="med"/>
                    </a:lnT>
                    <a:lnB w="3174">
                      <a:solidFill>
                        <a:schemeClr val="tx1"/>
                      </a:solidFill>
                    </a:lnB>
                    <a:noFill/>
                  </a:tcPr>
                </a:tc>
                <a:extLst>
                  <a:ext uri="{0D108BD9-81ED-4DB2-BD59-A6C34878D82A}">
                    <a16:rowId xmlns:a16="http://schemas.microsoft.com/office/drawing/2014/main" val="1449321913"/>
                  </a:ext>
                </a:extLst>
              </a:tr>
              <a:tr h="411480">
                <a:tc>
                  <a:txBody>
                    <a:bodyPr/>
                    <a:lstStyle/>
                    <a:p>
                      <a:pPr lvl="0" algn="ctr">
                        <a:lnSpc>
                          <a:spcPts val="1200"/>
                        </a:lnSpc>
                        <a:buNone/>
                      </a:pPr>
                      <a:r>
                        <a:rPr lang="en-US" altLang="ja-JP" sz="1050" b="0" i="0" noProof="1">
                          <a:solidFill>
                            <a:srgbClr val="000000"/>
                          </a:solidFill>
                          <a:effectLst/>
                          <a:latin typeface="+mn-ea"/>
                          <a:ea typeface="+mn-ea"/>
                        </a:rPr>
                        <a:t>7</a:t>
                      </a:r>
                      <a:endParaRPr lang="ja-JP" altLang="en-US" sz="1050" b="0" i="0" noProof="1">
                        <a:solidFill>
                          <a:srgbClr val="000000"/>
                        </a:solidFill>
                        <a:effectLst/>
                        <a:latin typeface="+mn-ea"/>
                        <a:ea typeface="+mn-ea"/>
                      </a:endParaRPr>
                    </a:p>
                  </a:txBody>
                  <a:tcPr marL="45720" marR="45720" anchor="ctr">
                    <a:lnL w="3174">
                      <a:solidFill>
                        <a:schemeClr val="tx1"/>
                      </a:solidFill>
                    </a:lnL>
                    <a:lnR w="3174" cap="flat" cmpd="sng" algn="ctr">
                      <a:solidFill>
                        <a:schemeClr val="tx1"/>
                      </a:solidFill>
                      <a:prstDash val="solid"/>
                      <a:round/>
                      <a:headEnd type="none" w="med" len="med"/>
                      <a:tailEnd type="none" w="med" len="med"/>
                    </a:lnR>
                    <a:lnT w="3174" cap="flat" cmpd="sng" algn="ctr">
                      <a:solidFill>
                        <a:schemeClr val="tx1"/>
                      </a:solidFill>
                      <a:prstDash val="solid"/>
                      <a:round/>
                      <a:headEnd type="none" w="med" len="med"/>
                      <a:tailEnd type="none" w="med" len="med"/>
                    </a:lnT>
                    <a:lnB w="3174" cap="flat" cmpd="sng" algn="ctr">
                      <a:solidFill>
                        <a:schemeClr val="tx1"/>
                      </a:solidFill>
                      <a:prstDash val="solid"/>
                      <a:round/>
                      <a:headEnd type="none" w="med" len="med"/>
                      <a:tailEnd type="none" w="med" len="med"/>
                    </a:lnB>
                    <a:noFill/>
                  </a:tcPr>
                </a:tc>
                <a:tc>
                  <a:txBody>
                    <a:bodyPr/>
                    <a:lstStyle/>
                    <a:p>
                      <a:pPr marL="0" lvl="0" algn="l" defTabSz="843930">
                        <a:lnSpc>
                          <a:spcPts val="1200"/>
                        </a:lnSpc>
                        <a:buNone/>
                      </a:pPr>
                      <a:r>
                        <a:rPr lang="ja-JP" altLang="en-US" sz="1050">
                          <a:latin typeface="+mj-ea"/>
                        </a:rPr>
                        <a:t>医介連携におけるランニングコスト按分のための統計ログ出力機能の集計期間</a:t>
                      </a:r>
                      <a:endParaRPr kumimoji="1" lang="ja-JP" altLang="en-US" sz="1050" b="0" i="0" kern="1200" noProof="1">
                        <a:solidFill>
                          <a:srgbClr val="000000"/>
                        </a:solidFill>
                        <a:effectLst/>
                        <a:latin typeface="+mn-ea"/>
                        <a:ea typeface="+mn-ea"/>
                        <a:cs typeface="+mn-cs"/>
                      </a:endParaRPr>
                    </a:p>
                  </a:txBody>
                  <a:tcPr marL="45720" marR="45720" anchor="ctr">
                    <a:lnL w="3174" cap="flat" cmpd="sng" algn="ctr">
                      <a:solidFill>
                        <a:schemeClr val="tx1"/>
                      </a:solidFill>
                      <a:prstDash val="solid"/>
                      <a:round/>
                      <a:headEnd type="none" w="med" len="med"/>
                      <a:tailEnd type="none" w="med" len="med"/>
                    </a:lnL>
                    <a:lnR w="3174" cap="flat" cmpd="sng" algn="ctr">
                      <a:solidFill>
                        <a:schemeClr val="tx1"/>
                      </a:solidFill>
                      <a:prstDash val="solid"/>
                      <a:round/>
                      <a:headEnd type="none" w="med" len="med"/>
                      <a:tailEnd type="none" w="med" len="med"/>
                    </a:lnR>
                    <a:lnT w="3174" cap="flat" cmpd="sng" algn="ctr">
                      <a:solidFill>
                        <a:schemeClr val="tx1"/>
                      </a:solidFill>
                      <a:prstDash val="solid"/>
                      <a:round/>
                      <a:headEnd type="none" w="med" len="med"/>
                      <a:tailEnd type="none" w="med" len="med"/>
                    </a:lnT>
                    <a:lnB w="3174" cap="flat" cmpd="sng" algn="ctr">
                      <a:solidFill>
                        <a:schemeClr val="tx1"/>
                      </a:solidFill>
                      <a:prstDash val="solid"/>
                      <a:round/>
                      <a:headEnd type="none" w="med" len="med"/>
                      <a:tailEnd type="none" w="med" len="med"/>
                    </a:lnB>
                    <a:noFill/>
                  </a:tcPr>
                </a:tc>
                <a:tc>
                  <a:txBody>
                    <a:bodyPr/>
                    <a:lstStyle/>
                    <a:p>
                      <a:pPr marL="0" marR="0" lvl="0" indent="0" algn="ctr" defTabSz="685673" rtl="0" eaLnBrk="1" fontAlgn="auto" latinLnBrk="0" hangingPunct="1">
                        <a:lnSpc>
                          <a:spcPct val="100000"/>
                        </a:lnSpc>
                        <a:spcBef>
                          <a:spcPts val="0"/>
                        </a:spcBef>
                        <a:spcAft>
                          <a:spcPts val="0"/>
                        </a:spcAft>
                        <a:buClrTx/>
                        <a:buSzTx/>
                        <a:buFontTx/>
                        <a:buNone/>
                        <a:tabLst/>
                        <a:defRPr/>
                      </a:pPr>
                      <a:r>
                        <a:rPr lang="ja-JP" altLang="ja-JP" sz="1100" b="0" i="0" u="none" strike="noStrike" kern="1200" noProof="1">
                          <a:solidFill>
                            <a:srgbClr val="F79646"/>
                          </a:solidFill>
                          <a:effectLst/>
                          <a:latin typeface="Meiryo UI"/>
                          <a:ea typeface="+mn-ea"/>
                          <a:cs typeface="+mn-cs"/>
                        </a:rPr>
                        <a:t>協議</a:t>
                      </a:r>
                      <a:endParaRPr lang="ja-JP" altLang="ja-JP" sz="1100" b="0" i="0" u="none" strike="noStrike" kern="1200" noProof="1">
                        <a:solidFill>
                          <a:srgbClr val="000000"/>
                        </a:solidFill>
                        <a:effectLst/>
                        <a:latin typeface="Meiryo UI"/>
                        <a:ea typeface="+mn-ea"/>
                        <a:cs typeface="+mn-cs"/>
                      </a:endParaRPr>
                    </a:p>
                  </a:txBody>
                  <a:tcPr marL="45720" marR="45720" anchor="ctr">
                    <a:lnL w="3174" cap="flat" cmpd="sng" algn="ctr">
                      <a:solidFill>
                        <a:schemeClr val="tx1"/>
                      </a:solidFill>
                      <a:prstDash val="solid"/>
                      <a:round/>
                      <a:headEnd type="none" w="med" len="med"/>
                      <a:tailEnd type="none" w="med" len="med"/>
                    </a:lnL>
                    <a:lnR w="3174" cap="flat" cmpd="sng" algn="ctr">
                      <a:solidFill>
                        <a:schemeClr val="tx1"/>
                      </a:solidFill>
                      <a:prstDash val="solid"/>
                      <a:round/>
                      <a:headEnd type="none" w="med" len="med"/>
                      <a:tailEnd type="none" w="med" len="med"/>
                    </a:lnR>
                    <a:lnT w="3174" cap="flat" cmpd="sng" algn="ctr">
                      <a:solidFill>
                        <a:schemeClr val="tx1"/>
                      </a:solidFill>
                      <a:prstDash val="solid"/>
                      <a:round/>
                      <a:headEnd type="none" w="med" len="med"/>
                      <a:tailEnd type="none" w="med" len="med"/>
                    </a:lnT>
                    <a:lnB w="3174" cap="flat" cmpd="sng" algn="ctr">
                      <a:solidFill>
                        <a:schemeClr val="tx1"/>
                      </a:solidFill>
                      <a:prstDash val="solid"/>
                      <a:round/>
                      <a:headEnd type="none" w="med" len="med"/>
                      <a:tailEnd type="none" w="med" len="med"/>
                    </a:lnB>
                    <a:noFill/>
                  </a:tcPr>
                </a:tc>
                <a:tc>
                  <a:txBody>
                    <a:bodyPr/>
                    <a:lstStyle/>
                    <a:p>
                      <a:pPr marL="171450" marR="0" lvl="0" indent="-171450" algn="l" defTabSz="843930" rtl="0" eaLnBrk="1" fontAlgn="auto" latinLnBrk="0" hangingPunct="1">
                        <a:lnSpc>
                          <a:spcPts val="1200"/>
                        </a:lnSpc>
                        <a:spcBef>
                          <a:spcPts val="0"/>
                        </a:spcBef>
                        <a:spcAft>
                          <a:spcPts val="0"/>
                        </a:spcAft>
                        <a:buClrTx/>
                        <a:buSzTx/>
                        <a:buFont typeface="Wingdings"/>
                        <a:buChar char="ü"/>
                        <a:tabLst/>
                        <a:defRPr noProof="1"/>
                      </a:pPr>
                      <a:r>
                        <a:rPr lang="ja-JP" altLang="en-US" sz="1050">
                          <a:latin typeface="+mj-ea"/>
                        </a:rPr>
                        <a:t>医介連携におけるランニングコスト按分のための統計ログ出力機能の集計期間について、確認する</a:t>
                      </a:r>
                      <a:endParaRPr kumimoji="1" lang="ja-JP" altLang="en-US" sz="1050" b="0" i="0" kern="1200" noProof="1">
                        <a:solidFill>
                          <a:srgbClr val="000000"/>
                        </a:solidFill>
                        <a:effectLst/>
                        <a:latin typeface="+mn-ea"/>
                        <a:ea typeface="+mn-ea"/>
                        <a:cs typeface="+mn-cs"/>
                      </a:endParaRPr>
                    </a:p>
                  </a:txBody>
                  <a:tcPr marL="45720" marR="45720" anchor="ctr">
                    <a:lnL w="3174" cap="flat" cmpd="sng" algn="ctr">
                      <a:solidFill>
                        <a:schemeClr val="tx1"/>
                      </a:solidFill>
                      <a:prstDash val="solid"/>
                      <a:round/>
                      <a:headEnd type="none" w="med" len="med"/>
                      <a:tailEnd type="none" w="med" len="med"/>
                    </a:lnL>
                    <a:lnR w="3174" cap="flat" cmpd="sng" algn="ctr">
                      <a:solidFill>
                        <a:schemeClr val="tx1"/>
                      </a:solidFill>
                      <a:prstDash val="solid"/>
                      <a:round/>
                      <a:headEnd type="none" w="med" len="med"/>
                      <a:tailEnd type="none" w="med" len="med"/>
                    </a:lnR>
                    <a:lnT w="3174" cap="flat" cmpd="sng" algn="ctr">
                      <a:solidFill>
                        <a:schemeClr val="tx1"/>
                      </a:solidFill>
                      <a:prstDash val="solid"/>
                      <a:round/>
                      <a:headEnd type="none" w="med" len="med"/>
                      <a:tailEnd type="none" w="med" len="med"/>
                    </a:lnT>
                    <a:lnB w="3174" cap="flat" cmpd="sng" algn="ctr">
                      <a:solidFill>
                        <a:schemeClr val="tx1"/>
                      </a:solidFill>
                      <a:prstDash val="solid"/>
                      <a:round/>
                      <a:headEnd type="none" w="med" len="med"/>
                      <a:tailEnd type="none" w="med" len="med"/>
                    </a:lnB>
                    <a:noFill/>
                  </a:tcPr>
                </a:tc>
                <a:tc>
                  <a:txBody>
                    <a:bodyPr/>
                    <a:lstStyle/>
                    <a:p>
                      <a:pPr marL="0" lvl="0" algn="ctr" defTabSz="843930">
                        <a:lnSpc>
                          <a:spcPts val="1200"/>
                        </a:lnSpc>
                        <a:buNone/>
                      </a:pPr>
                      <a:r>
                        <a:rPr kumimoji="1" lang="en-US" altLang="ja-JP" sz="1050" b="0" i="0" kern="1200" noProof="1">
                          <a:solidFill>
                            <a:srgbClr val="000000"/>
                          </a:solidFill>
                          <a:effectLst/>
                          <a:latin typeface="+mn-ea"/>
                          <a:ea typeface="+mn-ea"/>
                          <a:cs typeface="+mn-cs"/>
                        </a:rPr>
                        <a:t>5</a:t>
                      </a:r>
                      <a:r>
                        <a:rPr kumimoji="1" lang="ja-JP" altLang="en-US" sz="1050" b="0" i="0" kern="1200" noProof="1">
                          <a:solidFill>
                            <a:srgbClr val="000000"/>
                          </a:solidFill>
                          <a:effectLst/>
                          <a:latin typeface="+mn-ea"/>
                          <a:ea typeface="+mn-ea"/>
                          <a:cs typeface="+mn-cs"/>
                        </a:rPr>
                        <a:t>分</a:t>
                      </a:r>
                    </a:p>
                  </a:txBody>
                  <a:tcPr marL="45720" marR="45720" anchor="ctr">
                    <a:lnL w="3174" cap="flat" cmpd="sng" algn="ctr">
                      <a:solidFill>
                        <a:schemeClr val="tx1"/>
                      </a:solidFill>
                      <a:prstDash val="solid"/>
                      <a:round/>
                      <a:headEnd type="none" w="med" len="med"/>
                      <a:tailEnd type="none" w="med" len="med"/>
                    </a:lnL>
                    <a:lnR w="3174" cap="flat" cmpd="sng" algn="ctr">
                      <a:solidFill>
                        <a:schemeClr val="tx1"/>
                      </a:solidFill>
                      <a:prstDash val="solid"/>
                      <a:round/>
                      <a:headEnd type="none" w="med" len="med"/>
                      <a:tailEnd type="none" w="med" len="med"/>
                    </a:lnR>
                    <a:lnT w="3174" cap="flat" cmpd="sng" algn="ctr">
                      <a:solidFill>
                        <a:schemeClr val="tx1"/>
                      </a:solidFill>
                      <a:prstDash val="solid"/>
                      <a:round/>
                      <a:headEnd type="none" w="med" len="med"/>
                      <a:tailEnd type="none" w="med" len="med"/>
                    </a:lnT>
                    <a:lnB w="3174" cap="flat" cmpd="sng" algn="ctr">
                      <a:solidFill>
                        <a:schemeClr val="tx1"/>
                      </a:solidFill>
                      <a:prstDash val="solid"/>
                      <a:round/>
                      <a:headEnd type="none" w="med" len="med"/>
                      <a:tailEnd type="none" w="med" len="med"/>
                    </a:lnB>
                    <a:noFill/>
                  </a:tcPr>
                </a:tc>
                <a:tc>
                  <a:txBody>
                    <a:bodyPr/>
                    <a:lstStyle/>
                    <a:p>
                      <a:pPr marL="0" lvl="0" indent="0" algn="ctr" defTabSz="843930">
                        <a:lnSpc>
                          <a:spcPts val="1200"/>
                        </a:lnSpc>
                        <a:spcBef>
                          <a:spcPts val="0"/>
                        </a:spcBef>
                        <a:spcAft>
                          <a:spcPts val="0"/>
                        </a:spcAft>
                        <a:buNone/>
                        <a:tabLst/>
                        <a:defRPr noProof="1"/>
                      </a:pPr>
                      <a:r>
                        <a:rPr kumimoji="1" lang="ja-JP" altLang="en-US" sz="1050" b="0" i="0" kern="1200" noProof="1">
                          <a:solidFill>
                            <a:srgbClr val="000000"/>
                          </a:solidFill>
                          <a:effectLst/>
                          <a:latin typeface="+mn-ea"/>
                          <a:ea typeface="+mn-ea"/>
                          <a:cs typeface="+mn-cs"/>
                        </a:rPr>
                        <a:t>小林</a:t>
                      </a:r>
                    </a:p>
                  </a:txBody>
                  <a:tcPr marL="45720" marR="45720" anchor="ctr">
                    <a:lnL w="3174" cap="flat" cmpd="sng" algn="ctr">
                      <a:solidFill>
                        <a:schemeClr val="tx1"/>
                      </a:solidFill>
                      <a:prstDash val="solid"/>
                      <a:round/>
                      <a:headEnd type="none" w="med" len="med"/>
                      <a:tailEnd type="none" w="med" len="med"/>
                    </a:lnL>
                    <a:lnR w="3174" cap="flat" cmpd="sng" algn="ctr">
                      <a:solidFill>
                        <a:schemeClr val="tx1"/>
                      </a:solidFill>
                      <a:prstDash val="solid"/>
                      <a:round/>
                      <a:headEnd type="none" w="med" len="med"/>
                      <a:tailEnd type="none" w="med" len="med"/>
                    </a:lnR>
                    <a:lnT w="3174" cap="flat" cmpd="sng" algn="ctr">
                      <a:solidFill>
                        <a:schemeClr val="tx1"/>
                      </a:solidFill>
                      <a:prstDash val="solid"/>
                      <a:round/>
                      <a:headEnd type="none" w="med" len="med"/>
                      <a:tailEnd type="none" w="med" len="med"/>
                    </a:lnT>
                    <a:lnB w="3174"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9539547"/>
                  </a:ext>
                </a:extLst>
              </a:tr>
              <a:tr h="411480">
                <a:tc>
                  <a:txBody>
                    <a:bodyPr/>
                    <a:lstStyle/>
                    <a:p>
                      <a:pPr lvl="0" algn="ctr">
                        <a:lnSpc>
                          <a:spcPts val="1200"/>
                        </a:lnSpc>
                        <a:buNone/>
                      </a:pPr>
                      <a:r>
                        <a:rPr lang="en-US" altLang="ja-JP" sz="1050" b="0" i="0" noProof="1">
                          <a:solidFill>
                            <a:srgbClr val="000000"/>
                          </a:solidFill>
                          <a:effectLst/>
                          <a:latin typeface="+mn-ea"/>
                          <a:ea typeface="+mn-ea"/>
                        </a:rPr>
                        <a:t>8</a:t>
                      </a:r>
                      <a:endParaRPr lang="ja-JP" altLang="en-US" sz="1050" b="0" i="0" noProof="1">
                        <a:solidFill>
                          <a:srgbClr val="000000"/>
                        </a:solidFill>
                        <a:effectLst/>
                        <a:latin typeface="+mn-ea"/>
                        <a:ea typeface="+mn-ea"/>
                      </a:endParaRPr>
                    </a:p>
                  </a:txBody>
                  <a:tcPr marL="45720" marR="45720" anchor="ctr">
                    <a:lnL w="3174">
                      <a:solidFill>
                        <a:schemeClr val="tx1"/>
                      </a:solidFill>
                    </a:lnL>
                    <a:lnR w="3174" cap="flat" cmpd="sng" algn="ctr">
                      <a:solidFill>
                        <a:schemeClr val="tx1"/>
                      </a:solidFill>
                      <a:prstDash val="solid"/>
                      <a:round/>
                      <a:headEnd type="none" w="med" len="med"/>
                      <a:tailEnd type="none" w="med" len="med"/>
                    </a:lnR>
                    <a:lnT w="3174" cap="flat" cmpd="sng" algn="ctr">
                      <a:solidFill>
                        <a:schemeClr val="tx1"/>
                      </a:solidFill>
                      <a:prstDash val="solid"/>
                      <a:round/>
                      <a:headEnd type="none" w="med" len="med"/>
                      <a:tailEnd type="none" w="med" len="med"/>
                    </a:lnT>
                    <a:lnB w="3174">
                      <a:solidFill>
                        <a:schemeClr val="tx1"/>
                      </a:solidFill>
                    </a:lnB>
                    <a:noFill/>
                  </a:tcPr>
                </a:tc>
                <a:tc>
                  <a:txBody>
                    <a:bodyPr/>
                    <a:lstStyle/>
                    <a:p>
                      <a:pPr marL="0" lvl="0" algn="l" defTabSz="843930">
                        <a:lnSpc>
                          <a:spcPts val="1200"/>
                        </a:lnSpc>
                        <a:buNone/>
                      </a:pPr>
                      <a:r>
                        <a:rPr lang="ja-JP" altLang="en-US" sz="1050" b="0" i="0" kern="1200" noProof="1">
                          <a:solidFill>
                            <a:srgbClr val="000000"/>
                          </a:solidFill>
                          <a:effectLst/>
                          <a:latin typeface="+mn-ea"/>
                          <a:ea typeface="+mn-ea"/>
                          <a:cs typeface="+mn-cs"/>
                        </a:rPr>
                        <a:t>厚労省アジェンダ</a:t>
                      </a:r>
                      <a:endParaRPr kumimoji="1" lang="ja-JP" altLang="en-US" sz="1050" b="0" i="0" kern="1200" noProof="1">
                        <a:solidFill>
                          <a:srgbClr val="000000"/>
                        </a:solidFill>
                        <a:effectLst/>
                        <a:latin typeface="+mn-ea"/>
                        <a:ea typeface="+mn-ea"/>
                        <a:cs typeface="+mn-cs"/>
                      </a:endParaRPr>
                    </a:p>
                  </a:txBody>
                  <a:tcPr marL="45720" marR="45720" anchor="ctr">
                    <a:lnL w="3174" cap="flat" cmpd="sng" algn="ctr">
                      <a:solidFill>
                        <a:schemeClr val="tx1"/>
                      </a:solidFill>
                      <a:prstDash val="solid"/>
                      <a:round/>
                      <a:headEnd type="none" w="med" len="med"/>
                      <a:tailEnd type="none" w="med" len="med"/>
                    </a:lnL>
                    <a:lnR w="3174" cap="flat" cmpd="sng" algn="ctr">
                      <a:solidFill>
                        <a:schemeClr val="tx1"/>
                      </a:solidFill>
                      <a:prstDash val="solid"/>
                      <a:round/>
                      <a:headEnd type="none" w="med" len="med"/>
                      <a:tailEnd type="none" w="med" len="med"/>
                    </a:lnR>
                    <a:lnT w="3174" cap="flat" cmpd="sng" algn="ctr">
                      <a:solidFill>
                        <a:schemeClr val="tx1"/>
                      </a:solidFill>
                      <a:prstDash val="solid"/>
                      <a:round/>
                      <a:headEnd type="none" w="med" len="med"/>
                      <a:tailEnd type="none" w="med" len="med"/>
                    </a:lnT>
                    <a:lnB w="3174">
                      <a:solidFill>
                        <a:schemeClr val="tx1"/>
                      </a:solidFill>
                    </a:lnB>
                    <a:noFill/>
                  </a:tcPr>
                </a:tc>
                <a:tc>
                  <a:txBody>
                    <a:bodyPr/>
                    <a:lstStyle/>
                    <a:p>
                      <a:pPr lvl="0" algn="ctr">
                        <a:lnSpc>
                          <a:spcPct val="100000"/>
                        </a:lnSpc>
                        <a:spcBef>
                          <a:spcPts val="0"/>
                        </a:spcBef>
                        <a:spcAft>
                          <a:spcPts val="0"/>
                        </a:spcAft>
                        <a:buNone/>
                      </a:pPr>
                      <a:r>
                        <a:rPr lang="ja-JP" sz="1100" b="0" i="0" u="none" strike="noStrike" kern="1200" noProof="1">
                          <a:solidFill>
                            <a:srgbClr val="F79646"/>
                          </a:solidFill>
                          <a:effectLst/>
                          <a:latin typeface="Meiryo UI"/>
                          <a:ea typeface="Meiryo UI"/>
                          <a:cs typeface="+mn-cs"/>
                        </a:rPr>
                        <a:t>協議</a:t>
                      </a:r>
                      <a:endParaRPr lang="ja-JP" sz="1100" b="0" i="0" u="none" strike="noStrike" kern="1200" noProof="1">
                        <a:solidFill>
                          <a:srgbClr val="000000"/>
                        </a:solidFill>
                        <a:effectLst/>
                        <a:latin typeface="Meiryo UI"/>
                        <a:ea typeface="Meiryo UI"/>
                        <a:cs typeface="+mn-cs"/>
                      </a:endParaRPr>
                    </a:p>
                  </a:txBody>
                  <a:tcPr marL="45720" marR="45720" anchor="ctr">
                    <a:lnL w="3174" cap="flat" cmpd="sng" algn="ctr">
                      <a:solidFill>
                        <a:schemeClr val="tx1"/>
                      </a:solidFill>
                      <a:prstDash val="solid"/>
                      <a:round/>
                      <a:headEnd type="none" w="med" len="med"/>
                      <a:tailEnd type="none" w="med" len="med"/>
                    </a:lnL>
                    <a:lnR w="3174" cap="flat" cmpd="sng" algn="ctr">
                      <a:solidFill>
                        <a:schemeClr val="tx1"/>
                      </a:solidFill>
                      <a:prstDash val="solid"/>
                      <a:round/>
                      <a:headEnd type="none" w="med" len="med"/>
                      <a:tailEnd type="none" w="med" len="med"/>
                    </a:lnR>
                    <a:lnT w="3174" cap="flat" cmpd="sng" algn="ctr">
                      <a:solidFill>
                        <a:schemeClr val="tx1"/>
                      </a:solidFill>
                      <a:prstDash val="solid"/>
                      <a:round/>
                      <a:headEnd type="none" w="med" len="med"/>
                      <a:tailEnd type="none" w="med" len="med"/>
                    </a:lnT>
                    <a:lnB w="3174">
                      <a:solidFill>
                        <a:schemeClr val="tx1"/>
                      </a:solidFill>
                    </a:lnB>
                    <a:noFill/>
                  </a:tcPr>
                </a:tc>
                <a:tc>
                  <a:txBody>
                    <a:bodyPr/>
                    <a:lstStyle/>
                    <a:p>
                      <a:pPr marL="171450" lvl="0" indent="-171450" algn="l" defTabSz="843930">
                        <a:lnSpc>
                          <a:spcPts val="1200"/>
                        </a:lnSpc>
                        <a:spcBef>
                          <a:spcPts val="0"/>
                        </a:spcBef>
                        <a:spcAft>
                          <a:spcPts val="0"/>
                        </a:spcAft>
                        <a:buFont typeface="Wingdings"/>
                        <a:buChar char="ü"/>
                        <a:tabLst/>
                        <a:defRPr noProof="1"/>
                      </a:pPr>
                      <a:r>
                        <a:rPr lang="ja-JP" altLang="en-US" sz="1050" b="0" i="0" kern="1200" noProof="1">
                          <a:solidFill>
                            <a:srgbClr val="000000"/>
                          </a:solidFill>
                          <a:effectLst/>
                          <a:latin typeface="+mn-ea"/>
                          <a:ea typeface="+mn-ea"/>
                          <a:cs typeface="+mn-cs"/>
                        </a:rPr>
                        <a:t>厚労省アジェンダについて、協議する</a:t>
                      </a:r>
                      <a:endParaRPr kumimoji="1" lang="ja-JP" altLang="en-US" sz="1050" b="0" i="0" kern="1200" noProof="1">
                        <a:solidFill>
                          <a:srgbClr val="000000"/>
                        </a:solidFill>
                        <a:effectLst/>
                        <a:latin typeface="+mn-ea"/>
                        <a:ea typeface="+mn-ea"/>
                        <a:cs typeface="+mn-cs"/>
                      </a:endParaRPr>
                    </a:p>
                  </a:txBody>
                  <a:tcPr marL="45720" marR="45720" anchor="ctr">
                    <a:lnL w="3174" cap="flat" cmpd="sng" algn="ctr">
                      <a:solidFill>
                        <a:schemeClr val="tx1"/>
                      </a:solidFill>
                      <a:prstDash val="solid"/>
                      <a:round/>
                      <a:headEnd type="none" w="med" len="med"/>
                      <a:tailEnd type="none" w="med" len="med"/>
                    </a:lnL>
                    <a:lnR w="3174" cap="flat" cmpd="sng" algn="ctr">
                      <a:solidFill>
                        <a:schemeClr val="tx1"/>
                      </a:solidFill>
                      <a:prstDash val="solid"/>
                      <a:round/>
                      <a:headEnd type="none" w="med" len="med"/>
                      <a:tailEnd type="none" w="med" len="med"/>
                    </a:lnR>
                    <a:lnT w="3174" cap="flat" cmpd="sng" algn="ctr">
                      <a:solidFill>
                        <a:schemeClr val="tx1"/>
                      </a:solidFill>
                      <a:prstDash val="solid"/>
                      <a:round/>
                      <a:headEnd type="none" w="med" len="med"/>
                      <a:tailEnd type="none" w="med" len="med"/>
                    </a:lnT>
                    <a:lnB w="3174">
                      <a:solidFill>
                        <a:schemeClr val="tx1"/>
                      </a:solidFill>
                    </a:lnB>
                    <a:noFill/>
                  </a:tcPr>
                </a:tc>
                <a:tc>
                  <a:txBody>
                    <a:bodyPr/>
                    <a:lstStyle/>
                    <a:p>
                      <a:pPr marL="0" lvl="0" algn="ctr" defTabSz="843930">
                        <a:lnSpc>
                          <a:spcPts val="1200"/>
                        </a:lnSpc>
                        <a:buNone/>
                      </a:pPr>
                      <a:r>
                        <a:rPr lang="en-US" altLang="ja-JP" sz="1050" b="0" i="0" kern="1200" noProof="1">
                          <a:solidFill>
                            <a:srgbClr val="000000"/>
                          </a:solidFill>
                          <a:effectLst/>
                          <a:latin typeface="+mn-ea"/>
                          <a:ea typeface="+mn-ea"/>
                          <a:cs typeface="+mn-cs"/>
                        </a:rPr>
                        <a:t>3</a:t>
                      </a:r>
                      <a:r>
                        <a:rPr lang="ja-JP" altLang="en-US" sz="1050" b="0" i="0" kern="1200" noProof="1">
                          <a:solidFill>
                            <a:srgbClr val="000000"/>
                          </a:solidFill>
                          <a:effectLst/>
                          <a:latin typeface="+mn-ea"/>
                          <a:ea typeface="+mn-ea"/>
                          <a:cs typeface="+mn-cs"/>
                        </a:rPr>
                        <a:t>0分</a:t>
                      </a:r>
                      <a:endParaRPr kumimoji="1" lang="ja-JP" altLang="en-US" sz="1050" b="0" i="0" kern="1200" noProof="1">
                        <a:solidFill>
                          <a:srgbClr val="000000"/>
                        </a:solidFill>
                        <a:effectLst/>
                        <a:latin typeface="+mn-ea"/>
                        <a:ea typeface="+mn-ea"/>
                        <a:cs typeface="+mn-cs"/>
                      </a:endParaRPr>
                    </a:p>
                  </a:txBody>
                  <a:tcPr marL="45720" marR="45720" anchor="ctr">
                    <a:lnL w="3174" cap="flat" cmpd="sng" algn="ctr">
                      <a:solidFill>
                        <a:schemeClr val="tx1"/>
                      </a:solidFill>
                      <a:prstDash val="solid"/>
                      <a:round/>
                      <a:headEnd type="none" w="med" len="med"/>
                      <a:tailEnd type="none" w="med" len="med"/>
                    </a:lnL>
                    <a:lnR w="3174" cap="flat" cmpd="sng" algn="ctr">
                      <a:solidFill>
                        <a:schemeClr val="tx1"/>
                      </a:solidFill>
                      <a:prstDash val="solid"/>
                      <a:round/>
                      <a:headEnd type="none" w="med" len="med"/>
                      <a:tailEnd type="none" w="med" len="med"/>
                    </a:lnR>
                    <a:lnT w="3174" cap="flat" cmpd="sng" algn="ctr">
                      <a:solidFill>
                        <a:schemeClr val="tx1"/>
                      </a:solidFill>
                      <a:prstDash val="solid"/>
                      <a:round/>
                      <a:headEnd type="none" w="med" len="med"/>
                      <a:tailEnd type="none" w="med" len="med"/>
                    </a:lnT>
                    <a:lnB w="3174">
                      <a:solidFill>
                        <a:schemeClr val="tx1"/>
                      </a:solidFill>
                    </a:lnB>
                    <a:noFill/>
                  </a:tcPr>
                </a:tc>
                <a:tc>
                  <a:txBody>
                    <a:bodyPr/>
                    <a:lstStyle/>
                    <a:p>
                      <a:pPr marL="0" lvl="0" indent="0" algn="ctr" defTabSz="843930">
                        <a:lnSpc>
                          <a:spcPts val="1200"/>
                        </a:lnSpc>
                        <a:spcBef>
                          <a:spcPts val="0"/>
                        </a:spcBef>
                        <a:spcAft>
                          <a:spcPts val="0"/>
                        </a:spcAft>
                        <a:buNone/>
                        <a:tabLst/>
                        <a:defRPr noProof="1"/>
                      </a:pPr>
                      <a:r>
                        <a:rPr lang="ja-JP" altLang="en-US" sz="1050" b="0" i="0" kern="1200" noProof="1">
                          <a:solidFill>
                            <a:srgbClr val="000000"/>
                          </a:solidFill>
                          <a:effectLst/>
                          <a:latin typeface="+mn-ea"/>
                          <a:ea typeface="+mn-ea"/>
                          <a:cs typeface="+mn-cs"/>
                        </a:rPr>
                        <a:t>厚労省</a:t>
                      </a:r>
                      <a:endParaRPr kumimoji="1" lang="ja-JP" altLang="en-US" sz="1050" b="0" i="0" kern="1200" noProof="1">
                        <a:solidFill>
                          <a:srgbClr val="000000"/>
                        </a:solidFill>
                        <a:effectLst/>
                        <a:latin typeface="+mn-ea"/>
                        <a:ea typeface="+mn-ea"/>
                        <a:cs typeface="+mn-cs"/>
                      </a:endParaRPr>
                    </a:p>
                  </a:txBody>
                  <a:tcPr marL="45720" marR="45720" anchor="ctr">
                    <a:lnL w="3174" cap="flat" cmpd="sng" algn="ctr">
                      <a:solidFill>
                        <a:schemeClr val="tx1"/>
                      </a:solidFill>
                      <a:prstDash val="solid"/>
                      <a:round/>
                      <a:headEnd type="none" w="med" len="med"/>
                      <a:tailEnd type="none" w="med" len="med"/>
                    </a:lnL>
                    <a:lnR w="3174" cap="flat" cmpd="sng" algn="ctr">
                      <a:solidFill>
                        <a:schemeClr val="tx1"/>
                      </a:solidFill>
                      <a:prstDash val="solid"/>
                      <a:round/>
                      <a:headEnd type="none" w="med" len="med"/>
                      <a:tailEnd type="none" w="med" len="med"/>
                    </a:lnR>
                    <a:lnT w="3174" cap="flat" cmpd="sng" algn="ctr">
                      <a:solidFill>
                        <a:schemeClr val="tx1"/>
                      </a:solidFill>
                      <a:prstDash val="solid"/>
                      <a:round/>
                      <a:headEnd type="none" w="med" len="med"/>
                      <a:tailEnd type="none" w="med" len="med"/>
                    </a:lnT>
                    <a:lnB w="3174">
                      <a:solidFill>
                        <a:schemeClr val="tx1"/>
                      </a:solidFill>
                    </a:lnB>
                    <a:noFill/>
                  </a:tcPr>
                </a:tc>
                <a:extLst>
                  <a:ext uri="{0D108BD9-81ED-4DB2-BD59-A6C34878D82A}">
                    <a16:rowId xmlns:a16="http://schemas.microsoft.com/office/drawing/2014/main" val="1765076477"/>
                  </a:ext>
                </a:extLst>
              </a:tr>
              <a:tr h="411480">
                <a:tc>
                  <a:txBody>
                    <a:bodyPr/>
                    <a:lstStyle/>
                    <a:p>
                      <a:pPr algn="ctr" fontAlgn="base">
                        <a:lnSpc>
                          <a:spcPts val="1200"/>
                        </a:lnSpc>
                      </a:pPr>
                      <a:r>
                        <a:rPr lang="ja-JP" altLang="en-US" sz="1050" b="0" i="0" noProof="1">
                          <a:solidFill>
                            <a:srgbClr val="000000"/>
                          </a:solidFill>
                          <a:effectLst/>
                          <a:latin typeface="+mn-ea"/>
                          <a:ea typeface="+mn-ea"/>
                        </a:rPr>
                        <a:t>ー</a:t>
                      </a:r>
                      <a:endParaRPr lang="en-US" sz="1050" b="0" i="0" noProof="1">
                        <a:solidFill>
                          <a:srgbClr val="000000"/>
                        </a:solidFill>
                        <a:effectLst/>
                        <a:latin typeface="+mn-ea"/>
                        <a:ea typeface="+mn-ea"/>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4"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l" defTabSz="843930" rtl="0" eaLnBrk="1" fontAlgn="base" latinLnBrk="0" hangingPunct="1">
                        <a:lnSpc>
                          <a:spcPts val="1200"/>
                        </a:lnSpc>
                      </a:pPr>
                      <a:r>
                        <a:rPr kumimoji="1" lang="ja-JP" altLang="en-US" sz="1050" b="0" i="0" kern="1200" noProof="1">
                          <a:solidFill>
                            <a:srgbClr val="000000"/>
                          </a:solidFill>
                          <a:effectLst/>
                          <a:latin typeface="+mn-ea"/>
                          <a:ea typeface="+mn-ea"/>
                          <a:cs typeface="+mn-cs"/>
                        </a:rPr>
                        <a:t>ラップアップ</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4"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843930" rtl="0" eaLnBrk="1" fontAlgn="base" latinLnBrk="0" hangingPunct="1">
                        <a:lnSpc>
                          <a:spcPts val="1200"/>
                        </a:lnSpc>
                        <a:spcBef>
                          <a:spcPts val="0"/>
                        </a:spcBef>
                        <a:spcAft>
                          <a:spcPts val="0"/>
                        </a:spcAft>
                        <a:buClrTx/>
                        <a:buSzTx/>
                        <a:buFont typeface="Wingdings" panose="05000000000000000000" pitchFamily="2" charset="2"/>
                        <a:buNone/>
                        <a:tabLst/>
                        <a:defRPr noProof="1"/>
                      </a:pPr>
                      <a:r>
                        <a:rPr kumimoji="1" lang="ja-JP" altLang="en-US" sz="1050" b="0" i="0" kern="1200" noProof="1">
                          <a:solidFill>
                            <a:srgbClr val="000000"/>
                          </a:solidFill>
                          <a:effectLst/>
                          <a:latin typeface="+mn-ea"/>
                          <a:ea typeface="+mn-ea"/>
                          <a:cs typeface="+mn-cs"/>
                        </a:rPr>
                        <a:t>ー</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4"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171450" marR="0" lvl="0" indent="-171450" algn="l" defTabSz="843930" rtl="0" eaLnBrk="1" fontAlgn="base" latinLnBrk="0" hangingPunct="1">
                        <a:lnSpc>
                          <a:spcPts val="1200"/>
                        </a:lnSpc>
                        <a:spcBef>
                          <a:spcPts val="0"/>
                        </a:spcBef>
                        <a:spcAft>
                          <a:spcPts val="0"/>
                        </a:spcAft>
                        <a:buClrTx/>
                        <a:buSzTx/>
                        <a:buFont typeface="Wingdings" panose="05000000000000000000" pitchFamily="2" charset="2"/>
                        <a:buChar char="ü"/>
                        <a:tabLst/>
                        <a:defRPr noProof="1"/>
                      </a:pPr>
                      <a:r>
                        <a:rPr kumimoji="1" lang="ja-JP" altLang="en-US" sz="1050" b="0" i="0" kern="1200" noProof="1">
                          <a:solidFill>
                            <a:srgbClr val="000000"/>
                          </a:solidFill>
                          <a:effectLst/>
                          <a:latin typeface="+mn-ea"/>
                          <a:ea typeface="+mn-ea"/>
                          <a:cs typeface="+mn-cs"/>
                        </a:rPr>
                        <a:t>決定事項・</a:t>
                      </a:r>
                      <a:r>
                        <a:rPr kumimoji="1" lang="en-US" altLang="ja-JP" sz="1050" b="0" i="0" kern="1200" noProof="1">
                          <a:solidFill>
                            <a:srgbClr val="000000"/>
                          </a:solidFill>
                          <a:effectLst/>
                          <a:latin typeface="+mn-ea"/>
                          <a:ea typeface="+mn-ea"/>
                          <a:cs typeface="+mn-cs"/>
                        </a:rPr>
                        <a:t>ToDo</a:t>
                      </a:r>
                      <a:r>
                        <a:rPr kumimoji="1" lang="ja-JP" altLang="en-US" sz="1050" b="0" i="0" kern="1200" noProof="1">
                          <a:solidFill>
                            <a:srgbClr val="000000"/>
                          </a:solidFill>
                          <a:effectLst/>
                          <a:latin typeface="+mn-ea"/>
                          <a:ea typeface="+mn-ea"/>
                          <a:cs typeface="+mn-cs"/>
                        </a:rPr>
                        <a:t>を明確にする</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4"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843930" rtl="0" eaLnBrk="1" fontAlgn="base" latinLnBrk="0" hangingPunct="1">
                        <a:lnSpc>
                          <a:spcPts val="1200"/>
                        </a:lnSpc>
                      </a:pPr>
                      <a:r>
                        <a:rPr kumimoji="1" lang="en-US" altLang="ja-JP" sz="1050" b="0" i="0" kern="1200" noProof="1">
                          <a:solidFill>
                            <a:srgbClr val="000000"/>
                          </a:solidFill>
                          <a:effectLst/>
                          <a:latin typeface="+mn-ea"/>
                          <a:ea typeface="+mn-ea"/>
                          <a:cs typeface="+mn-cs"/>
                        </a:rPr>
                        <a:t>5</a:t>
                      </a:r>
                      <a:r>
                        <a:rPr kumimoji="1" lang="ja-JP" altLang="en-US" sz="1050" b="0" i="0" kern="1200" noProof="1">
                          <a:solidFill>
                            <a:srgbClr val="000000"/>
                          </a:solidFill>
                          <a:effectLst/>
                          <a:latin typeface="+mn-ea"/>
                          <a:ea typeface="+mn-ea"/>
                          <a:cs typeface="+mn-cs"/>
                        </a:rPr>
                        <a:t>分</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4"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843930" rtl="0" eaLnBrk="1" fontAlgn="base" latinLnBrk="0" hangingPunct="1">
                        <a:lnSpc>
                          <a:spcPts val="1200"/>
                        </a:lnSpc>
                        <a:spcBef>
                          <a:spcPts val="0"/>
                        </a:spcBef>
                        <a:spcAft>
                          <a:spcPts val="0"/>
                        </a:spcAft>
                        <a:buClrTx/>
                        <a:buSzTx/>
                        <a:buFontTx/>
                        <a:buNone/>
                        <a:tabLst/>
                        <a:defRPr noProof="1"/>
                      </a:pPr>
                      <a:r>
                        <a:rPr kumimoji="1" lang="ja-JP" altLang="en-US" sz="1050" b="0" i="0" kern="1200" noProof="1">
                          <a:solidFill>
                            <a:srgbClr val="000000"/>
                          </a:solidFill>
                          <a:effectLst/>
                          <a:latin typeface="+mn-ea"/>
                          <a:ea typeface="+mn-ea"/>
                          <a:cs typeface="+mn-cs"/>
                        </a:rPr>
                        <a:t>笹川</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4"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59434451"/>
                  </a:ext>
                </a:extLst>
              </a:tr>
            </a:tbl>
          </a:graphicData>
        </a:graphic>
      </p:graphicFrame>
    </p:spTree>
    <p:extLst>
      <p:ext uri="{BB962C8B-B14F-4D97-AF65-F5344CB8AC3E}">
        <p14:creationId xmlns:p14="http://schemas.microsoft.com/office/powerpoint/2010/main" val="36643871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69F79-0680-B88E-7CC1-8FCC0CB39351}"/>
            </a:ext>
          </a:extLst>
        </p:cNvPr>
        <p:cNvGrpSpPr/>
        <p:nvPr/>
      </p:nvGrpSpPr>
      <p:grpSpPr>
        <a:xfrm>
          <a:off x="0" y="0"/>
          <a:ext cx="0" cy="0"/>
          <a:chOff x="0" y="0"/>
          <a:chExt cx="0" cy="0"/>
        </a:xfrm>
      </p:grpSpPr>
      <p:grpSp>
        <p:nvGrpSpPr>
          <p:cNvPr id="21" name="グループ化 20">
            <a:extLst>
              <a:ext uri="{FF2B5EF4-FFF2-40B4-BE49-F238E27FC236}">
                <a16:creationId xmlns:a16="http://schemas.microsoft.com/office/drawing/2014/main" id="{8422F207-473C-096B-A296-0170BFD7C0DD}"/>
              </a:ext>
            </a:extLst>
          </p:cNvPr>
          <p:cNvGrpSpPr/>
          <p:nvPr/>
        </p:nvGrpSpPr>
        <p:grpSpPr>
          <a:xfrm>
            <a:off x="1166939" y="1394410"/>
            <a:ext cx="8399258" cy="5202130"/>
            <a:chOff x="1166956" y="1562049"/>
            <a:chExt cx="8399258" cy="5017209"/>
          </a:xfrm>
        </p:grpSpPr>
        <p:sp>
          <p:nvSpPr>
            <p:cNvPr id="117" name="shape_76">
              <a:extLst>
                <a:ext uri="{FF2B5EF4-FFF2-40B4-BE49-F238E27FC236}">
                  <a16:creationId xmlns:a16="http://schemas.microsoft.com/office/drawing/2014/main" id="{B6748B04-1CB6-AE26-5454-2714F1075298}"/>
                </a:ext>
              </a:extLst>
            </p:cNvPr>
            <p:cNvSpPr/>
            <p:nvPr>
              <p:custDataLst>
                <p:tags r:id="rId158"/>
              </p:custDataLst>
            </p:nvPr>
          </p:nvSpPr>
          <p:spPr>
            <a:xfrm>
              <a:off x="3428268"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1" name="shape_76">
              <a:extLst>
                <a:ext uri="{FF2B5EF4-FFF2-40B4-BE49-F238E27FC236}">
                  <a16:creationId xmlns:a16="http://schemas.microsoft.com/office/drawing/2014/main" id="{9FFFD6FB-9FBE-A401-86BF-9C02A0915030}"/>
                </a:ext>
              </a:extLst>
            </p:cNvPr>
            <p:cNvSpPr/>
            <p:nvPr>
              <p:custDataLst>
                <p:tags r:id="rId159"/>
              </p:custDataLst>
            </p:nvPr>
          </p:nvSpPr>
          <p:spPr>
            <a:xfrm>
              <a:off x="1813045"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03" name="shape_76">
              <a:extLst>
                <a:ext uri="{FF2B5EF4-FFF2-40B4-BE49-F238E27FC236}">
                  <a16:creationId xmlns:a16="http://schemas.microsoft.com/office/drawing/2014/main" id="{7B4D11B4-3061-85C2-2DB9-65E2C8BC39FA}"/>
                </a:ext>
              </a:extLst>
            </p:cNvPr>
            <p:cNvSpPr/>
            <p:nvPr>
              <p:custDataLst>
                <p:tags r:id="rId160"/>
              </p:custDataLst>
            </p:nvPr>
          </p:nvSpPr>
          <p:spPr>
            <a:xfrm>
              <a:off x="1651523"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04" name="shape_76">
              <a:extLst>
                <a:ext uri="{FF2B5EF4-FFF2-40B4-BE49-F238E27FC236}">
                  <a16:creationId xmlns:a16="http://schemas.microsoft.com/office/drawing/2014/main" id="{C49C750E-2A6B-500C-C26F-FF294CB1A2CE}"/>
                </a:ext>
              </a:extLst>
            </p:cNvPr>
            <p:cNvSpPr/>
            <p:nvPr>
              <p:custDataLst>
                <p:tags r:id="rId161"/>
              </p:custDataLst>
            </p:nvPr>
          </p:nvSpPr>
          <p:spPr>
            <a:xfrm>
              <a:off x="1490001"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05" name="shape_76">
              <a:extLst>
                <a:ext uri="{FF2B5EF4-FFF2-40B4-BE49-F238E27FC236}">
                  <a16:creationId xmlns:a16="http://schemas.microsoft.com/office/drawing/2014/main" id="{54BD2DF7-2560-CC7C-5995-178D16C941EE}"/>
                </a:ext>
              </a:extLst>
            </p:cNvPr>
            <p:cNvSpPr/>
            <p:nvPr>
              <p:custDataLst>
                <p:tags r:id="rId162"/>
              </p:custDataLst>
            </p:nvPr>
          </p:nvSpPr>
          <p:spPr>
            <a:xfrm>
              <a:off x="1328478"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06" name="shape_76">
              <a:extLst>
                <a:ext uri="{FF2B5EF4-FFF2-40B4-BE49-F238E27FC236}">
                  <a16:creationId xmlns:a16="http://schemas.microsoft.com/office/drawing/2014/main" id="{9C70A01A-B2EC-F0D1-F850-10E02AFFC6CD}"/>
                </a:ext>
              </a:extLst>
            </p:cNvPr>
            <p:cNvSpPr/>
            <p:nvPr>
              <p:custDataLst>
                <p:tags r:id="rId163"/>
              </p:custDataLst>
            </p:nvPr>
          </p:nvSpPr>
          <p:spPr>
            <a:xfrm>
              <a:off x="1166956"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07" name="shape_76">
              <a:extLst>
                <a:ext uri="{FF2B5EF4-FFF2-40B4-BE49-F238E27FC236}">
                  <a16:creationId xmlns:a16="http://schemas.microsoft.com/office/drawing/2014/main" id="{6B52C5AD-1BD5-9680-4502-D65DE7537F75}"/>
                </a:ext>
              </a:extLst>
            </p:cNvPr>
            <p:cNvSpPr/>
            <p:nvPr>
              <p:custDataLst>
                <p:tags r:id="rId164"/>
              </p:custDataLst>
            </p:nvPr>
          </p:nvSpPr>
          <p:spPr>
            <a:xfrm>
              <a:off x="2782179"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08" name="shape_76">
              <a:extLst>
                <a:ext uri="{FF2B5EF4-FFF2-40B4-BE49-F238E27FC236}">
                  <a16:creationId xmlns:a16="http://schemas.microsoft.com/office/drawing/2014/main" id="{8821C89B-E517-FE1A-8721-D76CB1811CBB}"/>
                </a:ext>
              </a:extLst>
            </p:cNvPr>
            <p:cNvSpPr/>
            <p:nvPr>
              <p:custDataLst>
                <p:tags r:id="rId165"/>
              </p:custDataLst>
            </p:nvPr>
          </p:nvSpPr>
          <p:spPr>
            <a:xfrm>
              <a:off x="2620657"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09" name="shape_76">
              <a:extLst>
                <a:ext uri="{FF2B5EF4-FFF2-40B4-BE49-F238E27FC236}">
                  <a16:creationId xmlns:a16="http://schemas.microsoft.com/office/drawing/2014/main" id="{F6F66970-26DF-2FAA-3535-85882F13EC96}"/>
                </a:ext>
              </a:extLst>
            </p:cNvPr>
            <p:cNvSpPr/>
            <p:nvPr>
              <p:custDataLst>
                <p:tags r:id="rId166"/>
              </p:custDataLst>
            </p:nvPr>
          </p:nvSpPr>
          <p:spPr>
            <a:xfrm>
              <a:off x="2459134"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10" name="shape_76">
              <a:extLst>
                <a:ext uri="{FF2B5EF4-FFF2-40B4-BE49-F238E27FC236}">
                  <a16:creationId xmlns:a16="http://schemas.microsoft.com/office/drawing/2014/main" id="{AE56D770-1F35-3E58-5496-455824E85944}"/>
                </a:ext>
              </a:extLst>
            </p:cNvPr>
            <p:cNvSpPr/>
            <p:nvPr>
              <p:custDataLst>
                <p:tags r:id="rId167"/>
              </p:custDataLst>
            </p:nvPr>
          </p:nvSpPr>
          <p:spPr>
            <a:xfrm>
              <a:off x="2297612"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11" name="shape_76">
              <a:extLst>
                <a:ext uri="{FF2B5EF4-FFF2-40B4-BE49-F238E27FC236}">
                  <a16:creationId xmlns:a16="http://schemas.microsoft.com/office/drawing/2014/main" id="{00D70863-4518-1C90-7A05-2A93489A751A}"/>
                </a:ext>
              </a:extLst>
            </p:cNvPr>
            <p:cNvSpPr/>
            <p:nvPr>
              <p:custDataLst>
                <p:tags r:id="rId168"/>
              </p:custDataLst>
            </p:nvPr>
          </p:nvSpPr>
          <p:spPr>
            <a:xfrm>
              <a:off x="2136090"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12" name="shape_76">
              <a:extLst>
                <a:ext uri="{FF2B5EF4-FFF2-40B4-BE49-F238E27FC236}">
                  <a16:creationId xmlns:a16="http://schemas.microsoft.com/office/drawing/2014/main" id="{F21D2772-3F62-36DE-42C4-D3EC6C499061}"/>
                </a:ext>
              </a:extLst>
            </p:cNvPr>
            <p:cNvSpPr/>
            <p:nvPr>
              <p:custDataLst>
                <p:tags r:id="rId169"/>
              </p:custDataLst>
            </p:nvPr>
          </p:nvSpPr>
          <p:spPr>
            <a:xfrm>
              <a:off x="1974568"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13" name="shape_76">
              <a:extLst>
                <a:ext uri="{FF2B5EF4-FFF2-40B4-BE49-F238E27FC236}">
                  <a16:creationId xmlns:a16="http://schemas.microsoft.com/office/drawing/2014/main" id="{3C7DE327-B942-F32A-5F9C-F05F470C9830}"/>
                </a:ext>
              </a:extLst>
            </p:cNvPr>
            <p:cNvSpPr/>
            <p:nvPr>
              <p:custDataLst>
                <p:tags r:id="rId170"/>
              </p:custDataLst>
            </p:nvPr>
          </p:nvSpPr>
          <p:spPr>
            <a:xfrm>
              <a:off x="3751313"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16" name="shape_76">
              <a:extLst>
                <a:ext uri="{FF2B5EF4-FFF2-40B4-BE49-F238E27FC236}">
                  <a16:creationId xmlns:a16="http://schemas.microsoft.com/office/drawing/2014/main" id="{D66F5A3B-77C7-53AB-564F-788BF25ED22F}"/>
                </a:ext>
              </a:extLst>
            </p:cNvPr>
            <p:cNvSpPr/>
            <p:nvPr>
              <p:custDataLst>
                <p:tags r:id="rId171"/>
              </p:custDataLst>
            </p:nvPr>
          </p:nvSpPr>
          <p:spPr>
            <a:xfrm>
              <a:off x="3589791"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18" name="shape_76">
              <a:extLst>
                <a:ext uri="{FF2B5EF4-FFF2-40B4-BE49-F238E27FC236}">
                  <a16:creationId xmlns:a16="http://schemas.microsoft.com/office/drawing/2014/main" id="{4D118BDE-804E-292D-DE0D-4829BCC8B14E}"/>
                </a:ext>
              </a:extLst>
            </p:cNvPr>
            <p:cNvSpPr/>
            <p:nvPr>
              <p:custDataLst>
                <p:tags r:id="rId172"/>
              </p:custDataLst>
            </p:nvPr>
          </p:nvSpPr>
          <p:spPr>
            <a:xfrm>
              <a:off x="3266746"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19" name="shape_76">
              <a:extLst>
                <a:ext uri="{FF2B5EF4-FFF2-40B4-BE49-F238E27FC236}">
                  <a16:creationId xmlns:a16="http://schemas.microsoft.com/office/drawing/2014/main" id="{1A65295F-823C-09AD-5876-34B55DB0D894}"/>
                </a:ext>
              </a:extLst>
            </p:cNvPr>
            <p:cNvSpPr/>
            <p:nvPr>
              <p:custDataLst>
                <p:tags r:id="rId173"/>
              </p:custDataLst>
            </p:nvPr>
          </p:nvSpPr>
          <p:spPr>
            <a:xfrm>
              <a:off x="3105224"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20" name="shape_76">
              <a:extLst>
                <a:ext uri="{FF2B5EF4-FFF2-40B4-BE49-F238E27FC236}">
                  <a16:creationId xmlns:a16="http://schemas.microsoft.com/office/drawing/2014/main" id="{7F7E4AC2-F4A4-6943-CB59-0607B8F2033D}"/>
                </a:ext>
              </a:extLst>
            </p:cNvPr>
            <p:cNvSpPr/>
            <p:nvPr>
              <p:custDataLst>
                <p:tags r:id="rId174"/>
              </p:custDataLst>
            </p:nvPr>
          </p:nvSpPr>
          <p:spPr>
            <a:xfrm>
              <a:off x="2943701"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21" name="shape_76">
              <a:extLst>
                <a:ext uri="{FF2B5EF4-FFF2-40B4-BE49-F238E27FC236}">
                  <a16:creationId xmlns:a16="http://schemas.microsoft.com/office/drawing/2014/main" id="{D1BB8BB6-DD9C-1603-7499-11E9C4FD4EFC}"/>
                </a:ext>
              </a:extLst>
            </p:cNvPr>
            <p:cNvSpPr/>
            <p:nvPr>
              <p:custDataLst>
                <p:tags r:id="rId175"/>
              </p:custDataLst>
            </p:nvPr>
          </p:nvSpPr>
          <p:spPr>
            <a:xfrm>
              <a:off x="4720448"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22" name="shape_76">
              <a:extLst>
                <a:ext uri="{FF2B5EF4-FFF2-40B4-BE49-F238E27FC236}">
                  <a16:creationId xmlns:a16="http://schemas.microsoft.com/office/drawing/2014/main" id="{679CCAC0-E161-BBD7-0C99-3368003B102B}"/>
                </a:ext>
              </a:extLst>
            </p:cNvPr>
            <p:cNvSpPr/>
            <p:nvPr>
              <p:custDataLst>
                <p:tags r:id="rId176"/>
              </p:custDataLst>
            </p:nvPr>
          </p:nvSpPr>
          <p:spPr>
            <a:xfrm>
              <a:off x="4558925"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23" name="shape_76">
              <a:extLst>
                <a:ext uri="{FF2B5EF4-FFF2-40B4-BE49-F238E27FC236}">
                  <a16:creationId xmlns:a16="http://schemas.microsoft.com/office/drawing/2014/main" id="{355F5D43-933A-2C8C-A5F7-A5A6C4361C5B}"/>
                </a:ext>
              </a:extLst>
            </p:cNvPr>
            <p:cNvSpPr/>
            <p:nvPr>
              <p:custDataLst>
                <p:tags r:id="rId177"/>
              </p:custDataLst>
            </p:nvPr>
          </p:nvSpPr>
          <p:spPr>
            <a:xfrm>
              <a:off x="4397403"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24" name="shape_76">
              <a:extLst>
                <a:ext uri="{FF2B5EF4-FFF2-40B4-BE49-F238E27FC236}">
                  <a16:creationId xmlns:a16="http://schemas.microsoft.com/office/drawing/2014/main" id="{993E9A86-E5AF-458C-3145-9EEC1927A7BC}"/>
                </a:ext>
              </a:extLst>
            </p:cNvPr>
            <p:cNvSpPr/>
            <p:nvPr>
              <p:custDataLst>
                <p:tags r:id="rId178"/>
              </p:custDataLst>
            </p:nvPr>
          </p:nvSpPr>
          <p:spPr>
            <a:xfrm>
              <a:off x="4235880"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25" name="shape_76">
              <a:extLst>
                <a:ext uri="{FF2B5EF4-FFF2-40B4-BE49-F238E27FC236}">
                  <a16:creationId xmlns:a16="http://schemas.microsoft.com/office/drawing/2014/main" id="{6DC21ACE-5044-CB31-3E5F-6827DDB2BDDC}"/>
                </a:ext>
              </a:extLst>
            </p:cNvPr>
            <p:cNvSpPr/>
            <p:nvPr>
              <p:custDataLst>
                <p:tags r:id="rId179"/>
              </p:custDataLst>
            </p:nvPr>
          </p:nvSpPr>
          <p:spPr>
            <a:xfrm>
              <a:off x="4074358"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27" name="shape_76">
              <a:extLst>
                <a:ext uri="{FF2B5EF4-FFF2-40B4-BE49-F238E27FC236}">
                  <a16:creationId xmlns:a16="http://schemas.microsoft.com/office/drawing/2014/main" id="{47BB7CAF-716D-AC4E-2A60-93E5E364EA3F}"/>
                </a:ext>
              </a:extLst>
            </p:cNvPr>
            <p:cNvSpPr/>
            <p:nvPr>
              <p:custDataLst>
                <p:tags r:id="rId180"/>
              </p:custDataLst>
            </p:nvPr>
          </p:nvSpPr>
          <p:spPr>
            <a:xfrm>
              <a:off x="3912835" y="1562049"/>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28" name="shape_76">
              <a:extLst>
                <a:ext uri="{FF2B5EF4-FFF2-40B4-BE49-F238E27FC236}">
                  <a16:creationId xmlns:a16="http://schemas.microsoft.com/office/drawing/2014/main" id="{61796344-8A12-A03C-E11F-FBFD3E89936A}"/>
                </a:ext>
              </a:extLst>
            </p:cNvPr>
            <p:cNvSpPr/>
            <p:nvPr>
              <p:custDataLst>
                <p:tags r:id="rId181"/>
              </p:custDataLst>
            </p:nvPr>
          </p:nvSpPr>
          <p:spPr>
            <a:xfrm>
              <a:off x="5205015"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29" name="shape_76">
              <a:extLst>
                <a:ext uri="{FF2B5EF4-FFF2-40B4-BE49-F238E27FC236}">
                  <a16:creationId xmlns:a16="http://schemas.microsoft.com/office/drawing/2014/main" id="{C869D3CC-774B-D078-C1C2-36A6E6E753F5}"/>
                </a:ext>
              </a:extLst>
            </p:cNvPr>
            <p:cNvSpPr/>
            <p:nvPr>
              <p:custDataLst>
                <p:tags r:id="rId182"/>
              </p:custDataLst>
            </p:nvPr>
          </p:nvSpPr>
          <p:spPr>
            <a:xfrm>
              <a:off x="5043493"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30" name="shape_76">
              <a:extLst>
                <a:ext uri="{FF2B5EF4-FFF2-40B4-BE49-F238E27FC236}">
                  <a16:creationId xmlns:a16="http://schemas.microsoft.com/office/drawing/2014/main" id="{9C00AEA6-53CD-2655-32A6-91EC52D0C6BD}"/>
                </a:ext>
              </a:extLst>
            </p:cNvPr>
            <p:cNvSpPr/>
            <p:nvPr>
              <p:custDataLst>
                <p:tags r:id="rId183"/>
              </p:custDataLst>
            </p:nvPr>
          </p:nvSpPr>
          <p:spPr>
            <a:xfrm>
              <a:off x="4881970"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40" name="shape_76">
              <a:extLst>
                <a:ext uri="{FF2B5EF4-FFF2-40B4-BE49-F238E27FC236}">
                  <a16:creationId xmlns:a16="http://schemas.microsoft.com/office/drawing/2014/main" id="{5FE8ACB8-1739-DDAF-DFA5-D0931A185A73}"/>
                </a:ext>
              </a:extLst>
            </p:cNvPr>
            <p:cNvSpPr/>
            <p:nvPr>
              <p:custDataLst>
                <p:tags r:id="rId184"/>
              </p:custDataLst>
            </p:nvPr>
          </p:nvSpPr>
          <p:spPr>
            <a:xfrm>
              <a:off x="5366552"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42" name="shape_76">
              <a:extLst>
                <a:ext uri="{FF2B5EF4-FFF2-40B4-BE49-F238E27FC236}">
                  <a16:creationId xmlns:a16="http://schemas.microsoft.com/office/drawing/2014/main" id="{55607DA0-DBE2-3D29-867A-954907F80126}"/>
                </a:ext>
              </a:extLst>
            </p:cNvPr>
            <p:cNvSpPr/>
            <p:nvPr>
              <p:custDataLst>
                <p:tags r:id="rId185"/>
              </p:custDataLst>
            </p:nvPr>
          </p:nvSpPr>
          <p:spPr>
            <a:xfrm>
              <a:off x="5851120"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44" name="shape_76">
              <a:extLst>
                <a:ext uri="{FF2B5EF4-FFF2-40B4-BE49-F238E27FC236}">
                  <a16:creationId xmlns:a16="http://schemas.microsoft.com/office/drawing/2014/main" id="{A41E0D6C-D6C7-EE8E-D981-FCB9BDC173EE}"/>
                </a:ext>
              </a:extLst>
            </p:cNvPr>
            <p:cNvSpPr/>
            <p:nvPr>
              <p:custDataLst>
                <p:tags r:id="rId186"/>
              </p:custDataLst>
            </p:nvPr>
          </p:nvSpPr>
          <p:spPr>
            <a:xfrm>
              <a:off x="5689597"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45" name="shape_76">
              <a:extLst>
                <a:ext uri="{FF2B5EF4-FFF2-40B4-BE49-F238E27FC236}">
                  <a16:creationId xmlns:a16="http://schemas.microsoft.com/office/drawing/2014/main" id="{631DA8F8-8904-5DD1-17B6-73298A48B399}"/>
                </a:ext>
              </a:extLst>
            </p:cNvPr>
            <p:cNvSpPr/>
            <p:nvPr>
              <p:custDataLst>
                <p:tags r:id="rId187"/>
              </p:custDataLst>
            </p:nvPr>
          </p:nvSpPr>
          <p:spPr>
            <a:xfrm>
              <a:off x="5528074"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51" name="shape_76">
              <a:extLst>
                <a:ext uri="{FF2B5EF4-FFF2-40B4-BE49-F238E27FC236}">
                  <a16:creationId xmlns:a16="http://schemas.microsoft.com/office/drawing/2014/main" id="{500D4F56-BAA8-2FB1-ED5E-4E4C55DDFD94}"/>
                </a:ext>
              </a:extLst>
            </p:cNvPr>
            <p:cNvSpPr/>
            <p:nvPr>
              <p:custDataLst>
                <p:tags r:id="rId188"/>
              </p:custDataLst>
            </p:nvPr>
          </p:nvSpPr>
          <p:spPr>
            <a:xfrm>
              <a:off x="6012655"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52" name="shape_76">
              <a:extLst>
                <a:ext uri="{FF2B5EF4-FFF2-40B4-BE49-F238E27FC236}">
                  <a16:creationId xmlns:a16="http://schemas.microsoft.com/office/drawing/2014/main" id="{2AC6DCBB-D801-6D23-BFB8-D551832D4F34}"/>
                </a:ext>
              </a:extLst>
            </p:cNvPr>
            <p:cNvSpPr/>
            <p:nvPr>
              <p:custDataLst>
                <p:tags r:id="rId189"/>
              </p:custDataLst>
            </p:nvPr>
          </p:nvSpPr>
          <p:spPr>
            <a:xfrm>
              <a:off x="6497222"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53" name="shape_76">
              <a:extLst>
                <a:ext uri="{FF2B5EF4-FFF2-40B4-BE49-F238E27FC236}">
                  <a16:creationId xmlns:a16="http://schemas.microsoft.com/office/drawing/2014/main" id="{897704EA-3B43-07C0-592B-E9F7EE509AF9}"/>
                </a:ext>
              </a:extLst>
            </p:cNvPr>
            <p:cNvSpPr/>
            <p:nvPr>
              <p:custDataLst>
                <p:tags r:id="rId190"/>
              </p:custDataLst>
            </p:nvPr>
          </p:nvSpPr>
          <p:spPr>
            <a:xfrm>
              <a:off x="6335700"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55" name="shape_76">
              <a:extLst>
                <a:ext uri="{FF2B5EF4-FFF2-40B4-BE49-F238E27FC236}">
                  <a16:creationId xmlns:a16="http://schemas.microsoft.com/office/drawing/2014/main" id="{CA11119C-5BEE-E92F-150E-27C2E63C9F04}"/>
                </a:ext>
              </a:extLst>
            </p:cNvPr>
            <p:cNvSpPr/>
            <p:nvPr>
              <p:custDataLst>
                <p:tags r:id="rId191"/>
              </p:custDataLst>
            </p:nvPr>
          </p:nvSpPr>
          <p:spPr>
            <a:xfrm>
              <a:off x="6174177"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58" name="shape_76">
              <a:extLst>
                <a:ext uri="{FF2B5EF4-FFF2-40B4-BE49-F238E27FC236}">
                  <a16:creationId xmlns:a16="http://schemas.microsoft.com/office/drawing/2014/main" id="{D104B432-8ACC-50B1-2E8E-3CFE78407F8B}"/>
                </a:ext>
              </a:extLst>
            </p:cNvPr>
            <p:cNvSpPr/>
            <p:nvPr>
              <p:custDataLst>
                <p:tags r:id="rId192"/>
              </p:custDataLst>
            </p:nvPr>
          </p:nvSpPr>
          <p:spPr>
            <a:xfrm>
              <a:off x="6658761"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95" name="shape_76">
              <a:extLst>
                <a:ext uri="{FF2B5EF4-FFF2-40B4-BE49-F238E27FC236}">
                  <a16:creationId xmlns:a16="http://schemas.microsoft.com/office/drawing/2014/main" id="{F4ED38BB-CD2B-20BA-5DAE-5037CB74D15C}"/>
                </a:ext>
              </a:extLst>
            </p:cNvPr>
            <p:cNvSpPr/>
            <p:nvPr>
              <p:custDataLst>
                <p:tags r:id="rId193"/>
              </p:custDataLst>
            </p:nvPr>
          </p:nvSpPr>
          <p:spPr>
            <a:xfrm>
              <a:off x="6820274"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96" name="shape_76">
              <a:extLst>
                <a:ext uri="{FF2B5EF4-FFF2-40B4-BE49-F238E27FC236}">
                  <a16:creationId xmlns:a16="http://schemas.microsoft.com/office/drawing/2014/main" id="{7B4F0EDE-DADA-A9C7-7BB7-6C48A302EBF4}"/>
                </a:ext>
              </a:extLst>
            </p:cNvPr>
            <p:cNvSpPr/>
            <p:nvPr>
              <p:custDataLst>
                <p:tags r:id="rId194"/>
              </p:custDataLst>
            </p:nvPr>
          </p:nvSpPr>
          <p:spPr>
            <a:xfrm>
              <a:off x="7304842"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97" name="shape_76">
              <a:extLst>
                <a:ext uri="{FF2B5EF4-FFF2-40B4-BE49-F238E27FC236}">
                  <a16:creationId xmlns:a16="http://schemas.microsoft.com/office/drawing/2014/main" id="{184E2B4D-3C3E-E5CE-BE40-61E597B23736}"/>
                </a:ext>
              </a:extLst>
            </p:cNvPr>
            <p:cNvSpPr/>
            <p:nvPr>
              <p:custDataLst>
                <p:tags r:id="rId195"/>
              </p:custDataLst>
            </p:nvPr>
          </p:nvSpPr>
          <p:spPr>
            <a:xfrm>
              <a:off x="7143319"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98" name="shape_76">
              <a:extLst>
                <a:ext uri="{FF2B5EF4-FFF2-40B4-BE49-F238E27FC236}">
                  <a16:creationId xmlns:a16="http://schemas.microsoft.com/office/drawing/2014/main" id="{4351A63F-62EA-C3DD-6C60-F4A0219AFE4F}"/>
                </a:ext>
              </a:extLst>
            </p:cNvPr>
            <p:cNvSpPr/>
            <p:nvPr>
              <p:custDataLst>
                <p:tags r:id="rId196"/>
              </p:custDataLst>
            </p:nvPr>
          </p:nvSpPr>
          <p:spPr>
            <a:xfrm>
              <a:off x="6981796"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35" name="shape_76">
              <a:extLst>
                <a:ext uri="{FF2B5EF4-FFF2-40B4-BE49-F238E27FC236}">
                  <a16:creationId xmlns:a16="http://schemas.microsoft.com/office/drawing/2014/main" id="{FA889674-7EEE-6AED-730D-B81B59786D75}"/>
                </a:ext>
              </a:extLst>
            </p:cNvPr>
            <p:cNvSpPr/>
            <p:nvPr>
              <p:custDataLst>
                <p:tags r:id="rId197"/>
              </p:custDataLst>
            </p:nvPr>
          </p:nvSpPr>
          <p:spPr>
            <a:xfrm>
              <a:off x="7466377"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36" name="shape_76">
              <a:extLst>
                <a:ext uri="{FF2B5EF4-FFF2-40B4-BE49-F238E27FC236}">
                  <a16:creationId xmlns:a16="http://schemas.microsoft.com/office/drawing/2014/main" id="{044AC770-9A6B-E81B-BDC8-86A348851F6B}"/>
                </a:ext>
              </a:extLst>
            </p:cNvPr>
            <p:cNvSpPr/>
            <p:nvPr>
              <p:custDataLst>
                <p:tags r:id="rId198"/>
              </p:custDataLst>
            </p:nvPr>
          </p:nvSpPr>
          <p:spPr>
            <a:xfrm>
              <a:off x="7950945"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37" name="shape_76">
              <a:extLst>
                <a:ext uri="{FF2B5EF4-FFF2-40B4-BE49-F238E27FC236}">
                  <a16:creationId xmlns:a16="http://schemas.microsoft.com/office/drawing/2014/main" id="{8CFF8A00-2908-1831-D7D1-21520129D484}"/>
                </a:ext>
              </a:extLst>
            </p:cNvPr>
            <p:cNvSpPr/>
            <p:nvPr>
              <p:custDataLst>
                <p:tags r:id="rId199"/>
              </p:custDataLst>
            </p:nvPr>
          </p:nvSpPr>
          <p:spPr>
            <a:xfrm>
              <a:off x="7789422"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38" name="shape_76">
              <a:extLst>
                <a:ext uri="{FF2B5EF4-FFF2-40B4-BE49-F238E27FC236}">
                  <a16:creationId xmlns:a16="http://schemas.microsoft.com/office/drawing/2014/main" id="{AD1D9BA4-C9CB-0197-4AE3-4F5B91035E3E}"/>
                </a:ext>
              </a:extLst>
            </p:cNvPr>
            <p:cNvSpPr/>
            <p:nvPr>
              <p:custDataLst>
                <p:tags r:id="rId200"/>
              </p:custDataLst>
            </p:nvPr>
          </p:nvSpPr>
          <p:spPr>
            <a:xfrm>
              <a:off x="7627899"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44" name="shape_76">
              <a:extLst>
                <a:ext uri="{FF2B5EF4-FFF2-40B4-BE49-F238E27FC236}">
                  <a16:creationId xmlns:a16="http://schemas.microsoft.com/office/drawing/2014/main" id="{32C2F392-978B-8733-0EAA-BA5B66B1C3BE}"/>
                </a:ext>
              </a:extLst>
            </p:cNvPr>
            <p:cNvSpPr/>
            <p:nvPr>
              <p:custDataLst>
                <p:tags r:id="rId201"/>
              </p:custDataLst>
            </p:nvPr>
          </p:nvSpPr>
          <p:spPr>
            <a:xfrm>
              <a:off x="8112481"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45" name="shape_76">
              <a:extLst>
                <a:ext uri="{FF2B5EF4-FFF2-40B4-BE49-F238E27FC236}">
                  <a16:creationId xmlns:a16="http://schemas.microsoft.com/office/drawing/2014/main" id="{20A8A313-C521-C67E-A682-B55B694767AE}"/>
                </a:ext>
              </a:extLst>
            </p:cNvPr>
            <p:cNvSpPr/>
            <p:nvPr>
              <p:custDataLst>
                <p:tags r:id="rId202"/>
              </p:custDataLst>
            </p:nvPr>
          </p:nvSpPr>
          <p:spPr>
            <a:xfrm>
              <a:off x="8597049"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46" name="shape_76">
              <a:extLst>
                <a:ext uri="{FF2B5EF4-FFF2-40B4-BE49-F238E27FC236}">
                  <a16:creationId xmlns:a16="http://schemas.microsoft.com/office/drawing/2014/main" id="{9015A33D-2347-2769-B014-AF129D2135CB}"/>
                </a:ext>
              </a:extLst>
            </p:cNvPr>
            <p:cNvSpPr/>
            <p:nvPr>
              <p:custDataLst>
                <p:tags r:id="rId203"/>
              </p:custDataLst>
            </p:nvPr>
          </p:nvSpPr>
          <p:spPr>
            <a:xfrm>
              <a:off x="8435526"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47" name="shape_76">
              <a:extLst>
                <a:ext uri="{FF2B5EF4-FFF2-40B4-BE49-F238E27FC236}">
                  <a16:creationId xmlns:a16="http://schemas.microsoft.com/office/drawing/2014/main" id="{6A953682-7718-41EA-4DFA-1607BFB412B8}"/>
                </a:ext>
              </a:extLst>
            </p:cNvPr>
            <p:cNvSpPr/>
            <p:nvPr>
              <p:custDataLst>
                <p:tags r:id="rId204"/>
              </p:custDataLst>
            </p:nvPr>
          </p:nvSpPr>
          <p:spPr>
            <a:xfrm>
              <a:off x="8274003"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65" name="shape_76">
              <a:extLst>
                <a:ext uri="{FF2B5EF4-FFF2-40B4-BE49-F238E27FC236}">
                  <a16:creationId xmlns:a16="http://schemas.microsoft.com/office/drawing/2014/main" id="{7726E4E9-4C93-632F-2B77-410517A7C53B}"/>
                </a:ext>
              </a:extLst>
            </p:cNvPr>
            <p:cNvSpPr/>
            <p:nvPr>
              <p:custDataLst>
                <p:tags r:id="rId205"/>
              </p:custDataLst>
            </p:nvPr>
          </p:nvSpPr>
          <p:spPr>
            <a:xfrm>
              <a:off x="8758586"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66" name="shape_76">
              <a:extLst>
                <a:ext uri="{FF2B5EF4-FFF2-40B4-BE49-F238E27FC236}">
                  <a16:creationId xmlns:a16="http://schemas.microsoft.com/office/drawing/2014/main" id="{D95D06D7-226D-96B3-4CA6-26704FFF2235}"/>
                </a:ext>
              </a:extLst>
            </p:cNvPr>
            <p:cNvSpPr/>
            <p:nvPr>
              <p:custDataLst>
                <p:tags r:id="rId206"/>
              </p:custDataLst>
            </p:nvPr>
          </p:nvSpPr>
          <p:spPr>
            <a:xfrm>
              <a:off x="9243153"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67" name="shape_76">
              <a:extLst>
                <a:ext uri="{FF2B5EF4-FFF2-40B4-BE49-F238E27FC236}">
                  <a16:creationId xmlns:a16="http://schemas.microsoft.com/office/drawing/2014/main" id="{0C54E0A6-9C4C-83F6-6E72-149786365E44}"/>
                </a:ext>
              </a:extLst>
            </p:cNvPr>
            <p:cNvSpPr/>
            <p:nvPr>
              <p:custDataLst>
                <p:tags r:id="rId207"/>
              </p:custDataLst>
            </p:nvPr>
          </p:nvSpPr>
          <p:spPr>
            <a:xfrm>
              <a:off x="9081631"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68" name="shape_76">
              <a:extLst>
                <a:ext uri="{FF2B5EF4-FFF2-40B4-BE49-F238E27FC236}">
                  <a16:creationId xmlns:a16="http://schemas.microsoft.com/office/drawing/2014/main" id="{A5561DEA-4FC4-310A-E400-1179F10CBCC7}"/>
                </a:ext>
              </a:extLst>
            </p:cNvPr>
            <p:cNvSpPr/>
            <p:nvPr>
              <p:custDataLst>
                <p:tags r:id="rId208"/>
              </p:custDataLst>
            </p:nvPr>
          </p:nvSpPr>
          <p:spPr>
            <a:xfrm>
              <a:off x="8920108"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71" name="shape_76">
              <a:extLst>
                <a:ext uri="{FF2B5EF4-FFF2-40B4-BE49-F238E27FC236}">
                  <a16:creationId xmlns:a16="http://schemas.microsoft.com/office/drawing/2014/main" id="{18151437-5398-5C71-1780-28C3EE57F5C3}"/>
                </a:ext>
              </a:extLst>
            </p:cNvPr>
            <p:cNvSpPr/>
            <p:nvPr>
              <p:custDataLst>
                <p:tags r:id="rId209"/>
              </p:custDataLst>
            </p:nvPr>
          </p:nvSpPr>
          <p:spPr>
            <a:xfrm>
              <a:off x="9404692"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grpSp>
      <p:sp>
        <p:nvSpPr>
          <p:cNvPr id="2" name="タイトル 1">
            <a:extLst>
              <a:ext uri="{FF2B5EF4-FFF2-40B4-BE49-F238E27FC236}">
                <a16:creationId xmlns:a16="http://schemas.microsoft.com/office/drawing/2014/main" id="{719352A7-A5B8-25FD-7FBC-8EF474E1B6AE}"/>
              </a:ext>
            </a:extLst>
          </p:cNvPr>
          <p:cNvSpPr>
            <a:spLocks noGrp="1"/>
          </p:cNvSpPr>
          <p:nvPr>
            <p:ph type="title"/>
          </p:nvPr>
        </p:nvSpPr>
        <p:spPr>
          <a:xfrm>
            <a:off x="506663" y="112648"/>
            <a:ext cx="8892000" cy="576000"/>
          </a:xfrm>
        </p:spPr>
        <p:txBody>
          <a:bodyPr vert="horz" wrap="square" lIns="36000" tIns="36000" rIns="36000" bIns="36000" anchor="b" anchorCtr="0">
            <a:noAutofit/>
          </a:bodyPr>
          <a:lstStyle/>
          <a:p>
            <a:r>
              <a:rPr lang="en-US" altLang="ja-JP" sz="1800" noProof="1">
                <a:solidFill>
                  <a:srgbClr val="324F71"/>
                </a:solidFill>
              </a:rPr>
              <a:t>1</a:t>
            </a:r>
            <a:r>
              <a:rPr lang="ja-JP" altLang="en-US" sz="1800" noProof="1">
                <a:solidFill>
                  <a:srgbClr val="324F71"/>
                </a:solidFill>
              </a:rPr>
              <a:t>．マスタスケジュールの確認</a:t>
            </a:r>
            <a:br>
              <a:rPr lang="en-US" altLang="ja-JP" sz="1800" noProof="1">
                <a:solidFill>
                  <a:srgbClr val="324F71"/>
                </a:solidFill>
              </a:rPr>
            </a:br>
            <a:r>
              <a:rPr lang="ja-JP" altLang="en-US" sz="1800" noProof="1">
                <a:solidFill>
                  <a:srgbClr val="324F71"/>
                </a:solidFill>
              </a:rPr>
              <a:t>①　調達・開発スケジュール</a:t>
            </a:r>
          </a:p>
        </p:txBody>
      </p:sp>
      <p:sp>
        <p:nvSpPr>
          <p:cNvPr id="8" name="矢印: 右 7">
            <a:extLst>
              <a:ext uri="{FF2B5EF4-FFF2-40B4-BE49-F238E27FC236}">
                <a16:creationId xmlns:a16="http://schemas.microsoft.com/office/drawing/2014/main" id="{EF1939BD-F388-60D2-D36D-4D44BEC9DFFF}"/>
              </a:ext>
            </a:extLst>
          </p:cNvPr>
          <p:cNvSpPr/>
          <p:nvPr/>
        </p:nvSpPr>
        <p:spPr>
          <a:xfrm>
            <a:off x="8104876" y="492560"/>
            <a:ext cx="612000" cy="129938"/>
          </a:xfrm>
          <a:prstGeom prst="rightArrow">
            <a:avLst>
              <a:gd name="adj1" fmla="val 100000"/>
              <a:gd name="adj2" fmla="val 50000"/>
            </a:avLst>
          </a:prstGeom>
          <a:solidFill>
            <a:srgbClr val="DDD9C3"/>
          </a:solidFill>
          <a:ln w="3175" cap="flat" cmpd="sng" algn="ctr">
            <a:solidFill>
              <a:sysClr val="window" lastClr="FFFFFF">
                <a:lumMod val="75000"/>
              </a:sysClr>
            </a:solidFill>
            <a:prstDash val="solid"/>
            <a:headEnd w="med" len="sm"/>
            <a:tailEnd type="triangle" w="sm" len="sm"/>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noProof="1"/>
            </a:pPr>
            <a:r>
              <a:rPr kumimoji="0" lang="ja-JP" altLang="en-US" sz="800" b="0" i="0" u="none" strike="noStrike" kern="0" cap="none" spc="0" normalizeH="0" baseline="0" noProof="0">
                <a:ln>
                  <a:noFill/>
                </a:ln>
                <a:solidFill>
                  <a:prstClr val="black"/>
                </a:solidFill>
                <a:effectLst/>
                <a:uLnTx/>
                <a:uFillTx/>
                <a:latin typeface="Meiryo UI"/>
                <a:ea typeface="Meiryo UI"/>
                <a:cs typeface="+mn-cs"/>
              </a:rPr>
              <a:t>厚労省・</a:t>
            </a:r>
            <a:r>
              <a:rPr kumimoji="0" lang="en-US" altLang="ja-JP" sz="800" b="0" i="0" u="none" strike="noStrike" kern="0" cap="none" spc="0" normalizeH="0" baseline="0" noProof="0">
                <a:ln>
                  <a:noFill/>
                </a:ln>
                <a:solidFill>
                  <a:prstClr val="black"/>
                </a:solidFill>
                <a:effectLst/>
                <a:uLnTx/>
                <a:uFillTx/>
                <a:latin typeface="Meiryo UI"/>
                <a:ea typeface="Meiryo UI"/>
                <a:cs typeface="+mn-cs"/>
              </a:rPr>
              <a:t>DX</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機構</a:t>
            </a:r>
            <a:endParaRPr kumimoji="0" lang="en-US" altLang="ja-JP" sz="800" b="0" i="0" u="none" strike="noStrike" kern="0" cap="none" spc="0" normalizeH="0" baseline="0" noProof="0">
              <a:ln>
                <a:noFill/>
              </a:ln>
              <a:solidFill>
                <a:prstClr val="black"/>
              </a:solidFill>
              <a:effectLst/>
              <a:uLnTx/>
              <a:uFillTx/>
              <a:latin typeface="Meiryo UI"/>
              <a:ea typeface="Meiryo UI"/>
              <a:cs typeface="+mn-cs"/>
            </a:endParaRPr>
          </a:p>
        </p:txBody>
      </p:sp>
      <p:sp>
        <p:nvSpPr>
          <p:cNvPr id="9" name="矢印: 右 8">
            <a:extLst>
              <a:ext uri="{FF2B5EF4-FFF2-40B4-BE49-F238E27FC236}">
                <a16:creationId xmlns:a16="http://schemas.microsoft.com/office/drawing/2014/main" id="{4AC5B936-1155-6329-1E2F-9F525F3B8048}"/>
              </a:ext>
            </a:extLst>
          </p:cNvPr>
          <p:cNvSpPr/>
          <p:nvPr/>
        </p:nvSpPr>
        <p:spPr>
          <a:xfrm>
            <a:off x="8752411" y="492560"/>
            <a:ext cx="612000" cy="129938"/>
          </a:xfrm>
          <a:prstGeom prst="rightArrow">
            <a:avLst>
              <a:gd name="adj1" fmla="val 100000"/>
              <a:gd name="adj2" fmla="val 50000"/>
            </a:avLst>
          </a:prstGeom>
          <a:solidFill>
            <a:srgbClr val="FFFFCC"/>
          </a:solidFill>
          <a:ln w="3175" cap="flat" cmpd="sng" algn="ctr">
            <a:solidFill>
              <a:sysClr val="window" lastClr="FFFFFF">
                <a:lumMod val="75000"/>
              </a:sysClr>
            </a:solidFill>
            <a:prstDash val="solid"/>
            <a:headEnd w="med" len="sm"/>
            <a:tailEnd type="triangle" w="sm" len="sm"/>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noProof="1"/>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ND</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・富士通</a:t>
            </a:r>
            <a:endParaRPr kumimoji="0" lang="en-US" altLang="ja-JP" sz="800" b="0" i="0" u="none" strike="noStrike" kern="0" cap="none" spc="0" normalizeH="0" baseline="0" noProof="0">
              <a:ln>
                <a:noFill/>
              </a:ln>
              <a:solidFill>
                <a:prstClr val="black"/>
              </a:solidFill>
              <a:effectLst/>
              <a:uLnTx/>
              <a:uFillTx/>
              <a:latin typeface="Meiryo UI"/>
              <a:ea typeface="Meiryo UI"/>
              <a:cs typeface="+mn-cs"/>
            </a:endParaRPr>
          </a:p>
        </p:txBody>
      </p:sp>
      <p:sp>
        <p:nvSpPr>
          <p:cNvPr id="13" name="正方形/長方形 12">
            <a:extLst>
              <a:ext uri="{FF2B5EF4-FFF2-40B4-BE49-F238E27FC236}">
                <a16:creationId xmlns:a16="http://schemas.microsoft.com/office/drawing/2014/main" id="{CA9A67AF-9540-366A-4E9E-E8225747C4BB}"/>
              </a:ext>
            </a:extLst>
          </p:cNvPr>
          <p:cNvSpPr/>
          <p:nvPr/>
        </p:nvSpPr>
        <p:spPr>
          <a:xfrm>
            <a:off x="7761023" y="454041"/>
            <a:ext cx="1640843" cy="206977"/>
          </a:xfrm>
          <a:prstGeom prst="rect">
            <a:avLst/>
          </a:prstGeom>
          <a:noFill/>
          <a:ln w="6350">
            <a:solidFill>
              <a:schemeClr val="tx1"/>
            </a:solidFill>
          </a:ln>
        </p:spPr>
        <p:txBody>
          <a:bodyPr lIns="36000" rtlCol="0" anchor="ctr"/>
          <a:lstStyle/>
          <a:p>
            <a:pPr marL="0" marR="0" lvl="0" indent="0" algn="l" defTabSz="914400" rtl="0" eaLnBrk="1" fontAlgn="base" latinLnBrk="0" hangingPunct="1">
              <a:lnSpc>
                <a:spcPct val="100000"/>
              </a:lnSpc>
              <a:spcBef>
                <a:spcPct val="20000"/>
              </a:spcBef>
              <a:spcAft>
                <a:spcPct val="0"/>
              </a:spcAft>
              <a:buClrTx/>
              <a:buSzTx/>
              <a:buFontTx/>
              <a:buNone/>
              <a:tabLst/>
              <a:defRPr noProof="1"/>
            </a:pPr>
            <a:r>
              <a:rPr kumimoji="1" lang="ja-JP" altLang="en-US" sz="800" b="0" i="0" u="none" strike="noStrike" kern="1200" cap="none" spc="0" normalizeH="0" baseline="0" noProof="0">
                <a:ln>
                  <a:noFill/>
                </a:ln>
                <a:solidFill>
                  <a:prstClr val="black"/>
                </a:solidFill>
                <a:effectLst/>
                <a:uLnTx/>
                <a:uFillTx/>
                <a:latin typeface="Meiryo UI"/>
                <a:ea typeface="Meiryo UI"/>
                <a:cs typeface="+mn-cs"/>
              </a:rPr>
              <a:t>凡例：</a:t>
            </a:r>
          </a:p>
        </p:txBody>
      </p:sp>
      <p:sp>
        <p:nvSpPr>
          <p:cNvPr id="25" name="shape_91">
            <a:extLst>
              <a:ext uri="{FF2B5EF4-FFF2-40B4-BE49-F238E27FC236}">
                <a16:creationId xmlns:a16="http://schemas.microsoft.com/office/drawing/2014/main" id="{EE321305-1703-D8E2-BE46-66669BA56388}"/>
              </a:ext>
            </a:extLst>
          </p:cNvPr>
          <p:cNvSpPr/>
          <p:nvPr>
            <p:custDataLst>
              <p:tags r:id="rId1"/>
            </p:custDataLst>
          </p:nvPr>
        </p:nvSpPr>
        <p:spPr>
          <a:xfrm>
            <a:off x="1166956" y="1008079"/>
            <a:ext cx="646089" cy="215900"/>
          </a:xfrm>
          <a:prstGeom prst="rect">
            <a:avLst/>
          </a:prstGeom>
          <a:solidFill>
            <a:schemeClr val="bg1">
              <a:lumMod val="65000"/>
            </a:schemeClr>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1000" b="0" i="0" u="none" strike="noStrike" kern="1200" cap="none" spc="0" normalizeH="0" baseline="0" noProof="0">
                <a:ln>
                  <a:noFill/>
                </a:ln>
                <a:solidFill>
                  <a:srgbClr val="FFFFFF"/>
                </a:solidFill>
                <a:effectLst/>
                <a:uLnTx/>
                <a:uFillTx/>
                <a:latin typeface="Meiryo UI" pitchFamily="34" charset="0"/>
                <a:ea typeface="Meiryo UI" pitchFamily="34" charset="-122"/>
                <a:cs typeface="Meiryo UI" pitchFamily="34" charset="-120"/>
              </a:rPr>
              <a:t>4月</a:t>
            </a:r>
            <a:endParaRPr kumimoji="1" lang="en-US" sz="1000" b="0" i="0" u="none" strike="noStrike" kern="1200" cap="none" spc="0" normalizeH="0" baseline="0" noProof="0">
              <a:ln>
                <a:noFill/>
              </a:ln>
              <a:solidFill>
                <a:prstClr val="black"/>
              </a:solidFill>
              <a:effectLst/>
              <a:uLnTx/>
              <a:uFillTx/>
              <a:latin typeface="Meiryo UI"/>
              <a:ea typeface="Meiryo UI"/>
              <a:cs typeface="+mn-cs"/>
            </a:endParaRPr>
          </a:p>
        </p:txBody>
      </p:sp>
      <p:sp>
        <p:nvSpPr>
          <p:cNvPr id="26" name="shape_92">
            <a:extLst>
              <a:ext uri="{FF2B5EF4-FFF2-40B4-BE49-F238E27FC236}">
                <a16:creationId xmlns:a16="http://schemas.microsoft.com/office/drawing/2014/main" id="{D50F995D-49B0-BA49-C2AC-4F3843F65D2A}"/>
              </a:ext>
            </a:extLst>
          </p:cNvPr>
          <p:cNvSpPr/>
          <p:nvPr>
            <p:custDataLst>
              <p:tags r:id="rId2"/>
            </p:custDataLst>
          </p:nvPr>
        </p:nvSpPr>
        <p:spPr>
          <a:xfrm>
            <a:off x="1813045" y="1008079"/>
            <a:ext cx="646089" cy="215900"/>
          </a:xfrm>
          <a:prstGeom prst="rect">
            <a:avLst/>
          </a:prstGeom>
          <a:solidFill>
            <a:schemeClr val="bg1">
              <a:lumMod val="65000"/>
            </a:schemeClr>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1000" b="0" i="0" u="none" strike="noStrike" kern="1200" cap="none" spc="0" normalizeH="0" baseline="0" noProof="0">
                <a:ln>
                  <a:noFill/>
                </a:ln>
                <a:solidFill>
                  <a:srgbClr val="FFFFFF"/>
                </a:solidFill>
                <a:effectLst/>
                <a:uLnTx/>
                <a:uFillTx/>
                <a:latin typeface="Meiryo UI" pitchFamily="34" charset="0"/>
                <a:ea typeface="Meiryo UI" pitchFamily="34" charset="-122"/>
                <a:cs typeface="Meiryo UI" pitchFamily="34" charset="-120"/>
              </a:rPr>
              <a:t>5月</a:t>
            </a:r>
            <a:endParaRPr kumimoji="1" lang="en-US" sz="1000" b="0" i="0" u="none" strike="noStrike" kern="1200" cap="none" spc="0" normalizeH="0" baseline="0" noProof="0">
              <a:ln>
                <a:noFill/>
              </a:ln>
              <a:solidFill>
                <a:prstClr val="black"/>
              </a:solidFill>
              <a:effectLst/>
              <a:uLnTx/>
              <a:uFillTx/>
              <a:latin typeface="Meiryo UI"/>
              <a:ea typeface="Meiryo UI"/>
              <a:cs typeface="+mn-cs"/>
            </a:endParaRPr>
          </a:p>
        </p:txBody>
      </p:sp>
      <p:sp>
        <p:nvSpPr>
          <p:cNvPr id="29" name="shape_93">
            <a:extLst>
              <a:ext uri="{FF2B5EF4-FFF2-40B4-BE49-F238E27FC236}">
                <a16:creationId xmlns:a16="http://schemas.microsoft.com/office/drawing/2014/main" id="{9535FCDE-5913-223D-EC07-ED13A72D04C3}"/>
              </a:ext>
            </a:extLst>
          </p:cNvPr>
          <p:cNvSpPr/>
          <p:nvPr>
            <p:custDataLst>
              <p:tags r:id="rId3"/>
            </p:custDataLst>
          </p:nvPr>
        </p:nvSpPr>
        <p:spPr>
          <a:xfrm>
            <a:off x="2459135" y="1008079"/>
            <a:ext cx="807612" cy="215900"/>
          </a:xfrm>
          <a:prstGeom prst="rect">
            <a:avLst/>
          </a:prstGeom>
          <a:solidFill>
            <a:schemeClr val="bg1">
              <a:lumMod val="65000"/>
            </a:schemeClr>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1000" b="0" i="0" u="none" strike="noStrike" kern="1200" cap="none" spc="0" normalizeH="0" baseline="0" noProof="0">
                <a:ln>
                  <a:noFill/>
                </a:ln>
                <a:solidFill>
                  <a:srgbClr val="FFFFFF"/>
                </a:solidFill>
                <a:effectLst/>
                <a:uLnTx/>
                <a:uFillTx/>
                <a:latin typeface="Meiryo UI" pitchFamily="34" charset="0"/>
                <a:ea typeface="Meiryo UI" pitchFamily="34" charset="-122"/>
                <a:cs typeface="Meiryo UI" pitchFamily="34" charset="-120"/>
              </a:rPr>
              <a:t>6月</a:t>
            </a:r>
            <a:endParaRPr kumimoji="1" lang="en-US" sz="1000" b="0" i="0" u="none" strike="noStrike" kern="1200" cap="none" spc="0" normalizeH="0" baseline="0" noProof="0">
              <a:ln>
                <a:noFill/>
              </a:ln>
              <a:solidFill>
                <a:prstClr val="black"/>
              </a:solidFill>
              <a:effectLst/>
              <a:uLnTx/>
              <a:uFillTx/>
              <a:latin typeface="Meiryo UI"/>
              <a:ea typeface="Meiryo UI"/>
              <a:cs typeface="+mn-cs"/>
            </a:endParaRPr>
          </a:p>
        </p:txBody>
      </p:sp>
      <p:sp>
        <p:nvSpPr>
          <p:cNvPr id="30" name="shape_94">
            <a:extLst>
              <a:ext uri="{FF2B5EF4-FFF2-40B4-BE49-F238E27FC236}">
                <a16:creationId xmlns:a16="http://schemas.microsoft.com/office/drawing/2014/main" id="{9AB0825D-7404-E1BD-F618-BB2C80AB2AA8}"/>
              </a:ext>
            </a:extLst>
          </p:cNvPr>
          <p:cNvSpPr/>
          <p:nvPr>
            <p:custDataLst>
              <p:tags r:id="rId4"/>
            </p:custDataLst>
          </p:nvPr>
        </p:nvSpPr>
        <p:spPr>
          <a:xfrm>
            <a:off x="3266747" y="1008079"/>
            <a:ext cx="646089" cy="215900"/>
          </a:xfrm>
          <a:prstGeom prst="rect">
            <a:avLst/>
          </a:prstGeom>
          <a:solidFill>
            <a:schemeClr val="bg1">
              <a:lumMod val="65000"/>
            </a:schemeClr>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1000" b="0" i="0" u="none" strike="noStrike" kern="1200" cap="none" spc="0" normalizeH="0" baseline="0" noProof="0">
                <a:ln>
                  <a:noFill/>
                </a:ln>
                <a:solidFill>
                  <a:srgbClr val="FFFFFF"/>
                </a:solidFill>
                <a:effectLst/>
                <a:uLnTx/>
                <a:uFillTx/>
                <a:latin typeface="Meiryo UI" pitchFamily="34" charset="0"/>
                <a:ea typeface="Meiryo UI" pitchFamily="34" charset="-122"/>
                <a:cs typeface="Meiryo UI" pitchFamily="34" charset="-120"/>
              </a:rPr>
              <a:t>7月</a:t>
            </a:r>
            <a:endParaRPr kumimoji="1" lang="en-US" sz="1000" b="0" i="0" u="none" strike="noStrike" kern="1200" cap="none" spc="0" normalizeH="0" baseline="0" noProof="0">
              <a:ln>
                <a:noFill/>
              </a:ln>
              <a:solidFill>
                <a:prstClr val="black"/>
              </a:solidFill>
              <a:effectLst/>
              <a:uLnTx/>
              <a:uFillTx/>
              <a:latin typeface="Meiryo UI"/>
              <a:ea typeface="Meiryo UI"/>
              <a:cs typeface="+mn-cs"/>
            </a:endParaRPr>
          </a:p>
        </p:txBody>
      </p:sp>
      <p:sp>
        <p:nvSpPr>
          <p:cNvPr id="34" name="shape_95">
            <a:extLst>
              <a:ext uri="{FF2B5EF4-FFF2-40B4-BE49-F238E27FC236}">
                <a16:creationId xmlns:a16="http://schemas.microsoft.com/office/drawing/2014/main" id="{AE70A0A3-47E1-2AD9-7B37-3F5384FFC8C8}"/>
              </a:ext>
            </a:extLst>
          </p:cNvPr>
          <p:cNvSpPr/>
          <p:nvPr>
            <p:custDataLst>
              <p:tags r:id="rId5"/>
            </p:custDataLst>
          </p:nvPr>
        </p:nvSpPr>
        <p:spPr>
          <a:xfrm>
            <a:off x="3912836" y="1008079"/>
            <a:ext cx="807612" cy="215900"/>
          </a:xfrm>
          <a:prstGeom prst="rect">
            <a:avLst/>
          </a:prstGeom>
          <a:solidFill>
            <a:schemeClr val="bg1">
              <a:lumMod val="65000"/>
            </a:schemeClr>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1000" b="0" i="0" u="none" strike="noStrike" kern="1200" cap="none" spc="0" normalizeH="0" baseline="0" noProof="0">
                <a:ln>
                  <a:noFill/>
                </a:ln>
                <a:solidFill>
                  <a:srgbClr val="FFFFFF"/>
                </a:solidFill>
                <a:effectLst/>
                <a:uLnTx/>
                <a:uFillTx/>
                <a:latin typeface="Meiryo UI" pitchFamily="34" charset="0"/>
                <a:ea typeface="Meiryo UI" pitchFamily="34" charset="-122"/>
                <a:cs typeface="Meiryo UI" pitchFamily="34" charset="-120"/>
              </a:rPr>
              <a:t>8月</a:t>
            </a:r>
            <a:endParaRPr kumimoji="1" lang="en-US" sz="1000" b="0" i="0" u="none" strike="noStrike" kern="1200" cap="none" spc="0" normalizeH="0" baseline="0" noProof="0">
              <a:ln>
                <a:noFill/>
              </a:ln>
              <a:solidFill>
                <a:prstClr val="black"/>
              </a:solidFill>
              <a:effectLst/>
              <a:uLnTx/>
              <a:uFillTx/>
              <a:latin typeface="Meiryo UI"/>
              <a:ea typeface="Meiryo UI"/>
              <a:cs typeface="+mn-cs"/>
            </a:endParaRPr>
          </a:p>
        </p:txBody>
      </p:sp>
      <p:sp>
        <p:nvSpPr>
          <p:cNvPr id="41" name="shape_96">
            <a:extLst>
              <a:ext uri="{FF2B5EF4-FFF2-40B4-BE49-F238E27FC236}">
                <a16:creationId xmlns:a16="http://schemas.microsoft.com/office/drawing/2014/main" id="{2652920D-CE86-2312-962D-3E8E4104FF02}"/>
              </a:ext>
            </a:extLst>
          </p:cNvPr>
          <p:cNvSpPr/>
          <p:nvPr>
            <p:custDataLst>
              <p:tags r:id="rId6"/>
            </p:custDataLst>
          </p:nvPr>
        </p:nvSpPr>
        <p:spPr>
          <a:xfrm>
            <a:off x="4720448" y="1008079"/>
            <a:ext cx="646089" cy="215900"/>
          </a:xfrm>
          <a:prstGeom prst="rect">
            <a:avLst/>
          </a:prstGeom>
          <a:solidFill>
            <a:schemeClr val="bg1">
              <a:lumMod val="65000"/>
            </a:schemeClr>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1000" b="0" i="0" u="none" strike="noStrike" kern="1200" cap="none" spc="0" normalizeH="0" baseline="0" noProof="0">
                <a:ln>
                  <a:noFill/>
                </a:ln>
                <a:solidFill>
                  <a:srgbClr val="FFFFFF"/>
                </a:solidFill>
                <a:effectLst/>
                <a:uLnTx/>
                <a:uFillTx/>
                <a:latin typeface="Meiryo UI" pitchFamily="34" charset="0"/>
                <a:ea typeface="Meiryo UI" pitchFamily="34" charset="-122"/>
                <a:cs typeface="Meiryo UI" pitchFamily="34" charset="-120"/>
              </a:rPr>
              <a:t>9月</a:t>
            </a:r>
            <a:endParaRPr kumimoji="1" lang="en-US" sz="1000" b="0" i="0" u="none" strike="noStrike" kern="1200" cap="none" spc="0" normalizeH="0" baseline="0" noProof="0">
              <a:ln>
                <a:noFill/>
              </a:ln>
              <a:solidFill>
                <a:prstClr val="black"/>
              </a:solidFill>
              <a:effectLst/>
              <a:uLnTx/>
              <a:uFillTx/>
              <a:latin typeface="Meiryo UI"/>
              <a:ea typeface="Meiryo UI"/>
              <a:cs typeface="+mn-cs"/>
            </a:endParaRPr>
          </a:p>
        </p:txBody>
      </p:sp>
      <p:sp>
        <p:nvSpPr>
          <p:cNvPr id="43" name="shape_98">
            <a:extLst>
              <a:ext uri="{FF2B5EF4-FFF2-40B4-BE49-F238E27FC236}">
                <a16:creationId xmlns:a16="http://schemas.microsoft.com/office/drawing/2014/main" id="{B15D220F-B73E-CA3E-71AA-50B4F98BD0D3}"/>
              </a:ext>
            </a:extLst>
          </p:cNvPr>
          <p:cNvSpPr/>
          <p:nvPr>
            <p:custDataLst>
              <p:tags r:id="rId7"/>
            </p:custDataLst>
          </p:nvPr>
        </p:nvSpPr>
        <p:spPr>
          <a:xfrm>
            <a:off x="1166956"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6</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54" name="shape_99">
            <a:extLst>
              <a:ext uri="{FF2B5EF4-FFF2-40B4-BE49-F238E27FC236}">
                <a16:creationId xmlns:a16="http://schemas.microsoft.com/office/drawing/2014/main" id="{B6335F82-B0B3-2CA3-83BC-90366281DD08}"/>
              </a:ext>
            </a:extLst>
          </p:cNvPr>
          <p:cNvSpPr/>
          <p:nvPr>
            <p:custDataLst>
              <p:tags r:id="rId8"/>
            </p:custDataLst>
          </p:nvPr>
        </p:nvSpPr>
        <p:spPr>
          <a:xfrm>
            <a:off x="1328477"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13</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58" name="shape_100">
            <a:extLst>
              <a:ext uri="{FF2B5EF4-FFF2-40B4-BE49-F238E27FC236}">
                <a16:creationId xmlns:a16="http://schemas.microsoft.com/office/drawing/2014/main" id="{EB8F44B4-B4CC-0E10-3DF7-E53392234406}"/>
              </a:ext>
            </a:extLst>
          </p:cNvPr>
          <p:cNvSpPr/>
          <p:nvPr>
            <p:custDataLst>
              <p:tags r:id="rId9"/>
            </p:custDataLst>
          </p:nvPr>
        </p:nvSpPr>
        <p:spPr>
          <a:xfrm>
            <a:off x="1490000"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20</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59" name="shape_101">
            <a:extLst>
              <a:ext uri="{FF2B5EF4-FFF2-40B4-BE49-F238E27FC236}">
                <a16:creationId xmlns:a16="http://schemas.microsoft.com/office/drawing/2014/main" id="{EC519360-655A-DB7B-1FE6-B149FF83B4D4}"/>
              </a:ext>
            </a:extLst>
          </p:cNvPr>
          <p:cNvSpPr/>
          <p:nvPr>
            <p:custDataLst>
              <p:tags r:id="rId10"/>
            </p:custDataLst>
          </p:nvPr>
        </p:nvSpPr>
        <p:spPr>
          <a:xfrm>
            <a:off x="1651521"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27</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60" name="shape_102">
            <a:extLst>
              <a:ext uri="{FF2B5EF4-FFF2-40B4-BE49-F238E27FC236}">
                <a16:creationId xmlns:a16="http://schemas.microsoft.com/office/drawing/2014/main" id="{03778FBC-AEF3-592A-2D42-B6AE779274F8}"/>
              </a:ext>
            </a:extLst>
          </p:cNvPr>
          <p:cNvSpPr/>
          <p:nvPr>
            <p:custDataLst>
              <p:tags r:id="rId11"/>
            </p:custDataLst>
          </p:nvPr>
        </p:nvSpPr>
        <p:spPr>
          <a:xfrm>
            <a:off x="1813043"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4</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61" name="shape_103">
            <a:extLst>
              <a:ext uri="{FF2B5EF4-FFF2-40B4-BE49-F238E27FC236}">
                <a16:creationId xmlns:a16="http://schemas.microsoft.com/office/drawing/2014/main" id="{4E6B47A4-D714-1478-FC0F-2598A98C4100}"/>
              </a:ext>
            </a:extLst>
          </p:cNvPr>
          <p:cNvSpPr/>
          <p:nvPr>
            <p:custDataLst>
              <p:tags r:id="rId12"/>
            </p:custDataLst>
          </p:nvPr>
        </p:nvSpPr>
        <p:spPr>
          <a:xfrm>
            <a:off x="1974565"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11</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62" name="shape_104">
            <a:extLst>
              <a:ext uri="{FF2B5EF4-FFF2-40B4-BE49-F238E27FC236}">
                <a16:creationId xmlns:a16="http://schemas.microsoft.com/office/drawing/2014/main" id="{DC10C07E-46F3-32F2-D33E-F170AFD254DD}"/>
              </a:ext>
            </a:extLst>
          </p:cNvPr>
          <p:cNvSpPr/>
          <p:nvPr>
            <p:custDataLst>
              <p:tags r:id="rId13"/>
            </p:custDataLst>
          </p:nvPr>
        </p:nvSpPr>
        <p:spPr>
          <a:xfrm>
            <a:off x="2136086"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18</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63" name="shape_105">
            <a:extLst>
              <a:ext uri="{FF2B5EF4-FFF2-40B4-BE49-F238E27FC236}">
                <a16:creationId xmlns:a16="http://schemas.microsoft.com/office/drawing/2014/main" id="{9BA06520-01ED-301C-4032-4C761AE23ADC}"/>
              </a:ext>
            </a:extLst>
          </p:cNvPr>
          <p:cNvSpPr/>
          <p:nvPr>
            <p:custDataLst>
              <p:tags r:id="rId14"/>
            </p:custDataLst>
          </p:nvPr>
        </p:nvSpPr>
        <p:spPr>
          <a:xfrm>
            <a:off x="2297608"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25</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64" name="shape_106">
            <a:extLst>
              <a:ext uri="{FF2B5EF4-FFF2-40B4-BE49-F238E27FC236}">
                <a16:creationId xmlns:a16="http://schemas.microsoft.com/office/drawing/2014/main" id="{F6A9660B-69A3-26A0-E6C2-5F31E894B968}"/>
              </a:ext>
            </a:extLst>
          </p:cNvPr>
          <p:cNvSpPr/>
          <p:nvPr>
            <p:custDataLst>
              <p:tags r:id="rId15"/>
            </p:custDataLst>
          </p:nvPr>
        </p:nvSpPr>
        <p:spPr>
          <a:xfrm>
            <a:off x="2459130"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1</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65" name="shape_107">
            <a:extLst>
              <a:ext uri="{FF2B5EF4-FFF2-40B4-BE49-F238E27FC236}">
                <a16:creationId xmlns:a16="http://schemas.microsoft.com/office/drawing/2014/main" id="{2F347478-64D8-B584-48E5-0B2DC9F6CF50}"/>
              </a:ext>
            </a:extLst>
          </p:cNvPr>
          <p:cNvSpPr/>
          <p:nvPr>
            <p:custDataLst>
              <p:tags r:id="rId16"/>
            </p:custDataLst>
          </p:nvPr>
        </p:nvSpPr>
        <p:spPr>
          <a:xfrm>
            <a:off x="2620652"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8</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66" name="shape_108">
            <a:extLst>
              <a:ext uri="{FF2B5EF4-FFF2-40B4-BE49-F238E27FC236}">
                <a16:creationId xmlns:a16="http://schemas.microsoft.com/office/drawing/2014/main" id="{63D81792-66AB-BDDC-8462-75A9F5FE2BB5}"/>
              </a:ext>
            </a:extLst>
          </p:cNvPr>
          <p:cNvSpPr/>
          <p:nvPr>
            <p:custDataLst>
              <p:tags r:id="rId17"/>
            </p:custDataLst>
          </p:nvPr>
        </p:nvSpPr>
        <p:spPr>
          <a:xfrm>
            <a:off x="2782173"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15</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67" name="shape_109">
            <a:extLst>
              <a:ext uri="{FF2B5EF4-FFF2-40B4-BE49-F238E27FC236}">
                <a16:creationId xmlns:a16="http://schemas.microsoft.com/office/drawing/2014/main" id="{6312A31D-7313-BE43-DACE-186E6AB03C19}"/>
              </a:ext>
            </a:extLst>
          </p:cNvPr>
          <p:cNvSpPr/>
          <p:nvPr>
            <p:custDataLst>
              <p:tags r:id="rId18"/>
            </p:custDataLst>
          </p:nvPr>
        </p:nvSpPr>
        <p:spPr>
          <a:xfrm>
            <a:off x="2943695"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22</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69" name="shape_110">
            <a:extLst>
              <a:ext uri="{FF2B5EF4-FFF2-40B4-BE49-F238E27FC236}">
                <a16:creationId xmlns:a16="http://schemas.microsoft.com/office/drawing/2014/main" id="{403DE616-A837-D33F-E6B5-6E7F126F4931}"/>
              </a:ext>
            </a:extLst>
          </p:cNvPr>
          <p:cNvSpPr/>
          <p:nvPr>
            <p:custDataLst>
              <p:tags r:id="rId19"/>
            </p:custDataLst>
          </p:nvPr>
        </p:nvSpPr>
        <p:spPr>
          <a:xfrm>
            <a:off x="3105217"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29</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70" name="shape_111">
            <a:extLst>
              <a:ext uri="{FF2B5EF4-FFF2-40B4-BE49-F238E27FC236}">
                <a16:creationId xmlns:a16="http://schemas.microsoft.com/office/drawing/2014/main" id="{95D3E726-266A-66FB-0C67-928253DA115A}"/>
              </a:ext>
            </a:extLst>
          </p:cNvPr>
          <p:cNvSpPr/>
          <p:nvPr>
            <p:custDataLst>
              <p:tags r:id="rId20"/>
            </p:custDataLst>
          </p:nvPr>
        </p:nvSpPr>
        <p:spPr>
          <a:xfrm>
            <a:off x="3266738"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6</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71" name="shape_112">
            <a:extLst>
              <a:ext uri="{FF2B5EF4-FFF2-40B4-BE49-F238E27FC236}">
                <a16:creationId xmlns:a16="http://schemas.microsoft.com/office/drawing/2014/main" id="{362C3FB4-9483-65EF-D873-2AEBDCD0EE6E}"/>
              </a:ext>
            </a:extLst>
          </p:cNvPr>
          <p:cNvSpPr/>
          <p:nvPr>
            <p:custDataLst>
              <p:tags r:id="rId21"/>
            </p:custDataLst>
          </p:nvPr>
        </p:nvSpPr>
        <p:spPr>
          <a:xfrm>
            <a:off x="3428261"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13</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73" name="shape_113">
            <a:extLst>
              <a:ext uri="{FF2B5EF4-FFF2-40B4-BE49-F238E27FC236}">
                <a16:creationId xmlns:a16="http://schemas.microsoft.com/office/drawing/2014/main" id="{DA3812F7-BE3E-17C6-259F-47807D3AA174}"/>
              </a:ext>
            </a:extLst>
          </p:cNvPr>
          <p:cNvSpPr/>
          <p:nvPr>
            <p:custDataLst>
              <p:tags r:id="rId22"/>
            </p:custDataLst>
          </p:nvPr>
        </p:nvSpPr>
        <p:spPr>
          <a:xfrm>
            <a:off x="3589782"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20</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74" name="shape_114">
            <a:extLst>
              <a:ext uri="{FF2B5EF4-FFF2-40B4-BE49-F238E27FC236}">
                <a16:creationId xmlns:a16="http://schemas.microsoft.com/office/drawing/2014/main" id="{3721CD0E-6470-624F-9D96-A894403472A3}"/>
              </a:ext>
            </a:extLst>
          </p:cNvPr>
          <p:cNvSpPr/>
          <p:nvPr>
            <p:custDataLst>
              <p:tags r:id="rId23"/>
            </p:custDataLst>
          </p:nvPr>
        </p:nvSpPr>
        <p:spPr>
          <a:xfrm>
            <a:off x="3751304"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27</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75" name="shape_115">
            <a:extLst>
              <a:ext uri="{FF2B5EF4-FFF2-40B4-BE49-F238E27FC236}">
                <a16:creationId xmlns:a16="http://schemas.microsoft.com/office/drawing/2014/main" id="{DBA5F408-C546-1A5A-F82E-6E462D383575}"/>
              </a:ext>
            </a:extLst>
          </p:cNvPr>
          <p:cNvSpPr/>
          <p:nvPr>
            <p:custDataLst>
              <p:tags r:id="rId24"/>
            </p:custDataLst>
          </p:nvPr>
        </p:nvSpPr>
        <p:spPr>
          <a:xfrm>
            <a:off x="3912826"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3</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76" name="shape_116">
            <a:extLst>
              <a:ext uri="{FF2B5EF4-FFF2-40B4-BE49-F238E27FC236}">
                <a16:creationId xmlns:a16="http://schemas.microsoft.com/office/drawing/2014/main" id="{4D8CEB5C-1565-DBBC-44C6-48A7E800B0E4}"/>
              </a:ext>
            </a:extLst>
          </p:cNvPr>
          <p:cNvSpPr/>
          <p:nvPr>
            <p:custDataLst>
              <p:tags r:id="rId25"/>
            </p:custDataLst>
          </p:nvPr>
        </p:nvSpPr>
        <p:spPr>
          <a:xfrm>
            <a:off x="4074347"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10</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77" name="shape_117">
            <a:extLst>
              <a:ext uri="{FF2B5EF4-FFF2-40B4-BE49-F238E27FC236}">
                <a16:creationId xmlns:a16="http://schemas.microsoft.com/office/drawing/2014/main" id="{66105A04-2B56-60EA-FCA9-1E8D3AE486AB}"/>
              </a:ext>
            </a:extLst>
          </p:cNvPr>
          <p:cNvSpPr/>
          <p:nvPr>
            <p:custDataLst>
              <p:tags r:id="rId26"/>
            </p:custDataLst>
          </p:nvPr>
        </p:nvSpPr>
        <p:spPr>
          <a:xfrm>
            <a:off x="4235869"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17</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78" name="shape_118">
            <a:extLst>
              <a:ext uri="{FF2B5EF4-FFF2-40B4-BE49-F238E27FC236}">
                <a16:creationId xmlns:a16="http://schemas.microsoft.com/office/drawing/2014/main" id="{FB4DEB44-C473-4BC9-D31F-910C42B07EEC}"/>
              </a:ext>
            </a:extLst>
          </p:cNvPr>
          <p:cNvSpPr/>
          <p:nvPr>
            <p:custDataLst>
              <p:tags r:id="rId27"/>
            </p:custDataLst>
          </p:nvPr>
        </p:nvSpPr>
        <p:spPr>
          <a:xfrm>
            <a:off x="4397391"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24</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79" name="shape_119">
            <a:extLst>
              <a:ext uri="{FF2B5EF4-FFF2-40B4-BE49-F238E27FC236}">
                <a16:creationId xmlns:a16="http://schemas.microsoft.com/office/drawing/2014/main" id="{6887EF39-459F-CF0A-F282-78C58BBDB2B6}"/>
              </a:ext>
            </a:extLst>
          </p:cNvPr>
          <p:cNvSpPr/>
          <p:nvPr>
            <p:custDataLst>
              <p:tags r:id="rId28"/>
            </p:custDataLst>
          </p:nvPr>
        </p:nvSpPr>
        <p:spPr>
          <a:xfrm>
            <a:off x="4558913"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31</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80" name="shape_120">
            <a:extLst>
              <a:ext uri="{FF2B5EF4-FFF2-40B4-BE49-F238E27FC236}">
                <a16:creationId xmlns:a16="http://schemas.microsoft.com/office/drawing/2014/main" id="{3F72710D-28F0-BF54-7FC7-99CD9B60B8D6}"/>
              </a:ext>
            </a:extLst>
          </p:cNvPr>
          <p:cNvSpPr/>
          <p:nvPr>
            <p:custDataLst>
              <p:tags r:id="rId29"/>
            </p:custDataLst>
          </p:nvPr>
        </p:nvSpPr>
        <p:spPr>
          <a:xfrm>
            <a:off x="4720434"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7</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81" name="shape_121">
            <a:extLst>
              <a:ext uri="{FF2B5EF4-FFF2-40B4-BE49-F238E27FC236}">
                <a16:creationId xmlns:a16="http://schemas.microsoft.com/office/drawing/2014/main" id="{68776479-6B93-C7E2-B624-26A1E5758DE6}"/>
              </a:ext>
            </a:extLst>
          </p:cNvPr>
          <p:cNvSpPr/>
          <p:nvPr>
            <p:custDataLst>
              <p:tags r:id="rId30"/>
            </p:custDataLst>
          </p:nvPr>
        </p:nvSpPr>
        <p:spPr>
          <a:xfrm>
            <a:off x="4881955"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14</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82" name="shape_122">
            <a:extLst>
              <a:ext uri="{FF2B5EF4-FFF2-40B4-BE49-F238E27FC236}">
                <a16:creationId xmlns:a16="http://schemas.microsoft.com/office/drawing/2014/main" id="{5492739D-344B-2A26-1E18-E24825E7C9EE}"/>
              </a:ext>
            </a:extLst>
          </p:cNvPr>
          <p:cNvSpPr/>
          <p:nvPr>
            <p:custDataLst>
              <p:tags r:id="rId31"/>
            </p:custDataLst>
          </p:nvPr>
        </p:nvSpPr>
        <p:spPr>
          <a:xfrm>
            <a:off x="5043477"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21</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83" name="shape_123">
            <a:extLst>
              <a:ext uri="{FF2B5EF4-FFF2-40B4-BE49-F238E27FC236}">
                <a16:creationId xmlns:a16="http://schemas.microsoft.com/office/drawing/2014/main" id="{2C053054-A2D0-061F-D5D0-1F7227A59EC1}"/>
              </a:ext>
            </a:extLst>
          </p:cNvPr>
          <p:cNvSpPr/>
          <p:nvPr>
            <p:custDataLst>
              <p:tags r:id="rId32"/>
            </p:custDataLst>
          </p:nvPr>
        </p:nvSpPr>
        <p:spPr>
          <a:xfrm>
            <a:off x="5204999"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28</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35" name="shape_96">
            <a:extLst>
              <a:ext uri="{FF2B5EF4-FFF2-40B4-BE49-F238E27FC236}">
                <a16:creationId xmlns:a16="http://schemas.microsoft.com/office/drawing/2014/main" id="{A91CC368-A14E-C064-1773-84D9D146B5C3}"/>
              </a:ext>
            </a:extLst>
          </p:cNvPr>
          <p:cNvSpPr/>
          <p:nvPr>
            <p:custDataLst>
              <p:tags r:id="rId33"/>
            </p:custDataLst>
          </p:nvPr>
        </p:nvSpPr>
        <p:spPr>
          <a:xfrm>
            <a:off x="5366552" y="1008079"/>
            <a:ext cx="646090" cy="215900"/>
          </a:xfrm>
          <a:prstGeom prst="rect">
            <a:avLst/>
          </a:prstGeom>
          <a:solidFill>
            <a:schemeClr val="bg1">
              <a:lumMod val="65000"/>
            </a:schemeClr>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rgbClr val="FFFFFF"/>
                </a:solidFill>
                <a:effectLst/>
                <a:uLnTx/>
                <a:uFillTx/>
                <a:latin typeface="Meiryo UI" pitchFamily="34" charset="0"/>
                <a:ea typeface="Meiryo UI" pitchFamily="34" charset="-122"/>
                <a:cs typeface="Meiryo UI" pitchFamily="34" charset="-120"/>
              </a:rPr>
              <a:t>10</a:t>
            </a:r>
            <a:r>
              <a:rPr kumimoji="1" lang="ja-JP" altLang="en-US" sz="1000" b="0" i="0" u="none" strike="noStrike" kern="1200" cap="none" spc="0" normalizeH="0" baseline="0" noProof="0">
                <a:ln>
                  <a:noFill/>
                </a:ln>
                <a:solidFill>
                  <a:srgbClr val="FFFFFF"/>
                </a:solidFill>
                <a:effectLst/>
                <a:uLnTx/>
                <a:uFillTx/>
                <a:latin typeface="Meiryo UI" pitchFamily="34" charset="0"/>
                <a:ea typeface="Meiryo UI" pitchFamily="34" charset="-122"/>
                <a:cs typeface="Meiryo UI" pitchFamily="34" charset="-120"/>
              </a:rPr>
              <a:t>月</a:t>
            </a:r>
            <a:endParaRPr kumimoji="1" lang="en-US" sz="1000" b="0" i="0" u="none" strike="noStrike" kern="1200" cap="none" spc="0" normalizeH="0" baseline="0" noProof="0">
              <a:ln>
                <a:noFill/>
              </a:ln>
              <a:solidFill>
                <a:prstClr val="black"/>
              </a:solidFill>
              <a:effectLst/>
              <a:uLnTx/>
              <a:uFillTx/>
              <a:latin typeface="Meiryo UI"/>
              <a:ea typeface="Meiryo UI"/>
              <a:cs typeface="+mn-cs"/>
            </a:endParaRPr>
          </a:p>
        </p:txBody>
      </p:sp>
      <p:sp>
        <p:nvSpPr>
          <p:cNvPr id="36" name="shape_120">
            <a:extLst>
              <a:ext uri="{FF2B5EF4-FFF2-40B4-BE49-F238E27FC236}">
                <a16:creationId xmlns:a16="http://schemas.microsoft.com/office/drawing/2014/main" id="{C0A0D66C-CEEF-2A08-D3D2-7211230789B2}"/>
              </a:ext>
            </a:extLst>
          </p:cNvPr>
          <p:cNvSpPr/>
          <p:nvPr>
            <p:custDataLst>
              <p:tags r:id="rId34"/>
            </p:custDataLst>
          </p:nvPr>
        </p:nvSpPr>
        <p:spPr>
          <a:xfrm>
            <a:off x="5366538" y="1223980"/>
            <a:ext cx="161522"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5</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37" name="shape_121">
            <a:extLst>
              <a:ext uri="{FF2B5EF4-FFF2-40B4-BE49-F238E27FC236}">
                <a16:creationId xmlns:a16="http://schemas.microsoft.com/office/drawing/2014/main" id="{22DCDA92-D725-C485-6D08-CE8AC5F2DECB}"/>
              </a:ext>
            </a:extLst>
          </p:cNvPr>
          <p:cNvSpPr/>
          <p:nvPr>
            <p:custDataLst>
              <p:tags r:id="rId35"/>
            </p:custDataLst>
          </p:nvPr>
        </p:nvSpPr>
        <p:spPr>
          <a:xfrm>
            <a:off x="5528060" y="1223980"/>
            <a:ext cx="161522"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12</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38" name="shape_122">
            <a:extLst>
              <a:ext uri="{FF2B5EF4-FFF2-40B4-BE49-F238E27FC236}">
                <a16:creationId xmlns:a16="http://schemas.microsoft.com/office/drawing/2014/main" id="{DCCF5446-A136-CF4A-8D81-99B2D4F0D5FB}"/>
              </a:ext>
            </a:extLst>
          </p:cNvPr>
          <p:cNvSpPr/>
          <p:nvPr>
            <p:custDataLst>
              <p:tags r:id="rId36"/>
            </p:custDataLst>
          </p:nvPr>
        </p:nvSpPr>
        <p:spPr>
          <a:xfrm>
            <a:off x="5689581" y="1223980"/>
            <a:ext cx="161522"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19</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39" name="shape_123">
            <a:extLst>
              <a:ext uri="{FF2B5EF4-FFF2-40B4-BE49-F238E27FC236}">
                <a16:creationId xmlns:a16="http://schemas.microsoft.com/office/drawing/2014/main" id="{D83DDDB1-D85B-F889-021B-5A0621109F96}"/>
              </a:ext>
            </a:extLst>
          </p:cNvPr>
          <p:cNvSpPr/>
          <p:nvPr>
            <p:custDataLst>
              <p:tags r:id="rId37"/>
            </p:custDataLst>
          </p:nvPr>
        </p:nvSpPr>
        <p:spPr>
          <a:xfrm>
            <a:off x="5851103" y="1223980"/>
            <a:ext cx="161522"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2</a:t>
            </a:r>
            <a:r>
              <a:rPr kumimoji="1" lang="en-US" altLang="ja-JP"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6</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46" name="shape_96">
            <a:extLst>
              <a:ext uri="{FF2B5EF4-FFF2-40B4-BE49-F238E27FC236}">
                <a16:creationId xmlns:a16="http://schemas.microsoft.com/office/drawing/2014/main" id="{737AF166-8FA7-8166-2F82-DD53F9A739D7}"/>
              </a:ext>
            </a:extLst>
          </p:cNvPr>
          <p:cNvSpPr/>
          <p:nvPr>
            <p:custDataLst>
              <p:tags r:id="rId38"/>
            </p:custDataLst>
          </p:nvPr>
        </p:nvSpPr>
        <p:spPr>
          <a:xfrm>
            <a:off x="6012655" y="1008079"/>
            <a:ext cx="807605" cy="215900"/>
          </a:xfrm>
          <a:prstGeom prst="rect">
            <a:avLst/>
          </a:prstGeom>
          <a:solidFill>
            <a:schemeClr val="bg1">
              <a:lumMod val="65000"/>
            </a:schemeClr>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rgbClr val="FFFFFF"/>
                </a:solidFill>
                <a:effectLst/>
                <a:uLnTx/>
                <a:uFillTx/>
                <a:latin typeface="Meiryo UI" pitchFamily="34" charset="0"/>
                <a:ea typeface="Meiryo UI" pitchFamily="34" charset="-122"/>
                <a:cs typeface="Meiryo UI" pitchFamily="34" charset="-120"/>
              </a:rPr>
              <a:t>11</a:t>
            </a:r>
            <a:r>
              <a:rPr kumimoji="1" lang="ja-JP" altLang="en-US" sz="1000" b="0" i="0" u="none" strike="noStrike" kern="1200" cap="none" spc="0" normalizeH="0" baseline="0" noProof="0">
                <a:ln>
                  <a:noFill/>
                </a:ln>
                <a:solidFill>
                  <a:srgbClr val="FFFFFF"/>
                </a:solidFill>
                <a:effectLst/>
                <a:uLnTx/>
                <a:uFillTx/>
                <a:latin typeface="Meiryo UI" pitchFamily="34" charset="0"/>
                <a:ea typeface="Meiryo UI" pitchFamily="34" charset="-122"/>
                <a:cs typeface="Meiryo UI" pitchFamily="34" charset="-120"/>
              </a:rPr>
              <a:t>月</a:t>
            </a:r>
            <a:endParaRPr kumimoji="1" lang="en-US" sz="1000" b="0" i="0" u="none" strike="noStrike" kern="1200" cap="none" spc="0" normalizeH="0" baseline="0" noProof="0">
              <a:ln>
                <a:noFill/>
              </a:ln>
              <a:solidFill>
                <a:prstClr val="black"/>
              </a:solidFill>
              <a:effectLst/>
              <a:uLnTx/>
              <a:uFillTx/>
              <a:latin typeface="Meiryo UI"/>
              <a:ea typeface="Meiryo UI"/>
              <a:cs typeface="+mn-cs"/>
            </a:endParaRPr>
          </a:p>
        </p:txBody>
      </p:sp>
      <p:sp>
        <p:nvSpPr>
          <p:cNvPr id="47" name="shape_120">
            <a:extLst>
              <a:ext uri="{FF2B5EF4-FFF2-40B4-BE49-F238E27FC236}">
                <a16:creationId xmlns:a16="http://schemas.microsoft.com/office/drawing/2014/main" id="{17F2BAFC-1B20-26CE-9683-B24B55AA6300}"/>
              </a:ext>
            </a:extLst>
          </p:cNvPr>
          <p:cNvSpPr/>
          <p:nvPr>
            <p:custDataLst>
              <p:tags r:id="rId39"/>
            </p:custDataLst>
          </p:nvPr>
        </p:nvSpPr>
        <p:spPr>
          <a:xfrm>
            <a:off x="6012641"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2</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48" name="shape_121">
            <a:extLst>
              <a:ext uri="{FF2B5EF4-FFF2-40B4-BE49-F238E27FC236}">
                <a16:creationId xmlns:a16="http://schemas.microsoft.com/office/drawing/2014/main" id="{8CAFA029-472A-0A56-3413-FA349798D6B2}"/>
              </a:ext>
            </a:extLst>
          </p:cNvPr>
          <p:cNvSpPr/>
          <p:nvPr>
            <p:custDataLst>
              <p:tags r:id="rId40"/>
            </p:custDataLst>
          </p:nvPr>
        </p:nvSpPr>
        <p:spPr>
          <a:xfrm>
            <a:off x="6174162"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9</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49" name="shape_122">
            <a:extLst>
              <a:ext uri="{FF2B5EF4-FFF2-40B4-BE49-F238E27FC236}">
                <a16:creationId xmlns:a16="http://schemas.microsoft.com/office/drawing/2014/main" id="{3B4552BB-34CD-BEE7-765B-F22E058C07A1}"/>
              </a:ext>
            </a:extLst>
          </p:cNvPr>
          <p:cNvSpPr/>
          <p:nvPr>
            <p:custDataLst>
              <p:tags r:id="rId41"/>
            </p:custDataLst>
          </p:nvPr>
        </p:nvSpPr>
        <p:spPr>
          <a:xfrm>
            <a:off x="6335683"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16</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50" name="shape_123">
            <a:extLst>
              <a:ext uri="{FF2B5EF4-FFF2-40B4-BE49-F238E27FC236}">
                <a16:creationId xmlns:a16="http://schemas.microsoft.com/office/drawing/2014/main" id="{DE5A226C-E76B-5555-5BF3-3BEA95EBF5C7}"/>
              </a:ext>
            </a:extLst>
          </p:cNvPr>
          <p:cNvSpPr/>
          <p:nvPr>
            <p:custDataLst>
              <p:tags r:id="rId42"/>
            </p:custDataLst>
          </p:nvPr>
        </p:nvSpPr>
        <p:spPr>
          <a:xfrm>
            <a:off x="6497204"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2</a:t>
            </a:r>
            <a:r>
              <a:rPr kumimoji="1" lang="en-US" altLang="ja-JP"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3</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157" name="shape_123">
            <a:extLst>
              <a:ext uri="{FF2B5EF4-FFF2-40B4-BE49-F238E27FC236}">
                <a16:creationId xmlns:a16="http://schemas.microsoft.com/office/drawing/2014/main" id="{835F47F7-F883-F9C1-E441-D5274E039F0B}"/>
              </a:ext>
            </a:extLst>
          </p:cNvPr>
          <p:cNvSpPr/>
          <p:nvPr>
            <p:custDataLst>
              <p:tags r:id="rId43"/>
            </p:custDataLst>
          </p:nvPr>
        </p:nvSpPr>
        <p:spPr>
          <a:xfrm>
            <a:off x="6658725"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30</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56" name="shape_96">
            <a:extLst>
              <a:ext uri="{FF2B5EF4-FFF2-40B4-BE49-F238E27FC236}">
                <a16:creationId xmlns:a16="http://schemas.microsoft.com/office/drawing/2014/main" id="{39C7019E-7563-83BC-BA8E-DB91C208D418}"/>
              </a:ext>
            </a:extLst>
          </p:cNvPr>
          <p:cNvSpPr/>
          <p:nvPr>
            <p:custDataLst>
              <p:tags r:id="rId44"/>
            </p:custDataLst>
          </p:nvPr>
        </p:nvSpPr>
        <p:spPr>
          <a:xfrm>
            <a:off x="6820274" y="1008079"/>
            <a:ext cx="646090" cy="215900"/>
          </a:xfrm>
          <a:prstGeom prst="rect">
            <a:avLst/>
          </a:prstGeom>
          <a:solidFill>
            <a:schemeClr val="bg1">
              <a:lumMod val="65000"/>
            </a:schemeClr>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rgbClr val="FFFFFF"/>
                </a:solidFill>
                <a:effectLst/>
                <a:uLnTx/>
                <a:uFillTx/>
                <a:latin typeface="Meiryo UI" pitchFamily="34" charset="0"/>
                <a:ea typeface="Meiryo UI" pitchFamily="34" charset="-122"/>
                <a:cs typeface="Meiryo UI" pitchFamily="34" charset="-120"/>
              </a:rPr>
              <a:t>12</a:t>
            </a:r>
            <a:r>
              <a:rPr kumimoji="1" lang="ja-JP" altLang="en-US" sz="1000" b="0" i="0" u="none" strike="noStrike" kern="1200" cap="none" spc="0" normalizeH="0" baseline="0" noProof="0">
                <a:ln>
                  <a:noFill/>
                </a:ln>
                <a:solidFill>
                  <a:srgbClr val="FFFFFF"/>
                </a:solidFill>
                <a:effectLst/>
                <a:uLnTx/>
                <a:uFillTx/>
                <a:latin typeface="Meiryo UI" pitchFamily="34" charset="0"/>
                <a:ea typeface="Meiryo UI" pitchFamily="34" charset="-122"/>
                <a:cs typeface="Meiryo UI" pitchFamily="34" charset="-120"/>
              </a:rPr>
              <a:t>月</a:t>
            </a:r>
            <a:endParaRPr kumimoji="1" lang="en-US" sz="1000" b="0" i="0" u="none" strike="noStrike" kern="1200" cap="none" spc="0" normalizeH="0" baseline="0" noProof="0">
              <a:ln>
                <a:noFill/>
              </a:ln>
              <a:solidFill>
                <a:prstClr val="black"/>
              </a:solidFill>
              <a:effectLst/>
              <a:uLnTx/>
              <a:uFillTx/>
              <a:latin typeface="Meiryo UI"/>
              <a:ea typeface="Meiryo UI"/>
              <a:cs typeface="+mn-cs"/>
            </a:endParaRPr>
          </a:p>
        </p:txBody>
      </p:sp>
      <p:sp>
        <p:nvSpPr>
          <p:cNvPr id="57" name="shape_120">
            <a:extLst>
              <a:ext uri="{FF2B5EF4-FFF2-40B4-BE49-F238E27FC236}">
                <a16:creationId xmlns:a16="http://schemas.microsoft.com/office/drawing/2014/main" id="{79E33086-CDBA-B396-6655-DDF7A4DC84DA}"/>
              </a:ext>
            </a:extLst>
          </p:cNvPr>
          <p:cNvSpPr/>
          <p:nvPr>
            <p:custDataLst>
              <p:tags r:id="rId45"/>
            </p:custDataLst>
          </p:nvPr>
        </p:nvSpPr>
        <p:spPr>
          <a:xfrm>
            <a:off x="6820260" y="1223980"/>
            <a:ext cx="161522"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7</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68" name="shape_121">
            <a:extLst>
              <a:ext uri="{FF2B5EF4-FFF2-40B4-BE49-F238E27FC236}">
                <a16:creationId xmlns:a16="http://schemas.microsoft.com/office/drawing/2014/main" id="{621338B3-8BEA-819C-37BF-015C016B93EE}"/>
              </a:ext>
            </a:extLst>
          </p:cNvPr>
          <p:cNvSpPr/>
          <p:nvPr>
            <p:custDataLst>
              <p:tags r:id="rId46"/>
            </p:custDataLst>
          </p:nvPr>
        </p:nvSpPr>
        <p:spPr>
          <a:xfrm>
            <a:off x="6981782" y="1223980"/>
            <a:ext cx="161522"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14</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72" name="shape_122">
            <a:extLst>
              <a:ext uri="{FF2B5EF4-FFF2-40B4-BE49-F238E27FC236}">
                <a16:creationId xmlns:a16="http://schemas.microsoft.com/office/drawing/2014/main" id="{6947B67E-C655-9332-3CF1-9F4651E7A8E3}"/>
              </a:ext>
            </a:extLst>
          </p:cNvPr>
          <p:cNvSpPr/>
          <p:nvPr>
            <p:custDataLst>
              <p:tags r:id="rId47"/>
            </p:custDataLst>
          </p:nvPr>
        </p:nvSpPr>
        <p:spPr>
          <a:xfrm>
            <a:off x="7143303" y="1223980"/>
            <a:ext cx="161522"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21</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94" name="shape_123">
            <a:extLst>
              <a:ext uri="{FF2B5EF4-FFF2-40B4-BE49-F238E27FC236}">
                <a16:creationId xmlns:a16="http://schemas.microsoft.com/office/drawing/2014/main" id="{94327260-03E6-CEC5-3B9C-1A23D02FA26D}"/>
              </a:ext>
            </a:extLst>
          </p:cNvPr>
          <p:cNvSpPr/>
          <p:nvPr>
            <p:custDataLst>
              <p:tags r:id="rId48"/>
            </p:custDataLst>
          </p:nvPr>
        </p:nvSpPr>
        <p:spPr>
          <a:xfrm>
            <a:off x="7304825" y="1223980"/>
            <a:ext cx="161522"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28</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99" name="shape_96">
            <a:extLst>
              <a:ext uri="{FF2B5EF4-FFF2-40B4-BE49-F238E27FC236}">
                <a16:creationId xmlns:a16="http://schemas.microsoft.com/office/drawing/2014/main" id="{8C116341-ED33-46EF-12C7-952DDFBDE478}"/>
              </a:ext>
            </a:extLst>
          </p:cNvPr>
          <p:cNvSpPr/>
          <p:nvPr>
            <p:custDataLst>
              <p:tags r:id="rId49"/>
            </p:custDataLst>
          </p:nvPr>
        </p:nvSpPr>
        <p:spPr>
          <a:xfrm>
            <a:off x="7466377" y="1008079"/>
            <a:ext cx="646090" cy="215900"/>
          </a:xfrm>
          <a:prstGeom prst="rect">
            <a:avLst/>
          </a:prstGeom>
          <a:solidFill>
            <a:schemeClr val="bg1">
              <a:lumMod val="65000"/>
            </a:schemeClr>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rgbClr val="FFFFFF"/>
                </a:solidFill>
                <a:effectLst/>
                <a:uLnTx/>
                <a:uFillTx/>
                <a:latin typeface="Meiryo UI" pitchFamily="34" charset="0"/>
                <a:ea typeface="Meiryo UI" pitchFamily="34" charset="-122"/>
                <a:cs typeface="Meiryo UI" pitchFamily="34" charset="-120"/>
              </a:rPr>
              <a:t>1</a:t>
            </a:r>
            <a:r>
              <a:rPr kumimoji="1" lang="ja-JP" altLang="en-US" sz="1000" b="0" i="0" u="none" strike="noStrike" kern="1200" cap="none" spc="0" normalizeH="0" baseline="0" noProof="0">
                <a:ln>
                  <a:noFill/>
                </a:ln>
                <a:solidFill>
                  <a:srgbClr val="FFFFFF"/>
                </a:solidFill>
                <a:effectLst/>
                <a:uLnTx/>
                <a:uFillTx/>
                <a:latin typeface="Meiryo UI" pitchFamily="34" charset="0"/>
                <a:ea typeface="Meiryo UI" pitchFamily="34" charset="-122"/>
                <a:cs typeface="Meiryo UI" pitchFamily="34" charset="-120"/>
              </a:rPr>
              <a:t>月</a:t>
            </a:r>
            <a:endParaRPr kumimoji="1" lang="en-US" sz="1000" b="0" i="0" u="none" strike="noStrike" kern="1200" cap="none" spc="0" normalizeH="0" baseline="0" noProof="0">
              <a:ln>
                <a:noFill/>
              </a:ln>
              <a:solidFill>
                <a:prstClr val="black"/>
              </a:solidFill>
              <a:effectLst/>
              <a:uLnTx/>
              <a:uFillTx/>
              <a:latin typeface="Meiryo UI"/>
              <a:ea typeface="Meiryo UI"/>
              <a:cs typeface="+mn-cs"/>
            </a:endParaRPr>
          </a:p>
        </p:txBody>
      </p:sp>
      <p:sp>
        <p:nvSpPr>
          <p:cNvPr id="114" name="shape_120">
            <a:extLst>
              <a:ext uri="{FF2B5EF4-FFF2-40B4-BE49-F238E27FC236}">
                <a16:creationId xmlns:a16="http://schemas.microsoft.com/office/drawing/2014/main" id="{E8DF755E-60CB-AC54-5E16-3BD28C88FE4E}"/>
              </a:ext>
            </a:extLst>
          </p:cNvPr>
          <p:cNvSpPr/>
          <p:nvPr>
            <p:custDataLst>
              <p:tags r:id="rId50"/>
            </p:custDataLst>
          </p:nvPr>
        </p:nvSpPr>
        <p:spPr>
          <a:xfrm>
            <a:off x="7466363" y="1223980"/>
            <a:ext cx="161522"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4</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115" name="shape_121">
            <a:extLst>
              <a:ext uri="{FF2B5EF4-FFF2-40B4-BE49-F238E27FC236}">
                <a16:creationId xmlns:a16="http://schemas.microsoft.com/office/drawing/2014/main" id="{4FF9E058-CEA4-6214-4A4C-6EB0A8B8134A}"/>
              </a:ext>
            </a:extLst>
          </p:cNvPr>
          <p:cNvSpPr/>
          <p:nvPr>
            <p:custDataLst>
              <p:tags r:id="rId51"/>
            </p:custDataLst>
          </p:nvPr>
        </p:nvSpPr>
        <p:spPr>
          <a:xfrm>
            <a:off x="7627885" y="1223980"/>
            <a:ext cx="161522"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1</a:t>
            </a:r>
            <a:r>
              <a:rPr kumimoji="1" lang="en-US" altLang="ja-JP"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1</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133" name="shape_122">
            <a:extLst>
              <a:ext uri="{FF2B5EF4-FFF2-40B4-BE49-F238E27FC236}">
                <a16:creationId xmlns:a16="http://schemas.microsoft.com/office/drawing/2014/main" id="{F8E42609-1CCE-6088-A22D-7FA740835C72}"/>
              </a:ext>
            </a:extLst>
          </p:cNvPr>
          <p:cNvSpPr/>
          <p:nvPr>
            <p:custDataLst>
              <p:tags r:id="rId52"/>
            </p:custDataLst>
          </p:nvPr>
        </p:nvSpPr>
        <p:spPr>
          <a:xfrm>
            <a:off x="7789406" y="1223980"/>
            <a:ext cx="161522"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1</a:t>
            </a:r>
            <a:r>
              <a:rPr kumimoji="1" lang="en-US" altLang="ja-JP"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8</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134" name="shape_123">
            <a:extLst>
              <a:ext uri="{FF2B5EF4-FFF2-40B4-BE49-F238E27FC236}">
                <a16:creationId xmlns:a16="http://schemas.microsoft.com/office/drawing/2014/main" id="{7C5CCAB6-2A88-0510-F87F-A7D80456FE81}"/>
              </a:ext>
            </a:extLst>
          </p:cNvPr>
          <p:cNvSpPr/>
          <p:nvPr>
            <p:custDataLst>
              <p:tags r:id="rId53"/>
            </p:custDataLst>
          </p:nvPr>
        </p:nvSpPr>
        <p:spPr>
          <a:xfrm>
            <a:off x="7950928" y="1223980"/>
            <a:ext cx="161522"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2</a:t>
            </a:r>
            <a:r>
              <a:rPr kumimoji="1" lang="en-US" altLang="ja-JP"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5</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139" name="shape_96">
            <a:extLst>
              <a:ext uri="{FF2B5EF4-FFF2-40B4-BE49-F238E27FC236}">
                <a16:creationId xmlns:a16="http://schemas.microsoft.com/office/drawing/2014/main" id="{739C3DA6-1575-5402-55B2-D5723DE1C7C3}"/>
              </a:ext>
            </a:extLst>
          </p:cNvPr>
          <p:cNvSpPr/>
          <p:nvPr>
            <p:custDataLst>
              <p:tags r:id="rId54"/>
            </p:custDataLst>
          </p:nvPr>
        </p:nvSpPr>
        <p:spPr>
          <a:xfrm>
            <a:off x="8112481" y="1008079"/>
            <a:ext cx="646090" cy="215900"/>
          </a:xfrm>
          <a:prstGeom prst="rect">
            <a:avLst/>
          </a:prstGeom>
          <a:solidFill>
            <a:schemeClr val="bg1">
              <a:lumMod val="65000"/>
            </a:schemeClr>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rgbClr val="FFFFFF"/>
                </a:solidFill>
                <a:effectLst/>
                <a:uLnTx/>
                <a:uFillTx/>
                <a:latin typeface="Meiryo UI" pitchFamily="34" charset="0"/>
                <a:ea typeface="Meiryo UI" pitchFamily="34" charset="-122"/>
                <a:cs typeface="Meiryo UI" pitchFamily="34" charset="-120"/>
              </a:rPr>
              <a:t>2</a:t>
            </a:r>
            <a:r>
              <a:rPr kumimoji="1" lang="ja-JP" altLang="en-US" sz="1000" b="0" i="0" u="none" strike="noStrike" kern="1200" cap="none" spc="0" normalizeH="0" baseline="0" noProof="0">
                <a:ln>
                  <a:noFill/>
                </a:ln>
                <a:solidFill>
                  <a:srgbClr val="FFFFFF"/>
                </a:solidFill>
                <a:effectLst/>
                <a:uLnTx/>
                <a:uFillTx/>
                <a:latin typeface="Meiryo UI" pitchFamily="34" charset="0"/>
                <a:ea typeface="Meiryo UI" pitchFamily="34" charset="-122"/>
                <a:cs typeface="Meiryo UI" pitchFamily="34" charset="-120"/>
              </a:rPr>
              <a:t>月</a:t>
            </a:r>
            <a:endParaRPr kumimoji="1" lang="en-US" sz="1000" b="0" i="0" u="none" strike="noStrike" kern="1200" cap="none" spc="0" normalizeH="0" baseline="0" noProof="0">
              <a:ln>
                <a:noFill/>
              </a:ln>
              <a:solidFill>
                <a:prstClr val="black"/>
              </a:solidFill>
              <a:effectLst/>
              <a:uLnTx/>
              <a:uFillTx/>
              <a:latin typeface="Meiryo UI"/>
              <a:ea typeface="Meiryo UI"/>
              <a:cs typeface="+mn-cs"/>
            </a:endParaRPr>
          </a:p>
        </p:txBody>
      </p:sp>
      <p:sp>
        <p:nvSpPr>
          <p:cNvPr id="140" name="shape_120">
            <a:extLst>
              <a:ext uri="{FF2B5EF4-FFF2-40B4-BE49-F238E27FC236}">
                <a16:creationId xmlns:a16="http://schemas.microsoft.com/office/drawing/2014/main" id="{C995F406-BBDA-CC74-B352-BC44358608DF}"/>
              </a:ext>
            </a:extLst>
          </p:cNvPr>
          <p:cNvSpPr/>
          <p:nvPr>
            <p:custDataLst>
              <p:tags r:id="rId55"/>
            </p:custDataLst>
          </p:nvPr>
        </p:nvSpPr>
        <p:spPr>
          <a:xfrm>
            <a:off x="8112467" y="1223980"/>
            <a:ext cx="161522"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1</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141" name="shape_121">
            <a:extLst>
              <a:ext uri="{FF2B5EF4-FFF2-40B4-BE49-F238E27FC236}">
                <a16:creationId xmlns:a16="http://schemas.microsoft.com/office/drawing/2014/main" id="{BDED4E5C-3AE0-28FE-A76D-D3A5EEFC7F29}"/>
              </a:ext>
            </a:extLst>
          </p:cNvPr>
          <p:cNvSpPr/>
          <p:nvPr>
            <p:custDataLst>
              <p:tags r:id="rId56"/>
            </p:custDataLst>
          </p:nvPr>
        </p:nvSpPr>
        <p:spPr>
          <a:xfrm>
            <a:off x="8273989" y="1223980"/>
            <a:ext cx="161522"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8</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142" name="shape_122">
            <a:extLst>
              <a:ext uri="{FF2B5EF4-FFF2-40B4-BE49-F238E27FC236}">
                <a16:creationId xmlns:a16="http://schemas.microsoft.com/office/drawing/2014/main" id="{433548E6-08D5-C738-6B30-C355294CE77D}"/>
              </a:ext>
            </a:extLst>
          </p:cNvPr>
          <p:cNvSpPr/>
          <p:nvPr>
            <p:custDataLst>
              <p:tags r:id="rId57"/>
            </p:custDataLst>
          </p:nvPr>
        </p:nvSpPr>
        <p:spPr>
          <a:xfrm>
            <a:off x="8435510" y="1223980"/>
            <a:ext cx="161522"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15</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143" name="shape_123">
            <a:extLst>
              <a:ext uri="{FF2B5EF4-FFF2-40B4-BE49-F238E27FC236}">
                <a16:creationId xmlns:a16="http://schemas.microsoft.com/office/drawing/2014/main" id="{059F31CC-DC00-6309-1347-F28444BFCB58}"/>
              </a:ext>
            </a:extLst>
          </p:cNvPr>
          <p:cNvSpPr/>
          <p:nvPr>
            <p:custDataLst>
              <p:tags r:id="rId58"/>
            </p:custDataLst>
          </p:nvPr>
        </p:nvSpPr>
        <p:spPr>
          <a:xfrm>
            <a:off x="8597032" y="1223980"/>
            <a:ext cx="161522"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22</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160" name="shape_96">
            <a:extLst>
              <a:ext uri="{FF2B5EF4-FFF2-40B4-BE49-F238E27FC236}">
                <a16:creationId xmlns:a16="http://schemas.microsoft.com/office/drawing/2014/main" id="{E3C31623-5A7E-D5E8-2644-C58F7DC3B936}"/>
              </a:ext>
            </a:extLst>
          </p:cNvPr>
          <p:cNvSpPr/>
          <p:nvPr>
            <p:custDataLst>
              <p:tags r:id="rId59"/>
            </p:custDataLst>
          </p:nvPr>
        </p:nvSpPr>
        <p:spPr>
          <a:xfrm>
            <a:off x="8758586" y="1008079"/>
            <a:ext cx="812409" cy="215900"/>
          </a:xfrm>
          <a:prstGeom prst="rect">
            <a:avLst/>
          </a:prstGeom>
          <a:solidFill>
            <a:schemeClr val="bg1">
              <a:lumMod val="65000"/>
            </a:schemeClr>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rgbClr val="FFFFFF"/>
                </a:solidFill>
                <a:effectLst/>
                <a:uLnTx/>
                <a:uFillTx/>
                <a:latin typeface="Meiryo UI" pitchFamily="34" charset="0"/>
                <a:ea typeface="Meiryo UI" pitchFamily="34" charset="-122"/>
                <a:cs typeface="Meiryo UI" pitchFamily="34" charset="-120"/>
              </a:rPr>
              <a:t>3</a:t>
            </a:r>
            <a:r>
              <a:rPr kumimoji="1" lang="ja-JP" altLang="en-US" sz="1000" b="0" i="0" u="none" strike="noStrike" kern="1200" cap="none" spc="0" normalizeH="0" baseline="0" noProof="0">
                <a:ln>
                  <a:noFill/>
                </a:ln>
                <a:solidFill>
                  <a:srgbClr val="FFFFFF"/>
                </a:solidFill>
                <a:effectLst/>
                <a:uLnTx/>
                <a:uFillTx/>
                <a:latin typeface="Meiryo UI" pitchFamily="34" charset="0"/>
                <a:ea typeface="Meiryo UI" pitchFamily="34" charset="-122"/>
                <a:cs typeface="Meiryo UI" pitchFamily="34" charset="-120"/>
              </a:rPr>
              <a:t>月</a:t>
            </a:r>
            <a:endParaRPr kumimoji="1" lang="en-US" sz="1000" b="0" i="0" u="none" strike="noStrike" kern="1200" cap="none" spc="0" normalizeH="0" baseline="0" noProof="0">
              <a:ln>
                <a:noFill/>
              </a:ln>
              <a:solidFill>
                <a:prstClr val="black"/>
              </a:solidFill>
              <a:effectLst/>
              <a:uLnTx/>
              <a:uFillTx/>
              <a:latin typeface="Meiryo UI"/>
              <a:ea typeface="Meiryo UI"/>
              <a:cs typeface="+mn-cs"/>
            </a:endParaRPr>
          </a:p>
        </p:txBody>
      </p:sp>
      <p:sp>
        <p:nvSpPr>
          <p:cNvPr id="161" name="shape_120">
            <a:extLst>
              <a:ext uri="{FF2B5EF4-FFF2-40B4-BE49-F238E27FC236}">
                <a16:creationId xmlns:a16="http://schemas.microsoft.com/office/drawing/2014/main" id="{4E474956-DE6A-ACC5-6169-620D24918FDF}"/>
              </a:ext>
            </a:extLst>
          </p:cNvPr>
          <p:cNvSpPr/>
          <p:nvPr>
            <p:custDataLst>
              <p:tags r:id="rId60"/>
            </p:custDataLst>
          </p:nvPr>
        </p:nvSpPr>
        <p:spPr>
          <a:xfrm>
            <a:off x="8758572"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1</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162" name="shape_121">
            <a:extLst>
              <a:ext uri="{FF2B5EF4-FFF2-40B4-BE49-F238E27FC236}">
                <a16:creationId xmlns:a16="http://schemas.microsoft.com/office/drawing/2014/main" id="{E882DDC8-553B-DDEF-8A40-9F7D6B9B85B4}"/>
              </a:ext>
            </a:extLst>
          </p:cNvPr>
          <p:cNvSpPr/>
          <p:nvPr>
            <p:custDataLst>
              <p:tags r:id="rId61"/>
            </p:custDataLst>
          </p:nvPr>
        </p:nvSpPr>
        <p:spPr>
          <a:xfrm>
            <a:off x="8920093"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8</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163" name="shape_122">
            <a:extLst>
              <a:ext uri="{FF2B5EF4-FFF2-40B4-BE49-F238E27FC236}">
                <a16:creationId xmlns:a16="http://schemas.microsoft.com/office/drawing/2014/main" id="{9C278B47-E9F3-E653-FF95-D397EED4DB51}"/>
              </a:ext>
            </a:extLst>
          </p:cNvPr>
          <p:cNvSpPr/>
          <p:nvPr>
            <p:custDataLst>
              <p:tags r:id="rId62"/>
            </p:custDataLst>
          </p:nvPr>
        </p:nvSpPr>
        <p:spPr>
          <a:xfrm>
            <a:off x="9081615"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15</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164" name="shape_123">
            <a:extLst>
              <a:ext uri="{FF2B5EF4-FFF2-40B4-BE49-F238E27FC236}">
                <a16:creationId xmlns:a16="http://schemas.microsoft.com/office/drawing/2014/main" id="{5052469A-E1B6-D20F-FD3E-DF724FBF1A51}"/>
              </a:ext>
            </a:extLst>
          </p:cNvPr>
          <p:cNvSpPr/>
          <p:nvPr>
            <p:custDataLst>
              <p:tags r:id="rId63"/>
            </p:custDataLst>
          </p:nvPr>
        </p:nvSpPr>
        <p:spPr>
          <a:xfrm>
            <a:off x="9243137"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2</a:t>
            </a:r>
            <a:r>
              <a:rPr kumimoji="1" lang="en-US" altLang="ja-JP"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2</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170" name="shape_123">
            <a:extLst>
              <a:ext uri="{FF2B5EF4-FFF2-40B4-BE49-F238E27FC236}">
                <a16:creationId xmlns:a16="http://schemas.microsoft.com/office/drawing/2014/main" id="{38603B76-930B-3A89-EE88-09929EE2D4CA}"/>
              </a:ext>
            </a:extLst>
          </p:cNvPr>
          <p:cNvSpPr/>
          <p:nvPr>
            <p:custDataLst>
              <p:tags r:id="rId64"/>
            </p:custDataLst>
          </p:nvPr>
        </p:nvSpPr>
        <p:spPr>
          <a:xfrm>
            <a:off x="9404676"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2</a:t>
            </a:r>
            <a:r>
              <a:rPr kumimoji="1" lang="en-US" altLang="ja-JP"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9</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92" name="shape_151">
            <a:extLst>
              <a:ext uri="{FF2B5EF4-FFF2-40B4-BE49-F238E27FC236}">
                <a16:creationId xmlns:a16="http://schemas.microsoft.com/office/drawing/2014/main" id="{34E49F5C-CC00-BA2F-5148-84AE2278256C}"/>
              </a:ext>
            </a:extLst>
          </p:cNvPr>
          <p:cNvSpPr/>
          <p:nvPr>
            <p:custDataLst>
              <p:tags r:id="rId65"/>
            </p:custDataLst>
          </p:nvPr>
        </p:nvSpPr>
        <p:spPr>
          <a:xfrm>
            <a:off x="82952" y="1367377"/>
            <a:ext cx="1052513" cy="691882"/>
          </a:xfrm>
          <a:prstGeom prst="rect">
            <a:avLst/>
          </a:prstGeom>
          <a:solidFill>
            <a:schemeClr val="bg1">
              <a:lumMod val="95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8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マイルストーン</a:t>
            </a:r>
            <a:endParaRPr kumimoji="1" lang="en-US" sz="800" b="0" i="0" u="none" strike="noStrike" kern="1200" cap="none" spc="0" normalizeH="0" baseline="0" noProof="0">
              <a:ln>
                <a:noFill/>
              </a:ln>
              <a:solidFill>
                <a:prstClr val="black"/>
              </a:solidFill>
              <a:effectLst/>
              <a:uLnTx/>
              <a:uFillTx/>
              <a:latin typeface="Meiryo UI"/>
              <a:ea typeface="Meiryo UI"/>
              <a:cs typeface="+mn-cs"/>
            </a:endParaRPr>
          </a:p>
        </p:txBody>
      </p:sp>
      <p:sp>
        <p:nvSpPr>
          <p:cNvPr id="394" name="shape_124">
            <a:extLst>
              <a:ext uri="{FF2B5EF4-FFF2-40B4-BE49-F238E27FC236}">
                <a16:creationId xmlns:a16="http://schemas.microsoft.com/office/drawing/2014/main" id="{ED3D6940-3981-942B-1BC5-72127A4F8DD9}"/>
              </a:ext>
            </a:extLst>
          </p:cNvPr>
          <p:cNvSpPr/>
          <p:nvPr>
            <p:custDataLst>
              <p:tags r:id="rId66"/>
            </p:custDataLst>
          </p:nvPr>
        </p:nvSpPr>
        <p:spPr>
          <a:xfrm>
            <a:off x="88429" y="6412898"/>
            <a:ext cx="174122" cy="183641"/>
          </a:xfrm>
          <a:prstGeom prst="rect">
            <a:avLst/>
          </a:prstGeom>
          <a:solidFill>
            <a:schemeClr val="bg1">
              <a:lumMod val="50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900" b="0" i="0" u="none" strike="noStrike" kern="1200" cap="none" spc="0" normalizeH="0" baseline="0" noProof="0">
                <a:ln>
                  <a:noFill/>
                </a:ln>
                <a:solidFill>
                  <a:prstClr val="white"/>
                </a:solidFill>
                <a:effectLst/>
                <a:uLnTx/>
                <a:uFillTx/>
                <a:latin typeface="Meiryo UI"/>
                <a:ea typeface="Meiryo UI"/>
                <a:cs typeface="+mn-cs"/>
              </a:rPr>
              <a:t>他</a:t>
            </a:r>
            <a:endParaRPr kumimoji="1" lang="en-US" sz="900" b="0" i="0" u="none" strike="noStrike" kern="1200" cap="none" spc="0" normalizeH="0" baseline="0" noProof="0">
              <a:ln>
                <a:noFill/>
              </a:ln>
              <a:solidFill>
                <a:prstClr val="white"/>
              </a:solidFill>
              <a:effectLst/>
              <a:uLnTx/>
              <a:uFillTx/>
              <a:latin typeface="Meiryo UI"/>
              <a:ea typeface="Meiryo UI"/>
              <a:cs typeface="+mn-cs"/>
            </a:endParaRPr>
          </a:p>
        </p:txBody>
      </p:sp>
      <p:sp>
        <p:nvSpPr>
          <p:cNvPr id="395" name="shape_129">
            <a:extLst>
              <a:ext uri="{FF2B5EF4-FFF2-40B4-BE49-F238E27FC236}">
                <a16:creationId xmlns:a16="http://schemas.microsoft.com/office/drawing/2014/main" id="{25CBEB9D-97D7-EAE1-A032-8A133D774FBD}"/>
              </a:ext>
            </a:extLst>
          </p:cNvPr>
          <p:cNvSpPr/>
          <p:nvPr>
            <p:custDataLst>
              <p:tags r:id="rId67"/>
            </p:custDataLst>
          </p:nvPr>
        </p:nvSpPr>
        <p:spPr>
          <a:xfrm>
            <a:off x="300039" y="6412898"/>
            <a:ext cx="821434" cy="183641"/>
          </a:xfrm>
          <a:prstGeom prst="rect">
            <a:avLst/>
          </a:prstGeom>
          <a:solidFill>
            <a:schemeClr val="bg1">
              <a:lumMod val="85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prstClr val="black"/>
                </a:solidFill>
                <a:effectLst/>
                <a:uLnTx/>
                <a:uFillTx/>
                <a:latin typeface="Meiryo UI"/>
                <a:ea typeface="Meiryo UI"/>
                <a:cs typeface="+mn-cs"/>
              </a:rPr>
              <a:t>電カル</a:t>
            </a:r>
            <a:r>
              <a:rPr kumimoji="1" lang="en-US" altLang="ja-JP" sz="700" b="0" i="0" u="none" strike="noStrike" kern="1200" cap="none" spc="0" normalizeH="0" baseline="0" noProof="0">
                <a:ln>
                  <a:noFill/>
                </a:ln>
                <a:solidFill>
                  <a:prstClr val="black"/>
                </a:solidFill>
                <a:effectLst/>
                <a:uLnTx/>
                <a:uFillTx/>
                <a:latin typeface="Meiryo UI"/>
                <a:ea typeface="Meiryo UI"/>
                <a:cs typeface="+mn-cs"/>
              </a:rPr>
              <a:t>DB</a:t>
            </a: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242" name="shape_42">
            <a:extLst>
              <a:ext uri="{FF2B5EF4-FFF2-40B4-BE49-F238E27FC236}">
                <a16:creationId xmlns:a16="http://schemas.microsoft.com/office/drawing/2014/main" id="{FA321E33-8D2C-8465-983B-3BBEBD7EC656}"/>
              </a:ext>
            </a:extLst>
          </p:cNvPr>
          <p:cNvSpPr/>
          <p:nvPr>
            <p:custDataLst>
              <p:tags r:id="rId68"/>
            </p:custDataLst>
          </p:nvPr>
        </p:nvSpPr>
        <p:spPr>
          <a:xfrm>
            <a:off x="1166890" y="835369"/>
            <a:ext cx="8408909" cy="172709"/>
          </a:xfrm>
          <a:prstGeom prst="rect">
            <a:avLst/>
          </a:prstGeom>
          <a:solidFill>
            <a:schemeClr val="bg1">
              <a:lumMod val="50000"/>
            </a:schemeClr>
          </a:solidFill>
          <a:ln w="3175">
            <a:solidFill>
              <a:schemeClr val="bg1"/>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prstClr val="white"/>
                </a:solidFill>
                <a:effectLst/>
                <a:uLnTx/>
                <a:uFillTx/>
                <a:latin typeface="Meiryo UI" pitchFamily="34" charset="0"/>
                <a:ea typeface="Meiryo UI"/>
                <a:cs typeface="Meiryo UI" pitchFamily="34" charset="-120"/>
              </a:rPr>
              <a:t>R8</a:t>
            </a:r>
            <a:r>
              <a:rPr kumimoji="1" lang="ja-JP" altLang="en-US" sz="1000" b="0" i="0" u="none" strike="noStrike" kern="1200" cap="none" spc="0" normalizeH="0" baseline="0" noProof="0">
                <a:ln>
                  <a:noFill/>
                </a:ln>
                <a:solidFill>
                  <a:prstClr val="white"/>
                </a:solidFill>
                <a:effectLst/>
                <a:uLnTx/>
                <a:uFillTx/>
                <a:latin typeface="Meiryo UI" pitchFamily="34" charset="0"/>
                <a:ea typeface="Meiryo UI"/>
                <a:cs typeface="Meiryo UI" pitchFamily="34" charset="-120"/>
              </a:rPr>
              <a:t>年度</a:t>
            </a:r>
            <a:endParaRPr kumimoji="1" lang="en-US" sz="1000" b="0" i="0" u="none" strike="noStrike" kern="1200" cap="none" spc="0" normalizeH="0" baseline="0" noProof="0">
              <a:ln>
                <a:noFill/>
              </a:ln>
              <a:solidFill>
                <a:prstClr val="white"/>
              </a:solidFill>
              <a:effectLst/>
              <a:uLnTx/>
              <a:uFillTx/>
              <a:latin typeface="Meiryo UI" panose="020F0502020204030204"/>
              <a:ea typeface="Meiryo UI"/>
              <a:cs typeface="+mn-cs"/>
            </a:endParaRPr>
          </a:p>
        </p:txBody>
      </p:sp>
      <p:sp>
        <p:nvSpPr>
          <p:cNvPr id="430" name="shape_152">
            <a:extLst>
              <a:ext uri="{FF2B5EF4-FFF2-40B4-BE49-F238E27FC236}">
                <a16:creationId xmlns:a16="http://schemas.microsoft.com/office/drawing/2014/main" id="{9BEC4B97-6E1E-A046-50FF-9EA63BF95899}"/>
              </a:ext>
            </a:extLst>
          </p:cNvPr>
          <p:cNvSpPr/>
          <p:nvPr>
            <p:custDataLst>
              <p:tags r:id="rId69"/>
            </p:custDataLst>
          </p:nvPr>
        </p:nvSpPr>
        <p:spPr>
          <a:xfrm>
            <a:off x="4350723" y="1530799"/>
            <a:ext cx="969148" cy="143398"/>
          </a:xfrm>
          <a:prstGeom prst="rect">
            <a:avLst/>
          </a:prstGeom>
          <a:noFill/>
          <a:ln/>
        </p:spPr>
        <p:txBody>
          <a:bodyPr vert="horz"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noProof="1"/>
            </a:pPr>
            <a:r>
              <a:rPr kumimoji="1" lang="ja-JP" altLang="en-US" sz="700" b="1" i="0" u="none" strike="noStrike" kern="1200" cap="none" spc="0" normalizeH="0" baseline="0" noProof="0">
                <a:ln>
                  <a:noFill/>
                </a:ln>
                <a:solidFill>
                  <a:schemeClr val="bg1">
                    <a:lumMod val="75000"/>
                  </a:schemeClr>
                </a:solidFill>
                <a:effectLst/>
                <a:uLnTx/>
                <a:uFillTx/>
                <a:latin typeface="Meiryo UI" pitchFamily="34" charset="0"/>
                <a:ea typeface="Meiryo UI" pitchFamily="34" charset="-122"/>
                <a:cs typeface="Meiryo UI" pitchFamily="34" charset="-120"/>
              </a:rPr>
              <a:t>本番公開</a:t>
            </a:r>
            <a:r>
              <a:rPr kumimoji="1" lang="en-US" altLang="ja-JP" sz="700" b="1" i="0" u="none" strike="noStrike" kern="1200" cap="none" spc="0" normalizeH="0" baseline="0" noProof="0">
                <a:ln>
                  <a:noFill/>
                </a:ln>
                <a:solidFill>
                  <a:schemeClr val="bg1">
                    <a:lumMod val="75000"/>
                  </a:schemeClr>
                </a:solidFill>
                <a:effectLst/>
                <a:uLnTx/>
                <a:uFillTx/>
                <a:latin typeface="Meiryo UI" pitchFamily="34" charset="0"/>
                <a:ea typeface="Meiryo UI" pitchFamily="34" charset="-122"/>
                <a:cs typeface="Meiryo UI" pitchFamily="34" charset="-120"/>
              </a:rPr>
              <a:t>(9/28) </a:t>
            </a:r>
            <a:r>
              <a:rPr kumimoji="1" lang="ja-JP" altLang="en-US" sz="700" b="1" i="0" u="none" strike="noStrike" kern="1200" cap="none" spc="0" normalizeH="0" baseline="0" noProof="0">
                <a:ln>
                  <a:noFill/>
                </a:ln>
                <a:solidFill>
                  <a:schemeClr val="bg1">
                    <a:lumMod val="75000"/>
                  </a:schemeClr>
                </a:solidFill>
                <a:effectLst/>
                <a:uLnTx/>
                <a:uFillTx/>
                <a:latin typeface="Meiryo UI" pitchFamily="34" charset="0"/>
                <a:ea typeface="Meiryo UI" pitchFamily="34" charset="-122"/>
                <a:cs typeface="Meiryo UI" pitchFamily="34" charset="-120"/>
              </a:rPr>
              <a:t>▼</a:t>
            </a:r>
            <a:endParaRPr kumimoji="1" lang="en-US" sz="700" b="1" i="0" u="none" strike="noStrike" kern="1200" cap="none" spc="0" normalizeH="0" baseline="0" noProof="0">
              <a:ln>
                <a:noFill/>
              </a:ln>
              <a:solidFill>
                <a:schemeClr val="bg1">
                  <a:lumMod val="75000"/>
                </a:schemeClr>
              </a:solidFill>
              <a:effectLst/>
              <a:uLnTx/>
              <a:uFillTx/>
              <a:latin typeface="Meiryo UI"/>
              <a:ea typeface="Meiryo UI"/>
              <a:cs typeface="+mn-cs"/>
            </a:endParaRPr>
          </a:p>
        </p:txBody>
      </p:sp>
      <p:cxnSp>
        <p:nvCxnSpPr>
          <p:cNvPr id="432" name="直線矢印コネクタ 431">
            <a:extLst>
              <a:ext uri="{FF2B5EF4-FFF2-40B4-BE49-F238E27FC236}">
                <a16:creationId xmlns:a16="http://schemas.microsoft.com/office/drawing/2014/main" id="{B2EB8707-9D3B-EA92-037B-809DADF2378D}"/>
              </a:ext>
              <a:ext uri="{C183D7F6-B498-43B3-948B-1728B52AA6E4}">
                <adec:decorative xmlns:adec="http://schemas.microsoft.com/office/drawing/2017/decorative" val="1"/>
              </a:ext>
            </a:extLst>
          </p:cNvPr>
          <p:cNvCxnSpPr>
            <a:cxnSpLocks/>
          </p:cNvCxnSpPr>
          <p:nvPr/>
        </p:nvCxnSpPr>
        <p:spPr bwMode="auto">
          <a:xfrm>
            <a:off x="5366520" y="1476255"/>
            <a:ext cx="2568437" cy="2157"/>
          </a:xfrm>
          <a:prstGeom prst="straightConnector1">
            <a:avLst/>
          </a:prstGeom>
          <a:solidFill>
            <a:schemeClr val="bg1"/>
          </a:solidFill>
          <a:ln w="9525" cap="flat" cmpd="sng" algn="ctr">
            <a:solidFill>
              <a:srgbClr val="FF0000"/>
            </a:solidFill>
            <a:prstDash val="solid"/>
            <a:round/>
            <a:headEnd type="triangle"/>
            <a:tailEnd type="triangle"/>
          </a:ln>
          <a:effectLst/>
        </p:spPr>
      </p:cxnSp>
      <p:sp>
        <p:nvSpPr>
          <p:cNvPr id="433" name="正方形/長方形 432">
            <a:extLst>
              <a:ext uri="{FF2B5EF4-FFF2-40B4-BE49-F238E27FC236}">
                <a16:creationId xmlns:a16="http://schemas.microsoft.com/office/drawing/2014/main" id="{5E59083A-83CF-EBEF-E221-79A8E2429C21}"/>
              </a:ext>
            </a:extLst>
          </p:cNvPr>
          <p:cNvSpPr/>
          <p:nvPr/>
        </p:nvSpPr>
        <p:spPr>
          <a:xfrm>
            <a:off x="6444162" y="1426024"/>
            <a:ext cx="376084" cy="104775"/>
          </a:xfrm>
          <a:prstGeom prst="rect">
            <a:avLst/>
          </a:prstGeom>
          <a:solidFill>
            <a:schemeClr val="accent2">
              <a:lumMod val="20000"/>
              <a:lumOff val="80000"/>
            </a:schemeClr>
          </a:solidFill>
          <a:ln>
            <a:no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700" b="0" i="0" u="none" strike="noStrike" kern="1200" cap="none" spc="0" normalizeH="0" baseline="0" noProof="0">
                <a:ln>
                  <a:noFill/>
                </a:ln>
                <a:solidFill>
                  <a:srgbClr val="FF0000"/>
                </a:solidFill>
                <a:effectLst/>
                <a:uLnTx/>
                <a:uFillTx/>
                <a:latin typeface="Meiryo UI"/>
                <a:ea typeface="Meiryo UI"/>
                <a:cs typeface="+mn-cs"/>
              </a:rPr>
              <a:t>検証</a:t>
            </a:r>
          </a:p>
        </p:txBody>
      </p:sp>
      <p:sp>
        <p:nvSpPr>
          <p:cNvPr id="434" name="右中かっこ 433">
            <a:extLst>
              <a:ext uri="{FF2B5EF4-FFF2-40B4-BE49-F238E27FC236}">
                <a16:creationId xmlns:a16="http://schemas.microsoft.com/office/drawing/2014/main" id="{D41CFE24-E67A-335B-2D7F-0510D849C440}"/>
              </a:ext>
              <a:ext uri="{C183D7F6-B498-43B3-948B-1728B52AA6E4}">
                <adec:decorative xmlns:adec="http://schemas.microsoft.com/office/drawing/2017/decorative" val="1"/>
              </a:ext>
            </a:extLst>
          </p:cNvPr>
          <p:cNvSpPr/>
          <p:nvPr/>
        </p:nvSpPr>
        <p:spPr bwMode="auto">
          <a:xfrm rot="16200000">
            <a:off x="7124412" y="1127228"/>
            <a:ext cx="72881" cy="610987"/>
          </a:xfrm>
          <a:prstGeom prst="rightBrace">
            <a:avLst/>
          </a:prstGeom>
          <a:noFill/>
          <a:ln w="9525" cap="flat" cmpd="sng" algn="ctr">
            <a:solidFill>
              <a:schemeClr val="tx1"/>
            </a:solidFill>
            <a:prstDash val="solid"/>
            <a:round/>
            <a:headEnd type="none" w="med" len="med"/>
            <a:tailEnd type="none" w="med" len="me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sp>
        <p:nvSpPr>
          <p:cNvPr id="435" name="正方形/長方形 434">
            <a:extLst>
              <a:ext uri="{FF2B5EF4-FFF2-40B4-BE49-F238E27FC236}">
                <a16:creationId xmlns:a16="http://schemas.microsoft.com/office/drawing/2014/main" id="{022CCCF8-6BA9-A682-174B-462AA7C6AC01}"/>
              </a:ext>
            </a:extLst>
          </p:cNvPr>
          <p:cNvSpPr/>
          <p:nvPr/>
        </p:nvSpPr>
        <p:spPr>
          <a:xfrm>
            <a:off x="6981782" y="1331086"/>
            <a:ext cx="376084" cy="104775"/>
          </a:xfrm>
          <a:prstGeom prst="rect">
            <a:avLst/>
          </a:prstGeom>
          <a:solidFill>
            <a:schemeClr val="bg1">
              <a:lumMod val="95000"/>
            </a:schemeClr>
          </a:solidFill>
          <a:ln>
            <a:no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400" b="0" i="0" u="none" strike="noStrike" kern="1200" cap="none" spc="0" normalizeH="0" baseline="0" noProof="0">
                <a:ln>
                  <a:noFill/>
                </a:ln>
                <a:solidFill>
                  <a:prstClr val="black"/>
                </a:solidFill>
                <a:effectLst/>
                <a:uLnTx/>
                <a:uFillTx/>
                <a:latin typeface="Meiryo UI"/>
                <a:ea typeface="Meiryo UI"/>
                <a:cs typeface="+mn-cs"/>
              </a:rPr>
              <a:t>運用開始判断</a:t>
            </a:r>
          </a:p>
        </p:txBody>
      </p:sp>
      <p:cxnSp>
        <p:nvCxnSpPr>
          <p:cNvPr id="436" name="直線矢印コネクタ 435">
            <a:extLst>
              <a:ext uri="{FF2B5EF4-FFF2-40B4-BE49-F238E27FC236}">
                <a16:creationId xmlns:a16="http://schemas.microsoft.com/office/drawing/2014/main" id="{D5B118B8-F7A9-133B-2474-4F956C897E4D}"/>
              </a:ext>
              <a:ext uri="{C183D7F6-B498-43B3-948B-1728B52AA6E4}">
                <adec:decorative xmlns:adec="http://schemas.microsoft.com/office/drawing/2017/decorative" val="1"/>
              </a:ext>
            </a:extLst>
          </p:cNvPr>
          <p:cNvCxnSpPr>
            <a:cxnSpLocks/>
          </p:cNvCxnSpPr>
          <p:nvPr/>
        </p:nvCxnSpPr>
        <p:spPr bwMode="auto">
          <a:xfrm>
            <a:off x="8062913" y="1476255"/>
            <a:ext cx="1423739" cy="0"/>
          </a:xfrm>
          <a:prstGeom prst="straightConnector1">
            <a:avLst/>
          </a:prstGeom>
          <a:solidFill>
            <a:schemeClr val="bg1"/>
          </a:solidFill>
          <a:ln w="9525" cap="flat" cmpd="sng" algn="ctr">
            <a:solidFill>
              <a:srgbClr val="FF0000"/>
            </a:solidFill>
            <a:prstDash val="solid"/>
            <a:round/>
            <a:headEnd type="oval"/>
            <a:tailEnd type="oval"/>
          </a:ln>
          <a:effectLst/>
        </p:spPr>
      </p:cxnSp>
      <p:sp>
        <p:nvSpPr>
          <p:cNvPr id="437" name="正方形/長方形 436">
            <a:extLst>
              <a:ext uri="{FF2B5EF4-FFF2-40B4-BE49-F238E27FC236}">
                <a16:creationId xmlns:a16="http://schemas.microsoft.com/office/drawing/2014/main" id="{921DD3B4-EB7F-6AB2-3747-7E641587A3EC}"/>
              </a:ext>
            </a:extLst>
          </p:cNvPr>
          <p:cNvSpPr/>
          <p:nvPr/>
        </p:nvSpPr>
        <p:spPr>
          <a:xfrm>
            <a:off x="8284779" y="1426024"/>
            <a:ext cx="958357" cy="104775"/>
          </a:xfrm>
          <a:prstGeom prst="rect">
            <a:avLst/>
          </a:prstGeom>
          <a:solidFill>
            <a:schemeClr val="accent2">
              <a:lumMod val="20000"/>
              <a:lumOff val="80000"/>
            </a:schemeClr>
          </a:solidFill>
          <a:ln>
            <a:no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700" b="0" i="0" u="none" strike="noStrike" kern="1200" cap="none" spc="0" normalizeH="0" baseline="0" noProof="0">
                <a:ln>
                  <a:noFill/>
                </a:ln>
                <a:solidFill>
                  <a:srgbClr val="FF0000"/>
                </a:solidFill>
                <a:effectLst/>
                <a:uLnTx/>
                <a:uFillTx/>
                <a:latin typeface="Meiryo UI"/>
                <a:ea typeface="Meiryo UI"/>
                <a:cs typeface="+mn-cs"/>
              </a:rPr>
              <a:t>全国的な運用開始</a:t>
            </a:r>
          </a:p>
        </p:txBody>
      </p:sp>
      <p:sp>
        <p:nvSpPr>
          <p:cNvPr id="12" name="shape_152">
            <a:extLst>
              <a:ext uri="{FF2B5EF4-FFF2-40B4-BE49-F238E27FC236}">
                <a16:creationId xmlns:a16="http://schemas.microsoft.com/office/drawing/2014/main" id="{8F25A778-4930-97B3-997D-8347EB9E3258}"/>
              </a:ext>
            </a:extLst>
          </p:cNvPr>
          <p:cNvSpPr/>
          <p:nvPr>
            <p:custDataLst>
              <p:tags r:id="rId70"/>
            </p:custDataLst>
          </p:nvPr>
        </p:nvSpPr>
        <p:spPr>
          <a:xfrm>
            <a:off x="4688966" y="1717222"/>
            <a:ext cx="516032" cy="253605"/>
          </a:xfrm>
          <a:prstGeom prst="rect">
            <a:avLst/>
          </a:prstGeom>
          <a:noFill/>
          <a:ln/>
        </p:spPr>
        <p:txBody>
          <a:bodyPr vert="horz"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prstClr val="white">
                    <a:lumMod val="75000"/>
                  </a:prstClr>
                </a:solidFill>
                <a:effectLst/>
                <a:uLnTx/>
                <a:uFillTx/>
                <a:latin typeface="Meiryo UI" pitchFamily="34" charset="0"/>
                <a:ea typeface="Meiryo UI" pitchFamily="34" charset="-122"/>
                <a:cs typeface="+mn-cs"/>
              </a:rPr>
              <a:t>▼接検第二公開</a:t>
            </a:r>
            <a:r>
              <a:rPr kumimoji="1" lang="en-US" altLang="ja-JP" sz="700" b="0" i="0" u="none" strike="noStrike" kern="1200" cap="none" spc="0" normalizeH="0" baseline="0" noProof="0">
                <a:ln>
                  <a:noFill/>
                </a:ln>
                <a:solidFill>
                  <a:prstClr val="white">
                    <a:lumMod val="75000"/>
                  </a:prstClr>
                </a:solidFill>
                <a:effectLst/>
                <a:uLnTx/>
                <a:uFillTx/>
                <a:latin typeface="Meiryo UI" pitchFamily="34" charset="0"/>
                <a:ea typeface="Meiryo UI" pitchFamily="34" charset="-122"/>
                <a:cs typeface="+mn-cs"/>
              </a:rPr>
              <a:t>(8/31) </a:t>
            </a:r>
            <a:endParaRPr kumimoji="1" lang="en-US" sz="700" b="0" i="0" u="none" strike="noStrike" kern="1200" cap="none" spc="0" normalizeH="0" baseline="0" noProof="0">
              <a:ln>
                <a:noFill/>
              </a:ln>
              <a:solidFill>
                <a:prstClr val="white">
                  <a:lumMod val="75000"/>
                </a:prstClr>
              </a:solidFill>
              <a:effectLst/>
              <a:uLnTx/>
              <a:uFillTx/>
              <a:latin typeface="Meiryo UI" pitchFamily="34" charset="0"/>
              <a:ea typeface="Meiryo UI" pitchFamily="34" charset="-122"/>
              <a:cs typeface="+mn-cs"/>
            </a:endParaRPr>
          </a:p>
        </p:txBody>
      </p:sp>
      <p:sp>
        <p:nvSpPr>
          <p:cNvPr id="7" name="正方形/長方形 6">
            <a:extLst>
              <a:ext uri="{FF2B5EF4-FFF2-40B4-BE49-F238E27FC236}">
                <a16:creationId xmlns:a16="http://schemas.microsoft.com/office/drawing/2014/main" id="{49976E74-E648-0600-3AB5-ACE197FE68D3}"/>
              </a:ext>
            </a:extLst>
          </p:cNvPr>
          <p:cNvSpPr/>
          <p:nvPr/>
        </p:nvSpPr>
        <p:spPr>
          <a:xfrm>
            <a:off x="7165553" y="651401"/>
            <a:ext cx="2490646" cy="215900"/>
          </a:xfrm>
          <a:prstGeom prst="rect">
            <a:avLst/>
          </a:prstGeom>
          <a:noFill/>
          <a:ln>
            <a:noFill/>
          </a:ln>
        </p:spPr>
        <p:txBody>
          <a:bodyPr rtlCol="0" anchor="ctr"/>
          <a:lstStyle/>
          <a:p>
            <a:pPr marL="0" marR="0" lvl="0" indent="0" algn="l" defTabSz="914400" rtl="0" eaLnBrk="1" fontAlgn="base" latinLnBrk="0" hangingPunct="1">
              <a:lnSpc>
                <a:spcPct val="100000"/>
              </a:lnSpc>
              <a:spcBef>
                <a:spcPct val="20000"/>
              </a:spcBef>
              <a:spcAft>
                <a:spcPct val="0"/>
              </a:spcAft>
              <a:buClrTx/>
              <a:buSzTx/>
              <a:buFontTx/>
              <a:buNone/>
              <a:tabLst/>
              <a:defRPr noProof="1"/>
            </a:pPr>
            <a:r>
              <a:rPr kumimoji="1" lang="ja-JP" altLang="en-US" sz="800" b="0" i="0" u="none" strike="noStrike" kern="1200" cap="none" spc="0" normalizeH="0" baseline="0" noProof="0">
                <a:ln>
                  <a:noFill/>
                </a:ln>
                <a:solidFill>
                  <a:srgbClr val="FF0000"/>
                </a:solidFill>
                <a:effectLst/>
                <a:uLnTx/>
                <a:uFillTx/>
                <a:latin typeface="Meiryo UI"/>
                <a:ea typeface="Meiryo UI"/>
                <a:cs typeface="+mn-cs"/>
              </a:rPr>
              <a:t>（注）リリース判定会議は日程が決まり次第プロットする</a:t>
            </a:r>
          </a:p>
        </p:txBody>
      </p:sp>
      <p:cxnSp>
        <p:nvCxnSpPr>
          <p:cNvPr id="22" name="直線矢印コネクタ 21">
            <a:extLst>
              <a:ext uri="{FF2B5EF4-FFF2-40B4-BE49-F238E27FC236}">
                <a16:creationId xmlns:a16="http://schemas.microsoft.com/office/drawing/2014/main" id="{5DBF5F10-4A57-7ACF-57B3-D103C49E2091}"/>
              </a:ext>
              <a:ext uri="{C183D7F6-B498-43B3-948B-1728B52AA6E4}">
                <adec:decorative xmlns:adec="http://schemas.microsoft.com/office/drawing/2017/decorative" val="1"/>
              </a:ext>
            </a:extLst>
          </p:cNvPr>
          <p:cNvCxnSpPr>
            <a:cxnSpLocks/>
          </p:cNvCxnSpPr>
          <p:nvPr/>
        </p:nvCxnSpPr>
        <p:spPr bwMode="auto">
          <a:xfrm>
            <a:off x="4105275" y="1803239"/>
            <a:ext cx="534398" cy="0"/>
          </a:xfrm>
          <a:prstGeom prst="straightConnector1">
            <a:avLst/>
          </a:prstGeom>
          <a:solidFill>
            <a:schemeClr val="bg1"/>
          </a:solidFill>
          <a:ln w="9525" cap="flat" cmpd="sng" algn="ctr">
            <a:solidFill>
              <a:schemeClr val="bg1">
                <a:lumMod val="85000"/>
              </a:schemeClr>
            </a:solidFill>
            <a:prstDash val="solid"/>
            <a:round/>
            <a:headEnd type="triangle"/>
            <a:tailEnd type="triangle"/>
          </a:ln>
          <a:effectLst/>
        </p:spPr>
      </p:cxnSp>
      <p:sp>
        <p:nvSpPr>
          <p:cNvPr id="33" name="正方形/長方形 32">
            <a:extLst>
              <a:ext uri="{FF2B5EF4-FFF2-40B4-BE49-F238E27FC236}">
                <a16:creationId xmlns:a16="http://schemas.microsoft.com/office/drawing/2014/main" id="{3E71ACC1-95B8-DBE8-8088-F64BCABA1099}"/>
              </a:ext>
            </a:extLst>
          </p:cNvPr>
          <p:cNvSpPr/>
          <p:nvPr/>
        </p:nvSpPr>
        <p:spPr>
          <a:xfrm>
            <a:off x="4202906" y="1722148"/>
            <a:ext cx="337985" cy="147997"/>
          </a:xfrm>
          <a:prstGeom prst="rect">
            <a:avLst/>
          </a:prstGeom>
          <a:solidFill>
            <a:schemeClr val="bg1">
              <a:lumMod val="95000"/>
            </a:schemeClr>
          </a:solidFill>
          <a:ln>
            <a:noFill/>
          </a:ln>
        </p:spPr>
        <p:txBody>
          <a:bodyPr wrap="none" lIns="0" tIns="0" rIns="0" bIns="0" rtlCol="0" anchor="ctr"/>
          <a:lstStyle/>
          <a:p>
            <a:pPr marL="0" marR="0" lvl="0" indent="0" algn="ctr" defTabSz="914400" rtl="0" eaLnBrk="1" fontAlgn="base" latinLnBrk="0" hangingPunct="1">
              <a:lnSpc>
                <a:spcPct val="100000"/>
              </a:lnSpc>
              <a:spcBef>
                <a:spcPts val="0"/>
              </a:spcBef>
              <a:spcAft>
                <a:spcPct val="0"/>
              </a:spcAft>
              <a:buClrTx/>
              <a:buSzTx/>
              <a:buFontTx/>
              <a:buNone/>
              <a:tabLst/>
              <a:defRPr noProof="1"/>
            </a:pPr>
            <a:r>
              <a:rPr kumimoji="1" lang="ja-JP" altLang="en-US" sz="500" b="0" i="0" u="none" strike="noStrike" kern="1200" cap="none" spc="0" normalizeH="0" baseline="0" noProof="0">
                <a:ln>
                  <a:noFill/>
                </a:ln>
                <a:solidFill>
                  <a:srgbClr val="BFBFBF"/>
                </a:solidFill>
                <a:effectLst/>
                <a:uLnTx/>
                <a:uFillTx/>
                <a:latin typeface="Meiryo UI"/>
                <a:ea typeface="Meiryo UI"/>
                <a:cs typeface="+mn-cs"/>
              </a:rPr>
              <a:t>接検第二</a:t>
            </a:r>
            <a:endParaRPr kumimoji="1" lang="en-US" altLang="ja-JP" sz="500" b="0" i="0" u="none" strike="noStrike" kern="1200" cap="none" spc="0" normalizeH="0" baseline="0" noProof="0">
              <a:ln>
                <a:noFill/>
              </a:ln>
              <a:solidFill>
                <a:srgbClr val="BFBFBF"/>
              </a:solidFill>
              <a:effectLst/>
              <a:uLnTx/>
              <a:uFillTx/>
              <a:latin typeface="Meiryo UI"/>
              <a:ea typeface="Meiryo UI"/>
              <a:cs typeface="+mn-cs"/>
            </a:endParaRPr>
          </a:p>
          <a:p>
            <a:pPr marL="0" marR="0" lvl="0" indent="0" algn="ctr" defTabSz="914400" rtl="0" eaLnBrk="1" fontAlgn="base" latinLnBrk="0" hangingPunct="1">
              <a:lnSpc>
                <a:spcPct val="100000"/>
              </a:lnSpc>
              <a:spcBef>
                <a:spcPts val="0"/>
              </a:spcBef>
              <a:spcAft>
                <a:spcPct val="0"/>
              </a:spcAft>
              <a:buClrTx/>
              <a:buSzTx/>
              <a:buFontTx/>
              <a:buNone/>
              <a:tabLst/>
              <a:defRPr noProof="1"/>
            </a:pPr>
            <a:r>
              <a:rPr kumimoji="1" lang="ja-JP" altLang="en-US" sz="500" b="0" i="0" u="none" strike="noStrike" kern="1200" cap="none" spc="0" normalizeH="0" baseline="0" noProof="0">
                <a:ln>
                  <a:noFill/>
                </a:ln>
                <a:solidFill>
                  <a:srgbClr val="BFBFBF"/>
                </a:solidFill>
                <a:effectLst/>
                <a:uLnTx/>
                <a:uFillTx/>
                <a:latin typeface="Meiryo UI"/>
                <a:ea typeface="Meiryo UI"/>
                <a:cs typeface="+mn-cs"/>
              </a:rPr>
              <a:t>先行利用</a:t>
            </a:r>
          </a:p>
        </p:txBody>
      </p:sp>
      <p:sp>
        <p:nvSpPr>
          <p:cNvPr id="32" name="shape_82">
            <a:extLst>
              <a:ext uri="{FF2B5EF4-FFF2-40B4-BE49-F238E27FC236}">
                <a16:creationId xmlns:a16="http://schemas.microsoft.com/office/drawing/2014/main" id="{6EE7F7EF-F650-2A80-CFB6-C12E9DB35B46}"/>
              </a:ext>
              <a:ext uri="{C183D7F6-B498-43B3-948B-1728B52AA6E4}">
                <adec:decorative xmlns:adec="http://schemas.microsoft.com/office/drawing/2017/decorative" val="1"/>
              </a:ext>
            </a:extLst>
          </p:cNvPr>
          <p:cNvSpPr/>
          <p:nvPr>
            <p:custDataLst>
              <p:tags r:id="rId71"/>
            </p:custDataLst>
          </p:nvPr>
        </p:nvSpPr>
        <p:spPr>
          <a:xfrm>
            <a:off x="1192073" y="6858000"/>
            <a:ext cx="8388000" cy="0"/>
          </a:xfrm>
          <a:prstGeom prst="line">
            <a:avLst/>
          </a:prstGeom>
          <a:noFill/>
          <a:ln w="3175">
            <a:solidFill>
              <a:schemeClr val="bg1">
                <a:lumMod val="75000"/>
              </a:schemeClr>
            </a:solidFill>
            <a:prstDash val="sysDot"/>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sp>
        <p:nvSpPr>
          <p:cNvPr id="493" name="矢印: 五方向 492">
            <a:extLst>
              <a:ext uri="{FF2B5EF4-FFF2-40B4-BE49-F238E27FC236}">
                <a16:creationId xmlns:a16="http://schemas.microsoft.com/office/drawing/2014/main" id="{A9D3DE13-185B-018D-C267-6ABE61DD3716}"/>
              </a:ext>
            </a:extLst>
          </p:cNvPr>
          <p:cNvSpPr/>
          <p:nvPr/>
        </p:nvSpPr>
        <p:spPr>
          <a:xfrm>
            <a:off x="3266737" y="3475833"/>
            <a:ext cx="4038087" cy="143397"/>
          </a:xfrm>
          <a:prstGeom prst="homePlate">
            <a:avLst/>
          </a:prstGeom>
          <a:solidFill>
            <a:srgbClr val="FFFFCC"/>
          </a:solidFill>
          <a:ln w="3175">
            <a:solidFill>
              <a:schemeClr val="tx1"/>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700" b="0" i="0" u="none" strike="noStrike" kern="1200" cap="none" spc="0" normalizeH="0" baseline="0" noProof="0">
                <a:ln>
                  <a:noFill/>
                </a:ln>
                <a:solidFill>
                  <a:prstClr val="black"/>
                </a:solidFill>
                <a:effectLst/>
                <a:uLnTx/>
                <a:uFillTx/>
                <a:latin typeface="Meiryo UI"/>
                <a:ea typeface="Meiryo UI"/>
                <a:cs typeface="+mn-cs"/>
              </a:rPr>
              <a:t>開発等</a:t>
            </a:r>
          </a:p>
        </p:txBody>
      </p:sp>
      <p:sp>
        <p:nvSpPr>
          <p:cNvPr id="508" name="shape_82">
            <a:extLst>
              <a:ext uri="{FF2B5EF4-FFF2-40B4-BE49-F238E27FC236}">
                <a16:creationId xmlns:a16="http://schemas.microsoft.com/office/drawing/2014/main" id="{DD2B876A-0DB5-9B65-5556-F81072B11599}"/>
              </a:ext>
              <a:ext uri="{C183D7F6-B498-43B3-948B-1728B52AA6E4}">
                <adec:decorative xmlns:adec="http://schemas.microsoft.com/office/drawing/2017/decorative" val="1"/>
              </a:ext>
            </a:extLst>
          </p:cNvPr>
          <p:cNvSpPr/>
          <p:nvPr>
            <p:custDataLst>
              <p:tags r:id="rId72"/>
            </p:custDataLst>
          </p:nvPr>
        </p:nvSpPr>
        <p:spPr>
          <a:xfrm>
            <a:off x="1192073" y="4273703"/>
            <a:ext cx="8388000" cy="0"/>
          </a:xfrm>
          <a:prstGeom prst="line">
            <a:avLst/>
          </a:prstGeom>
          <a:noFill/>
          <a:ln w="3175">
            <a:solidFill>
              <a:schemeClr val="bg1">
                <a:lumMod val="75000"/>
              </a:schemeClr>
            </a:solidFill>
            <a:prstDash val="sysDot"/>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sp>
        <p:nvSpPr>
          <p:cNvPr id="509" name="shape_82">
            <a:extLst>
              <a:ext uri="{FF2B5EF4-FFF2-40B4-BE49-F238E27FC236}">
                <a16:creationId xmlns:a16="http://schemas.microsoft.com/office/drawing/2014/main" id="{223CFD63-CDD2-A3D4-C58B-24371C11FC6B}"/>
              </a:ext>
              <a:ext uri="{C183D7F6-B498-43B3-948B-1728B52AA6E4}">
                <adec:decorative xmlns:adec="http://schemas.microsoft.com/office/drawing/2017/decorative" val="1"/>
              </a:ext>
            </a:extLst>
          </p:cNvPr>
          <p:cNvSpPr/>
          <p:nvPr>
            <p:custDataLst>
              <p:tags r:id="rId73"/>
            </p:custDataLst>
          </p:nvPr>
        </p:nvSpPr>
        <p:spPr>
          <a:xfrm>
            <a:off x="1192073" y="4428966"/>
            <a:ext cx="8388000" cy="0"/>
          </a:xfrm>
          <a:prstGeom prst="line">
            <a:avLst/>
          </a:prstGeom>
          <a:noFill/>
          <a:ln w="3175">
            <a:solidFill>
              <a:schemeClr val="bg1">
                <a:lumMod val="75000"/>
              </a:schemeClr>
            </a:solidFill>
            <a:prstDash val="sysDot"/>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sp>
        <p:nvSpPr>
          <p:cNvPr id="511" name="shape_82">
            <a:extLst>
              <a:ext uri="{FF2B5EF4-FFF2-40B4-BE49-F238E27FC236}">
                <a16:creationId xmlns:a16="http://schemas.microsoft.com/office/drawing/2014/main" id="{5925DEF0-FBC2-248E-2CE5-11CBEBCEA427}"/>
              </a:ext>
              <a:ext uri="{C183D7F6-B498-43B3-948B-1728B52AA6E4}">
                <adec:decorative xmlns:adec="http://schemas.microsoft.com/office/drawing/2017/decorative" val="1"/>
              </a:ext>
            </a:extLst>
          </p:cNvPr>
          <p:cNvSpPr/>
          <p:nvPr>
            <p:custDataLst>
              <p:tags r:id="rId74"/>
            </p:custDataLst>
          </p:nvPr>
        </p:nvSpPr>
        <p:spPr>
          <a:xfrm>
            <a:off x="1192073" y="4103276"/>
            <a:ext cx="8388000" cy="0"/>
          </a:xfrm>
          <a:prstGeom prst="line">
            <a:avLst/>
          </a:prstGeom>
          <a:noFill/>
          <a:ln w="3175">
            <a:solidFill>
              <a:schemeClr val="bg1">
                <a:lumMod val="75000"/>
              </a:schemeClr>
            </a:solidFill>
            <a:prstDash val="sysDot"/>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sp>
        <p:nvSpPr>
          <p:cNvPr id="512" name="shape_82">
            <a:extLst>
              <a:ext uri="{FF2B5EF4-FFF2-40B4-BE49-F238E27FC236}">
                <a16:creationId xmlns:a16="http://schemas.microsoft.com/office/drawing/2014/main" id="{EB39282C-2BFD-E0DA-3772-ECAE984E92A5}"/>
              </a:ext>
              <a:ext uri="{C183D7F6-B498-43B3-948B-1728B52AA6E4}">
                <adec:decorative xmlns:adec="http://schemas.microsoft.com/office/drawing/2017/decorative" val="1"/>
              </a:ext>
            </a:extLst>
          </p:cNvPr>
          <p:cNvSpPr/>
          <p:nvPr>
            <p:custDataLst>
              <p:tags r:id="rId75"/>
            </p:custDataLst>
          </p:nvPr>
        </p:nvSpPr>
        <p:spPr>
          <a:xfrm>
            <a:off x="1192073" y="3908019"/>
            <a:ext cx="8388000" cy="0"/>
          </a:xfrm>
          <a:prstGeom prst="line">
            <a:avLst/>
          </a:prstGeom>
          <a:noFill/>
          <a:ln w="3175">
            <a:solidFill>
              <a:schemeClr val="bg1">
                <a:lumMod val="75000"/>
              </a:schemeClr>
            </a:solidFill>
            <a:prstDash val="sysDot"/>
          </a:ln>
        </p:spPr>
        <p:txBody>
          <a:bodyPr lIns="0" tIns="0" rIns="0" bIns="0" anchor="t"/>
          <a:lstStyle/>
          <a:p>
            <a:pPr marL="0" marR="0" lvl="0" indent="0" algn="r" defTabSz="914400" rtl="0" eaLnBrk="1" fontAlgn="auto" latinLnBrk="0" hangingPunct="1">
              <a:lnSpc>
                <a:spcPct val="100000"/>
              </a:lnSpc>
              <a:spcBef>
                <a:spcPts val="0"/>
              </a:spcBef>
              <a:spcAft>
                <a:spcPts val="0"/>
              </a:spcAft>
              <a:buClrTx/>
              <a:buSzTx/>
              <a:buFontTx/>
              <a:buNone/>
              <a:tabLst/>
              <a:defRPr noProof="1"/>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sp>
        <p:nvSpPr>
          <p:cNvPr id="513" name="shape_82">
            <a:extLst>
              <a:ext uri="{FF2B5EF4-FFF2-40B4-BE49-F238E27FC236}">
                <a16:creationId xmlns:a16="http://schemas.microsoft.com/office/drawing/2014/main" id="{7640FE4B-48F5-AABC-86C2-A7E7D03350C0}"/>
              </a:ext>
              <a:ext uri="{C183D7F6-B498-43B3-948B-1728B52AA6E4}">
                <adec:decorative xmlns:adec="http://schemas.microsoft.com/office/drawing/2017/decorative" val="1"/>
              </a:ext>
            </a:extLst>
          </p:cNvPr>
          <p:cNvSpPr/>
          <p:nvPr>
            <p:custDataLst>
              <p:tags r:id="rId76"/>
            </p:custDataLst>
          </p:nvPr>
        </p:nvSpPr>
        <p:spPr>
          <a:xfrm>
            <a:off x="1192073" y="3657787"/>
            <a:ext cx="8388000" cy="0"/>
          </a:xfrm>
          <a:prstGeom prst="line">
            <a:avLst/>
          </a:prstGeom>
          <a:noFill/>
          <a:ln w="3175">
            <a:solidFill>
              <a:schemeClr val="bg1">
                <a:lumMod val="75000"/>
              </a:schemeClr>
            </a:solidFill>
            <a:prstDash val="sysDot"/>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sp>
        <p:nvSpPr>
          <p:cNvPr id="515" name="shape_82">
            <a:extLst>
              <a:ext uri="{FF2B5EF4-FFF2-40B4-BE49-F238E27FC236}">
                <a16:creationId xmlns:a16="http://schemas.microsoft.com/office/drawing/2014/main" id="{1C66B708-F962-7962-5CED-A437A0A8C227}"/>
              </a:ext>
              <a:ext uri="{C183D7F6-B498-43B3-948B-1728B52AA6E4}">
                <adec:decorative xmlns:adec="http://schemas.microsoft.com/office/drawing/2017/decorative" val="1"/>
              </a:ext>
            </a:extLst>
          </p:cNvPr>
          <p:cNvSpPr/>
          <p:nvPr>
            <p:custDataLst>
              <p:tags r:id="rId77"/>
            </p:custDataLst>
          </p:nvPr>
        </p:nvSpPr>
        <p:spPr>
          <a:xfrm>
            <a:off x="1192073" y="3438035"/>
            <a:ext cx="8388000" cy="0"/>
          </a:xfrm>
          <a:prstGeom prst="line">
            <a:avLst/>
          </a:prstGeom>
          <a:noFill/>
          <a:ln w="3175">
            <a:solidFill>
              <a:schemeClr val="bg1">
                <a:lumMod val="75000"/>
              </a:schemeClr>
            </a:solidFill>
            <a:prstDash val="sysDot"/>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sp>
        <p:nvSpPr>
          <p:cNvPr id="570" name="shape_82">
            <a:extLst>
              <a:ext uri="{FF2B5EF4-FFF2-40B4-BE49-F238E27FC236}">
                <a16:creationId xmlns:a16="http://schemas.microsoft.com/office/drawing/2014/main" id="{BE519802-AD26-1FEC-671F-0DA397B062D1}"/>
              </a:ext>
              <a:ext uri="{C183D7F6-B498-43B3-948B-1728B52AA6E4}">
                <adec:decorative xmlns:adec="http://schemas.microsoft.com/office/drawing/2017/decorative" val="1"/>
              </a:ext>
            </a:extLst>
          </p:cNvPr>
          <p:cNvSpPr/>
          <p:nvPr>
            <p:custDataLst>
              <p:tags r:id="rId78"/>
            </p:custDataLst>
          </p:nvPr>
        </p:nvSpPr>
        <p:spPr>
          <a:xfrm>
            <a:off x="1192073" y="3218283"/>
            <a:ext cx="8388000" cy="0"/>
          </a:xfrm>
          <a:prstGeom prst="line">
            <a:avLst/>
          </a:prstGeom>
          <a:noFill/>
          <a:ln w="3175">
            <a:solidFill>
              <a:schemeClr val="bg1">
                <a:lumMod val="75000"/>
              </a:schemeClr>
            </a:solidFill>
            <a:prstDash val="sysDot"/>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sp>
        <p:nvSpPr>
          <p:cNvPr id="571" name="shape_82">
            <a:extLst>
              <a:ext uri="{FF2B5EF4-FFF2-40B4-BE49-F238E27FC236}">
                <a16:creationId xmlns:a16="http://schemas.microsoft.com/office/drawing/2014/main" id="{2DB306A3-91C8-2936-1F29-21FA6B704BB5}"/>
              </a:ext>
              <a:ext uri="{C183D7F6-B498-43B3-948B-1728B52AA6E4}">
                <adec:decorative xmlns:adec="http://schemas.microsoft.com/office/drawing/2017/decorative" val="1"/>
              </a:ext>
            </a:extLst>
          </p:cNvPr>
          <p:cNvSpPr/>
          <p:nvPr>
            <p:custDataLst>
              <p:tags r:id="rId79"/>
            </p:custDataLst>
          </p:nvPr>
        </p:nvSpPr>
        <p:spPr>
          <a:xfrm>
            <a:off x="1192073" y="2998531"/>
            <a:ext cx="8388000" cy="0"/>
          </a:xfrm>
          <a:prstGeom prst="line">
            <a:avLst/>
          </a:prstGeom>
          <a:noFill/>
          <a:ln w="3175">
            <a:solidFill>
              <a:schemeClr val="bg1">
                <a:lumMod val="75000"/>
              </a:schemeClr>
            </a:solidFill>
            <a:prstDash val="sysDot"/>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sp>
        <p:nvSpPr>
          <p:cNvPr id="572" name="shape_82">
            <a:extLst>
              <a:ext uri="{FF2B5EF4-FFF2-40B4-BE49-F238E27FC236}">
                <a16:creationId xmlns:a16="http://schemas.microsoft.com/office/drawing/2014/main" id="{AE262248-5C25-F302-9434-170180DA7866}"/>
              </a:ext>
              <a:ext uri="{C183D7F6-B498-43B3-948B-1728B52AA6E4}">
                <adec:decorative xmlns:adec="http://schemas.microsoft.com/office/drawing/2017/decorative" val="1"/>
              </a:ext>
            </a:extLst>
          </p:cNvPr>
          <p:cNvSpPr/>
          <p:nvPr>
            <p:custDataLst>
              <p:tags r:id="rId80"/>
            </p:custDataLst>
          </p:nvPr>
        </p:nvSpPr>
        <p:spPr>
          <a:xfrm>
            <a:off x="1172520" y="2757792"/>
            <a:ext cx="8388000" cy="0"/>
          </a:xfrm>
          <a:prstGeom prst="line">
            <a:avLst/>
          </a:prstGeom>
          <a:noFill/>
          <a:ln w="3175">
            <a:solidFill>
              <a:schemeClr val="bg1">
                <a:lumMod val="75000"/>
              </a:schemeClr>
            </a:solidFill>
            <a:prstDash val="sysDot"/>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sp>
        <p:nvSpPr>
          <p:cNvPr id="400" name="矢印: 五方向 399">
            <a:extLst>
              <a:ext uri="{FF2B5EF4-FFF2-40B4-BE49-F238E27FC236}">
                <a16:creationId xmlns:a16="http://schemas.microsoft.com/office/drawing/2014/main" id="{6E663B54-E06E-3109-F0D6-CEEF8D105687}"/>
              </a:ext>
            </a:extLst>
          </p:cNvPr>
          <p:cNvSpPr/>
          <p:nvPr/>
        </p:nvSpPr>
        <p:spPr>
          <a:xfrm>
            <a:off x="1180177" y="3053730"/>
            <a:ext cx="4024822" cy="138170"/>
          </a:xfrm>
          <a:prstGeom prst="homePlate">
            <a:avLst/>
          </a:prstGeom>
          <a:solidFill>
            <a:schemeClr val="bg1">
              <a:lumMod val="95000"/>
            </a:schemeClr>
          </a:solidFill>
          <a:ln w="3175">
            <a:solidFill>
              <a:srgbClr val="D9D9D9"/>
            </a:solidFill>
          </a:ln>
        </p:spPr>
        <p:txBody>
          <a:bodyPr lIns="0" tIns="0" rIns="0" bIns="0" rtlCol="0" anchor="ctr"/>
          <a:lstStyle/>
          <a:p>
            <a:pPr marL="0" marR="0" lvl="0" indent="0" algn="l" defTabSz="898525" rtl="0" eaLnBrk="1" fontAlgn="base" latinLnBrk="0" hangingPunct="1">
              <a:lnSpc>
                <a:spcPct val="100000"/>
              </a:lnSpc>
              <a:spcBef>
                <a:spcPct val="20000"/>
              </a:spcBef>
              <a:spcAft>
                <a:spcPct val="0"/>
              </a:spcAft>
              <a:buClrTx/>
              <a:buSzTx/>
              <a:buFontTx/>
              <a:buNone/>
              <a:tabLst>
                <a:tab pos="1797050" algn="l"/>
              </a:tabLst>
              <a:defRPr noProof="1"/>
            </a:pPr>
            <a:r>
              <a:rPr kumimoji="1" lang="ja-JP" altLang="en-US" sz="700" b="0" i="0" u="none" strike="noStrike" kern="1200" cap="none" spc="0" normalizeH="0" baseline="0" noProof="0">
                <a:ln>
                  <a:noFill/>
                </a:ln>
                <a:solidFill>
                  <a:prstClr val="white">
                    <a:lumMod val="65000"/>
                  </a:prstClr>
                </a:solidFill>
                <a:effectLst/>
                <a:uLnTx/>
                <a:uFillTx/>
                <a:latin typeface="Meiryo UI"/>
                <a:ea typeface="Meiryo UI"/>
                <a:cs typeface="+mn-cs"/>
              </a:rPr>
              <a:t>                                                    開発等</a:t>
            </a:r>
            <a:endParaRPr kumimoji="1" lang="en-US" altLang="ja-JP" sz="700" b="0" i="0" u="none" strike="noStrike" kern="1200" cap="none" spc="0" normalizeH="0" baseline="0" noProof="0">
              <a:ln>
                <a:noFill/>
              </a:ln>
              <a:solidFill>
                <a:prstClr val="white">
                  <a:lumMod val="65000"/>
                </a:prstClr>
              </a:solidFill>
              <a:effectLst/>
              <a:uLnTx/>
              <a:uFillTx/>
              <a:latin typeface="Meiryo UI"/>
              <a:ea typeface="Meiryo UI"/>
              <a:cs typeface="+mn-cs"/>
            </a:endParaRPr>
          </a:p>
        </p:txBody>
      </p:sp>
      <p:sp>
        <p:nvSpPr>
          <p:cNvPr id="93" name="shape_152">
            <a:extLst>
              <a:ext uri="{FF2B5EF4-FFF2-40B4-BE49-F238E27FC236}">
                <a16:creationId xmlns:a16="http://schemas.microsoft.com/office/drawing/2014/main" id="{7275D4CF-B7BE-FE96-E71B-76FFD6C28ADD}"/>
              </a:ext>
            </a:extLst>
          </p:cNvPr>
          <p:cNvSpPr/>
          <p:nvPr>
            <p:custDataLst>
              <p:tags r:id="rId81"/>
            </p:custDataLst>
          </p:nvPr>
        </p:nvSpPr>
        <p:spPr>
          <a:xfrm>
            <a:off x="5237534" y="3044130"/>
            <a:ext cx="969148" cy="143398"/>
          </a:xfrm>
          <a:prstGeom prst="rect">
            <a:avLst/>
          </a:prstGeom>
          <a:noFill/>
          <a:ln/>
        </p:spPr>
        <p:txBody>
          <a:bodyPr vert="horz"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schemeClr val="bg1">
                    <a:lumMod val="75000"/>
                  </a:schemeClr>
                </a:solidFill>
                <a:effectLst/>
                <a:uLnTx/>
                <a:uFillTx/>
                <a:latin typeface="Meiryo UI" pitchFamily="34" charset="0"/>
                <a:ea typeface="Meiryo UI" pitchFamily="34" charset="-122"/>
                <a:cs typeface="Meiryo UI" pitchFamily="34" charset="-120"/>
              </a:rPr>
              <a:t>▼ 本番公開</a:t>
            </a:r>
            <a:r>
              <a:rPr kumimoji="1" lang="en-US" altLang="ja-JP" sz="700" b="0" i="0" u="none" strike="noStrike" kern="1200" cap="none" spc="0" normalizeH="0" baseline="0" noProof="0">
                <a:ln>
                  <a:noFill/>
                </a:ln>
                <a:solidFill>
                  <a:schemeClr val="bg1">
                    <a:lumMod val="75000"/>
                  </a:schemeClr>
                </a:solidFill>
                <a:effectLst/>
                <a:uLnTx/>
                <a:uFillTx/>
                <a:latin typeface="Meiryo UI" pitchFamily="34" charset="0"/>
                <a:ea typeface="Meiryo UI" pitchFamily="34" charset="-122"/>
                <a:cs typeface="Meiryo UI" pitchFamily="34" charset="-120"/>
              </a:rPr>
              <a:t>(9/28)</a:t>
            </a:r>
            <a:endParaRPr kumimoji="1" lang="en-US" sz="700" b="0" i="0" u="none" strike="noStrike" kern="1200" cap="none" spc="0" normalizeH="0" baseline="0" noProof="0">
              <a:ln>
                <a:noFill/>
              </a:ln>
              <a:solidFill>
                <a:schemeClr val="bg1">
                  <a:lumMod val="75000"/>
                </a:schemeClr>
              </a:solidFill>
              <a:effectLst/>
              <a:uLnTx/>
              <a:uFillTx/>
              <a:latin typeface="Meiryo UI"/>
              <a:ea typeface="Meiryo UI"/>
              <a:cs typeface="+mn-cs"/>
            </a:endParaRPr>
          </a:p>
        </p:txBody>
      </p:sp>
      <p:sp>
        <p:nvSpPr>
          <p:cNvPr id="401" name="矢印: 五方向 400">
            <a:extLst>
              <a:ext uri="{FF2B5EF4-FFF2-40B4-BE49-F238E27FC236}">
                <a16:creationId xmlns:a16="http://schemas.microsoft.com/office/drawing/2014/main" id="{C178C148-572E-2A09-D849-A50154F6A488}"/>
              </a:ext>
            </a:extLst>
          </p:cNvPr>
          <p:cNvSpPr/>
          <p:nvPr/>
        </p:nvSpPr>
        <p:spPr>
          <a:xfrm>
            <a:off x="3912825" y="3923887"/>
            <a:ext cx="5653372" cy="141239"/>
          </a:xfrm>
          <a:prstGeom prst="homePlate">
            <a:avLst/>
          </a:prstGeom>
          <a:solidFill>
            <a:srgbClr val="FFFFCC"/>
          </a:solidFill>
          <a:ln w="3175">
            <a:solidFill>
              <a:schemeClr val="tx1"/>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700" b="0" i="0" u="none" strike="noStrike" kern="1200" cap="none" spc="0" normalizeH="0" baseline="0" noProof="0">
                <a:ln>
                  <a:noFill/>
                </a:ln>
                <a:solidFill>
                  <a:prstClr val="black"/>
                </a:solidFill>
                <a:effectLst/>
                <a:uLnTx/>
                <a:uFillTx/>
                <a:latin typeface="Meiryo UI"/>
                <a:ea typeface="Meiryo UI"/>
                <a:cs typeface="+mn-cs"/>
              </a:rPr>
              <a:t>開発等</a:t>
            </a:r>
          </a:p>
        </p:txBody>
      </p:sp>
      <p:sp>
        <p:nvSpPr>
          <p:cNvPr id="402" name="shape_152">
            <a:extLst>
              <a:ext uri="{FF2B5EF4-FFF2-40B4-BE49-F238E27FC236}">
                <a16:creationId xmlns:a16="http://schemas.microsoft.com/office/drawing/2014/main" id="{862BD442-3B51-0A44-3E54-6C7231F3F8E7}"/>
              </a:ext>
            </a:extLst>
          </p:cNvPr>
          <p:cNvSpPr/>
          <p:nvPr>
            <p:custDataLst>
              <p:tags r:id="rId82"/>
            </p:custDataLst>
          </p:nvPr>
        </p:nvSpPr>
        <p:spPr>
          <a:xfrm>
            <a:off x="8347128" y="3921274"/>
            <a:ext cx="969148" cy="143398"/>
          </a:xfrm>
          <a:prstGeom prst="rect">
            <a:avLst/>
          </a:prstGeom>
          <a:noFill/>
          <a:ln/>
        </p:spPr>
        <p:txBody>
          <a:bodyPr vert="horz" wrap="non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srgbClr val="7500C0"/>
                </a:solidFill>
                <a:effectLst/>
                <a:uLnTx/>
                <a:uFillTx/>
                <a:latin typeface="Meiryo UI" pitchFamily="34" charset="0"/>
                <a:ea typeface="Meiryo UI" pitchFamily="34" charset="-122"/>
                <a:cs typeface="Meiryo UI" pitchFamily="34" charset="-120"/>
              </a:rPr>
              <a:t>本番公開</a:t>
            </a:r>
            <a:r>
              <a:rPr kumimoji="1" lang="en-US" altLang="ja-JP" sz="700" b="0" i="0" u="none" strike="noStrike" kern="1200" cap="none" spc="0" normalizeH="0" baseline="0" noProof="0">
                <a:ln>
                  <a:noFill/>
                </a:ln>
                <a:solidFill>
                  <a:srgbClr val="7500C0"/>
                </a:solidFill>
                <a:effectLst/>
                <a:uLnTx/>
                <a:uFillTx/>
                <a:latin typeface="Meiryo UI" pitchFamily="34" charset="0"/>
                <a:ea typeface="Meiryo UI" pitchFamily="34" charset="-122"/>
                <a:cs typeface="Meiryo UI" pitchFamily="34" charset="-120"/>
              </a:rPr>
              <a:t>(3</a:t>
            </a:r>
            <a:r>
              <a:rPr kumimoji="1" lang="ja-JP" altLang="en-US" sz="700" b="0" i="0" u="none" strike="noStrike" kern="1200" cap="none" spc="0" normalizeH="0" baseline="0" noProof="0">
                <a:ln>
                  <a:noFill/>
                </a:ln>
                <a:solidFill>
                  <a:srgbClr val="7500C0"/>
                </a:solidFill>
                <a:effectLst/>
                <a:uLnTx/>
                <a:uFillTx/>
                <a:latin typeface="Meiryo UI" pitchFamily="34" charset="0"/>
                <a:ea typeface="Meiryo UI" pitchFamily="34" charset="-122"/>
                <a:cs typeface="Meiryo UI" pitchFamily="34" charset="-120"/>
              </a:rPr>
              <a:t>月中旬</a:t>
            </a:r>
            <a:r>
              <a:rPr kumimoji="1" lang="en-US" altLang="ja-JP" sz="700" b="0" i="0" u="none" strike="noStrike" kern="1200" cap="none" spc="0" normalizeH="0" baseline="0" noProof="0">
                <a:ln>
                  <a:noFill/>
                </a:ln>
                <a:solidFill>
                  <a:srgbClr val="7500C0"/>
                </a:solidFill>
                <a:effectLst/>
                <a:uLnTx/>
                <a:uFillTx/>
                <a:latin typeface="Meiryo UI" pitchFamily="34" charset="0"/>
                <a:ea typeface="Meiryo UI" pitchFamily="34" charset="-122"/>
                <a:cs typeface="Meiryo UI" pitchFamily="34" charset="-120"/>
              </a:rPr>
              <a:t>) </a:t>
            </a:r>
            <a:r>
              <a:rPr kumimoji="1" lang="ja-JP" altLang="en-US" sz="700" b="0" i="0" u="none" strike="noStrike" kern="1200" cap="none" spc="0" normalizeH="0" baseline="0" noProof="0">
                <a:ln>
                  <a:noFill/>
                </a:ln>
                <a:solidFill>
                  <a:srgbClr val="7500C0"/>
                </a:solidFill>
                <a:effectLst/>
                <a:uLnTx/>
                <a:uFillTx/>
                <a:latin typeface="Meiryo UI" pitchFamily="34" charset="0"/>
                <a:ea typeface="Meiryo UI" pitchFamily="34" charset="-122"/>
                <a:cs typeface="Meiryo UI" pitchFamily="34" charset="-120"/>
              </a:rPr>
              <a:t>▼</a:t>
            </a: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415" name="矢印: 五方向 414">
            <a:extLst>
              <a:ext uri="{FF2B5EF4-FFF2-40B4-BE49-F238E27FC236}">
                <a16:creationId xmlns:a16="http://schemas.microsoft.com/office/drawing/2014/main" id="{8A0555E7-A3CF-5C45-883C-73E474E94BD4}"/>
              </a:ext>
            </a:extLst>
          </p:cNvPr>
          <p:cNvSpPr/>
          <p:nvPr/>
        </p:nvSpPr>
        <p:spPr>
          <a:xfrm>
            <a:off x="2943694" y="3721749"/>
            <a:ext cx="2830574" cy="159767"/>
          </a:xfrm>
          <a:prstGeom prst="homePlate">
            <a:avLst/>
          </a:prstGeom>
          <a:solidFill>
            <a:schemeClr val="bg2">
              <a:lumMod val="90000"/>
            </a:schemeClr>
          </a:solidFill>
          <a:ln w="3175">
            <a:solidFill>
              <a:schemeClr val="bg1">
                <a:lumMod val="50000"/>
              </a:schemeClr>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700" b="0" i="0" u="none" strike="noStrike" kern="1200" cap="none" spc="0" normalizeH="0" baseline="0" noProof="0">
                <a:ln>
                  <a:noFill/>
                </a:ln>
                <a:solidFill>
                  <a:prstClr val="black"/>
                </a:solidFill>
                <a:effectLst/>
                <a:uLnTx/>
                <a:uFillTx/>
                <a:latin typeface="Meiryo UI"/>
                <a:ea typeface="Meiryo UI"/>
                <a:cs typeface="+mn-cs"/>
              </a:rPr>
              <a:t>調達手続き</a:t>
            </a:r>
          </a:p>
        </p:txBody>
      </p:sp>
      <p:cxnSp>
        <p:nvCxnSpPr>
          <p:cNvPr id="418" name="直線矢印コネクタ 417">
            <a:extLst>
              <a:ext uri="{FF2B5EF4-FFF2-40B4-BE49-F238E27FC236}">
                <a16:creationId xmlns:a16="http://schemas.microsoft.com/office/drawing/2014/main" id="{78A11F4D-7351-14FE-D966-BBFD9F659F15}"/>
              </a:ext>
              <a:ext uri="{C183D7F6-B498-43B3-948B-1728B52AA6E4}">
                <adec:decorative xmlns:adec="http://schemas.microsoft.com/office/drawing/2017/decorative" val="1"/>
              </a:ext>
            </a:extLst>
          </p:cNvPr>
          <p:cNvCxnSpPr>
            <a:cxnSpLocks/>
            <a:endCxn id="415" idx="1"/>
          </p:cNvCxnSpPr>
          <p:nvPr/>
        </p:nvCxnSpPr>
        <p:spPr bwMode="auto">
          <a:xfrm>
            <a:off x="1166956" y="3790835"/>
            <a:ext cx="1776738" cy="10798"/>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419" name="正方形/長方形 418">
            <a:extLst>
              <a:ext uri="{FF2B5EF4-FFF2-40B4-BE49-F238E27FC236}">
                <a16:creationId xmlns:a16="http://schemas.microsoft.com/office/drawing/2014/main" id="{4CF76E89-AD77-F0A1-A35A-5D35BDFECA9B}"/>
              </a:ext>
            </a:extLst>
          </p:cNvPr>
          <p:cNvSpPr/>
          <p:nvPr/>
        </p:nvSpPr>
        <p:spPr>
          <a:xfrm>
            <a:off x="1813042" y="3738448"/>
            <a:ext cx="758708" cy="104775"/>
          </a:xfrm>
          <a:prstGeom prst="rect">
            <a:avLst/>
          </a:prstGeom>
          <a:solidFill>
            <a:schemeClr val="bg1">
              <a:lumMod val="95000"/>
            </a:schemeClr>
          </a:solidFill>
          <a:ln>
            <a:no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700" b="0" i="0" u="none" strike="noStrike" kern="1200" cap="none" spc="0" normalizeH="0" baseline="0" noProof="0">
                <a:ln>
                  <a:noFill/>
                </a:ln>
                <a:solidFill>
                  <a:prstClr val="white">
                    <a:lumMod val="65000"/>
                  </a:prstClr>
                </a:solidFill>
                <a:effectLst/>
                <a:uLnTx/>
                <a:uFillTx/>
                <a:latin typeface="Meiryo UI"/>
                <a:ea typeface="Meiryo UI"/>
                <a:cs typeface="+mn-cs"/>
              </a:rPr>
              <a:t>案件・要件の登録</a:t>
            </a:r>
          </a:p>
        </p:txBody>
      </p:sp>
      <p:sp>
        <p:nvSpPr>
          <p:cNvPr id="223" name="矢印: 五方向 222">
            <a:extLst>
              <a:ext uri="{FF2B5EF4-FFF2-40B4-BE49-F238E27FC236}">
                <a16:creationId xmlns:a16="http://schemas.microsoft.com/office/drawing/2014/main" id="{6D3D01F7-279D-D9F2-FF89-FCB40E7342BA}"/>
              </a:ext>
            </a:extLst>
          </p:cNvPr>
          <p:cNvSpPr/>
          <p:nvPr/>
        </p:nvSpPr>
        <p:spPr>
          <a:xfrm>
            <a:off x="1181245" y="4142438"/>
            <a:ext cx="2085494" cy="138170"/>
          </a:xfrm>
          <a:prstGeom prst="homePlate">
            <a:avLst/>
          </a:prstGeom>
          <a:solidFill>
            <a:schemeClr val="bg1">
              <a:lumMod val="95000"/>
            </a:schemeClr>
          </a:solidFill>
          <a:ln w="3175">
            <a:solidFill>
              <a:srgbClr val="D9D9D9"/>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700" b="0" i="0" u="none" strike="noStrike" kern="1200" cap="none" spc="0" normalizeH="0" baseline="0" noProof="0">
                <a:ln>
                  <a:noFill/>
                </a:ln>
                <a:solidFill>
                  <a:prstClr val="white">
                    <a:lumMod val="65000"/>
                  </a:prstClr>
                </a:solidFill>
                <a:effectLst/>
                <a:uLnTx/>
                <a:uFillTx/>
                <a:latin typeface="Meiryo UI"/>
                <a:ea typeface="Meiryo UI"/>
                <a:cs typeface="+mn-cs"/>
              </a:rPr>
              <a:t>要件定義</a:t>
            </a:r>
          </a:p>
        </p:txBody>
      </p:sp>
      <p:sp>
        <p:nvSpPr>
          <p:cNvPr id="226" name="矢印: 五方向 225">
            <a:extLst>
              <a:ext uri="{FF2B5EF4-FFF2-40B4-BE49-F238E27FC236}">
                <a16:creationId xmlns:a16="http://schemas.microsoft.com/office/drawing/2014/main" id="{9656EE5A-5B3A-3386-BBB9-34B8D2BC6994}"/>
              </a:ext>
            </a:extLst>
          </p:cNvPr>
          <p:cNvSpPr/>
          <p:nvPr/>
        </p:nvSpPr>
        <p:spPr>
          <a:xfrm>
            <a:off x="1181243" y="4506369"/>
            <a:ext cx="1277885" cy="138170"/>
          </a:xfrm>
          <a:prstGeom prst="homePlate">
            <a:avLst/>
          </a:prstGeom>
          <a:solidFill>
            <a:schemeClr val="bg1">
              <a:lumMod val="95000"/>
            </a:schemeClr>
          </a:solidFill>
          <a:ln>
            <a:no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en-US" altLang="ja-JP" sz="700" b="0" i="0" u="none" strike="noStrike" kern="1200" cap="none" spc="0" normalizeH="0" baseline="0" noProof="1">
                <a:ln>
                  <a:noFill/>
                </a:ln>
                <a:solidFill>
                  <a:prstClr val="white">
                    <a:lumMod val="65000"/>
                  </a:prstClr>
                </a:solidFill>
                <a:effectLst/>
                <a:uLnTx/>
                <a:uFillTx/>
                <a:latin typeface="Meiryo UI"/>
                <a:ea typeface="Meiryo UI"/>
                <a:cs typeface="+mn-cs"/>
              </a:rPr>
              <a:t>PoC</a:t>
            </a:r>
            <a:endParaRPr kumimoji="1" lang="ja-JP" altLang="en-US" sz="700" b="0" i="0" u="none" strike="noStrike" kern="1200" cap="none" spc="0" normalizeH="0" baseline="0" noProof="1">
              <a:ln>
                <a:noFill/>
              </a:ln>
              <a:solidFill>
                <a:prstClr val="white">
                  <a:lumMod val="65000"/>
                </a:prstClr>
              </a:solidFill>
              <a:effectLst/>
              <a:uLnTx/>
              <a:uFillTx/>
              <a:latin typeface="Meiryo UI"/>
              <a:ea typeface="Meiryo UI"/>
              <a:cs typeface="+mn-cs"/>
            </a:endParaRPr>
          </a:p>
        </p:txBody>
      </p:sp>
      <p:sp>
        <p:nvSpPr>
          <p:cNvPr id="227" name="矢印: 五方向 226">
            <a:extLst>
              <a:ext uri="{FF2B5EF4-FFF2-40B4-BE49-F238E27FC236}">
                <a16:creationId xmlns:a16="http://schemas.microsoft.com/office/drawing/2014/main" id="{A501CBBB-5837-D443-0054-B8FD9D8C448F}"/>
              </a:ext>
            </a:extLst>
          </p:cNvPr>
          <p:cNvSpPr/>
          <p:nvPr/>
        </p:nvSpPr>
        <p:spPr>
          <a:xfrm>
            <a:off x="2459128" y="4506369"/>
            <a:ext cx="807610" cy="138170"/>
          </a:xfrm>
          <a:prstGeom prst="homePlate">
            <a:avLst/>
          </a:prstGeom>
          <a:solidFill>
            <a:schemeClr val="bg1">
              <a:lumMod val="95000"/>
            </a:schemeClr>
          </a:solidFill>
          <a:ln>
            <a:no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700" b="0" i="0" u="none" strike="noStrike" kern="1200" cap="none" spc="0" normalizeH="0" baseline="0" noProof="1">
                <a:ln>
                  <a:noFill/>
                </a:ln>
                <a:solidFill>
                  <a:prstClr val="white">
                    <a:lumMod val="65000"/>
                  </a:prstClr>
                </a:solidFill>
                <a:effectLst/>
                <a:uLnTx/>
                <a:uFillTx/>
                <a:latin typeface="Meiryo UI"/>
                <a:ea typeface="Meiryo UI"/>
                <a:cs typeface="+mn-cs"/>
              </a:rPr>
              <a:t>厚労省内検討</a:t>
            </a:r>
          </a:p>
        </p:txBody>
      </p:sp>
      <p:sp>
        <p:nvSpPr>
          <p:cNvPr id="510" name="shape_82">
            <a:extLst>
              <a:ext uri="{FF2B5EF4-FFF2-40B4-BE49-F238E27FC236}">
                <a16:creationId xmlns:a16="http://schemas.microsoft.com/office/drawing/2014/main" id="{869914FD-4432-8902-84B1-7FC119A081FC}"/>
              </a:ext>
              <a:ext uri="{C183D7F6-B498-43B3-948B-1728B52AA6E4}">
                <adec:decorative xmlns:adec="http://schemas.microsoft.com/office/drawing/2017/decorative" val="1"/>
              </a:ext>
            </a:extLst>
          </p:cNvPr>
          <p:cNvSpPr/>
          <p:nvPr>
            <p:custDataLst>
              <p:tags r:id="rId83"/>
            </p:custDataLst>
          </p:nvPr>
        </p:nvSpPr>
        <p:spPr>
          <a:xfrm>
            <a:off x="1192073" y="4655914"/>
            <a:ext cx="8388000" cy="0"/>
          </a:xfrm>
          <a:prstGeom prst="line">
            <a:avLst/>
          </a:prstGeom>
          <a:noFill/>
          <a:ln w="3175">
            <a:solidFill>
              <a:schemeClr val="bg1">
                <a:lumMod val="75000"/>
              </a:schemeClr>
            </a:solidFill>
            <a:prstDash val="sysDot"/>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cxnSp>
        <p:nvCxnSpPr>
          <p:cNvPr id="15" name="直線矢印コネクタ 14">
            <a:extLst>
              <a:ext uri="{FF2B5EF4-FFF2-40B4-BE49-F238E27FC236}">
                <a16:creationId xmlns:a16="http://schemas.microsoft.com/office/drawing/2014/main" id="{0B385C38-F61A-486D-DCA2-D0E1521CED7B}"/>
              </a:ext>
              <a:ext uri="{C183D7F6-B498-43B3-948B-1728B52AA6E4}">
                <adec:decorative xmlns:adec="http://schemas.microsoft.com/office/drawing/2017/decorative" val="1"/>
              </a:ext>
            </a:extLst>
          </p:cNvPr>
          <p:cNvCxnSpPr>
            <a:cxnSpLocks/>
            <a:stCxn id="415" idx="3"/>
            <a:endCxn id="401" idx="1"/>
          </p:cNvCxnSpPr>
          <p:nvPr/>
        </p:nvCxnSpPr>
        <p:spPr bwMode="auto">
          <a:xfrm flipH="1">
            <a:off x="3912825" y="3801633"/>
            <a:ext cx="1861443" cy="192874"/>
          </a:xfrm>
          <a:prstGeom prst="bentConnector5">
            <a:avLst>
              <a:gd name="adj1" fmla="val -12281"/>
              <a:gd name="adj2" fmla="val 52401"/>
              <a:gd name="adj3" fmla="val 112281"/>
            </a:avLst>
          </a:prstGeom>
          <a:solidFill>
            <a:schemeClr val="bg1"/>
          </a:solidFill>
          <a:ln w="3175" cap="flat" cmpd="sng" algn="ctr">
            <a:solidFill>
              <a:schemeClr val="bg1">
                <a:lumMod val="65000"/>
              </a:schemeClr>
            </a:solidFill>
            <a:prstDash val="sysDash"/>
            <a:round/>
            <a:headEnd type="none" w="med" len="med"/>
            <a:tailEnd type="triangle"/>
          </a:ln>
          <a:effectLst/>
        </p:spPr>
      </p:cxnSp>
      <p:sp>
        <p:nvSpPr>
          <p:cNvPr id="23" name="矢印: 五方向 22">
            <a:extLst>
              <a:ext uri="{FF2B5EF4-FFF2-40B4-BE49-F238E27FC236}">
                <a16:creationId xmlns:a16="http://schemas.microsoft.com/office/drawing/2014/main" id="{116AB28C-86FA-37DC-961A-95193199858E}"/>
              </a:ext>
            </a:extLst>
          </p:cNvPr>
          <p:cNvSpPr/>
          <p:nvPr/>
        </p:nvSpPr>
        <p:spPr>
          <a:xfrm>
            <a:off x="3309213" y="4150951"/>
            <a:ext cx="565326" cy="138170"/>
          </a:xfrm>
          <a:prstGeom prst="homePlate">
            <a:avLst/>
          </a:prstGeom>
          <a:solidFill>
            <a:schemeClr val="bg1">
              <a:lumMod val="95000"/>
            </a:schemeClr>
          </a:solidFill>
          <a:ln w="3175">
            <a:solidFill>
              <a:srgbClr val="D9D9D9"/>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700" b="0" i="0" u="none" strike="noStrike" kern="1200" cap="none" spc="0" normalizeH="0" baseline="0" noProof="0">
                <a:ln>
                  <a:noFill/>
                </a:ln>
                <a:solidFill>
                  <a:prstClr val="white">
                    <a:lumMod val="65000"/>
                  </a:prstClr>
                </a:solidFill>
                <a:effectLst/>
                <a:uLnTx/>
                <a:uFillTx/>
                <a:latin typeface="Meiryo UI"/>
                <a:ea typeface="Meiryo UI"/>
                <a:cs typeface="+mn-cs"/>
              </a:rPr>
              <a:t>調達手続き</a:t>
            </a:r>
          </a:p>
        </p:txBody>
      </p:sp>
      <p:sp>
        <p:nvSpPr>
          <p:cNvPr id="24" name="shape_152">
            <a:extLst>
              <a:ext uri="{FF2B5EF4-FFF2-40B4-BE49-F238E27FC236}">
                <a16:creationId xmlns:a16="http://schemas.microsoft.com/office/drawing/2014/main" id="{7DE3C90A-1EA1-8A3E-AF9F-53FAD3ACC182}"/>
              </a:ext>
            </a:extLst>
          </p:cNvPr>
          <p:cNvSpPr/>
          <p:nvPr>
            <p:custDataLst>
              <p:tags r:id="rId84"/>
            </p:custDataLst>
          </p:nvPr>
        </p:nvSpPr>
        <p:spPr>
          <a:xfrm>
            <a:off x="3638582" y="4048003"/>
            <a:ext cx="646088" cy="191136"/>
          </a:xfrm>
          <a:prstGeom prst="rect">
            <a:avLst/>
          </a:prstGeom>
          <a:noFill/>
          <a:ln/>
        </p:spPr>
        <p:txBody>
          <a:bodyPr vert="horz"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prstClr val="white">
                    <a:lumMod val="65000"/>
                  </a:prstClr>
                </a:solidFill>
                <a:effectLst/>
                <a:uLnTx/>
                <a:uFillTx/>
                <a:latin typeface="Meiryo UI" pitchFamily="34" charset="0"/>
                <a:ea typeface="Meiryo UI" pitchFamily="34" charset="-122"/>
                <a:cs typeface="Meiryo UI" pitchFamily="34" charset="-120"/>
              </a:rPr>
              <a:t>調達委員会▼</a:t>
            </a:r>
            <a:endParaRPr kumimoji="1" lang="en-US" sz="700" b="0" i="0" u="none" strike="noStrike" kern="1200" cap="none" spc="0" normalizeH="0" baseline="0" noProof="0">
              <a:ln>
                <a:noFill/>
              </a:ln>
              <a:solidFill>
                <a:prstClr val="white">
                  <a:lumMod val="65000"/>
                </a:prstClr>
              </a:solidFill>
              <a:effectLst/>
              <a:uLnTx/>
              <a:uFillTx/>
              <a:latin typeface="Meiryo UI"/>
              <a:ea typeface="Meiryo UI"/>
              <a:cs typeface="+mn-cs"/>
            </a:endParaRPr>
          </a:p>
        </p:txBody>
      </p:sp>
      <p:sp>
        <p:nvSpPr>
          <p:cNvPr id="27" name="矢印: 五方向 26">
            <a:extLst>
              <a:ext uri="{FF2B5EF4-FFF2-40B4-BE49-F238E27FC236}">
                <a16:creationId xmlns:a16="http://schemas.microsoft.com/office/drawing/2014/main" id="{43838709-55FD-8A7F-E243-63370FB8853F}"/>
              </a:ext>
            </a:extLst>
          </p:cNvPr>
          <p:cNvSpPr/>
          <p:nvPr/>
        </p:nvSpPr>
        <p:spPr>
          <a:xfrm>
            <a:off x="4720434" y="4281608"/>
            <a:ext cx="4522702" cy="138170"/>
          </a:xfrm>
          <a:prstGeom prst="homePlate">
            <a:avLst/>
          </a:prstGeom>
          <a:solidFill>
            <a:srgbClr val="FFFFCC"/>
          </a:solidFill>
          <a:ln w="3175">
            <a:solidFill>
              <a:schemeClr val="tx1"/>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700" b="0" i="0" u="none" strike="noStrike" kern="1200" cap="none" spc="0" normalizeH="0" baseline="0" noProof="0">
                <a:ln>
                  <a:noFill/>
                </a:ln>
                <a:solidFill>
                  <a:prstClr val="black"/>
                </a:solidFill>
                <a:effectLst/>
                <a:uLnTx/>
                <a:uFillTx/>
                <a:latin typeface="Meiryo UI"/>
                <a:ea typeface="Meiryo UI"/>
                <a:cs typeface="+mn-cs"/>
              </a:rPr>
              <a:t>開発等</a:t>
            </a:r>
          </a:p>
        </p:txBody>
      </p:sp>
      <p:sp>
        <p:nvSpPr>
          <p:cNvPr id="28" name="shape_152">
            <a:extLst>
              <a:ext uri="{FF2B5EF4-FFF2-40B4-BE49-F238E27FC236}">
                <a16:creationId xmlns:a16="http://schemas.microsoft.com/office/drawing/2014/main" id="{488EC39A-E9E5-5561-B2A5-55C9C982DAF4}"/>
              </a:ext>
            </a:extLst>
          </p:cNvPr>
          <p:cNvSpPr/>
          <p:nvPr>
            <p:custDataLst>
              <p:tags r:id="rId85"/>
            </p:custDataLst>
          </p:nvPr>
        </p:nvSpPr>
        <p:spPr>
          <a:xfrm>
            <a:off x="8354758" y="4383264"/>
            <a:ext cx="969148" cy="143398"/>
          </a:xfrm>
          <a:prstGeom prst="rect">
            <a:avLst/>
          </a:prstGeom>
          <a:noFill/>
          <a:ln/>
        </p:spPr>
        <p:txBody>
          <a:bodyPr vert="horz" wrap="non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srgbClr val="7500C0"/>
                </a:solidFill>
                <a:effectLst/>
                <a:uLnTx/>
                <a:uFillTx/>
                <a:latin typeface="Meiryo UI" pitchFamily="34" charset="0"/>
                <a:ea typeface="Meiryo UI" pitchFamily="34" charset="-122"/>
                <a:cs typeface="Meiryo UI" pitchFamily="34" charset="-120"/>
              </a:rPr>
              <a:t>本番公開</a:t>
            </a:r>
            <a:r>
              <a:rPr kumimoji="1" lang="en-US" altLang="ja-JP" sz="700" b="0" i="0" u="none" strike="noStrike" kern="1200" cap="none" spc="0" normalizeH="0" baseline="0" noProof="0">
                <a:ln>
                  <a:noFill/>
                </a:ln>
                <a:solidFill>
                  <a:srgbClr val="7500C0"/>
                </a:solidFill>
                <a:effectLst/>
                <a:uLnTx/>
                <a:uFillTx/>
                <a:latin typeface="Meiryo UI" pitchFamily="34" charset="0"/>
                <a:ea typeface="Meiryo UI" pitchFamily="34" charset="-122"/>
                <a:cs typeface="Meiryo UI" pitchFamily="34" charset="-120"/>
              </a:rPr>
              <a:t>(3</a:t>
            </a:r>
            <a:r>
              <a:rPr kumimoji="1" lang="ja-JP" altLang="en-US" sz="700" b="0" i="0" u="none" strike="noStrike" kern="1200" cap="none" spc="0" normalizeH="0" baseline="0" noProof="0">
                <a:ln>
                  <a:noFill/>
                </a:ln>
                <a:solidFill>
                  <a:srgbClr val="7500C0"/>
                </a:solidFill>
                <a:effectLst/>
                <a:uLnTx/>
                <a:uFillTx/>
                <a:latin typeface="Meiryo UI" pitchFamily="34" charset="0"/>
                <a:ea typeface="Meiryo UI" pitchFamily="34" charset="-122"/>
                <a:cs typeface="Meiryo UI" pitchFamily="34" charset="-120"/>
              </a:rPr>
              <a:t>月中旬</a:t>
            </a:r>
            <a:r>
              <a:rPr kumimoji="1" lang="en-US" altLang="ja-JP" sz="700" b="0" i="0" u="none" strike="noStrike" kern="1200" cap="none" spc="0" normalizeH="0" baseline="0" noProof="0">
                <a:ln>
                  <a:noFill/>
                </a:ln>
                <a:solidFill>
                  <a:srgbClr val="7500C0"/>
                </a:solidFill>
                <a:effectLst/>
                <a:uLnTx/>
                <a:uFillTx/>
                <a:latin typeface="Meiryo UI" pitchFamily="34" charset="0"/>
                <a:ea typeface="Meiryo UI" pitchFamily="34" charset="-122"/>
                <a:cs typeface="Meiryo UI" pitchFamily="34" charset="-120"/>
              </a:rPr>
              <a:t>) </a:t>
            </a:r>
            <a:r>
              <a:rPr kumimoji="1" lang="ja-JP" altLang="en-US" sz="700" b="0" i="0" u="none" strike="noStrike" kern="1200" cap="none" spc="0" normalizeH="0" baseline="0" noProof="0">
                <a:ln>
                  <a:noFill/>
                </a:ln>
                <a:solidFill>
                  <a:srgbClr val="7500C0"/>
                </a:solidFill>
                <a:effectLst/>
                <a:uLnTx/>
                <a:uFillTx/>
                <a:latin typeface="Meiryo UI" pitchFamily="34" charset="0"/>
                <a:ea typeface="Meiryo UI" pitchFamily="34" charset="-122"/>
                <a:cs typeface="Meiryo UI" pitchFamily="34" charset="-120"/>
              </a:rPr>
              <a:t>▼</a:t>
            </a: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456" name="矢印: 五方向 455">
            <a:extLst>
              <a:ext uri="{FF2B5EF4-FFF2-40B4-BE49-F238E27FC236}">
                <a16:creationId xmlns:a16="http://schemas.microsoft.com/office/drawing/2014/main" id="{E59606B8-6754-EDDE-B76D-0E2B3A817817}"/>
              </a:ext>
            </a:extLst>
          </p:cNvPr>
          <p:cNvSpPr/>
          <p:nvPr/>
        </p:nvSpPr>
        <p:spPr>
          <a:xfrm>
            <a:off x="7466346" y="4703355"/>
            <a:ext cx="1776790" cy="130328"/>
          </a:xfrm>
          <a:prstGeom prst="homePlate">
            <a:avLst/>
          </a:prstGeom>
          <a:solidFill>
            <a:srgbClr val="FFFFCC"/>
          </a:solidFill>
          <a:ln w="3175">
            <a:solidFill>
              <a:schemeClr val="tx1"/>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700" b="0" i="0" u="none" strike="noStrike" kern="1200" cap="none" spc="0" normalizeH="0" baseline="0" noProof="0">
                <a:ln>
                  <a:noFill/>
                </a:ln>
                <a:solidFill>
                  <a:prstClr val="black"/>
                </a:solidFill>
                <a:effectLst/>
                <a:uLnTx/>
                <a:uFillTx/>
                <a:latin typeface="Meiryo UI"/>
                <a:ea typeface="Meiryo UI"/>
                <a:cs typeface="+mn-cs"/>
              </a:rPr>
              <a:t>開発等</a:t>
            </a:r>
          </a:p>
        </p:txBody>
      </p:sp>
      <p:sp>
        <p:nvSpPr>
          <p:cNvPr id="457" name="shape_152">
            <a:extLst>
              <a:ext uri="{FF2B5EF4-FFF2-40B4-BE49-F238E27FC236}">
                <a16:creationId xmlns:a16="http://schemas.microsoft.com/office/drawing/2014/main" id="{2B72191C-B728-277C-ACE6-0FF6E72373FA}"/>
              </a:ext>
            </a:extLst>
          </p:cNvPr>
          <p:cNvSpPr/>
          <p:nvPr>
            <p:custDataLst>
              <p:tags r:id="rId86"/>
            </p:custDataLst>
          </p:nvPr>
        </p:nvSpPr>
        <p:spPr>
          <a:xfrm>
            <a:off x="8354749" y="4565322"/>
            <a:ext cx="969148" cy="143398"/>
          </a:xfrm>
          <a:prstGeom prst="rect">
            <a:avLst/>
          </a:prstGeom>
          <a:noFill/>
          <a:ln/>
        </p:spPr>
        <p:txBody>
          <a:bodyPr vert="horz" wrap="non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srgbClr val="7500C0"/>
                </a:solidFill>
                <a:effectLst/>
                <a:uLnTx/>
                <a:uFillTx/>
                <a:latin typeface="Meiryo UI" pitchFamily="34" charset="0"/>
                <a:ea typeface="Meiryo UI" pitchFamily="34" charset="-122"/>
                <a:cs typeface="Meiryo UI" pitchFamily="34" charset="-120"/>
              </a:rPr>
              <a:t>本番公開</a:t>
            </a:r>
            <a:r>
              <a:rPr kumimoji="1" lang="en-US" altLang="ja-JP" sz="700" b="0" i="0" u="none" strike="noStrike" kern="1200" cap="none" spc="0" normalizeH="0" baseline="0" noProof="0">
                <a:ln>
                  <a:noFill/>
                </a:ln>
                <a:solidFill>
                  <a:srgbClr val="7500C0"/>
                </a:solidFill>
                <a:effectLst/>
                <a:uLnTx/>
                <a:uFillTx/>
                <a:latin typeface="Meiryo UI" pitchFamily="34" charset="0"/>
                <a:ea typeface="Meiryo UI" pitchFamily="34" charset="-122"/>
                <a:cs typeface="Meiryo UI" pitchFamily="34" charset="-120"/>
              </a:rPr>
              <a:t>(3</a:t>
            </a:r>
            <a:r>
              <a:rPr kumimoji="1" lang="ja-JP" altLang="en-US" sz="700" b="0" i="0" u="none" strike="noStrike" kern="1200" cap="none" spc="0" normalizeH="0" baseline="0" noProof="0">
                <a:ln>
                  <a:noFill/>
                </a:ln>
                <a:solidFill>
                  <a:srgbClr val="7500C0"/>
                </a:solidFill>
                <a:effectLst/>
                <a:uLnTx/>
                <a:uFillTx/>
                <a:latin typeface="Meiryo UI" pitchFamily="34" charset="0"/>
                <a:ea typeface="Meiryo UI" pitchFamily="34" charset="-122"/>
                <a:cs typeface="Meiryo UI" pitchFamily="34" charset="-120"/>
              </a:rPr>
              <a:t>月中旬</a:t>
            </a:r>
            <a:r>
              <a:rPr kumimoji="1" lang="en-US" altLang="ja-JP" sz="700" b="0" i="0" u="none" strike="noStrike" kern="1200" cap="none" spc="0" normalizeH="0" baseline="0" noProof="0">
                <a:ln>
                  <a:noFill/>
                </a:ln>
                <a:solidFill>
                  <a:srgbClr val="7500C0"/>
                </a:solidFill>
                <a:effectLst/>
                <a:uLnTx/>
                <a:uFillTx/>
                <a:latin typeface="Meiryo UI" pitchFamily="34" charset="0"/>
                <a:ea typeface="Meiryo UI" pitchFamily="34" charset="-122"/>
                <a:cs typeface="Meiryo UI" pitchFamily="34" charset="-120"/>
              </a:rPr>
              <a:t>) </a:t>
            </a:r>
            <a:r>
              <a:rPr kumimoji="1" lang="ja-JP" altLang="en-US" sz="700" b="0" i="0" u="none" strike="noStrike" kern="1200" cap="none" spc="0" normalizeH="0" baseline="0" noProof="0">
                <a:ln>
                  <a:noFill/>
                </a:ln>
                <a:solidFill>
                  <a:srgbClr val="7500C0"/>
                </a:solidFill>
                <a:effectLst/>
                <a:uLnTx/>
                <a:uFillTx/>
                <a:latin typeface="Meiryo UI" pitchFamily="34" charset="0"/>
                <a:ea typeface="Meiryo UI" pitchFamily="34" charset="-122"/>
                <a:cs typeface="Meiryo UI" pitchFamily="34" charset="-120"/>
              </a:rPr>
              <a:t>▼</a:t>
            </a: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cxnSp>
        <p:nvCxnSpPr>
          <p:cNvPr id="461" name="直線矢印コネクタ 14">
            <a:extLst>
              <a:ext uri="{FF2B5EF4-FFF2-40B4-BE49-F238E27FC236}">
                <a16:creationId xmlns:a16="http://schemas.microsoft.com/office/drawing/2014/main" id="{3E9EB8C7-2558-ECC3-30E5-D1A5976930A6}"/>
              </a:ext>
              <a:ext uri="{C183D7F6-B498-43B3-948B-1728B52AA6E4}">
                <adec:decorative xmlns:adec="http://schemas.microsoft.com/office/drawing/2017/decorative" val="1"/>
              </a:ext>
            </a:extLst>
          </p:cNvPr>
          <p:cNvCxnSpPr>
            <a:cxnSpLocks/>
            <a:endCxn id="456" idx="1"/>
          </p:cNvCxnSpPr>
          <p:nvPr/>
        </p:nvCxnSpPr>
        <p:spPr bwMode="auto">
          <a:xfrm>
            <a:off x="5043477" y="4570556"/>
            <a:ext cx="2422869" cy="197963"/>
          </a:xfrm>
          <a:prstGeom prst="bentConnector3">
            <a:avLst>
              <a:gd name="adj1" fmla="val 50000"/>
            </a:avLst>
          </a:prstGeom>
          <a:solidFill>
            <a:schemeClr val="bg1"/>
          </a:solidFill>
          <a:ln w="3175" cap="flat" cmpd="sng" algn="ctr">
            <a:solidFill>
              <a:schemeClr val="bg1">
                <a:lumMod val="65000"/>
              </a:schemeClr>
            </a:solidFill>
            <a:prstDash val="sysDash"/>
            <a:round/>
            <a:headEnd type="none" w="med" len="med"/>
            <a:tailEnd type="triangle"/>
          </a:ln>
          <a:effectLst/>
        </p:spPr>
      </p:cxnSp>
      <p:sp>
        <p:nvSpPr>
          <p:cNvPr id="14" name="shape_152">
            <a:extLst>
              <a:ext uri="{FF2B5EF4-FFF2-40B4-BE49-F238E27FC236}">
                <a16:creationId xmlns:a16="http://schemas.microsoft.com/office/drawing/2014/main" id="{F9BF180F-499B-C459-78B3-60901F747ECA}"/>
              </a:ext>
            </a:extLst>
          </p:cNvPr>
          <p:cNvSpPr/>
          <p:nvPr>
            <p:custDataLst>
              <p:tags r:id="rId87"/>
            </p:custDataLst>
          </p:nvPr>
        </p:nvSpPr>
        <p:spPr>
          <a:xfrm>
            <a:off x="2999054" y="3580322"/>
            <a:ext cx="646088" cy="191136"/>
          </a:xfrm>
          <a:prstGeom prst="rect">
            <a:avLst/>
          </a:prstGeom>
          <a:noFill/>
          <a:ln/>
        </p:spPr>
        <p:txBody>
          <a:bodyPr vert="horz"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1">
                <a:ln>
                  <a:noFill/>
                </a:ln>
                <a:solidFill>
                  <a:prstClr val="white">
                    <a:lumMod val="65000"/>
                  </a:prstClr>
                </a:solidFill>
                <a:effectLst/>
                <a:uLnTx/>
                <a:uFillTx/>
                <a:latin typeface="Meiryo UI" pitchFamily="34" charset="0"/>
                <a:ea typeface="Meiryo UI" pitchFamily="34" charset="-122"/>
                <a:cs typeface="+mn-cs"/>
              </a:rPr>
              <a:t>調達委員会▼</a:t>
            </a:r>
            <a:endParaRPr kumimoji="1" lang="en-US" sz="700" b="0" i="0" u="none" strike="noStrike" kern="1200" cap="none" spc="0" normalizeH="0" baseline="0" noProof="1">
              <a:ln>
                <a:noFill/>
              </a:ln>
              <a:solidFill>
                <a:prstClr val="white">
                  <a:lumMod val="65000"/>
                </a:prstClr>
              </a:solidFill>
              <a:effectLst/>
              <a:uLnTx/>
              <a:uFillTx/>
              <a:latin typeface="Meiryo UI" pitchFamily="34" charset="0"/>
              <a:ea typeface="Meiryo UI" pitchFamily="34" charset="-122"/>
              <a:cs typeface="+mn-cs"/>
            </a:endParaRPr>
          </a:p>
        </p:txBody>
      </p:sp>
      <p:sp>
        <p:nvSpPr>
          <p:cNvPr id="19" name="shape_152">
            <a:extLst>
              <a:ext uri="{FF2B5EF4-FFF2-40B4-BE49-F238E27FC236}">
                <a16:creationId xmlns:a16="http://schemas.microsoft.com/office/drawing/2014/main" id="{63F2ED2F-C0B6-25CE-A821-632ADE5DFB76}"/>
              </a:ext>
            </a:extLst>
          </p:cNvPr>
          <p:cNvSpPr/>
          <p:nvPr>
            <p:custDataLst>
              <p:tags r:id="rId88"/>
            </p:custDataLst>
          </p:nvPr>
        </p:nvSpPr>
        <p:spPr>
          <a:xfrm>
            <a:off x="5120064" y="2976477"/>
            <a:ext cx="1134858" cy="143398"/>
          </a:xfrm>
          <a:prstGeom prst="rect">
            <a:avLst/>
          </a:prstGeom>
          <a:noFill/>
          <a:ln/>
        </p:spPr>
        <p:txBody>
          <a:bodyPr vert="horz"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prstClr val="white">
                    <a:lumMod val="75000"/>
                  </a:prstClr>
                </a:solidFill>
                <a:effectLst/>
                <a:uLnTx/>
                <a:uFillTx/>
                <a:latin typeface="Meiryo UI" pitchFamily="34" charset="0"/>
                <a:ea typeface="Meiryo UI" pitchFamily="34" charset="-122"/>
                <a:cs typeface="+mn-cs"/>
              </a:rPr>
              <a:t>　接検公開</a:t>
            </a:r>
            <a:r>
              <a:rPr kumimoji="1" lang="en-US" altLang="ja-JP" sz="700" b="0" i="0" u="none" strike="noStrike" kern="1200" cap="none" spc="0" normalizeH="0" baseline="0" noProof="0">
                <a:ln>
                  <a:noFill/>
                </a:ln>
                <a:solidFill>
                  <a:prstClr val="white">
                    <a:lumMod val="75000"/>
                  </a:prstClr>
                </a:solidFill>
                <a:effectLst/>
                <a:uLnTx/>
                <a:uFillTx/>
                <a:latin typeface="Meiryo UI" pitchFamily="34" charset="0"/>
                <a:ea typeface="Meiryo UI" pitchFamily="34" charset="-122"/>
                <a:cs typeface="+mn-cs"/>
              </a:rPr>
              <a:t>(9/24) </a:t>
            </a:r>
          </a:p>
          <a:p>
            <a:pPr marL="0" marR="0" lvl="0" indent="0" algn="l"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1">
                <a:ln>
                  <a:noFill/>
                </a:ln>
                <a:solidFill>
                  <a:prstClr val="white">
                    <a:lumMod val="75000"/>
                  </a:prstClr>
                </a:solidFill>
                <a:effectLst/>
                <a:uLnTx/>
                <a:uFillTx/>
                <a:latin typeface="Meiryo UI" pitchFamily="34" charset="0"/>
                <a:ea typeface="Meiryo UI" pitchFamily="34" charset="-122"/>
                <a:cs typeface="+mn-cs"/>
              </a:rPr>
              <a:t>▼</a:t>
            </a:r>
            <a:endParaRPr kumimoji="1" lang="en-US" sz="700" b="0" i="0" u="none" strike="noStrike" kern="1200" cap="none" spc="0" normalizeH="0" baseline="0" noProof="0">
              <a:ln>
                <a:noFill/>
              </a:ln>
              <a:solidFill>
                <a:prstClr val="white">
                  <a:lumMod val="75000"/>
                </a:prstClr>
              </a:solidFill>
              <a:effectLst/>
              <a:uLnTx/>
              <a:uFillTx/>
              <a:latin typeface="Meiryo UI" pitchFamily="34" charset="0"/>
              <a:ea typeface="Meiryo UI" pitchFamily="34" charset="-122"/>
              <a:cs typeface="+mn-cs"/>
            </a:endParaRPr>
          </a:p>
        </p:txBody>
      </p:sp>
      <p:sp>
        <p:nvSpPr>
          <p:cNvPr id="20" name="shape_152">
            <a:extLst>
              <a:ext uri="{FF2B5EF4-FFF2-40B4-BE49-F238E27FC236}">
                <a16:creationId xmlns:a16="http://schemas.microsoft.com/office/drawing/2014/main" id="{79500EF2-7AFF-2C3A-648C-3089D55F0EED}"/>
              </a:ext>
            </a:extLst>
          </p:cNvPr>
          <p:cNvSpPr/>
          <p:nvPr>
            <p:custDataLst>
              <p:tags r:id="rId89"/>
            </p:custDataLst>
          </p:nvPr>
        </p:nvSpPr>
        <p:spPr>
          <a:xfrm>
            <a:off x="4033966" y="2976158"/>
            <a:ext cx="726847" cy="143398"/>
          </a:xfrm>
          <a:prstGeom prst="rect">
            <a:avLst/>
          </a:prstGeom>
          <a:noFill/>
          <a:ln/>
        </p:spPr>
        <p:txBody>
          <a:bodyPr vert="horz"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1">
                <a:ln>
                  <a:noFill/>
                </a:ln>
                <a:solidFill>
                  <a:prstClr val="white">
                    <a:lumMod val="75000"/>
                  </a:prstClr>
                </a:solidFill>
                <a:effectLst/>
                <a:uLnTx/>
                <a:uFillTx/>
                <a:latin typeface="Meiryo UI" pitchFamily="34" charset="0"/>
                <a:ea typeface="Meiryo UI" pitchFamily="34" charset="-122"/>
                <a:cs typeface="+mn-cs"/>
              </a:rPr>
              <a:t>接検第二公開</a:t>
            </a:r>
            <a:endParaRPr kumimoji="1" lang="en-US" altLang="ja-JP" sz="700" b="0" i="0" u="none" strike="noStrike" kern="1200" cap="none" spc="0" normalizeH="0" baseline="0" noProof="1">
              <a:ln>
                <a:noFill/>
              </a:ln>
              <a:solidFill>
                <a:prstClr val="white">
                  <a:lumMod val="75000"/>
                </a:prstClr>
              </a:solidFill>
              <a:effectLst/>
              <a:uLnTx/>
              <a:uFillTx/>
              <a:latin typeface="Meiryo UI" pitchFamily="34" charset="0"/>
              <a:ea typeface="Meiryo UI" pitchFamily="34" charset="-122"/>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noProof="1"/>
            </a:pPr>
            <a:r>
              <a:rPr kumimoji="1" lang="en-US" altLang="ja-JP" sz="700" b="0" i="0" u="none" strike="noStrike" kern="1200" cap="none" spc="0" normalizeH="0" baseline="0" noProof="0">
                <a:ln>
                  <a:noFill/>
                </a:ln>
                <a:solidFill>
                  <a:prstClr val="white">
                    <a:lumMod val="75000"/>
                  </a:prstClr>
                </a:solidFill>
                <a:effectLst/>
                <a:uLnTx/>
                <a:uFillTx/>
                <a:latin typeface="Meiryo UI" pitchFamily="34" charset="0"/>
                <a:ea typeface="Meiryo UI" pitchFamily="34" charset="-122"/>
                <a:cs typeface="+mn-cs"/>
              </a:rPr>
              <a:t>(8/31)</a:t>
            </a:r>
            <a:r>
              <a:rPr kumimoji="1" lang="en-US" altLang="ja-JP" sz="700" b="0" i="0" u="none" strike="noStrike" kern="1200" cap="none" spc="0" normalizeH="0" baseline="0" noProof="1">
                <a:ln>
                  <a:noFill/>
                </a:ln>
                <a:solidFill>
                  <a:prstClr val="white">
                    <a:lumMod val="75000"/>
                  </a:prstClr>
                </a:solidFill>
                <a:effectLst/>
                <a:uLnTx/>
                <a:uFillTx/>
                <a:latin typeface="Meiryo UI" pitchFamily="34" charset="0"/>
                <a:ea typeface="Meiryo UI" pitchFamily="34" charset="-122"/>
                <a:cs typeface="+mn-cs"/>
              </a:rPr>
              <a:t> </a:t>
            </a:r>
            <a:r>
              <a:rPr kumimoji="1" lang="ja-JP" altLang="en-US" sz="700" b="0" i="0" u="none" strike="noStrike" kern="1200" cap="none" spc="0" normalizeH="0" baseline="0" noProof="1">
                <a:ln>
                  <a:noFill/>
                </a:ln>
                <a:solidFill>
                  <a:prstClr val="white">
                    <a:lumMod val="75000"/>
                  </a:prstClr>
                </a:solidFill>
                <a:effectLst/>
                <a:uLnTx/>
                <a:uFillTx/>
                <a:latin typeface="Meiryo UI" pitchFamily="34" charset="0"/>
                <a:ea typeface="Meiryo UI" pitchFamily="34" charset="-122"/>
                <a:cs typeface="+mn-cs"/>
              </a:rPr>
              <a:t>▼</a:t>
            </a:r>
            <a:endParaRPr kumimoji="1" lang="en-US" sz="700" b="0" i="0" u="none" strike="noStrike" kern="1200" cap="none" spc="0" normalizeH="0" baseline="0" noProof="1">
              <a:ln>
                <a:noFill/>
              </a:ln>
              <a:solidFill>
                <a:prstClr val="white">
                  <a:lumMod val="75000"/>
                </a:prstClr>
              </a:solidFill>
              <a:effectLst/>
              <a:uLnTx/>
              <a:uFillTx/>
              <a:latin typeface="Meiryo UI" pitchFamily="34" charset="0"/>
              <a:ea typeface="Meiryo UI" pitchFamily="34" charset="-122"/>
              <a:cs typeface="+mn-cs"/>
            </a:endParaRPr>
          </a:p>
        </p:txBody>
      </p:sp>
      <p:sp>
        <p:nvSpPr>
          <p:cNvPr id="454" name="shape_152">
            <a:extLst>
              <a:ext uri="{FF2B5EF4-FFF2-40B4-BE49-F238E27FC236}">
                <a16:creationId xmlns:a16="http://schemas.microsoft.com/office/drawing/2014/main" id="{7AB5B4CE-A223-D9F9-9323-E70BF1001878}"/>
              </a:ext>
            </a:extLst>
          </p:cNvPr>
          <p:cNvSpPr/>
          <p:nvPr>
            <p:custDataLst>
              <p:tags r:id="rId90"/>
            </p:custDataLst>
          </p:nvPr>
        </p:nvSpPr>
        <p:spPr>
          <a:xfrm>
            <a:off x="2999054" y="4335935"/>
            <a:ext cx="646088" cy="191136"/>
          </a:xfrm>
          <a:prstGeom prst="rect">
            <a:avLst/>
          </a:prstGeom>
          <a:noFill/>
          <a:ln/>
        </p:spPr>
        <p:txBody>
          <a:bodyPr vert="horz"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1">
                <a:ln>
                  <a:noFill/>
                </a:ln>
                <a:solidFill>
                  <a:prstClr val="white">
                    <a:lumMod val="50000"/>
                  </a:prstClr>
                </a:solidFill>
                <a:effectLst/>
                <a:uLnTx/>
                <a:uFillTx/>
                <a:latin typeface="Meiryo UI" pitchFamily="34" charset="0"/>
                <a:ea typeface="Meiryo UI" pitchFamily="34" charset="-122"/>
                <a:cs typeface="+mn-cs"/>
              </a:rPr>
              <a:t>調達委員会</a:t>
            </a:r>
            <a:r>
              <a:rPr kumimoji="1" lang="ja-JP" altLang="en-US" sz="700" b="0" i="0" u="none" strike="noStrike" kern="1200" cap="none" spc="0" normalizeH="0" baseline="0" noProof="0">
                <a:ln>
                  <a:noFill/>
                </a:ln>
                <a:solidFill>
                  <a:prstClr val="white">
                    <a:lumMod val="50000"/>
                  </a:prstClr>
                </a:solidFill>
                <a:effectLst/>
                <a:uLnTx/>
                <a:uFillTx/>
                <a:latin typeface="Meiryo UI" pitchFamily="34" charset="0"/>
                <a:ea typeface="Meiryo UI" pitchFamily="34" charset="-122"/>
                <a:cs typeface="Meiryo UI" pitchFamily="34" charset="-120"/>
              </a:rPr>
              <a:t>▼</a:t>
            </a:r>
            <a:endParaRPr kumimoji="1" lang="en-US" sz="700" b="0" i="0" u="none" strike="noStrike" kern="1200" cap="none" spc="0" normalizeH="0" baseline="0" noProof="0">
              <a:ln>
                <a:noFill/>
              </a:ln>
              <a:solidFill>
                <a:prstClr val="white">
                  <a:lumMod val="50000"/>
                </a:prstClr>
              </a:solidFill>
              <a:effectLst/>
              <a:uLnTx/>
              <a:uFillTx/>
              <a:latin typeface="Meiryo UI"/>
              <a:ea typeface="Meiryo UI"/>
              <a:cs typeface="+mn-cs"/>
            </a:endParaRPr>
          </a:p>
        </p:txBody>
      </p:sp>
      <p:sp>
        <p:nvSpPr>
          <p:cNvPr id="469" name="shape_152">
            <a:extLst>
              <a:ext uri="{FF2B5EF4-FFF2-40B4-BE49-F238E27FC236}">
                <a16:creationId xmlns:a16="http://schemas.microsoft.com/office/drawing/2014/main" id="{A1BD2C07-B060-04E8-3209-85DD2FBD3E60}"/>
              </a:ext>
            </a:extLst>
          </p:cNvPr>
          <p:cNvSpPr/>
          <p:nvPr>
            <p:custDataLst>
              <p:tags r:id="rId91"/>
            </p:custDataLst>
          </p:nvPr>
        </p:nvSpPr>
        <p:spPr>
          <a:xfrm>
            <a:off x="4397390" y="4335935"/>
            <a:ext cx="646088" cy="191136"/>
          </a:xfrm>
          <a:prstGeom prst="rect">
            <a:avLst/>
          </a:prstGeom>
          <a:noFill/>
          <a:ln/>
        </p:spPr>
        <p:txBody>
          <a:bodyPr vert="horz"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prstClr val="white">
                    <a:lumMod val="65000"/>
                  </a:prstClr>
                </a:solidFill>
                <a:effectLst/>
                <a:uLnTx/>
                <a:uFillTx/>
                <a:latin typeface="Meiryo UI" pitchFamily="34" charset="0"/>
                <a:ea typeface="Meiryo UI" pitchFamily="34" charset="-122"/>
                <a:cs typeface="Meiryo UI" pitchFamily="34" charset="-120"/>
              </a:rPr>
              <a:t>調達委員会▼</a:t>
            </a:r>
            <a:endParaRPr kumimoji="1" lang="en-US" sz="700" b="0" i="0" u="none" strike="noStrike" kern="1200" cap="none" spc="0" normalizeH="0" baseline="0" noProof="0">
              <a:ln>
                <a:noFill/>
              </a:ln>
              <a:solidFill>
                <a:prstClr val="white">
                  <a:lumMod val="65000"/>
                </a:prstClr>
              </a:solidFill>
              <a:effectLst/>
              <a:uLnTx/>
              <a:uFillTx/>
              <a:latin typeface="Meiryo UI"/>
              <a:ea typeface="Meiryo UI"/>
              <a:cs typeface="+mn-cs"/>
            </a:endParaRPr>
          </a:p>
        </p:txBody>
      </p:sp>
      <p:sp>
        <p:nvSpPr>
          <p:cNvPr id="228" name="shape_152">
            <a:extLst>
              <a:ext uri="{FF2B5EF4-FFF2-40B4-BE49-F238E27FC236}">
                <a16:creationId xmlns:a16="http://schemas.microsoft.com/office/drawing/2014/main" id="{483ACC55-B363-D2AB-DEE8-F373DE39BCCD}"/>
              </a:ext>
            </a:extLst>
          </p:cNvPr>
          <p:cNvSpPr/>
          <p:nvPr>
            <p:custDataLst>
              <p:tags r:id="rId92"/>
            </p:custDataLst>
          </p:nvPr>
        </p:nvSpPr>
        <p:spPr>
          <a:xfrm>
            <a:off x="1893802" y="4355611"/>
            <a:ext cx="646088" cy="191136"/>
          </a:xfrm>
          <a:prstGeom prst="rect">
            <a:avLst/>
          </a:prstGeom>
          <a:noFill/>
          <a:ln/>
        </p:spPr>
        <p:txBody>
          <a:bodyPr vert="horz"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prstClr val="white">
                    <a:lumMod val="50000"/>
                  </a:prstClr>
                </a:solidFill>
                <a:effectLst/>
                <a:uLnTx/>
                <a:uFillTx/>
                <a:latin typeface="Meiryo UI" pitchFamily="34" charset="0"/>
                <a:ea typeface="Meiryo UI" pitchFamily="34" charset="-122"/>
                <a:cs typeface="+mn-cs"/>
              </a:rPr>
              <a:t>最終結果報告▼</a:t>
            </a:r>
            <a:endParaRPr kumimoji="1" lang="en-US" sz="700" b="0" i="0" u="none" strike="noStrike" kern="1200" cap="none" spc="0" normalizeH="0" baseline="0" noProof="0">
              <a:ln>
                <a:noFill/>
              </a:ln>
              <a:solidFill>
                <a:prstClr val="white">
                  <a:lumMod val="50000"/>
                </a:prstClr>
              </a:solidFill>
              <a:effectLst/>
              <a:uLnTx/>
              <a:uFillTx/>
              <a:latin typeface="Meiryo UI" pitchFamily="34" charset="0"/>
              <a:ea typeface="Meiryo UI" pitchFamily="34" charset="-122"/>
              <a:cs typeface="+mn-cs"/>
            </a:endParaRPr>
          </a:p>
        </p:txBody>
      </p:sp>
      <p:sp>
        <p:nvSpPr>
          <p:cNvPr id="379" name="shape_129">
            <a:extLst>
              <a:ext uri="{FF2B5EF4-FFF2-40B4-BE49-F238E27FC236}">
                <a16:creationId xmlns:a16="http://schemas.microsoft.com/office/drawing/2014/main" id="{AC52F2D0-EFFC-2C0E-B5EA-AEECAEB6030B}"/>
              </a:ext>
            </a:extLst>
          </p:cNvPr>
          <p:cNvSpPr/>
          <p:nvPr>
            <p:custDataLst>
              <p:tags r:id="rId93"/>
            </p:custDataLst>
          </p:nvPr>
        </p:nvSpPr>
        <p:spPr>
          <a:xfrm>
            <a:off x="851026" y="2809836"/>
            <a:ext cx="270448" cy="196784"/>
          </a:xfrm>
          <a:prstGeom prst="rect">
            <a:avLst/>
          </a:prstGeom>
          <a:solidFill>
            <a:schemeClr val="accent3">
              <a:lumMod val="20000"/>
              <a:lumOff val="80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8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調達</a:t>
            </a:r>
            <a:endParaRPr kumimoji="1" lang="en-US" sz="800" b="0" i="0" u="none" strike="noStrike" kern="1200" cap="none" spc="0" normalizeH="0" baseline="0" noProof="0">
              <a:ln>
                <a:noFill/>
              </a:ln>
              <a:solidFill>
                <a:prstClr val="black"/>
              </a:solidFill>
              <a:effectLst/>
              <a:uLnTx/>
              <a:uFillTx/>
              <a:latin typeface="Meiryo UI"/>
              <a:ea typeface="Meiryo UI"/>
              <a:cs typeface="+mn-cs"/>
            </a:endParaRPr>
          </a:p>
        </p:txBody>
      </p:sp>
      <p:sp>
        <p:nvSpPr>
          <p:cNvPr id="381" name="shape_124">
            <a:extLst>
              <a:ext uri="{FF2B5EF4-FFF2-40B4-BE49-F238E27FC236}">
                <a16:creationId xmlns:a16="http://schemas.microsoft.com/office/drawing/2014/main" id="{56C691FB-9F40-AC4D-6557-36FF23BBE228}"/>
              </a:ext>
            </a:extLst>
          </p:cNvPr>
          <p:cNvSpPr/>
          <p:nvPr>
            <p:custDataLst>
              <p:tags r:id="rId94"/>
            </p:custDataLst>
          </p:nvPr>
        </p:nvSpPr>
        <p:spPr>
          <a:xfrm>
            <a:off x="300040" y="2802118"/>
            <a:ext cx="261936" cy="1301149"/>
          </a:xfrm>
          <a:prstGeom prst="rect">
            <a:avLst/>
          </a:prstGeom>
          <a:solidFill>
            <a:schemeClr val="accent3">
              <a:lumMod val="60000"/>
              <a:lumOff val="40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altLang="ja-JP" sz="7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3</a:t>
            </a:r>
            <a:r>
              <a:rPr kumimoji="1" lang="ja-JP" altLang="en-US" sz="7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文書</a:t>
            </a:r>
            <a:br>
              <a:rPr kumimoji="1" lang="en-US" altLang="ja-JP" sz="7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br>
            <a:r>
              <a:rPr kumimoji="1" lang="en-US" altLang="ja-JP" sz="7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5</a:t>
            </a:r>
            <a:r>
              <a:rPr kumimoji="1" lang="ja-JP" altLang="en-US" sz="7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情報</a:t>
            </a:r>
            <a:br>
              <a:rPr kumimoji="1" lang="en-US" altLang="ja-JP" sz="7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br>
            <a:r>
              <a:rPr kumimoji="1" lang="ja-JP" altLang="en-US" sz="7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拡張</a:t>
            </a: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382" name="shape_124">
            <a:extLst>
              <a:ext uri="{FF2B5EF4-FFF2-40B4-BE49-F238E27FC236}">
                <a16:creationId xmlns:a16="http://schemas.microsoft.com/office/drawing/2014/main" id="{3C503F5E-D2C8-C4F4-C779-9258AB80A584}"/>
              </a:ext>
            </a:extLst>
          </p:cNvPr>
          <p:cNvSpPr/>
          <p:nvPr>
            <p:custDataLst>
              <p:tags r:id="rId95"/>
            </p:custDataLst>
          </p:nvPr>
        </p:nvSpPr>
        <p:spPr>
          <a:xfrm>
            <a:off x="88429" y="2800530"/>
            <a:ext cx="174122" cy="2049613"/>
          </a:xfrm>
          <a:prstGeom prst="rect">
            <a:avLst/>
          </a:prstGeom>
          <a:solidFill>
            <a:schemeClr val="accent3">
              <a:lumMod val="75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altLang="ja-JP" sz="900" b="0" i="0" u="none" strike="noStrike" kern="1200" cap="none" spc="0" normalizeH="0" baseline="0" noProof="0">
                <a:ln>
                  <a:noFill/>
                </a:ln>
                <a:solidFill>
                  <a:prstClr val="white"/>
                </a:solidFill>
                <a:effectLst/>
                <a:uLnTx/>
                <a:uFillTx/>
                <a:latin typeface="Meiryo UI"/>
                <a:ea typeface="Meiryo UI"/>
                <a:cs typeface="+mn-cs"/>
              </a:rPr>
              <a:t>R</a:t>
            </a:r>
            <a:br>
              <a:rPr kumimoji="1" lang="en-US" altLang="ja-JP" sz="900" b="0" i="0" u="none" strike="noStrike" kern="1200" cap="none" spc="0" normalizeH="0" baseline="0" noProof="0">
                <a:ln>
                  <a:noFill/>
                </a:ln>
                <a:solidFill>
                  <a:prstClr val="white"/>
                </a:solidFill>
                <a:effectLst/>
                <a:uLnTx/>
                <a:uFillTx/>
                <a:latin typeface="Meiryo UI"/>
                <a:ea typeface="Meiryo UI"/>
                <a:cs typeface="+mn-cs"/>
              </a:rPr>
            </a:br>
            <a:r>
              <a:rPr kumimoji="1" lang="en-US" altLang="ja-JP" sz="900" b="0" i="0" u="none" strike="noStrike" kern="1200" cap="none" spc="0" normalizeH="0" baseline="0" noProof="0">
                <a:ln>
                  <a:noFill/>
                </a:ln>
                <a:solidFill>
                  <a:prstClr val="white"/>
                </a:solidFill>
                <a:effectLst/>
                <a:uLnTx/>
                <a:uFillTx/>
                <a:latin typeface="Meiryo UI"/>
                <a:ea typeface="Meiryo UI"/>
                <a:cs typeface="+mn-cs"/>
              </a:rPr>
              <a:t>8</a:t>
            </a:r>
            <a:r>
              <a:rPr kumimoji="1" lang="ja-JP" altLang="en-US" sz="900" b="0" i="0" u="none" strike="noStrike" kern="1200" cap="none" spc="0" normalizeH="0" baseline="0" noProof="0">
                <a:ln>
                  <a:noFill/>
                </a:ln>
                <a:solidFill>
                  <a:prstClr val="white"/>
                </a:solidFill>
                <a:effectLst/>
                <a:uLnTx/>
                <a:uFillTx/>
                <a:latin typeface="Meiryo UI"/>
                <a:ea typeface="Meiryo UI"/>
                <a:cs typeface="+mn-cs"/>
              </a:rPr>
              <a:t>年度開発</a:t>
            </a:r>
            <a:endParaRPr kumimoji="1" lang="en-US" sz="900" b="0" i="0" u="none" strike="noStrike" kern="1200" cap="none" spc="0" normalizeH="0" baseline="0" noProof="0">
              <a:ln>
                <a:noFill/>
              </a:ln>
              <a:solidFill>
                <a:prstClr val="white"/>
              </a:solidFill>
              <a:effectLst/>
              <a:uLnTx/>
              <a:uFillTx/>
              <a:latin typeface="Meiryo UI"/>
              <a:ea typeface="Meiryo UI"/>
              <a:cs typeface="+mn-cs"/>
            </a:endParaRPr>
          </a:p>
        </p:txBody>
      </p:sp>
      <p:sp>
        <p:nvSpPr>
          <p:cNvPr id="384" name="shape_129">
            <a:extLst>
              <a:ext uri="{FF2B5EF4-FFF2-40B4-BE49-F238E27FC236}">
                <a16:creationId xmlns:a16="http://schemas.microsoft.com/office/drawing/2014/main" id="{568E76AE-F72C-CDEC-B257-5AD83359CB18}"/>
              </a:ext>
            </a:extLst>
          </p:cNvPr>
          <p:cNvSpPr/>
          <p:nvPr>
            <p:custDataLst>
              <p:tags r:id="rId96"/>
            </p:custDataLst>
          </p:nvPr>
        </p:nvSpPr>
        <p:spPr>
          <a:xfrm>
            <a:off x="851026" y="4123184"/>
            <a:ext cx="270448" cy="164669"/>
          </a:xfrm>
          <a:prstGeom prst="rect">
            <a:avLst/>
          </a:prstGeom>
          <a:solidFill>
            <a:schemeClr val="accent3">
              <a:lumMod val="20000"/>
              <a:lumOff val="80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8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調達</a:t>
            </a:r>
            <a:endParaRPr kumimoji="1" lang="en-US" sz="800" b="0" i="0" u="none" strike="noStrike" kern="1200" cap="none" spc="0" normalizeH="0" baseline="0" noProof="0">
              <a:ln>
                <a:noFill/>
              </a:ln>
              <a:solidFill>
                <a:prstClr val="black"/>
              </a:solidFill>
              <a:effectLst/>
              <a:uLnTx/>
              <a:uFillTx/>
              <a:latin typeface="Meiryo UI"/>
              <a:ea typeface="Meiryo UI"/>
              <a:cs typeface="+mn-cs"/>
            </a:endParaRPr>
          </a:p>
        </p:txBody>
      </p:sp>
      <p:sp>
        <p:nvSpPr>
          <p:cNvPr id="385" name="shape_129">
            <a:extLst>
              <a:ext uri="{FF2B5EF4-FFF2-40B4-BE49-F238E27FC236}">
                <a16:creationId xmlns:a16="http://schemas.microsoft.com/office/drawing/2014/main" id="{086A2D73-EFFC-083B-27F8-24162904932A}"/>
              </a:ext>
            </a:extLst>
          </p:cNvPr>
          <p:cNvSpPr/>
          <p:nvPr>
            <p:custDataLst>
              <p:tags r:id="rId97"/>
            </p:custDataLst>
          </p:nvPr>
        </p:nvSpPr>
        <p:spPr>
          <a:xfrm>
            <a:off x="851025" y="4310821"/>
            <a:ext cx="270448" cy="164669"/>
          </a:xfrm>
          <a:prstGeom prst="rect">
            <a:avLst/>
          </a:prstGeom>
          <a:solidFill>
            <a:schemeClr val="accent3">
              <a:lumMod val="20000"/>
              <a:lumOff val="80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8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開発</a:t>
            </a:r>
            <a:endParaRPr kumimoji="1" lang="en-US" sz="800" b="0" i="0" u="none" strike="noStrike" kern="1200" cap="none" spc="0" normalizeH="0" baseline="0" noProof="0">
              <a:ln>
                <a:noFill/>
              </a:ln>
              <a:solidFill>
                <a:prstClr val="black"/>
              </a:solidFill>
              <a:effectLst/>
              <a:uLnTx/>
              <a:uFillTx/>
              <a:latin typeface="Meiryo UI"/>
              <a:ea typeface="Meiryo UI"/>
              <a:cs typeface="+mn-cs"/>
            </a:endParaRPr>
          </a:p>
        </p:txBody>
      </p:sp>
      <p:sp>
        <p:nvSpPr>
          <p:cNvPr id="386" name="shape_124">
            <a:extLst>
              <a:ext uri="{FF2B5EF4-FFF2-40B4-BE49-F238E27FC236}">
                <a16:creationId xmlns:a16="http://schemas.microsoft.com/office/drawing/2014/main" id="{3CD968CE-0971-4F00-E8AF-8C10F4D9359B}"/>
              </a:ext>
            </a:extLst>
          </p:cNvPr>
          <p:cNvSpPr/>
          <p:nvPr>
            <p:custDataLst>
              <p:tags r:id="rId98"/>
            </p:custDataLst>
          </p:nvPr>
        </p:nvSpPr>
        <p:spPr>
          <a:xfrm>
            <a:off x="300039" y="4140799"/>
            <a:ext cx="505278" cy="337473"/>
          </a:xfrm>
          <a:prstGeom prst="rect">
            <a:avLst/>
          </a:prstGeom>
          <a:solidFill>
            <a:schemeClr val="accent3">
              <a:lumMod val="60000"/>
              <a:lumOff val="40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介護連携</a:t>
            </a:r>
            <a:br>
              <a:rPr kumimoji="1" lang="en-US" altLang="ja-JP" sz="7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br>
            <a:r>
              <a:rPr kumimoji="1" lang="en-US" altLang="ja-JP" sz="7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a:t>
            </a:r>
            <a:r>
              <a:rPr kumimoji="1" lang="ja-JP" altLang="en-US" sz="7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文書情報</a:t>
            </a:r>
            <a:r>
              <a:rPr kumimoji="1" lang="en-US" altLang="ja-JP" sz="7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a:t>
            </a: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389" name="shape_129">
            <a:extLst>
              <a:ext uri="{FF2B5EF4-FFF2-40B4-BE49-F238E27FC236}">
                <a16:creationId xmlns:a16="http://schemas.microsoft.com/office/drawing/2014/main" id="{0FE71C30-7FD6-D492-B426-A7A5F22A9436}"/>
              </a:ext>
            </a:extLst>
          </p:cNvPr>
          <p:cNvSpPr/>
          <p:nvPr>
            <p:custDataLst>
              <p:tags r:id="rId99"/>
            </p:custDataLst>
          </p:nvPr>
        </p:nvSpPr>
        <p:spPr>
          <a:xfrm>
            <a:off x="851026" y="4486974"/>
            <a:ext cx="270448" cy="164669"/>
          </a:xfrm>
          <a:prstGeom prst="rect">
            <a:avLst/>
          </a:prstGeom>
          <a:solidFill>
            <a:schemeClr val="accent3">
              <a:lumMod val="20000"/>
              <a:lumOff val="80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8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調達</a:t>
            </a:r>
            <a:endParaRPr kumimoji="1" lang="en-US" sz="800" b="0" i="0" u="none" strike="noStrike" kern="1200" cap="none" spc="0" normalizeH="0" baseline="0" noProof="0">
              <a:ln>
                <a:noFill/>
              </a:ln>
              <a:solidFill>
                <a:prstClr val="black"/>
              </a:solidFill>
              <a:effectLst/>
              <a:uLnTx/>
              <a:uFillTx/>
              <a:latin typeface="Meiryo UI"/>
              <a:ea typeface="Meiryo UI"/>
              <a:cs typeface="+mn-cs"/>
            </a:endParaRPr>
          </a:p>
        </p:txBody>
      </p:sp>
      <p:sp>
        <p:nvSpPr>
          <p:cNvPr id="390" name="shape_129">
            <a:extLst>
              <a:ext uri="{FF2B5EF4-FFF2-40B4-BE49-F238E27FC236}">
                <a16:creationId xmlns:a16="http://schemas.microsoft.com/office/drawing/2014/main" id="{0C65A42E-90B4-E44A-FEAB-7B2741D38F44}"/>
              </a:ext>
            </a:extLst>
          </p:cNvPr>
          <p:cNvSpPr/>
          <p:nvPr>
            <p:custDataLst>
              <p:tags r:id="rId100"/>
            </p:custDataLst>
          </p:nvPr>
        </p:nvSpPr>
        <p:spPr>
          <a:xfrm>
            <a:off x="851025" y="4674611"/>
            <a:ext cx="270448" cy="164669"/>
          </a:xfrm>
          <a:prstGeom prst="rect">
            <a:avLst/>
          </a:prstGeom>
          <a:solidFill>
            <a:schemeClr val="accent3">
              <a:lumMod val="20000"/>
              <a:lumOff val="80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8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開発</a:t>
            </a:r>
            <a:endParaRPr kumimoji="1" lang="en-US" sz="800" b="0" i="0" u="none" strike="noStrike" kern="1200" cap="none" spc="0" normalizeH="0" baseline="0" noProof="0">
              <a:ln>
                <a:noFill/>
              </a:ln>
              <a:solidFill>
                <a:prstClr val="black"/>
              </a:solidFill>
              <a:effectLst/>
              <a:uLnTx/>
              <a:uFillTx/>
              <a:latin typeface="Meiryo UI"/>
              <a:ea typeface="Meiryo UI"/>
              <a:cs typeface="+mn-cs"/>
            </a:endParaRPr>
          </a:p>
        </p:txBody>
      </p:sp>
      <p:sp>
        <p:nvSpPr>
          <p:cNvPr id="391" name="shape_124">
            <a:extLst>
              <a:ext uri="{FF2B5EF4-FFF2-40B4-BE49-F238E27FC236}">
                <a16:creationId xmlns:a16="http://schemas.microsoft.com/office/drawing/2014/main" id="{99DE9A57-DE50-5ED4-C773-4A9D0CDA2DF9}"/>
              </a:ext>
            </a:extLst>
          </p:cNvPr>
          <p:cNvSpPr/>
          <p:nvPr>
            <p:custDataLst>
              <p:tags r:id="rId101"/>
            </p:custDataLst>
          </p:nvPr>
        </p:nvSpPr>
        <p:spPr>
          <a:xfrm>
            <a:off x="300039" y="4507410"/>
            <a:ext cx="505278" cy="337473"/>
          </a:xfrm>
          <a:prstGeom prst="rect">
            <a:avLst/>
          </a:prstGeom>
          <a:solidFill>
            <a:schemeClr val="accent3">
              <a:lumMod val="60000"/>
              <a:lumOff val="40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altLang="ja-JP" sz="700" b="0" i="0" u="none" strike="noStrike" kern="1200" cap="none" spc="0" normalizeH="0" baseline="0" noProof="0">
                <a:ln>
                  <a:noFill/>
                </a:ln>
                <a:solidFill>
                  <a:prstClr val="black"/>
                </a:solidFill>
                <a:effectLst/>
                <a:uLnTx/>
                <a:uFillTx/>
                <a:latin typeface="Meiryo UI"/>
                <a:ea typeface="Meiryo UI"/>
                <a:cs typeface="+mn-cs"/>
              </a:rPr>
              <a:t>RESTful API</a:t>
            </a: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405" name="shape_124">
            <a:extLst>
              <a:ext uri="{FF2B5EF4-FFF2-40B4-BE49-F238E27FC236}">
                <a16:creationId xmlns:a16="http://schemas.microsoft.com/office/drawing/2014/main" id="{5D3EDB59-985A-4D4B-564D-F0D5C9D3F0F6}"/>
              </a:ext>
            </a:extLst>
          </p:cNvPr>
          <p:cNvSpPr/>
          <p:nvPr>
            <p:custDataLst>
              <p:tags r:id="rId102"/>
            </p:custDataLst>
          </p:nvPr>
        </p:nvSpPr>
        <p:spPr>
          <a:xfrm>
            <a:off x="609209" y="2810055"/>
            <a:ext cx="217086" cy="396000"/>
          </a:xfrm>
          <a:prstGeom prst="rect">
            <a:avLst/>
          </a:prstGeom>
          <a:solidFill>
            <a:schemeClr val="accent3">
              <a:lumMod val="60000"/>
              <a:lumOff val="40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altLang="ja-JP" sz="7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9S</a:t>
            </a: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407" name="shape_129">
            <a:extLst>
              <a:ext uri="{FF2B5EF4-FFF2-40B4-BE49-F238E27FC236}">
                <a16:creationId xmlns:a16="http://schemas.microsoft.com/office/drawing/2014/main" id="{7F9D3641-5C29-9B43-807F-D91E31E2C54B}"/>
              </a:ext>
            </a:extLst>
          </p:cNvPr>
          <p:cNvSpPr/>
          <p:nvPr>
            <p:custDataLst>
              <p:tags r:id="rId103"/>
            </p:custDataLst>
          </p:nvPr>
        </p:nvSpPr>
        <p:spPr>
          <a:xfrm>
            <a:off x="851026" y="3029588"/>
            <a:ext cx="270448" cy="196784"/>
          </a:xfrm>
          <a:prstGeom prst="rect">
            <a:avLst/>
          </a:prstGeom>
          <a:solidFill>
            <a:schemeClr val="accent3">
              <a:lumMod val="20000"/>
              <a:lumOff val="80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8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開発</a:t>
            </a:r>
            <a:endParaRPr kumimoji="1" lang="en-US" sz="800" b="0" i="0" u="none" strike="noStrike" kern="1200" cap="none" spc="0" normalizeH="0" baseline="0" noProof="0">
              <a:ln>
                <a:noFill/>
              </a:ln>
              <a:solidFill>
                <a:prstClr val="black"/>
              </a:solidFill>
              <a:effectLst/>
              <a:uLnTx/>
              <a:uFillTx/>
              <a:latin typeface="Meiryo UI"/>
              <a:ea typeface="Meiryo UI"/>
              <a:cs typeface="+mn-cs"/>
            </a:endParaRPr>
          </a:p>
        </p:txBody>
      </p:sp>
      <p:sp>
        <p:nvSpPr>
          <p:cNvPr id="406" name="shape_124">
            <a:extLst>
              <a:ext uri="{FF2B5EF4-FFF2-40B4-BE49-F238E27FC236}">
                <a16:creationId xmlns:a16="http://schemas.microsoft.com/office/drawing/2014/main" id="{DD0EC553-79B3-A609-A3D7-14FF2ADDFF8C}"/>
              </a:ext>
            </a:extLst>
          </p:cNvPr>
          <p:cNvSpPr/>
          <p:nvPr>
            <p:custDataLst>
              <p:tags r:id="rId104"/>
            </p:custDataLst>
          </p:nvPr>
        </p:nvSpPr>
        <p:spPr>
          <a:xfrm>
            <a:off x="606034" y="3683186"/>
            <a:ext cx="217086" cy="420077"/>
          </a:xfrm>
          <a:prstGeom prst="rect">
            <a:avLst/>
          </a:prstGeom>
          <a:solidFill>
            <a:schemeClr val="accent3">
              <a:lumMod val="60000"/>
              <a:lumOff val="40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altLang="ja-JP" sz="7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3S</a:t>
            </a: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408" name="shape_129">
            <a:extLst>
              <a:ext uri="{FF2B5EF4-FFF2-40B4-BE49-F238E27FC236}">
                <a16:creationId xmlns:a16="http://schemas.microsoft.com/office/drawing/2014/main" id="{7BB5E5DA-0C23-5E49-D087-F6619CA0E2E4}"/>
              </a:ext>
            </a:extLst>
          </p:cNvPr>
          <p:cNvSpPr/>
          <p:nvPr>
            <p:custDataLst>
              <p:tags r:id="rId105"/>
            </p:custDataLst>
          </p:nvPr>
        </p:nvSpPr>
        <p:spPr>
          <a:xfrm>
            <a:off x="851026" y="3683680"/>
            <a:ext cx="270448" cy="196784"/>
          </a:xfrm>
          <a:prstGeom prst="rect">
            <a:avLst/>
          </a:prstGeom>
          <a:solidFill>
            <a:schemeClr val="accent3">
              <a:lumMod val="20000"/>
              <a:lumOff val="80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8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調達</a:t>
            </a:r>
            <a:endParaRPr kumimoji="1" lang="en-US" sz="800" b="0" i="0" u="none" strike="noStrike" kern="1200" cap="none" spc="0" normalizeH="0" baseline="0" noProof="0">
              <a:ln>
                <a:noFill/>
              </a:ln>
              <a:solidFill>
                <a:prstClr val="black"/>
              </a:solidFill>
              <a:effectLst/>
              <a:uLnTx/>
              <a:uFillTx/>
              <a:latin typeface="Meiryo UI"/>
              <a:ea typeface="Meiryo UI"/>
              <a:cs typeface="+mn-cs"/>
            </a:endParaRPr>
          </a:p>
        </p:txBody>
      </p:sp>
      <p:sp>
        <p:nvSpPr>
          <p:cNvPr id="409" name="shape_129">
            <a:extLst>
              <a:ext uri="{FF2B5EF4-FFF2-40B4-BE49-F238E27FC236}">
                <a16:creationId xmlns:a16="http://schemas.microsoft.com/office/drawing/2014/main" id="{AD75C391-1379-4550-87D3-D11D082E3ED2}"/>
              </a:ext>
            </a:extLst>
          </p:cNvPr>
          <p:cNvSpPr/>
          <p:nvPr>
            <p:custDataLst>
              <p:tags r:id="rId106"/>
            </p:custDataLst>
          </p:nvPr>
        </p:nvSpPr>
        <p:spPr>
          <a:xfrm>
            <a:off x="851026" y="3903432"/>
            <a:ext cx="270448" cy="196784"/>
          </a:xfrm>
          <a:prstGeom prst="rect">
            <a:avLst/>
          </a:prstGeom>
          <a:solidFill>
            <a:schemeClr val="accent3">
              <a:lumMod val="20000"/>
              <a:lumOff val="80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8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開発</a:t>
            </a:r>
            <a:endParaRPr kumimoji="1" lang="en-US" sz="800" b="0" i="0" u="none" strike="noStrike" kern="1200" cap="none" spc="0" normalizeH="0" baseline="0" noProof="0">
              <a:ln>
                <a:noFill/>
              </a:ln>
              <a:solidFill>
                <a:prstClr val="black"/>
              </a:solidFill>
              <a:effectLst/>
              <a:uLnTx/>
              <a:uFillTx/>
              <a:latin typeface="Meiryo UI"/>
              <a:ea typeface="Meiryo UI"/>
              <a:cs typeface="+mn-cs"/>
            </a:endParaRPr>
          </a:p>
        </p:txBody>
      </p:sp>
      <p:sp>
        <p:nvSpPr>
          <p:cNvPr id="484" name="shape_124">
            <a:extLst>
              <a:ext uri="{FF2B5EF4-FFF2-40B4-BE49-F238E27FC236}">
                <a16:creationId xmlns:a16="http://schemas.microsoft.com/office/drawing/2014/main" id="{8C74727D-AACA-61C6-6D86-748FB2C94075}"/>
              </a:ext>
            </a:extLst>
          </p:cNvPr>
          <p:cNvSpPr/>
          <p:nvPr>
            <p:custDataLst>
              <p:tags r:id="rId107"/>
            </p:custDataLst>
          </p:nvPr>
        </p:nvSpPr>
        <p:spPr>
          <a:xfrm>
            <a:off x="609209" y="3246621"/>
            <a:ext cx="217086" cy="396000"/>
          </a:xfrm>
          <a:prstGeom prst="rect">
            <a:avLst/>
          </a:prstGeom>
          <a:solidFill>
            <a:schemeClr val="accent3">
              <a:lumMod val="60000"/>
              <a:lumOff val="40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altLang="ja-JP" sz="7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12S</a:t>
            </a: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485" name="shape_129">
            <a:extLst>
              <a:ext uri="{FF2B5EF4-FFF2-40B4-BE49-F238E27FC236}">
                <a16:creationId xmlns:a16="http://schemas.microsoft.com/office/drawing/2014/main" id="{9B25628B-8C86-FFDC-BF6C-C0C7075CCC5E}"/>
              </a:ext>
            </a:extLst>
          </p:cNvPr>
          <p:cNvSpPr/>
          <p:nvPr>
            <p:custDataLst>
              <p:tags r:id="rId108"/>
            </p:custDataLst>
          </p:nvPr>
        </p:nvSpPr>
        <p:spPr>
          <a:xfrm>
            <a:off x="857376" y="3249009"/>
            <a:ext cx="270448" cy="196784"/>
          </a:xfrm>
          <a:prstGeom prst="rect">
            <a:avLst/>
          </a:prstGeom>
          <a:solidFill>
            <a:schemeClr val="accent3">
              <a:lumMod val="20000"/>
              <a:lumOff val="80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8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調達</a:t>
            </a:r>
            <a:endParaRPr kumimoji="1" lang="en-US" sz="800" b="0" i="0" u="none" strike="noStrike" kern="1200" cap="none" spc="0" normalizeH="0" baseline="0" noProof="0">
              <a:ln>
                <a:noFill/>
              </a:ln>
              <a:solidFill>
                <a:prstClr val="black"/>
              </a:solidFill>
              <a:effectLst/>
              <a:uLnTx/>
              <a:uFillTx/>
              <a:latin typeface="Meiryo UI"/>
              <a:ea typeface="Meiryo UI"/>
              <a:cs typeface="+mn-cs"/>
            </a:endParaRPr>
          </a:p>
        </p:txBody>
      </p:sp>
      <p:sp>
        <p:nvSpPr>
          <p:cNvPr id="486" name="shape_129">
            <a:extLst>
              <a:ext uri="{FF2B5EF4-FFF2-40B4-BE49-F238E27FC236}">
                <a16:creationId xmlns:a16="http://schemas.microsoft.com/office/drawing/2014/main" id="{3A908298-909C-7796-A2FE-99647D5D5E4B}"/>
              </a:ext>
            </a:extLst>
          </p:cNvPr>
          <p:cNvSpPr/>
          <p:nvPr>
            <p:custDataLst>
              <p:tags r:id="rId109"/>
            </p:custDataLst>
          </p:nvPr>
        </p:nvSpPr>
        <p:spPr>
          <a:xfrm>
            <a:off x="857376" y="3468761"/>
            <a:ext cx="270448" cy="196784"/>
          </a:xfrm>
          <a:prstGeom prst="rect">
            <a:avLst/>
          </a:prstGeom>
          <a:solidFill>
            <a:schemeClr val="accent3">
              <a:lumMod val="20000"/>
              <a:lumOff val="80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8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開発</a:t>
            </a:r>
            <a:endParaRPr kumimoji="1" lang="en-US" sz="800" b="0" i="0" u="none" strike="noStrike" kern="1200" cap="none" spc="0" normalizeH="0" baseline="0" noProof="0">
              <a:ln>
                <a:noFill/>
              </a:ln>
              <a:solidFill>
                <a:prstClr val="black"/>
              </a:solidFill>
              <a:effectLst/>
              <a:uLnTx/>
              <a:uFillTx/>
              <a:latin typeface="Meiryo UI"/>
              <a:ea typeface="Meiryo UI"/>
              <a:cs typeface="+mn-cs"/>
            </a:endParaRPr>
          </a:p>
        </p:txBody>
      </p:sp>
      <p:sp>
        <p:nvSpPr>
          <p:cNvPr id="487" name="矢印: 五方向 486">
            <a:extLst>
              <a:ext uri="{FF2B5EF4-FFF2-40B4-BE49-F238E27FC236}">
                <a16:creationId xmlns:a16="http://schemas.microsoft.com/office/drawing/2014/main" id="{F4430730-B98D-FB83-9B60-AF6602DAD3A1}"/>
              </a:ext>
            </a:extLst>
          </p:cNvPr>
          <p:cNvSpPr/>
          <p:nvPr/>
        </p:nvSpPr>
        <p:spPr>
          <a:xfrm>
            <a:off x="2459128" y="3257883"/>
            <a:ext cx="484565" cy="138170"/>
          </a:xfrm>
          <a:prstGeom prst="homePlate">
            <a:avLst/>
          </a:prstGeom>
          <a:solidFill>
            <a:schemeClr val="bg1">
              <a:lumMod val="95000"/>
            </a:schemeClr>
          </a:solidFill>
          <a:ln>
            <a:no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700" b="0" i="0" u="none" strike="noStrike" kern="1200" cap="none" spc="0" normalizeH="0" baseline="0" noProof="1">
                <a:ln>
                  <a:noFill/>
                </a:ln>
                <a:solidFill>
                  <a:prstClr val="white">
                    <a:lumMod val="65000"/>
                  </a:prstClr>
                </a:solidFill>
                <a:effectLst/>
                <a:uLnTx/>
                <a:uFillTx/>
                <a:latin typeface="Meiryo UI"/>
                <a:ea typeface="Meiryo UI"/>
                <a:cs typeface="+mn-cs"/>
              </a:rPr>
              <a:t>調達手続き</a:t>
            </a:r>
          </a:p>
        </p:txBody>
      </p:sp>
      <p:cxnSp>
        <p:nvCxnSpPr>
          <p:cNvPr id="488" name="直線矢印コネクタ 487">
            <a:extLst>
              <a:ext uri="{FF2B5EF4-FFF2-40B4-BE49-F238E27FC236}">
                <a16:creationId xmlns:a16="http://schemas.microsoft.com/office/drawing/2014/main" id="{EC9D788C-D44C-C835-00F7-8BE47C042683}"/>
              </a:ext>
              <a:ext uri="{C183D7F6-B498-43B3-948B-1728B52AA6E4}">
                <adec:decorative xmlns:adec="http://schemas.microsoft.com/office/drawing/2017/decorative" val="1"/>
              </a:ext>
            </a:extLst>
          </p:cNvPr>
          <p:cNvCxnSpPr>
            <a:cxnSpLocks/>
          </p:cNvCxnSpPr>
          <p:nvPr/>
        </p:nvCxnSpPr>
        <p:spPr bwMode="auto">
          <a:xfrm>
            <a:off x="1166955" y="3321977"/>
            <a:ext cx="1292173" cy="0"/>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489" name="正方形/長方形 488">
            <a:extLst>
              <a:ext uri="{FF2B5EF4-FFF2-40B4-BE49-F238E27FC236}">
                <a16:creationId xmlns:a16="http://schemas.microsoft.com/office/drawing/2014/main" id="{FE905589-2E6B-C461-43FB-2E2E610B13A0}"/>
              </a:ext>
            </a:extLst>
          </p:cNvPr>
          <p:cNvSpPr/>
          <p:nvPr/>
        </p:nvSpPr>
        <p:spPr>
          <a:xfrm>
            <a:off x="1433688" y="3257390"/>
            <a:ext cx="758708" cy="104775"/>
          </a:xfrm>
          <a:prstGeom prst="rect">
            <a:avLst/>
          </a:prstGeom>
          <a:solidFill>
            <a:schemeClr val="bg1">
              <a:lumMod val="95000"/>
            </a:schemeClr>
          </a:solidFill>
          <a:ln>
            <a:no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700" b="0" i="0" u="none" strike="noStrike" kern="1200" cap="none" spc="0" normalizeH="0" baseline="0" noProof="0">
                <a:ln>
                  <a:noFill/>
                </a:ln>
                <a:solidFill>
                  <a:prstClr val="white">
                    <a:lumMod val="65000"/>
                  </a:prstClr>
                </a:solidFill>
                <a:effectLst/>
                <a:uLnTx/>
                <a:uFillTx/>
                <a:latin typeface="Meiryo UI"/>
                <a:ea typeface="Meiryo UI"/>
                <a:cs typeface="+mn-cs"/>
              </a:rPr>
              <a:t>案件・要件の登録</a:t>
            </a:r>
          </a:p>
        </p:txBody>
      </p:sp>
      <p:sp>
        <p:nvSpPr>
          <p:cNvPr id="492" name="shape_152">
            <a:extLst>
              <a:ext uri="{FF2B5EF4-FFF2-40B4-BE49-F238E27FC236}">
                <a16:creationId xmlns:a16="http://schemas.microsoft.com/office/drawing/2014/main" id="{535C0BDE-B0C6-4B02-D601-6AA885704673}"/>
              </a:ext>
            </a:extLst>
          </p:cNvPr>
          <p:cNvSpPr/>
          <p:nvPr>
            <p:custDataLst>
              <p:tags r:id="rId110"/>
            </p:custDataLst>
          </p:nvPr>
        </p:nvSpPr>
        <p:spPr>
          <a:xfrm>
            <a:off x="2367456" y="3140995"/>
            <a:ext cx="646088" cy="191136"/>
          </a:xfrm>
          <a:prstGeom prst="rect">
            <a:avLst/>
          </a:prstGeom>
          <a:noFill/>
          <a:ln/>
        </p:spPr>
        <p:txBody>
          <a:bodyPr vert="horz"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prstClr val="white">
                    <a:lumMod val="65000"/>
                  </a:prstClr>
                </a:solidFill>
                <a:effectLst/>
                <a:uLnTx/>
                <a:uFillTx/>
                <a:latin typeface="Meiryo UI" pitchFamily="34" charset="0"/>
                <a:ea typeface="Meiryo UI" pitchFamily="34" charset="-122"/>
                <a:cs typeface="Meiryo UI" pitchFamily="34" charset="-120"/>
              </a:rPr>
              <a:t>調達委員会▼</a:t>
            </a:r>
            <a:endParaRPr kumimoji="1" lang="en-US" sz="700" b="0" i="0" u="none" strike="noStrike" kern="1200" cap="none" spc="0" normalizeH="0" baseline="0" noProof="0">
              <a:ln>
                <a:noFill/>
              </a:ln>
              <a:solidFill>
                <a:prstClr val="white">
                  <a:lumMod val="65000"/>
                </a:prstClr>
              </a:solidFill>
              <a:effectLst/>
              <a:uLnTx/>
              <a:uFillTx/>
              <a:latin typeface="Meiryo UI"/>
              <a:ea typeface="Meiryo UI"/>
              <a:cs typeface="+mn-cs"/>
            </a:endParaRPr>
          </a:p>
        </p:txBody>
      </p:sp>
      <p:sp>
        <p:nvSpPr>
          <p:cNvPr id="494" name="shape_152">
            <a:extLst>
              <a:ext uri="{FF2B5EF4-FFF2-40B4-BE49-F238E27FC236}">
                <a16:creationId xmlns:a16="http://schemas.microsoft.com/office/drawing/2014/main" id="{1D55EFEB-8260-AEDA-534B-08985A59ECBE}"/>
              </a:ext>
            </a:extLst>
          </p:cNvPr>
          <p:cNvSpPr/>
          <p:nvPr>
            <p:custDataLst>
              <p:tags r:id="rId111"/>
            </p:custDataLst>
          </p:nvPr>
        </p:nvSpPr>
        <p:spPr>
          <a:xfrm>
            <a:off x="6939308" y="3343253"/>
            <a:ext cx="969148" cy="143398"/>
          </a:xfrm>
          <a:prstGeom prst="rect">
            <a:avLst/>
          </a:prstGeom>
          <a:noFill/>
          <a:ln/>
        </p:spPr>
        <p:txBody>
          <a:bodyPr vert="horz" wrap="non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srgbClr val="7500C0"/>
                </a:solidFill>
                <a:effectLst/>
                <a:uLnTx/>
                <a:uFillTx/>
                <a:latin typeface="Meiryo UI" pitchFamily="34" charset="0"/>
                <a:ea typeface="Meiryo UI" pitchFamily="34" charset="-122"/>
                <a:cs typeface="Meiryo UI" pitchFamily="34" charset="-120"/>
              </a:rPr>
              <a:t>▼本番公開</a:t>
            </a:r>
            <a:r>
              <a:rPr kumimoji="1" lang="en-US" altLang="ja-JP" sz="700" b="0" i="0" u="none" strike="noStrike" kern="1200" cap="none" spc="0" normalizeH="0" baseline="0" noProof="0">
                <a:ln>
                  <a:noFill/>
                </a:ln>
                <a:solidFill>
                  <a:srgbClr val="7500C0"/>
                </a:solidFill>
                <a:effectLst/>
                <a:uLnTx/>
                <a:uFillTx/>
                <a:latin typeface="Meiryo UI" pitchFamily="34" charset="0"/>
                <a:ea typeface="Meiryo UI" pitchFamily="34" charset="-122"/>
                <a:cs typeface="Meiryo UI" pitchFamily="34" charset="-120"/>
              </a:rPr>
              <a:t>(12/14)</a:t>
            </a: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cxnSp>
        <p:nvCxnSpPr>
          <p:cNvPr id="500" name="直線矢印コネクタ 14">
            <a:extLst>
              <a:ext uri="{FF2B5EF4-FFF2-40B4-BE49-F238E27FC236}">
                <a16:creationId xmlns:a16="http://schemas.microsoft.com/office/drawing/2014/main" id="{33CEE06D-B677-57E0-D79A-F3144B4CFAC4}"/>
              </a:ext>
              <a:ext uri="{C183D7F6-B498-43B3-948B-1728B52AA6E4}">
                <adec:decorative xmlns:adec="http://schemas.microsoft.com/office/drawing/2017/decorative" val="1"/>
              </a:ext>
            </a:extLst>
          </p:cNvPr>
          <p:cNvCxnSpPr>
            <a:cxnSpLocks/>
            <a:endCxn id="493" idx="1"/>
          </p:cNvCxnSpPr>
          <p:nvPr/>
        </p:nvCxnSpPr>
        <p:spPr bwMode="auto">
          <a:xfrm>
            <a:off x="2943694" y="3332463"/>
            <a:ext cx="323043" cy="215069"/>
          </a:xfrm>
          <a:prstGeom prst="bentConnector3">
            <a:avLst>
              <a:gd name="adj1" fmla="val 50000"/>
            </a:avLst>
          </a:prstGeom>
          <a:solidFill>
            <a:schemeClr val="bg1"/>
          </a:solidFill>
          <a:ln w="3175" cap="flat" cmpd="sng" algn="ctr">
            <a:solidFill>
              <a:schemeClr val="bg1">
                <a:lumMod val="65000"/>
              </a:schemeClr>
            </a:solidFill>
            <a:prstDash val="sysDash"/>
            <a:round/>
            <a:headEnd type="none" w="med" len="med"/>
            <a:tailEnd type="triangle"/>
          </a:ln>
          <a:effectLst/>
        </p:spPr>
      </p:cxnSp>
      <p:sp>
        <p:nvSpPr>
          <p:cNvPr id="463" name="shape_152">
            <a:extLst>
              <a:ext uri="{FF2B5EF4-FFF2-40B4-BE49-F238E27FC236}">
                <a16:creationId xmlns:a16="http://schemas.microsoft.com/office/drawing/2014/main" id="{A85FB09C-4E7D-6966-0936-E3D9820DDDCC}"/>
              </a:ext>
            </a:extLst>
          </p:cNvPr>
          <p:cNvSpPr/>
          <p:nvPr>
            <p:custDataLst>
              <p:tags r:id="rId112"/>
            </p:custDataLst>
          </p:nvPr>
        </p:nvSpPr>
        <p:spPr>
          <a:xfrm>
            <a:off x="5611844" y="3280579"/>
            <a:ext cx="969163" cy="192184"/>
          </a:xfrm>
          <a:prstGeom prst="rect">
            <a:avLst/>
          </a:prstGeom>
          <a:noFill/>
          <a:ln/>
        </p:spPr>
        <p:txBody>
          <a:bodyPr vert="horz"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1">
                <a:ln>
                  <a:noFill/>
                </a:ln>
                <a:solidFill>
                  <a:srgbClr val="7500C0"/>
                </a:solidFill>
                <a:effectLst/>
                <a:uLnTx/>
                <a:uFillTx/>
                <a:latin typeface="Meiryo UI" pitchFamily="34" charset="0"/>
                <a:ea typeface="Meiryo UI" pitchFamily="34" charset="-122"/>
                <a:cs typeface="+mn-cs"/>
              </a:rPr>
              <a:t>接検第二公開</a:t>
            </a:r>
            <a:r>
              <a:rPr kumimoji="1" lang="en-US" altLang="ja-JP" sz="700" b="0" i="0" u="none" strike="noStrike" kern="1200" cap="none" spc="0" normalizeH="0" baseline="0" noProof="1">
                <a:ln>
                  <a:noFill/>
                </a:ln>
                <a:solidFill>
                  <a:srgbClr val="7500C0"/>
                </a:solidFill>
                <a:effectLst/>
                <a:uLnTx/>
                <a:uFillTx/>
                <a:latin typeface="Meiryo UI" pitchFamily="34" charset="0"/>
                <a:ea typeface="Meiryo UI" pitchFamily="34" charset="-122"/>
                <a:cs typeface="+mn-cs"/>
              </a:rPr>
              <a:t>(11/24)</a:t>
            </a:r>
            <a:r>
              <a:rPr kumimoji="1" lang="ja-JP" altLang="en-US" sz="700" b="0" i="0" u="none" strike="noStrike" kern="1200" cap="none" spc="0" normalizeH="0" baseline="0" noProof="1">
                <a:ln>
                  <a:noFill/>
                </a:ln>
                <a:solidFill>
                  <a:srgbClr val="7500C0"/>
                </a:solidFill>
                <a:effectLst/>
                <a:uLnTx/>
                <a:uFillTx/>
                <a:latin typeface="Meiryo UI" pitchFamily="34" charset="0"/>
                <a:ea typeface="Meiryo UI" pitchFamily="34" charset="-122"/>
                <a:cs typeface="+mn-cs"/>
              </a:rPr>
              <a:t>▼</a:t>
            </a:r>
            <a:endParaRPr kumimoji="1" lang="en-US" sz="700" b="0" i="0" u="none" strike="noStrike" kern="1200" cap="none" spc="0" normalizeH="0" baseline="0" noProof="1">
              <a:ln>
                <a:noFill/>
              </a:ln>
              <a:solidFill>
                <a:srgbClr val="7500C0"/>
              </a:solidFill>
              <a:effectLst/>
              <a:uLnTx/>
              <a:uFillTx/>
              <a:latin typeface="Meiryo UI" pitchFamily="34" charset="0"/>
              <a:ea typeface="Meiryo UI" pitchFamily="34" charset="-122"/>
              <a:cs typeface="+mn-cs"/>
            </a:endParaRPr>
          </a:p>
        </p:txBody>
      </p:sp>
      <p:sp>
        <p:nvSpPr>
          <p:cNvPr id="465" name="shape_152">
            <a:extLst>
              <a:ext uri="{FF2B5EF4-FFF2-40B4-BE49-F238E27FC236}">
                <a16:creationId xmlns:a16="http://schemas.microsoft.com/office/drawing/2014/main" id="{A45032A3-D79C-8F67-6B52-5CA6CACE2DA3}"/>
              </a:ext>
            </a:extLst>
          </p:cNvPr>
          <p:cNvSpPr/>
          <p:nvPr>
            <p:custDataLst>
              <p:tags r:id="rId113"/>
            </p:custDataLst>
          </p:nvPr>
        </p:nvSpPr>
        <p:spPr>
          <a:xfrm>
            <a:off x="6851889" y="3296409"/>
            <a:ext cx="916568" cy="130436"/>
          </a:xfrm>
          <a:prstGeom prst="rect">
            <a:avLst/>
          </a:prstGeom>
          <a:noFill/>
          <a:ln/>
        </p:spPr>
        <p:txBody>
          <a:bodyPr vert="horz"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srgbClr val="7500C0"/>
                </a:solidFill>
                <a:effectLst/>
                <a:uLnTx/>
                <a:uFillTx/>
                <a:latin typeface="Meiryo UI" pitchFamily="34" charset="0"/>
                <a:ea typeface="Meiryo UI" pitchFamily="34" charset="-122"/>
                <a:cs typeface="+mn-cs"/>
              </a:rPr>
              <a:t>　接検公開(12/10)</a:t>
            </a:r>
            <a:endParaRPr kumimoji="1" lang="en-US" altLang="ja-JP" sz="700" b="0" i="0" u="none" strike="noStrike" kern="1200" cap="none" spc="0" normalizeH="0" baseline="0" noProof="0">
              <a:ln>
                <a:noFill/>
              </a:ln>
              <a:solidFill>
                <a:srgbClr val="7500C0"/>
              </a:solidFill>
              <a:effectLst/>
              <a:uLnTx/>
              <a:uFillTx/>
              <a:latin typeface="Meiryo UI" pitchFamily="34" charset="0"/>
              <a:ea typeface="Meiryo UI"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1">
                <a:ln>
                  <a:noFill/>
                </a:ln>
                <a:solidFill>
                  <a:srgbClr val="7500C0"/>
                </a:solidFill>
                <a:effectLst/>
                <a:uLnTx/>
                <a:uFillTx/>
                <a:latin typeface="Meiryo UI" pitchFamily="34" charset="0"/>
                <a:ea typeface="Meiryo UI" pitchFamily="34" charset="-122"/>
                <a:cs typeface="+mn-cs"/>
              </a:rPr>
              <a:t>▼</a:t>
            </a:r>
            <a:endParaRPr kumimoji="1" lang="en-US" sz="700" b="0" i="0" u="none" strike="noStrike" kern="1200" cap="none" spc="0" normalizeH="0" baseline="0" noProof="0">
              <a:ln>
                <a:noFill/>
              </a:ln>
              <a:solidFill>
                <a:srgbClr val="7500C0"/>
              </a:solidFill>
              <a:effectLst/>
              <a:uLnTx/>
              <a:uFillTx/>
              <a:latin typeface="Meiryo UI" pitchFamily="34" charset="0"/>
              <a:ea typeface="Meiryo UI" pitchFamily="34" charset="-122"/>
              <a:cs typeface="+mn-cs"/>
            </a:endParaRPr>
          </a:p>
        </p:txBody>
      </p:sp>
      <p:sp>
        <p:nvSpPr>
          <p:cNvPr id="464" name="shape_152">
            <a:extLst>
              <a:ext uri="{FF2B5EF4-FFF2-40B4-BE49-F238E27FC236}">
                <a16:creationId xmlns:a16="http://schemas.microsoft.com/office/drawing/2014/main" id="{D0E5EF8D-0455-BBB9-3FB0-9AE0122C0CAC}"/>
              </a:ext>
            </a:extLst>
          </p:cNvPr>
          <p:cNvSpPr/>
          <p:nvPr>
            <p:custDataLst>
              <p:tags r:id="rId114"/>
            </p:custDataLst>
          </p:nvPr>
        </p:nvSpPr>
        <p:spPr>
          <a:xfrm>
            <a:off x="5367964" y="1671649"/>
            <a:ext cx="1425149" cy="170422"/>
          </a:xfrm>
          <a:prstGeom prst="rect">
            <a:avLst/>
          </a:prstGeom>
          <a:noFill/>
          <a:ln/>
        </p:spPr>
        <p:txBody>
          <a:bodyPr vert="horz"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schemeClr val="bg1">
                    <a:lumMod val="75000"/>
                  </a:schemeClr>
                </a:solidFill>
                <a:effectLst/>
                <a:uLnTx/>
                <a:uFillTx/>
                <a:latin typeface="Meiryo UI" pitchFamily="34" charset="0"/>
                <a:ea typeface="Meiryo UI" pitchFamily="34" charset="-122"/>
                <a:cs typeface="Meiryo UI" pitchFamily="34" charset="-120"/>
              </a:rPr>
              <a:t>▼連携アプリケーション公開</a:t>
            </a:r>
            <a:r>
              <a:rPr kumimoji="1" lang="en-US" altLang="ja-JP" sz="700" b="0" i="0" u="none" strike="noStrike" kern="1200" cap="none" spc="0" normalizeH="0" baseline="30000" noProof="1">
                <a:ln>
                  <a:noFill/>
                </a:ln>
                <a:solidFill>
                  <a:schemeClr val="bg1">
                    <a:lumMod val="75000"/>
                  </a:schemeClr>
                </a:solidFill>
                <a:effectLst/>
                <a:uLnTx/>
                <a:uFillTx/>
                <a:latin typeface="Meiryo UI" pitchFamily="34" charset="0"/>
                <a:ea typeface="Meiryo UI" pitchFamily="34" charset="-122"/>
                <a:cs typeface="Meiryo UI" pitchFamily="34" charset="-120"/>
              </a:rPr>
              <a:t>※</a:t>
            </a:r>
            <a:r>
              <a:rPr kumimoji="1" lang="ja-JP" altLang="en-US" sz="700" b="0" i="0" u="none" strike="noStrike" kern="1200" cap="none" spc="0" normalizeH="0" baseline="0" noProof="0">
                <a:ln>
                  <a:noFill/>
                </a:ln>
                <a:solidFill>
                  <a:schemeClr val="bg1">
                    <a:lumMod val="75000"/>
                  </a:schemeClr>
                </a:solidFill>
                <a:effectLst/>
                <a:uLnTx/>
                <a:uFillTx/>
                <a:latin typeface="Meiryo UI" pitchFamily="34" charset="0"/>
                <a:ea typeface="Meiryo UI" pitchFamily="34" charset="-122"/>
                <a:cs typeface="Meiryo UI" pitchFamily="34" charset="-120"/>
              </a:rPr>
              <a:t>(10/5)</a:t>
            </a:r>
            <a:endParaRPr kumimoji="1" lang="en-US" sz="700" b="0" i="0" u="none" strike="noStrike" kern="1200" cap="none" spc="0" normalizeH="0" baseline="0" noProof="0">
              <a:ln>
                <a:noFill/>
              </a:ln>
              <a:solidFill>
                <a:schemeClr val="bg1">
                  <a:lumMod val="75000"/>
                </a:schemeClr>
              </a:solidFill>
              <a:effectLst/>
              <a:uLnTx/>
              <a:uFillTx/>
              <a:latin typeface="Meiryo UI"/>
              <a:ea typeface="Meiryo UI"/>
              <a:cs typeface="+mn-cs"/>
            </a:endParaRPr>
          </a:p>
        </p:txBody>
      </p:sp>
      <p:sp>
        <p:nvSpPr>
          <p:cNvPr id="462" name="テキスト ボックス 461">
            <a:extLst>
              <a:ext uri="{FF2B5EF4-FFF2-40B4-BE49-F238E27FC236}">
                <a16:creationId xmlns:a16="http://schemas.microsoft.com/office/drawing/2014/main" id="{44C20EFC-8D2C-A5AE-C251-186C0076577A}"/>
              </a:ext>
            </a:extLst>
          </p:cNvPr>
          <p:cNvSpPr txBox="1"/>
          <p:nvPr/>
        </p:nvSpPr>
        <p:spPr>
          <a:xfrm>
            <a:off x="4897870" y="1977470"/>
            <a:ext cx="934405" cy="113731"/>
          </a:xfrm>
          <a:prstGeom prst="rect">
            <a:avLst/>
          </a:prstGeom>
          <a:noFill/>
        </p:spPr>
        <p:txBody>
          <a:bodyPr wrap="square" lIns="0" tIns="0" rIns="0" bIns="0" rtlCol="0" anchor="t">
            <a:noAutofit/>
          </a:bodyPr>
          <a:lstStyle/>
          <a:p>
            <a:pPr marL="0" marR="0" lvl="0" indent="0" algn="l" defTabSz="914400" rtl="0" eaLnBrk="1" fontAlgn="base" latinLnBrk="0" hangingPunct="1">
              <a:lnSpc>
                <a:spcPct val="80000"/>
              </a:lnSpc>
              <a:spcBef>
                <a:spcPct val="0"/>
              </a:spcBef>
              <a:spcAft>
                <a:spcPct val="0"/>
              </a:spcAft>
              <a:buClrTx/>
              <a:buSzTx/>
              <a:buFontTx/>
              <a:buNone/>
              <a:tabLst/>
              <a:defRPr/>
            </a:pPr>
            <a:r>
              <a:rPr kumimoji="1" lang="ja-JP" altLang="en-US" sz="700" b="0" i="0" u="none" strike="noStrike" kern="1200" cap="none" spc="0" normalizeH="0" baseline="0" noProof="0">
                <a:ln>
                  <a:noFill/>
                </a:ln>
                <a:solidFill>
                  <a:prstClr val="white">
                    <a:lumMod val="75000"/>
                  </a:prstClr>
                </a:solidFill>
                <a:effectLst/>
                <a:uLnTx/>
                <a:uFillTx/>
                <a:latin typeface="Meiryo UI"/>
                <a:ea typeface="Meiryo UI"/>
                <a:cs typeface="+mn-cs"/>
              </a:rPr>
              <a:t>▼リリース判定会</a:t>
            </a:r>
            <a:r>
              <a:rPr kumimoji="1" lang="en-US" altLang="ja-JP" sz="700" b="0" i="0" u="none" strike="noStrike" kern="1200" cap="none" spc="0" normalizeH="0" baseline="0" noProof="0">
                <a:ln>
                  <a:noFill/>
                </a:ln>
                <a:solidFill>
                  <a:prstClr val="white">
                    <a:lumMod val="75000"/>
                  </a:prstClr>
                </a:solidFill>
                <a:effectLst/>
                <a:uLnTx/>
                <a:uFillTx/>
                <a:latin typeface="Meiryo UI"/>
                <a:ea typeface="Meiryo UI"/>
                <a:cs typeface="+mn-cs"/>
              </a:rPr>
              <a:t>(9/14)</a:t>
            </a:r>
            <a:endParaRPr kumimoji="1" lang="ja-JP" altLang="en-US" sz="700" b="0" i="0" u="none" strike="noStrike" kern="1200" cap="none" spc="0" normalizeH="0" baseline="0" noProof="0">
              <a:ln>
                <a:noFill/>
              </a:ln>
              <a:solidFill>
                <a:prstClr val="white">
                  <a:lumMod val="75000"/>
                </a:prstClr>
              </a:solidFill>
              <a:effectLst/>
              <a:uLnTx/>
              <a:uFillTx/>
              <a:latin typeface="Meiryo UI"/>
              <a:ea typeface="Meiryo UI"/>
              <a:cs typeface="+mn-cs"/>
            </a:endParaRPr>
          </a:p>
        </p:txBody>
      </p:sp>
      <p:sp>
        <p:nvSpPr>
          <p:cNvPr id="476" name="テキスト ボックス 475">
            <a:extLst>
              <a:ext uri="{FF2B5EF4-FFF2-40B4-BE49-F238E27FC236}">
                <a16:creationId xmlns:a16="http://schemas.microsoft.com/office/drawing/2014/main" id="{5BCDC052-0E7C-E95F-962D-5191DADB865F}"/>
              </a:ext>
            </a:extLst>
          </p:cNvPr>
          <p:cNvSpPr txBox="1"/>
          <p:nvPr/>
        </p:nvSpPr>
        <p:spPr>
          <a:xfrm>
            <a:off x="5591570" y="1578039"/>
            <a:ext cx="1698701" cy="94092"/>
          </a:xfrm>
          <a:prstGeom prst="rect">
            <a:avLst/>
          </a:prstGeom>
          <a:noFill/>
        </p:spPr>
        <p:txBody>
          <a:bodyPr wrap="square" lIns="0" tIns="0" rIns="0" bIns="0" rtlCol="0" anchor="t">
            <a:normAutofit/>
          </a:bodyPr>
          <a:lstStyle/>
          <a:p>
            <a:pPr marL="0" marR="0" lvl="0" indent="0" algn="l" defTabSz="914400" rtl="0" eaLnBrk="1" fontAlgn="base" latinLnBrk="0" hangingPunct="1">
              <a:lnSpc>
                <a:spcPct val="80000"/>
              </a:lnSpc>
              <a:spcBef>
                <a:spcPct val="0"/>
              </a:spcBef>
              <a:spcAft>
                <a:spcPct val="0"/>
              </a:spcAft>
              <a:buClrTx/>
              <a:buSzTx/>
              <a:buFontTx/>
              <a:buNone/>
              <a:tabLst/>
              <a:defRPr/>
            </a:pPr>
            <a:r>
              <a:rPr kumimoji="1" lang="ja-JP" altLang="en-US" sz="700" b="0" i="0" u="none" strike="noStrike" kern="1200" cap="none" spc="0" normalizeH="0" baseline="0" noProof="0">
                <a:ln>
                  <a:noFill/>
                </a:ln>
                <a:solidFill>
                  <a:srgbClr val="FF0000"/>
                </a:solidFill>
                <a:effectLst/>
                <a:uLnTx/>
                <a:uFillTx/>
                <a:latin typeface="Meiryo UI"/>
                <a:ea typeface="Meiryo UI"/>
                <a:cs typeface="+mn-cs"/>
              </a:rPr>
              <a:t>▼健診に関する省令改正（</a:t>
            </a:r>
            <a:r>
              <a:rPr kumimoji="1" lang="en-US" altLang="ja-JP" sz="700" b="0" i="0" u="none" strike="noStrike" kern="1200" cap="none" spc="0" normalizeH="0" baseline="0" noProof="0">
                <a:ln>
                  <a:noFill/>
                </a:ln>
                <a:solidFill>
                  <a:srgbClr val="FF0000"/>
                </a:solidFill>
                <a:effectLst/>
                <a:uLnTx/>
                <a:uFillTx/>
                <a:latin typeface="Meiryo UI"/>
                <a:ea typeface="Meiryo UI"/>
                <a:cs typeface="+mn-cs"/>
              </a:rPr>
              <a:t>10/16</a:t>
            </a:r>
            <a:r>
              <a:rPr kumimoji="1" lang="ja-JP" altLang="en-US" sz="700" b="0" i="0" u="none" strike="noStrike" kern="1200" cap="none" spc="0" normalizeH="0" baseline="0" noProof="0">
                <a:ln>
                  <a:noFill/>
                </a:ln>
                <a:solidFill>
                  <a:srgbClr val="FF0000"/>
                </a:solidFill>
                <a:effectLst/>
                <a:uLnTx/>
                <a:uFillTx/>
                <a:latin typeface="Meiryo UI"/>
                <a:ea typeface="Meiryo UI"/>
                <a:cs typeface="+mn-cs"/>
              </a:rPr>
              <a:t>）</a:t>
            </a:r>
          </a:p>
        </p:txBody>
      </p:sp>
      <p:sp>
        <p:nvSpPr>
          <p:cNvPr id="480" name="テキスト ボックス 479">
            <a:extLst>
              <a:ext uri="{FF2B5EF4-FFF2-40B4-BE49-F238E27FC236}">
                <a16:creationId xmlns:a16="http://schemas.microsoft.com/office/drawing/2014/main" id="{7D665A10-83D9-BAB7-1B88-8B3C5E485A7F}"/>
              </a:ext>
            </a:extLst>
          </p:cNvPr>
          <p:cNvSpPr txBox="1"/>
          <p:nvPr/>
        </p:nvSpPr>
        <p:spPr>
          <a:xfrm>
            <a:off x="5204998" y="1817790"/>
            <a:ext cx="1938305" cy="94092"/>
          </a:xfrm>
          <a:prstGeom prst="rect">
            <a:avLst/>
          </a:prstGeom>
          <a:noFill/>
        </p:spPr>
        <p:txBody>
          <a:bodyPr wrap="square" lIns="0" tIns="0" rIns="0" bIns="0" rtlCol="0" anchor="t">
            <a:normAutofit/>
          </a:bodyPr>
          <a:lstStyle/>
          <a:p>
            <a:pPr marL="0" marR="0" lvl="0" indent="0" algn="l" defTabSz="914400" rtl="0" eaLnBrk="1" fontAlgn="base" latinLnBrk="0" hangingPunct="1">
              <a:lnSpc>
                <a:spcPct val="80000"/>
              </a:lnSpc>
              <a:spcBef>
                <a:spcPct val="0"/>
              </a:spcBef>
              <a:spcAft>
                <a:spcPct val="0"/>
              </a:spcAft>
              <a:buClrTx/>
              <a:buSzTx/>
              <a:buFontTx/>
              <a:buNone/>
              <a:tabLst/>
              <a:defRPr/>
            </a:pPr>
            <a:r>
              <a:rPr kumimoji="1" lang="ja-JP" altLang="en-US" sz="700" b="0" i="0" u="none" strike="noStrike" kern="1200" cap="none" spc="0" normalizeH="0" baseline="0" noProof="0">
                <a:ln>
                  <a:noFill/>
                </a:ln>
                <a:solidFill>
                  <a:schemeClr val="bg1">
                    <a:lumMod val="75000"/>
                  </a:schemeClr>
                </a:solidFill>
                <a:effectLst/>
                <a:uLnTx/>
                <a:uFillTx/>
                <a:latin typeface="Meiryo UI"/>
                <a:ea typeface="Meiryo UI"/>
                <a:cs typeface="+mn-cs"/>
              </a:rPr>
              <a:t>▼医療機関・ベンダ向け資料公開　</a:t>
            </a:r>
            <a:r>
              <a:rPr kumimoji="1" lang="en-US" altLang="ja-JP" sz="700" b="0" i="0" u="none" strike="noStrike" kern="1200" cap="none" spc="0" normalizeH="0" baseline="0" noProof="0">
                <a:ln>
                  <a:noFill/>
                </a:ln>
                <a:solidFill>
                  <a:schemeClr val="bg1">
                    <a:lumMod val="75000"/>
                  </a:schemeClr>
                </a:solidFill>
                <a:effectLst/>
                <a:uLnTx/>
                <a:uFillTx/>
                <a:latin typeface="Meiryo UI"/>
                <a:ea typeface="Meiryo UI"/>
                <a:cs typeface="+mn-cs"/>
              </a:rPr>
              <a:t>(</a:t>
            </a:r>
            <a:r>
              <a:rPr kumimoji="1" lang="ja-JP" altLang="en-US" sz="700" b="0" i="0" u="none" strike="noStrike" kern="1200" cap="none" spc="0" normalizeH="0" baseline="0" noProof="0">
                <a:ln>
                  <a:noFill/>
                </a:ln>
                <a:solidFill>
                  <a:schemeClr val="bg1">
                    <a:lumMod val="75000"/>
                  </a:schemeClr>
                </a:solidFill>
                <a:effectLst/>
                <a:uLnTx/>
                <a:uFillTx/>
                <a:latin typeface="Meiryo UI"/>
                <a:ea typeface="Meiryo UI"/>
                <a:cs typeface="+mn-cs"/>
              </a:rPr>
              <a:t>ポータル・</a:t>
            </a:r>
            <a:r>
              <a:rPr kumimoji="1" lang="en-US" altLang="ja-JP" sz="700" b="0" i="0" u="none" strike="noStrike" kern="1200" cap="none" spc="0" normalizeH="0" baseline="0" noProof="0">
                <a:ln>
                  <a:noFill/>
                </a:ln>
                <a:solidFill>
                  <a:schemeClr val="bg1">
                    <a:lumMod val="75000"/>
                  </a:schemeClr>
                </a:solidFill>
                <a:effectLst/>
                <a:uLnTx/>
                <a:uFillTx/>
                <a:latin typeface="Meiryo UI"/>
                <a:ea typeface="Meiryo UI"/>
                <a:cs typeface="+mn-cs"/>
              </a:rPr>
              <a:t>ONS)</a:t>
            </a:r>
            <a:endParaRPr kumimoji="1" lang="ja-JP" altLang="en-US" sz="700" b="0" i="0" u="none" strike="noStrike" kern="1200" cap="none" spc="0" normalizeH="0" baseline="0" noProof="0">
              <a:ln>
                <a:noFill/>
              </a:ln>
              <a:solidFill>
                <a:schemeClr val="bg1">
                  <a:lumMod val="75000"/>
                </a:schemeClr>
              </a:solidFill>
              <a:effectLst/>
              <a:uLnTx/>
              <a:uFillTx/>
              <a:latin typeface="Meiryo UI"/>
              <a:ea typeface="Meiryo UI"/>
              <a:cs typeface="+mn-cs"/>
            </a:endParaRPr>
          </a:p>
        </p:txBody>
      </p:sp>
      <p:sp>
        <p:nvSpPr>
          <p:cNvPr id="482" name="テキスト ボックス 481">
            <a:extLst>
              <a:ext uri="{FF2B5EF4-FFF2-40B4-BE49-F238E27FC236}">
                <a16:creationId xmlns:a16="http://schemas.microsoft.com/office/drawing/2014/main" id="{5568485D-9E13-C62E-883E-9362C8E044FD}"/>
              </a:ext>
            </a:extLst>
          </p:cNvPr>
          <p:cNvSpPr txBox="1"/>
          <p:nvPr/>
        </p:nvSpPr>
        <p:spPr>
          <a:xfrm>
            <a:off x="6981782" y="1559660"/>
            <a:ext cx="1698701" cy="94092"/>
          </a:xfrm>
          <a:prstGeom prst="rect">
            <a:avLst/>
          </a:prstGeom>
          <a:noFill/>
        </p:spPr>
        <p:txBody>
          <a:bodyPr wrap="square" lIns="0" tIns="0" rIns="0" bIns="0" rtlCol="0" anchor="t">
            <a:normAutofit fontScale="77500" lnSpcReduction="20000"/>
          </a:bodyPr>
          <a:lstStyle/>
          <a:p>
            <a:pPr marL="0" marR="0" lvl="0" indent="0" algn="l" defTabSz="914400" rtl="0" eaLnBrk="1" fontAlgn="base" latinLnBrk="0" hangingPunct="1">
              <a:lnSpc>
                <a:spcPct val="80000"/>
              </a:lnSpc>
              <a:spcBef>
                <a:spcPct val="0"/>
              </a:spcBef>
              <a:spcAft>
                <a:spcPct val="0"/>
              </a:spcAft>
              <a:buClrTx/>
              <a:buSzTx/>
              <a:buFontTx/>
              <a:buNone/>
              <a:tabLst/>
              <a:defRPr/>
            </a:pPr>
            <a:r>
              <a:rPr kumimoji="1" lang="ja-JP" altLang="en-US" sz="700" b="1" i="0" u="none" strike="noStrike" kern="1200" cap="none" spc="0" normalizeH="0" baseline="0" noProof="0">
                <a:ln>
                  <a:noFill/>
                </a:ln>
                <a:solidFill>
                  <a:srgbClr val="FF0000"/>
                </a:solidFill>
                <a:effectLst/>
                <a:uLnTx/>
                <a:uFillTx/>
                <a:latin typeface="Meiryo UI"/>
                <a:ea typeface="Meiryo UI"/>
                <a:cs typeface="+mn-cs"/>
              </a:rPr>
              <a:t>▼本番公開</a:t>
            </a:r>
            <a:endParaRPr kumimoji="1" lang="en-US" altLang="ja-JP" sz="700" b="1" i="0" u="none" strike="noStrike" kern="1200" cap="none" spc="0" normalizeH="0" baseline="0" noProof="0">
              <a:ln>
                <a:noFill/>
              </a:ln>
              <a:solidFill>
                <a:srgbClr val="FF0000"/>
              </a:solidFill>
              <a:effectLst/>
              <a:uLnTx/>
              <a:uFillTx/>
              <a:latin typeface="Meiryo UI"/>
              <a:ea typeface="Meiryo UI"/>
              <a:cs typeface="+mn-cs"/>
            </a:endParaRPr>
          </a:p>
          <a:p>
            <a:pPr marL="0" marR="0" lvl="0" indent="0" algn="l" defTabSz="914400" rtl="0" eaLnBrk="1" fontAlgn="base" latinLnBrk="0" hangingPunct="1">
              <a:lnSpc>
                <a:spcPct val="80000"/>
              </a:lnSpc>
              <a:spcBef>
                <a:spcPct val="0"/>
              </a:spcBef>
              <a:spcAft>
                <a:spcPct val="0"/>
              </a:spcAft>
              <a:buClrTx/>
              <a:buSzTx/>
              <a:buFontTx/>
              <a:buNone/>
              <a:tabLst/>
              <a:defRPr/>
            </a:pPr>
            <a:r>
              <a:rPr kumimoji="1" lang="en-US" altLang="ja-JP" sz="700" b="1" i="0" u="none" strike="noStrike" kern="1200" cap="none" spc="0" normalizeH="0" baseline="0" noProof="0">
                <a:ln>
                  <a:noFill/>
                </a:ln>
                <a:solidFill>
                  <a:srgbClr val="FF0000"/>
                </a:solidFill>
                <a:effectLst/>
                <a:uLnTx/>
                <a:uFillTx/>
                <a:latin typeface="Meiryo UI"/>
                <a:ea typeface="Meiryo UI"/>
                <a:cs typeface="+mn-cs"/>
              </a:rPr>
              <a:t>(12/14)</a:t>
            </a:r>
            <a:endParaRPr kumimoji="1" lang="ja-JP" altLang="en-US" sz="700" b="1" i="0" u="none" strike="noStrike" kern="1200" cap="none" spc="0" normalizeH="0" baseline="0" noProof="0">
              <a:ln>
                <a:noFill/>
              </a:ln>
              <a:solidFill>
                <a:srgbClr val="FF0000"/>
              </a:solidFill>
              <a:effectLst/>
              <a:uLnTx/>
              <a:uFillTx/>
              <a:latin typeface="Meiryo UI"/>
              <a:ea typeface="Meiryo UI"/>
              <a:cs typeface="+mn-cs"/>
            </a:endParaRPr>
          </a:p>
        </p:txBody>
      </p:sp>
      <p:sp>
        <p:nvSpPr>
          <p:cNvPr id="496" name="テキスト ボックス 495">
            <a:extLst>
              <a:ext uri="{FF2B5EF4-FFF2-40B4-BE49-F238E27FC236}">
                <a16:creationId xmlns:a16="http://schemas.microsoft.com/office/drawing/2014/main" id="{D74EB67B-F1A7-D748-10D1-D7C275002FA8}"/>
              </a:ext>
            </a:extLst>
          </p:cNvPr>
          <p:cNvSpPr txBox="1"/>
          <p:nvPr/>
        </p:nvSpPr>
        <p:spPr>
          <a:xfrm>
            <a:off x="9135013" y="1540861"/>
            <a:ext cx="770987" cy="190422"/>
          </a:xfrm>
          <a:prstGeom prst="rect">
            <a:avLst/>
          </a:prstGeom>
          <a:noFill/>
        </p:spPr>
        <p:txBody>
          <a:bodyPr wrap="square" lIns="0" tIns="0" rIns="0" bIns="0" rtlCol="0" anchor="t">
            <a:noAutofit/>
          </a:bodyPr>
          <a:lstStyle/>
          <a:p>
            <a:pPr marL="0" marR="0" lvl="0" indent="0" algn="l" defTabSz="914400" rtl="0" eaLnBrk="1" fontAlgn="base" latinLnBrk="0" hangingPunct="1">
              <a:lnSpc>
                <a:spcPct val="80000"/>
              </a:lnSpc>
              <a:spcBef>
                <a:spcPct val="0"/>
              </a:spcBef>
              <a:spcAft>
                <a:spcPct val="0"/>
              </a:spcAft>
              <a:buClrTx/>
              <a:buSzTx/>
              <a:buFontTx/>
              <a:buNone/>
              <a:tabLst/>
              <a:defRPr/>
            </a:pPr>
            <a:r>
              <a:rPr kumimoji="1" lang="ja-JP" altLang="en-US" sz="700" b="1" i="0" u="none" strike="noStrike" kern="1200" cap="none" spc="0" normalizeH="0" baseline="0" noProof="0">
                <a:ln>
                  <a:noFill/>
                </a:ln>
                <a:solidFill>
                  <a:srgbClr val="FF0000"/>
                </a:solidFill>
                <a:effectLst/>
                <a:uLnTx/>
                <a:uFillTx/>
                <a:latin typeface="Meiryo UI"/>
                <a:ea typeface="Meiryo UI"/>
                <a:cs typeface="+mn-cs"/>
              </a:rPr>
              <a:t>▼本番公開</a:t>
            </a:r>
            <a:endParaRPr kumimoji="1" lang="en-US" altLang="ja-JP" sz="700" b="1" i="0" u="none" strike="noStrike" kern="1200" cap="none" spc="0" normalizeH="0" baseline="0" noProof="0">
              <a:ln>
                <a:noFill/>
              </a:ln>
              <a:solidFill>
                <a:srgbClr val="FF0000"/>
              </a:solidFill>
              <a:effectLst/>
              <a:uLnTx/>
              <a:uFillTx/>
              <a:latin typeface="Meiryo UI"/>
              <a:ea typeface="Meiryo UI"/>
              <a:cs typeface="+mn-cs"/>
            </a:endParaRPr>
          </a:p>
          <a:p>
            <a:pPr marL="0" marR="0" lvl="0" indent="0" algn="l" defTabSz="914400" rtl="0" eaLnBrk="1" fontAlgn="base" latinLnBrk="0" hangingPunct="1">
              <a:lnSpc>
                <a:spcPct val="80000"/>
              </a:lnSpc>
              <a:spcBef>
                <a:spcPct val="0"/>
              </a:spcBef>
              <a:spcAft>
                <a:spcPct val="0"/>
              </a:spcAft>
              <a:buClrTx/>
              <a:buSzTx/>
              <a:buFontTx/>
              <a:buNone/>
              <a:tabLst/>
              <a:defRPr/>
            </a:pPr>
            <a:r>
              <a:rPr kumimoji="1" lang="ja-JP" altLang="en-US" sz="700" b="1" i="0" u="none" strike="noStrike" kern="1200" cap="none" spc="0" normalizeH="0" baseline="0" noProof="0">
                <a:ln>
                  <a:noFill/>
                </a:ln>
                <a:solidFill>
                  <a:srgbClr val="FF0000"/>
                </a:solidFill>
                <a:effectLst/>
                <a:uLnTx/>
                <a:uFillTx/>
                <a:latin typeface="Meiryo UI"/>
                <a:ea typeface="Meiryo UI"/>
                <a:cs typeface="+mn-cs"/>
              </a:rPr>
              <a:t>　</a:t>
            </a:r>
            <a:r>
              <a:rPr kumimoji="1" lang="en-US" altLang="ja-JP" sz="700" b="1" i="0" u="none" strike="noStrike" kern="1200" cap="none" spc="0" normalizeH="0" baseline="0" noProof="0">
                <a:ln>
                  <a:noFill/>
                </a:ln>
                <a:solidFill>
                  <a:srgbClr val="FF0000"/>
                </a:solidFill>
                <a:effectLst/>
                <a:uLnTx/>
                <a:uFillTx/>
                <a:latin typeface="Meiryo UI"/>
                <a:ea typeface="Meiryo UI"/>
                <a:cs typeface="+mn-cs"/>
              </a:rPr>
              <a:t>(3</a:t>
            </a:r>
            <a:r>
              <a:rPr kumimoji="1" lang="ja-JP" altLang="en-US" sz="700" b="1" i="0" u="none" strike="noStrike" kern="1200" cap="none" spc="0" normalizeH="0" baseline="0" noProof="0">
                <a:ln>
                  <a:noFill/>
                </a:ln>
                <a:solidFill>
                  <a:srgbClr val="FF0000"/>
                </a:solidFill>
                <a:effectLst/>
                <a:uLnTx/>
                <a:uFillTx/>
                <a:latin typeface="Meiryo UI"/>
                <a:ea typeface="Meiryo UI"/>
                <a:cs typeface="+mn-cs"/>
              </a:rPr>
              <a:t>月中旬</a:t>
            </a:r>
            <a:r>
              <a:rPr kumimoji="1" lang="en-US" altLang="ja-JP" sz="700" b="1" i="0" u="none" strike="noStrike" kern="1200" cap="none" spc="0" normalizeH="0" baseline="0" noProof="0">
                <a:ln>
                  <a:noFill/>
                </a:ln>
                <a:solidFill>
                  <a:srgbClr val="FF0000"/>
                </a:solidFill>
                <a:effectLst/>
                <a:uLnTx/>
                <a:uFillTx/>
                <a:latin typeface="Meiryo UI"/>
                <a:ea typeface="Meiryo UI"/>
                <a:cs typeface="+mn-cs"/>
              </a:rPr>
              <a:t>)</a:t>
            </a:r>
            <a:endParaRPr kumimoji="1" lang="ja-JP" altLang="en-US" sz="700" b="1" i="0" u="none" strike="noStrike" kern="1200" cap="none" spc="0" normalizeH="0" baseline="0" noProof="0">
              <a:ln>
                <a:noFill/>
              </a:ln>
              <a:solidFill>
                <a:srgbClr val="FF0000"/>
              </a:solidFill>
              <a:effectLst/>
              <a:uLnTx/>
              <a:uFillTx/>
              <a:latin typeface="Meiryo UI"/>
              <a:ea typeface="Meiryo UI"/>
              <a:cs typeface="+mn-cs"/>
            </a:endParaRPr>
          </a:p>
        </p:txBody>
      </p:sp>
      <p:sp>
        <p:nvSpPr>
          <p:cNvPr id="498" name="テキスト ボックス 497">
            <a:extLst>
              <a:ext uri="{FF2B5EF4-FFF2-40B4-BE49-F238E27FC236}">
                <a16:creationId xmlns:a16="http://schemas.microsoft.com/office/drawing/2014/main" id="{B78D5FAF-2237-20D6-145F-DAE39D24381C}"/>
              </a:ext>
            </a:extLst>
          </p:cNvPr>
          <p:cNvSpPr txBox="1"/>
          <p:nvPr/>
        </p:nvSpPr>
        <p:spPr>
          <a:xfrm>
            <a:off x="8993731" y="2002293"/>
            <a:ext cx="741360" cy="113932"/>
          </a:xfrm>
          <a:prstGeom prst="rect">
            <a:avLst/>
          </a:prstGeom>
          <a:noFill/>
        </p:spPr>
        <p:txBody>
          <a:bodyPr wrap="square" lIns="0" tIns="0" rIns="0" bIns="0" rtlCol="0" anchor="t">
            <a:noAutofit/>
          </a:bodyPr>
          <a:lstStyle/>
          <a:p>
            <a:pPr marL="0" marR="0" lvl="0" indent="0" algn="l" defTabSz="914400" rtl="0" eaLnBrk="1" fontAlgn="base" latinLnBrk="0" hangingPunct="1">
              <a:lnSpc>
                <a:spcPct val="80000"/>
              </a:lnSpc>
              <a:spcBef>
                <a:spcPct val="0"/>
              </a:spcBef>
              <a:spcAft>
                <a:spcPct val="0"/>
              </a:spcAft>
              <a:buClrTx/>
              <a:buSzTx/>
              <a:buFontTx/>
              <a:buNone/>
              <a:tabLst/>
              <a:defRPr/>
            </a:pPr>
            <a:r>
              <a:rPr kumimoji="1" lang="ja-JP" altLang="en-US" sz="700" b="0" i="0" u="none" strike="noStrike" kern="1200" cap="none" spc="0" normalizeH="0" baseline="0" noProof="0">
                <a:ln>
                  <a:noFill/>
                </a:ln>
                <a:solidFill>
                  <a:srgbClr val="FF0000"/>
                </a:solidFill>
                <a:effectLst/>
                <a:uLnTx/>
                <a:uFillTx/>
                <a:latin typeface="Meiryo UI"/>
                <a:ea typeface="Meiryo UI"/>
                <a:cs typeface="+mn-cs"/>
              </a:rPr>
              <a:t>▼リリース判定会</a:t>
            </a:r>
          </a:p>
        </p:txBody>
      </p:sp>
      <p:sp>
        <p:nvSpPr>
          <p:cNvPr id="506" name="テキスト ボックス 505">
            <a:extLst>
              <a:ext uri="{FF2B5EF4-FFF2-40B4-BE49-F238E27FC236}">
                <a16:creationId xmlns:a16="http://schemas.microsoft.com/office/drawing/2014/main" id="{C60866A3-E7D6-A1C8-D769-4E4758802266}"/>
              </a:ext>
            </a:extLst>
          </p:cNvPr>
          <p:cNvSpPr txBox="1"/>
          <p:nvPr/>
        </p:nvSpPr>
        <p:spPr>
          <a:xfrm>
            <a:off x="7789406" y="1835555"/>
            <a:ext cx="2059548" cy="88420"/>
          </a:xfrm>
          <a:prstGeom prst="rect">
            <a:avLst/>
          </a:prstGeom>
          <a:noFill/>
        </p:spPr>
        <p:txBody>
          <a:bodyPr wrap="square" lIns="0" tIns="0" rIns="0" bIns="0" rtlCol="0" anchor="t">
            <a:normAutofit/>
          </a:bodyPr>
          <a:lstStyle/>
          <a:p>
            <a:pPr marL="0" marR="0" lvl="0" indent="0" algn="l" defTabSz="914400" rtl="0" eaLnBrk="1" fontAlgn="base" latinLnBrk="0" hangingPunct="1">
              <a:lnSpc>
                <a:spcPct val="80000"/>
              </a:lnSpc>
              <a:spcBef>
                <a:spcPct val="0"/>
              </a:spcBef>
              <a:spcAft>
                <a:spcPct val="0"/>
              </a:spcAft>
              <a:buClrTx/>
              <a:buSzTx/>
              <a:buFontTx/>
              <a:buNone/>
              <a:tabLst/>
              <a:defRPr/>
            </a:pPr>
            <a:r>
              <a:rPr kumimoji="1" lang="ja-JP" altLang="en-US" sz="700" b="0" i="0" u="none" strike="noStrike" kern="1200" cap="none" spc="0" normalizeH="0" baseline="0" noProof="0">
                <a:ln>
                  <a:noFill/>
                </a:ln>
                <a:solidFill>
                  <a:srgbClr val="FF0000"/>
                </a:solidFill>
                <a:effectLst/>
                <a:uLnTx/>
                <a:uFillTx/>
                <a:latin typeface="Meiryo UI"/>
                <a:ea typeface="Meiryo UI"/>
                <a:cs typeface="+mn-cs"/>
              </a:rPr>
              <a:t>▼利用申請の蓋開け</a:t>
            </a:r>
            <a:r>
              <a:rPr kumimoji="1" lang="en-US" altLang="ja-JP" sz="700" b="0" i="0" u="none" strike="noStrike" kern="1200" cap="none" spc="0" normalizeH="0" baseline="0" noProof="0">
                <a:ln>
                  <a:noFill/>
                </a:ln>
                <a:solidFill>
                  <a:srgbClr val="FF0000"/>
                </a:solidFill>
                <a:effectLst/>
                <a:uLnTx/>
                <a:uFillTx/>
                <a:latin typeface="Meiryo UI"/>
                <a:ea typeface="Meiryo UI"/>
                <a:cs typeface="+mn-cs"/>
              </a:rPr>
              <a:t>(</a:t>
            </a:r>
            <a:r>
              <a:rPr kumimoji="1" lang="ja-JP" altLang="en-US" sz="700" b="0" i="0" u="none" strike="noStrike" kern="1200" cap="none" spc="0" normalizeH="0" baseline="0" noProof="0">
                <a:ln>
                  <a:noFill/>
                </a:ln>
                <a:solidFill>
                  <a:srgbClr val="FF0000"/>
                </a:solidFill>
                <a:effectLst/>
                <a:uLnTx/>
                <a:uFillTx/>
                <a:latin typeface="Meiryo UI"/>
                <a:ea typeface="Meiryo UI"/>
                <a:cs typeface="+mn-cs"/>
              </a:rPr>
              <a:t>ポータル</a:t>
            </a:r>
            <a:r>
              <a:rPr kumimoji="1" lang="en-US" altLang="ja-JP" sz="700" b="0" i="0" u="none" strike="noStrike" kern="1200" cap="none" spc="0" normalizeH="0" baseline="0" noProof="0">
                <a:ln>
                  <a:noFill/>
                </a:ln>
                <a:solidFill>
                  <a:srgbClr val="FF0000"/>
                </a:solidFill>
                <a:effectLst/>
                <a:uLnTx/>
                <a:uFillTx/>
                <a:latin typeface="Meiryo UI"/>
                <a:ea typeface="Meiryo UI"/>
                <a:cs typeface="+mn-cs"/>
              </a:rPr>
              <a:t>)(</a:t>
            </a:r>
            <a:r>
              <a:rPr kumimoji="1" lang="ja-JP" altLang="en-US" sz="700" b="0" i="0" u="none" strike="noStrike" kern="1200" cap="none" spc="0" normalizeH="0" baseline="0" noProof="0">
                <a:ln>
                  <a:noFill/>
                </a:ln>
                <a:solidFill>
                  <a:srgbClr val="FF0000"/>
                </a:solidFill>
                <a:effectLst/>
                <a:uLnTx/>
                <a:uFillTx/>
                <a:latin typeface="Meiryo UI"/>
                <a:ea typeface="Meiryo UI"/>
                <a:cs typeface="+mn-cs"/>
              </a:rPr>
              <a:t>調整中</a:t>
            </a:r>
            <a:r>
              <a:rPr kumimoji="1" lang="en-US" altLang="ja-JP" sz="700" b="0" i="0" u="none" strike="noStrike" kern="1200" cap="none" spc="0" normalizeH="0" baseline="0" noProof="0">
                <a:ln>
                  <a:noFill/>
                </a:ln>
                <a:solidFill>
                  <a:srgbClr val="FF0000"/>
                </a:solidFill>
                <a:effectLst/>
                <a:uLnTx/>
                <a:uFillTx/>
                <a:latin typeface="Meiryo UI"/>
                <a:ea typeface="Meiryo UI"/>
                <a:cs typeface="+mn-cs"/>
              </a:rPr>
              <a:t>)</a:t>
            </a:r>
            <a:endParaRPr kumimoji="1" lang="ja-JP" altLang="en-US" sz="700" b="0" i="0" u="none" strike="noStrike" kern="1200" cap="none" spc="0" normalizeH="0" baseline="0" noProof="0">
              <a:ln>
                <a:noFill/>
              </a:ln>
              <a:solidFill>
                <a:srgbClr val="FF0000"/>
              </a:solidFill>
              <a:effectLst/>
              <a:uLnTx/>
              <a:uFillTx/>
              <a:latin typeface="Meiryo UI"/>
              <a:ea typeface="Meiryo UI"/>
              <a:cs typeface="+mn-cs"/>
            </a:endParaRPr>
          </a:p>
        </p:txBody>
      </p:sp>
      <p:sp>
        <p:nvSpPr>
          <p:cNvPr id="516" name="テキスト ボックス 515">
            <a:extLst>
              <a:ext uri="{FF2B5EF4-FFF2-40B4-BE49-F238E27FC236}">
                <a16:creationId xmlns:a16="http://schemas.microsoft.com/office/drawing/2014/main" id="{DF1EABA1-5D5B-9DD9-B93E-BE6E81CBB936}"/>
              </a:ext>
            </a:extLst>
          </p:cNvPr>
          <p:cNvSpPr txBox="1"/>
          <p:nvPr/>
        </p:nvSpPr>
        <p:spPr>
          <a:xfrm>
            <a:off x="7950928" y="1582630"/>
            <a:ext cx="1123222" cy="188850"/>
          </a:xfrm>
          <a:prstGeom prst="rect">
            <a:avLst/>
          </a:prstGeom>
          <a:noFill/>
        </p:spPr>
        <p:txBody>
          <a:bodyPr wrap="square" lIns="0" tIns="0" rIns="0" bIns="0" rtlCol="0" anchor="t">
            <a:normAutofit/>
          </a:bodyPr>
          <a:lstStyle/>
          <a:p>
            <a:pPr marL="0" marR="0" lvl="0" indent="0" algn="l" defTabSz="914400" rtl="0" eaLnBrk="1" fontAlgn="base" latinLnBrk="0" hangingPunct="1">
              <a:lnSpc>
                <a:spcPct val="80000"/>
              </a:lnSpc>
              <a:spcBef>
                <a:spcPct val="0"/>
              </a:spcBef>
              <a:spcAft>
                <a:spcPct val="0"/>
              </a:spcAft>
              <a:buClrTx/>
              <a:buSzTx/>
              <a:buFontTx/>
              <a:buNone/>
              <a:tabLst/>
              <a:defRPr/>
            </a:pPr>
            <a:r>
              <a:rPr kumimoji="1" lang="ja-JP" altLang="en-US" sz="700" b="0" i="0" u="none" strike="noStrike" kern="1200" cap="none" spc="0" normalizeH="0" baseline="0" noProof="0">
                <a:ln>
                  <a:noFill/>
                </a:ln>
                <a:solidFill>
                  <a:srgbClr val="FF0000"/>
                </a:solidFill>
                <a:effectLst/>
                <a:uLnTx/>
                <a:uFillTx/>
                <a:latin typeface="Meiryo UI"/>
                <a:ea typeface="Meiryo UI"/>
                <a:cs typeface="+mn-cs"/>
              </a:rPr>
              <a:t>▼導入済医療機関リスト公開</a:t>
            </a:r>
            <a:endParaRPr kumimoji="1" lang="en-US" altLang="ja-JP" sz="700" b="0" i="0" u="none" strike="noStrike" kern="1200" cap="none" spc="0" normalizeH="0" baseline="0" noProof="0">
              <a:ln>
                <a:noFill/>
              </a:ln>
              <a:solidFill>
                <a:srgbClr val="FF0000"/>
              </a:solidFill>
              <a:effectLst/>
              <a:uLnTx/>
              <a:uFillTx/>
              <a:latin typeface="Meiryo UI"/>
              <a:ea typeface="Meiryo UI"/>
              <a:cs typeface="+mn-cs"/>
            </a:endParaRPr>
          </a:p>
          <a:p>
            <a:pPr marL="0" marR="0" lvl="0" indent="0" algn="l" defTabSz="914400" rtl="0" eaLnBrk="1" fontAlgn="base" latinLnBrk="0" hangingPunct="1">
              <a:lnSpc>
                <a:spcPct val="80000"/>
              </a:lnSpc>
              <a:spcBef>
                <a:spcPct val="0"/>
              </a:spcBef>
              <a:spcAft>
                <a:spcPct val="0"/>
              </a:spcAft>
              <a:buClrTx/>
              <a:buSzTx/>
              <a:buFontTx/>
              <a:buNone/>
              <a:tabLst/>
              <a:defRPr/>
            </a:pPr>
            <a:r>
              <a:rPr kumimoji="1" lang="en-US" altLang="ja-JP" sz="700" b="0" i="0" u="none" strike="noStrike" kern="1200" cap="none" spc="0" normalizeH="0" baseline="0" noProof="0">
                <a:ln>
                  <a:noFill/>
                </a:ln>
                <a:solidFill>
                  <a:srgbClr val="FF0000"/>
                </a:solidFill>
                <a:effectLst/>
                <a:uLnTx/>
                <a:uFillTx/>
                <a:latin typeface="Meiryo UI"/>
                <a:ea typeface="Meiryo UI"/>
                <a:cs typeface="+mn-cs"/>
              </a:rPr>
              <a:t>(</a:t>
            </a:r>
            <a:r>
              <a:rPr kumimoji="1" lang="ja-JP" altLang="en-US" sz="700" b="0" i="0" u="none" strike="noStrike" kern="1200" cap="none" spc="0" normalizeH="0" baseline="0" noProof="0">
                <a:ln>
                  <a:noFill/>
                </a:ln>
                <a:solidFill>
                  <a:srgbClr val="FF0000"/>
                </a:solidFill>
                <a:effectLst/>
                <a:uLnTx/>
                <a:uFillTx/>
                <a:latin typeface="Meiryo UI"/>
                <a:ea typeface="Meiryo UI"/>
                <a:cs typeface="+mn-cs"/>
              </a:rPr>
              <a:t>厚労</a:t>
            </a:r>
            <a:r>
              <a:rPr kumimoji="1" lang="en-US" altLang="ja-JP" sz="700" b="0" i="0" u="none" strike="noStrike" kern="1200" cap="none" spc="0" normalizeH="0" baseline="0" noProof="0">
                <a:ln>
                  <a:noFill/>
                </a:ln>
                <a:solidFill>
                  <a:srgbClr val="FF0000"/>
                </a:solidFill>
                <a:effectLst/>
                <a:uLnTx/>
                <a:uFillTx/>
                <a:latin typeface="Meiryo UI"/>
                <a:ea typeface="Meiryo UI"/>
                <a:cs typeface="+mn-cs"/>
              </a:rPr>
              <a:t>HP</a:t>
            </a:r>
            <a:r>
              <a:rPr kumimoji="1" lang="ja-JP" altLang="en-US" sz="700" b="0" i="0" u="none" strike="noStrike" kern="1200" cap="none" spc="0" normalizeH="0" baseline="0" noProof="0">
                <a:ln>
                  <a:noFill/>
                </a:ln>
                <a:solidFill>
                  <a:srgbClr val="FF0000"/>
                </a:solidFill>
                <a:effectLst/>
                <a:uLnTx/>
                <a:uFillTx/>
                <a:latin typeface="Meiryo UI"/>
                <a:ea typeface="Meiryo UI"/>
                <a:cs typeface="+mn-cs"/>
              </a:rPr>
              <a:t>・ポータル</a:t>
            </a:r>
            <a:r>
              <a:rPr kumimoji="1" lang="en-US" altLang="ja-JP" sz="700" b="0" i="0" u="none" strike="noStrike" kern="1200" cap="none" spc="0" normalizeH="0" baseline="0" noProof="0">
                <a:ln>
                  <a:noFill/>
                </a:ln>
                <a:solidFill>
                  <a:srgbClr val="FF0000"/>
                </a:solidFill>
                <a:effectLst/>
                <a:uLnTx/>
                <a:uFillTx/>
                <a:latin typeface="Meiryo UI"/>
                <a:ea typeface="Meiryo UI"/>
                <a:cs typeface="+mn-cs"/>
              </a:rPr>
              <a:t>)</a:t>
            </a:r>
            <a:endParaRPr kumimoji="1" lang="ja-JP" altLang="en-US" sz="700" b="0" i="0" u="none" strike="noStrike" kern="1200" cap="none" spc="0" normalizeH="0" baseline="0" noProof="0">
              <a:ln>
                <a:noFill/>
              </a:ln>
              <a:solidFill>
                <a:srgbClr val="FF0000"/>
              </a:solidFill>
              <a:effectLst/>
              <a:uLnTx/>
              <a:uFillTx/>
              <a:latin typeface="Meiryo UI"/>
              <a:ea typeface="Meiryo UI"/>
              <a:cs typeface="+mn-cs"/>
            </a:endParaRPr>
          </a:p>
        </p:txBody>
      </p:sp>
      <p:sp>
        <p:nvSpPr>
          <p:cNvPr id="517" name="shape_82">
            <a:extLst>
              <a:ext uri="{FF2B5EF4-FFF2-40B4-BE49-F238E27FC236}">
                <a16:creationId xmlns:a16="http://schemas.microsoft.com/office/drawing/2014/main" id="{50555705-821D-73D8-D1B9-0970B92C445E}"/>
              </a:ext>
              <a:ext uri="{C183D7F6-B498-43B3-948B-1728B52AA6E4}">
                <adec:decorative xmlns:adec="http://schemas.microsoft.com/office/drawing/2017/decorative" val="1"/>
              </a:ext>
            </a:extLst>
          </p:cNvPr>
          <p:cNvSpPr/>
          <p:nvPr>
            <p:custDataLst>
              <p:tags r:id="rId115"/>
            </p:custDataLst>
          </p:nvPr>
        </p:nvSpPr>
        <p:spPr>
          <a:xfrm>
            <a:off x="1192073" y="2105841"/>
            <a:ext cx="8388000" cy="0"/>
          </a:xfrm>
          <a:prstGeom prst="line">
            <a:avLst/>
          </a:prstGeom>
          <a:noFill/>
          <a:ln w="3175">
            <a:solidFill>
              <a:schemeClr val="bg1">
                <a:lumMod val="75000"/>
              </a:schemeClr>
            </a:solidFill>
            <a:prstDash val="sysDot"/>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grpSp>
        <p:nvGrpSpPr>
          <p:cNvPr id="527" name="グループ化 526">
            <a:extLst>
              <a:ext uri="{FF2B5EF4-FFF2-40B4-BE49-F238E27FC236}">
                <a16:creationId xmlns:a16="http://schemas.microsoft.com/office/drawing/2014/main" id="{E866FB53-3C1B-EF2C-596B-C7D61C0AF14E}"/>
              </a:ext>
            </a:extLst>
          </p:cNvPr>
          <p:cNvGrpSpPr/>
          <p:nvPr/>
        </p:nvGrpSpPr>
        <p:grpSpPr>
          <a:xfrm>
            <a:off x="82952" y="2068409"/>
            <a:ext cx="9544358" cy="705226"/>
            <a:chOff x="82952" y="1886079"/>
            <a:chExt cx="9544358" cy="705226"/>
          </a:xfrm>
        </p:grpSpPr>
        <p:sp>
          <p:nvSpPr>
            <p:cNvPr id="503" name="shape_152">
              <a:extLst>
                <a:ext uri="{FF2B5EF4-FFF2-40B4-BE49-F238E27FC236}">
                  <a16:creationId xmlns:a16="http://schemas.microsoft.com/office/drawing/2014/main" id="{C6F295D1-5371-C945-8BE1-908BA64293E7}"/>
                </a:ext>
              </a:extLst>
            </p:cNvPr>
            <p:cNvSpPr/>
            <p:nvPr>
              <p:custDataLst>
                <p:tags r:id="rId146"/>
              </p:custDataLst>
            </p:nvPr>
          </p:nvSpPr>
          <p:spPr>
            <a:xfrm>
              <a:off x="3111566" y="2393779"/>
              <a:ext cx="1718573" cy="191136"/>
            </a:xfrm>
            <a:prstGeom prst="rect">
              <a:avLst/>
            </a:prstGeom>
            <a:noFill/>
            <a:ln/>
          </p:spPr>
          <p:txBody>
            <a:bodyPr vert="horz"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1">
                  <a:ln>
                    <a:noFill/>
                  </a:ln>
                  <a:solidFill>
                    <a:prstClr val="white">
                      <a:lumMod val="65000"/>
                    </a:prstClr>
                  </a:solidFill>
                  <a:effectLst/>
                  <a:uLnTx/>
                  <a:uFillTx/>
                  <a:latin typeface="Meiryo UI" pitchFamily="34" charset="0"/>
                  <a:ea typeface="Meiryo UI" pitchFamily="34" charset="-122"/>
                  <a:cs typeface="+mn-cs"/>
                </a:rPr>
                <a:t>▼プロファイル公開</a:t>
              </a:r>
              <a:r>
                <a:rPr kumimoji="1" lang="en-US" altLang="ja-JP" sz="700" b="0" i="0" u="none" strike="noStrike" kern="1200" cap="none" spc="0" normalizeH="0" baseline="0" noProof="1">
                  <a:ln>
                    <a:noFill/>
                  </a:ln>
                  <a:solidFill>
                    <a:prstClr val="white">
                      <a:lumMod val="65000"/>
                    </a:prstClr>
                  </a:solidFill>
                  <a:effectLst/>
                  <a:uLnTx/>
                  <a:uFillTx/>
                  <a:latin typeface="Meiryo UI" pitchFamily="34" charset="0"/>
                  <a:ea typeface="Meiryo UI" pitchFamily="34" charset="-122"/>
                  <a:cs typeface="+mn-cs"/>
                </a:rPr>
                <a:t>(6</a:t>
              </a:r>
              <a:r>
                <a:rPr kumimoji="1" lang="ja-JP" altLang="en-US" sz="700" b="0" i="0" u="none" strike="noStrike" kern="1200" cap="none" spc="0" normalizeH="0" baseline="0" noProof="1">
                  <a:ln>
                    <a:noFill/>
                  </a:ln>
                  <a:solidFill>
                    <a:prstClr val="white">
                      <a:lumMod val="65000"/>
                    </a:prstClr>
                  </a:solidFill>
                  <a:effectLst/>
                  <a:uLnTx/>
                  <a:uFillTx/>
                  <a:latin typeface="Meiryo UI" pitchFamily="34" charset="0"/>
                  <a:ea typeface="Meiryo UI" pitchFamily="34" charset="-122"/>
                  <a:cs typeface="+mn-cs"/>
                </a:rPr>
                <a:t>月末</a:t>
              </a:r>
              <a:r>
                <a:rPr kumimoji="1" lang="en-US" altLang="ja-JP" sz="700" b="0" i="0" u="none" strike="noStrike" kern="1200" cap="none" spc="0" normalizeH="0" baseline="0" noProof="1">
                  <a:ln>
                    <a:noFill/>
                  </a:ln>
                  <a:solidFill>
                    <a:prstClr val="white">
                      <a:lumMod val="65000"/>
                    </a:prstClr>
                  </a:solidFill>
                  <a:effectLst/>
                  <a:uLnTx/>
                  <a:uFillTx/>
                  <a:latin typeface="Meiryo UI" pitchFamily="34" charset="0"/>
                  <a:ea typeface="Meiryo UI" pitchFamily="34" charset="-122"/>
                  <a:cs typeface="+mn-cs"/>
                </a:rPr>
                <a:t>)</a:t>
              </a:r>
              <a:endParaRPr kumimoji="1" lang="en-US" sz="700" b="0" i="0" u="none" strike="noStrike" kern="1200" cap="none" spc="0" normalizeH="0" baseline="0" noProof="1">
                <a:ln>
                  <a:noFill/>
                </a:ln>
                <a:solidFill>
                  <a:prstClr val="white">
                    <a:lumMod val="65000"/>
                  </a:prstClr>
                </a:solidFill>
                <a:effectLst/>
                <a:uLnTx/>
                <a:uFillTx/>
                <a:latin typeface="Meiryo UI" pitchFamily="34" charset="0"/>
                <a:ea typeface="Meiryo UI" pitchFamily="34" charset="-122"/>
                <a:cs typeface="+mn-cs"/>
              </a:endParaRPr>
            </a:p>
          </p:txBody>
        </p:sp>
        <p:grpSp>
          <p:nvGrpSpPr>
            <p:cNvPr id="526" name="グループ化 525">
              <a:extLst>
                <a:ext uri="{FF2B5EF4-FFF2-40B4-BE49-F238E27FC236}">
                  <a16:creationId xmlns:a16="http://schemas.microsoft.com/office/drawing/2014/main" id="{222D9C14-0874-1515-5D99-CFF7C429450E}"/>
                </a:ext>
              </a:extLst>
            </p:cNvPr>
            <p:cNvGrpSpPr/>
            <p:nvPr/>
          </p:nvGrpSpPr>
          <p:grpSpPr>
            <a:xfrm>
              <a:off x="82952" y="1886079"/>
              <a:ext cx="9544358" cy="705226"/>
              <a:chOff x="82952" y="1886079"/>
              <a:chExt cx="9544358" cy="705226"/>
            </a:xfrm>
          </p:grpSpPr>
          <p:sp>
            <p:nvSpPr>
              <p:cNvPr id="573" name="shape_82">
                <a:extLst>
                  <a:ext uri="{FF2B5EF4-FFF2-40B4-BE49-F238E27FC236}">
                    <a16:creationId xmlns:a16="http://schemas.microsoft.com/office/drawing/2014/main" id="{D8954814-52AC-491F-FF4B-0A10BE4B10DE}"/>
                  </a:ext>
                </a:extLst>
              </p:cNvPr>
              <p:cNvSpPr/>
              <p:nvPr>
                <p:custDataLst>
                  <p:tags r:id="rId147"/>
                </p:custDataLst>
              </p:nvPr>
            </p:nvSpPr>
            <p:spPr>
              <a:xfrm>
                <a:off x="1202986" y="2328924"/>
                <a:ext cx="8388000" cy="0"/>
              </a:xfrm>
              <a:prstGeom prst="line">
                <a:avLst/>
              </a:prstGeom>
              <a:noFill/>
              <a:ln w="3175">
                <a:solidFill>
                  <a:schemeClr val="bg1">
                    <a:lumMod val="75000"/>
                  </a:schemeClr>
                </a:solidFill>
                <a:prstDash val="sysDot"/>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sp>
            <p:nvSpPr>
              <p:cNvPr id="574" name="shape_82">
                <a:extLst>
                  <a:ext uri="{FF2B5EF4-FFF2-40B4-BE49-F238E27FC236}">
                    <a16:creationId xmlns:a16="http://schemas.microsoft.com/office/drawing/2014/main" id="{113E24E2-C967-3270-E5D0-8A835473954F}"/>
                  </a:ext>
                </a:extLst>
              </p:cNvPr>
              <p:cNvSpPr/>
              <p:nvPr>
                <p:custDataLst>
                  <p:tags r:id="rId148"/>
                </p:custDataLst>
              </p:nvPr>
            </p:nvSpPr>
            <p:spPr>
              <a:xfrm>
                <a:off x="1192073" y="2125356"/>
                <a:ext cx="8388000" cy="0"/>
              </a:xfrm>
              <a:prstGeom prst="line">
                <a:avLst/>
              </a:prstGeom>
              <a:noFill/>
              <a:ln w="3175">
                <a:solidFill>
                  <a:schemeClr val="bg1">
                    <a:lumMod val="75000"/>
                  </a:schemeClr>
                </a:solidFill>
                <a:prstDash val="sysDot"/>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sp>
            <p:nvSpPr>
              <p:cNvPr id="84" name="shape_124">
                <a:extLst>
                  <a:ext uri="{FF2B5EF4-FFF2-40B4-BE49-F238E27FC236}">
                    <a16:creationId xmlns:a16="http://schemas.microsoft.com/office/drawing/2014/main" id="{27458162-04C3-50BE-F534-CD5EFCA6BFB1}"/>
                  </a:ext>
                </a:extLst>
              </p:cNvPr>
              <p:cNvSpPr/>
              <p:nvPr>
                <p:custDataLst>
                  <p:tags r:id="rId149"/>
                </p:custDataLst>
              </p:nvPr>
            </p:nvSpPr>
            <p:spPr>
              <a:xfrm>
                <a:off x="82952" y="1886079"/>
                <a:ext cx="477925" cy="698836"/>
              </a:xfrm>
              <a:prstGeom prst="rect">
                <a:avLst/>
              </a:prstGeom>
              <a:solidFill>
                <a:schemeClr val="bg1">
                  <a:lumMod val="95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主な文書</a:t>
                </a:r>
                <a:br>
                  <a:rPr kumimoji="1" lang="en-US" altLang="ja-JP" sz="7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br>
                <a:r>
                  <a:rPr kumimoji="1" lang="ja-JP" altLang="en-US" sz="7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公開</a:t>
                </a: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86" name="shape_126">
                <a:extLst>
                  <a:ext uri="{FF2B5EF4-FFF2-40B4-BE49-F238E27FC236}">
                    <a16:creationId xmlns:a16="http://schemas.microsoft.com/office/drawing/2014/main" id="{0171ADE6-910A-4664-06FC-0A0FEA638549}"/>
                  </a:ext>
                </a:extLst>
              </p:cNvPr>
              <p:cNvSpPr/>
              <p:nvPr>
                <p:custDataLst>
                  <p:tags r:id="rId150"/>
                </p:custDataLst>
              </p:nvPr>
            </p:nvSpPr>
            <p:spPr>
              <a:xfrm>
                <a:off x="619527" y="1892056"/>
                <a:ext cx="515938" cy="217771"/>
              </a:xfrm>
              <a:prstGeom prst="rect">
                <a:avLst/>
              </a:prstGeom>
              <a:solidFill>
                <a:schemeClr val="bg1">
                  <a:lumMod val="95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技術</a:t>
                </a:r>
                <a:endParaRPr kumimoji="1" lang="en-US" altLang="ja-JP" sz="7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endParaRPr>
              </a:p>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解説書</a:t>
                </a:r>
                <a:endParaRPr kumimoji="1" lang="en-US" altLang="ja-JP" sz="7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endParaRPr>
              </a:p>
            </p:txBody>
          </p:sp>
          <p:sp>
            <p:nvSpPr>
              <p:cNvPr id="87" name="shape_127">
                <a:extLst>
                  <a:ext uri="{FF2B5EF4-FFF2-40B4-BE49-F238E27FC236}">
                    <a16:creationId xmlns:a16="http://schemas.microsoft.com/office/drawing/2014/main" id="{8C5E5621-0A9B-A39F-61E7-A5B6516EB2A4}"/>
                  </a:ext>
                </a:extLst>
              </p:cNvPr>
              <p:cNvSpPr/>
              <p:nvPr>
                <p:custDataLst>
                  <p:tags r:id="rId151"/>
                </p:custDataLst>
              </p:nvPr>
            </p:nvSpPr>
            <p:spPr>
              <a:xfrm>
                <a:off x="619527" y="2132795"/>
                <a:ext cx="515938" cy="217771"/>
              </a:xfrm>
              <a:prstGeom prst="rect">
                <a:avLst/>
              </a:prstGeom>
              <a:solidFill>
                <a:schemeClr val="bg1">
                  <a:lumMod val="95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外部</a:t>
                </a:r>
                <a:r>
                  <a:rPr kumimoji="1" lang="en-US" altLang="ja-JP" sz="7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IF</a:t>
                </a:r>
              </a:p>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仕様書</a:t>
                </a: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88" name="shape_128">
                <a:extLst>
                  <a:ext uri="{FF2B5EF4-FFF2-40B4-BE49-F238E27FC236}">
                    <a16:creationId xmlns:a16="http://schemas.microsoft.com/office/drawing/2014/main" id="{B33967A1-87C6-EC35-726B-9C3FD570DBCB}"/>
                  </a:ext>
                </a:extLst>
              </p:cNvPr>
              <p:cNvSpPr/>
              <p:nvPr>
                <p:custDataLst>
                  <p:tags r:id="rId152"/>
                </p:custDataLst>
              </p:nvPr>
            </p:nvSpPr>
            <p:spPr>
              <a:xfrm>
                <a:off x="619527" y="2373534"/>
                <a:ext cx="515938" cy="217771"/>
              </a:xfrm>
              <a:prstGeom prst="rect">
                <a:avLst/>
              </a:prstGeom>
              <a:solidFill>
                <a:schemeClr val="bg1">
                  <a:lumMod val="95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プロファイル</a:t>
                </a: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224" name="shape_152">
                <a:extLst>
                  <a:ext uri="{FF2B5EF4-FFF2-40B4-BE49-F238E27FC236}">
                    <a16:creationId xmlns:a16="http://schemas.microsoft.com/office/drawing/2014/main" id="{74460C03-6EFF-C39D-7079-A2FD2A248A2F}"/>
                  </a:ext>
                </a:extLst>
              </p:cNvPr>
              <p:cNvSpPr/>
              <p:nvPr>
                <p:custDataLst>
                  <p:tags r:id="rId153"/>
                </p:custDataLst>
              </p:nvPr>
            </p:nvSpPr>
            <p:spPr>
              <a:xfrm>
                <a:off x="3117790" y="1926435"/>
                <a:ext cx="1718573" cy="191136"/>
              </a:xfrm>
              <a:prstGeom prst="rect">
                <a:avLst/>
              </a:prstGeom>
              <a:noFill/>
              <a:ln/>
            </p:spPr>
            <p:txBody>
              <a:bodyPr vert="horz"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1">
                    <a:ln>
                      <a:noFill/>
                    </a:ln>
                    <a:solidFill>
                      <a:prstClr val="white">
                        <a:lumMod val="65000"/>
                      </a:prstClr>
                    </a:solidFill>
                    <a:effectLst/>
                    <a:uLnTx/>
                    <a:uFillTx/>
                    <a:latin typeface="Meiryo UI" pitchFamily="34" charset="0"/>
                    <a:ea typeface="Meiryo UI" pitchFamily="34" charset="-122"/>
                    <a:cs typeface="+mn-cs"/>
                  </a:rPr>
                  <a:t>▼技術解説書公開</a:t>
                </a:r>
                <a:r>
                  <a:rPr kumimoji="1" lang="en-US" altLang="ja-JP" sz="700" b="0" i="0" u="none" strike="noStrike" kern="1200" cap="none" spc="0" normalizeH="0" baseline="0" noProof="1">
                    <a:ln>
                      <a:noFill/>
                    </a:ln>
                    <a:solidFill>
                      <a:prstClr val="white">
                        <a:lumMod val="65000"/>
                      </a:prstClr>
                    </a:solidFill>
                    <a:effectLst/>
                    <a:uLnTx/>
                    <a:uFillTx/>
                    <a:latin typeface="Meiryo UI" pitchFamily="34" charset="0"/>
                    <a:ea typeface="Meiryo UI" pitchFamily="34" charset="-122"/>
                    <a:cs typeface="+mn-cs"/>
                  </a:rPr>
                  <a:t>(6</a:t>
                </a:r>
                <a:r>
                  <a:rPr kumimoji="1" lang="ja-JP" altLang="en-US" sz="700" b="0" i="0" u="none" strike="noStrike" kern="1200" cap="none" spc="0" normalizeH="0" baseline="0" noProof="1">
                    <a:ln>
                      <a:noFill/>
                    </a:ln>
                    <a:solidFill>
                      <a:prstClr val="white">
                        <a:lumMod val="65000"/>
                      </a:prstClr>
                    </a:solidFill>
                    <a:effectLst/>
                    <a:uLnTx/>
                    <a:uFillTx/>
                    <a:latin typeface="Meiryo UI" pitchFamily="34" charset="0"/>
                    <a:ea typeface="Meiryo UI" pitchFamily="34" charset="-122"/>
                    <a:cs typeface="+mn-cs"/>
                  </a:rPr>
                  <a:t>月末</a:t>
                </a:r>
                <a:r>
                  <a:rPr kumimoji="1" lang="en-US" altLang="ja-JP" sz="700" b="0" i="0" u="none" strike="noStrike" kern="1200" cap="none" spc="0" normalizeH="0" baseline="0" noProof="1">
                    <a:ln>
                      <a:noFill/>
                    </a:ln>
                    <a:solidFill>
                      <a:prstClr val="white">
                        <a:lumMod val="65000"/>
                      </a:prstClr>
                    </a:solidFill>
                    <a:effectLst/>
                    <a:uLnTx/>
                    <a:uFillTx/>
                    <a:latin typeface="Meiryo UI" pitchFamily="34" charset="0"/>
                    <a:ea typeface="Meiryo UI" pitchFamily="34" charset="-122"/>
                    <a:cs typeface="+mn-cs"/>
                  </a:rPr>
                  <a:t>)</a:t>
                </a:r>
                <a:endParaRPr kumimoji="1" lang="en-US" sz="700" b="0" i="0" u="none" strike="noStrike" kern="1200" cap="none" spc="0" normalizeH="0" baseline="0" noProof="1">
                  <a:ln>
                    <a:noFill/>
                  </a:ln>
                  <a:solidFill>
                    <a:prstClr val="white">
                      <a:lumMod val="65000"/>
                    </a:prstClr>
                  </a:solidFill>
                  <a:effectLst/>
                  <a:uLnTx/>
                  <a:uFillTx/>
                  <a:latin typeface="Meiryo UI" pitchFamily="34" charset="0"/>
                  <a:ea typeface="Meiryo UI" pitchFamily="34" charset="-122"/>
                  <a:cs typeface="+mn-cs"/>
                </a:endParaRPr>
              </a:p>
            </p:txBody>
          </p:sp>
          <p:sp>
            <p:nvSpPr>
              <p:cNvPr id="502" name="shape_152">
                <a:extLst>
                  <a:ext uri="{FF2B5EF4-FFF2-40B4-BE49-F238E27FC236}">
                    <a16:creationId xmlns:a16="http://schemas.microsoft.com/office/drawing/2014/main" id="{F3310450-85A3-5561-50E9-8402F37167D7}"/>
                  </a:ext>
                </a:extLst>
              </p:cNvPr>
              <p:cNvSpPr/>
              <p:nvPr>
                <p:custDataLst>
                  <p:tags r:id="rId154"/>
                </p:custDataLst>
              </p:nvPr>
            </p:nvSpPr>
            <p:spPr>
              <a:xfrm>
                <a:off x="3475702" y="2159430"/>
                <a:ext cx="1718573" cy="191136"/>
              </a:xfrm>
              <a:prstGeom prst="rect">
                <a:avLst/>
              </a:prstGeom>
              <a:noFill/>
              <a:ln/>
            </p:spPr>
            <p:txBody>
              <a:bodyPr vert="horz"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srgbClr val="A6A6A6"/>
                    </a:solidFill>
                    <a:effectLst/>
                    <a:uLnTx/>
                    <a:uFillTx/>
                    <a:latin typeface="Meiryo UI" pitchFamily="34" charset="0"/>
                    <a:ea typeface="Meiryo UI" pitchFamily="34" charset="-122"/>
                    <a:cs typeface="Meiryo UI" pitchFamily="34" charset="-120"/>
                  </a:rPr>
                  <a:t>▼外部</a:t>
                </a:r>
                <a:r>
                  <a:rPr kumimoji="1" lang="en-US" altLang="ja-JP" sz="700" b="0" i="0" u="none" strike="noStrike" kern="1200" cap="none" spc="0" normalizeH="0" baseline="0" noProof="0">
                    <a:ln>
                      <a:noFill/>
                    </a:ln>
                    <a:solidFill>
                      <a:srgbClr val="A6A6A6"/>
                    </a:solidFill>
                    <a:effectLst/>
                    <a:uLnTx/>
                    <a:uFillTx/>
                    <a:latin typeface="Meiryo UI" pitchFamily="34" charset="0"/>
                    <a:ea typeface="Meiryo UI" pitchFamily="34" charset="-122"/>
                    <a:cs typeface="Meiryo UI" pitchFamily="34" charset="-120"/>
                  </a:rPr>
                  <a:t>IF</a:t>
                </a:r>
                <a:r>
                  <a:rPr kumimoji="1" lang="ja-JP" altLang="en-US" sz="700" b="0" i="0" u="none" strike="noStrike" kern="1200" cap="none" spc="0" normalizeH="0" baseline="0" noProof="0">
                    <a:ln>
                      <a:noFill/>
                    </a:ln>
                    <a:solidFill>
                      <a:srgbClr val="A6A6A6"/>
                    </a:solidFill>
                    <a:effectLst/>
                    <a:uLnTx/>
                    <a:uFillTx/>
                    <a:latin typeface="Meiryo UI" pitchFamily="34" charset="0"/>
                    <a:ea typeface="Meiryo UI" pitchFamily="34" charset="-122"/>
                    <a:cs typeface="Meiryo UI" pitchFamily="34" charset="-120"/>
                  </a:rPr>
                  <a:t>仕様書公開</a:t>
                </a:r>
                <a:r>
                  <a:rPr kumimoji="1" lang="en-US" altLang="ja-JP" sz="700" b="0" i="0" u="none" strike="noStrike" kern="1200" cap="none" spc="0" normalizeH="0" baseline="0" noProof="0">
                    <a:ln>
                      <a:noFill/>
                    </a:ln>
                    <a:solidFill>
                      <a:srgbClr val="A6A6A6"/>
                    </a:solidFill>
                    <a:effectLst/>
                    <a:uLnTx/>
                    <a:uFillTx/>
                    <a:latin typeface="Meiryo UI" pitchFamily="34" charset="0"/>
                    <a:ea typeface="Meiryo UI" pitchFamily="34" charset="-122"/>
                    <a:cs typeface="Meiryo UI" pitchFamily="34" charset="-120"/>
                  </a:rPr>
                  <a:t>(7/13)</a:t>
                </a:r>
                <a:endParaRPr kumimoji="1" lang="en-US" sz="700" b="0" i="0" u="none" strike="noStrike" kern="1200" cap="none" spc="0" normalizeH="0" baseline="0" noProof="0">
                  <a:ln>
                    <a:noFill/>
                  </a:ln>
                  <a:solidFill>
                    <a:srgbClr val="A6A6A6"/>
                  </a:solidFill>
                  <a:effectLst/>
                  <a:uLnTx/>
                  <a:uFillTx/>
                  <a:latin typeface="Meiryo UI"/>
                  <a:ea typeface="Meiryo UI"/>
                  <a:cs typeface="+mn-cs"/>
                </a:endParaRPr>
              </a:p>
            </p:txBody>
          </p:sp>
          <p:sp>
            <p:nvSpPr>
              <p:cNvPr id="504" name="shape_152">
                <a:extLst>
                  <a:ext uri="{FF2B5EF4-FFF2-40B4-BE49-F238E27FC236}">
                    <a16:creationId xmlns:a16="http://schemas.microsoft.com/office/drawing/2014/main" id="{46A7652C-DBBB-F8C3-7FE1-DB33C57B2638}"/>
                  </a:ext>
                </a:extLst>
              </p:cNvPr>
              <p:cNvSpPr/>
              <p:nvPr>
                <p:custDataLst>
                  <p:tags r:id="rId155"/>
                </p:custDataLst>
              </p:nvPr>
            </p:nvSpPr>
            <p:spPr>
              <a:xfrm>
                <a:off x="7908737" y="1916030"/>
                <a:ext cx="1718573" cy="191136"/>
              </a:xfrm>
              <a:prstGeom prst="rect">
                <a:avLst/>
              </a:prstGeom>
              <a:noFill/>
              <a:ln/>
            </p:spPr>
            <p:txBody>
              <a:bodyPr vert="horz"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srgbClr val="7500C0"/>
                    </a:solidFill>
                    <a:effectLst/>
                    <a:uLnTx/>
                    <a:uFillTx/>
                    <a:latin typeface="Meiryo UI" pitchFamily="34" charset="0"/>
                    <a:ea typeface="Meiryo UI" pitchFamily="34" charset="-122"/>
                    <a:cs typeface="Meiryo UI" pitchFamily="34" charset="-120"/>
                  </a:rPr>
                  <a:t>▼技術解説書公</a:t>
                </a:r>
                <a:r>
                  <a:rPr kumimoji="1" lang="ja-JP" altLang="en-US" sz="700" b="0" i="0" u="none" strike="noStrike" kern="1200" cap="none" spc="0" normalizeH="0" baseline="0" noProof="0">
                    <a:ln>
                      <a:noFill/>
                    </a:ln>
                    <a:solidFill>
                      <a:srgbClr val="7500C0"/>
                    </a:solidFill>
                    <a:effectLst/>
                    <a:uLnTx/>
                    <a:uFillTx/>
                    <a:latin typeface="Meiryo UI" pitchFamily="34" charset="0"/>
                    <a:ea typeface="Meiryo UI" pitchFamily="34" charset="-122"/>
                    <a:cs typeface="+mn-cs"/>
                  </a:rPr>
                  <a:t>開</a:t>
                </a:r>
                <a:endParaRPr kumimoji="1" lang="en-US" sz="700" b="0" i="0" u="none" strike="noStrike" kern="1200" cap="none" spc="0" normalizeH="0" baseline="0" noProof="0">
                  <a:ln>
                    <a:noFill/>
                  </a:ln>
                  <a:solidFill>
                    <a:srgbClr val="7500C0"/>
                  </a:solidFill>
                  <a:effectLst/>
                  <a:uLnTx/>
                  <a:uFillTx/>
                  <a:latin typeface="Meiryo UI" pitchFamily="34" charset="0"/>
                  <a:ea typeface="Meiryo UI" pitchFamily="34" charset="-122"/>
                  <a:cs typeface="+mn-cs"/>
                </a:endParaRPr>
              </a:p>
            </p:txBody>
          </p:sp>
          <p:sp>
            <p:nvSpPr>
              <p:cNvPr id="455" name="shape_152">
                <a:extLst>
                  <a:ext uri="{FF2B5EF4-FFF2-40B4-BE49-F238E27FC236}">
                    <a16:creationId xmlns:a16="http://schemas.microsoft.com/office/drawing/2014/main" id="{EFBB9365-E565-7799-6C3C-21D73CAEC856}"/>
                  </a:ext>
                </a:extLst>
              </p:cNvPr>
              <p:cNvSpPr/>
              <p:nvPr>
                <p:custDataLst>
                  <p:tags r:id="rId156"/>
                </p:custDataLst>
              </p:nvPr>
            </p:nvSpPr>
            <p:spPr>
              <a:xfrm>
                <a:off x="1971085" y="1918691"/>
                <a:ext cx="1718573" cy="191136"/>
              </a:xfrm>
              <a:prstGeom prst="rect">
                <a:avLst/>
              </a:prstGeom>
              <a:noFill/>
              <a:ln/>
            </p:spPr>
            <p:txBody>
              <a:bodyPr vert="horz"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r>
                  <a:rPr kumimoji="1" lang="en-US" altLang="ja-JP" sz="700" b="0" i="0" u="none" strike="noStrike" kern="1200" cap="none" spc="0" normalizeH="0" baseline="0" noProof="0">
                    <a:ln>
                      <a:noFill/>
                    </a:ln>
                    <a:solidFill>
                      <a:prstClr val="white">
                        <a:lumMod val="65000"/>
                      </a:prstClr>
                    </a:solidFill>
                    <a:effectLst/>
                    <a:uLnTx/>
                    <a:uFillTx/>
                    <a:latin typeface="Meiryo UI" pitchFamily="34" charset="0"/>
                    <a:ea typeface="Meiryo UI" pitchFamily="34" charset="-122"/>
                    <a:cs typeface="Meiryo UI" pitchFamily="34" charset="-120"/>
                  </a:rPr>
                  <a:t>JAHIS</a:t>
                </a:r>
                <a:r>
                  <a:rPr kumimoji="1" lang="ja-JP" altLang="en-US" sz="700" b="0" i="0" u="none" strike="noStrike" kern="1200" cap="none" spc="0" normalizeH="0" baseline="0" noProof="0">
                    <a:ln>
                      <a:noFill/>
                    </a:ln>
                    <a:solidFill>
                      <a:prstClr val="white">
                        <a:lumMod val="65000"/>
                      </a:prstClr>
                    </a:solidFill>
                    <a:effectLst/>
                    <a:uLnTx/>
                    <a:uFillTx/>
                    <a:latin typeface="Meiryo UI" pitchFamily="34" charset="0"/>
                    <a:ea typeface="Meiryo UI" pitchFamily="34" charset="-122"/>
                    <a:cs typeface="Meiryo UI" pitchFamily="34" charset="-120"/>
                  </a:rPr>
                  <a:t>確認</a:t>
                </a:r>
                <a:r>
                  <a:rPr kumimoji="1" lang="en-US" altLang="ja-JP" sz="700" b="0" i="0" u="none" strike="noStrike" kern="1200" cap="none" spc="0" normalizeH="0" baseline="0" noProof="0">
                    <a:ln>
                      <a:noFill/>
                    </a:ln>
                    <a:solidFill>
                      <a:prstClr val="white">
                        <a:lumMod val="65000"/>
                      </a:prstClr>
                    </a:solidFill>
                    <a:effectLst/>
                    <a:uLnTx/>
                    <a:uFillTx/>
                    <a:latin typeface="Meiryo UI" pitchFamily="34" charset="0"/>
                    <a:ea typeface="Meiryo UI" pitchFamily="34" charset="-122"/>
                    <a:cs typeface="Meiryo UI" pitchFamily="34" charset="-120"/>
                  </a:rPr>
                  <a:t>(</a:t>
                </a:r>
                <a:r>
                  <a:rPr kumimoji="1" lang="en-US" altLang="ja-JP" sz="700" b="0" i="0" u="none" strike="noStrike" kern="1200" cap="none" spc="0" normalizeH="0" baseline="0" noProof="1">
                    <a:ln>
                      <a:noFill/>
                    </a:ln>
                    <a:solidFill>
                      <a:prstClr val="white">
                        <a:lumMod val="65000"/>
                      </a:prstClr>
                    </a:solidFill>
                    <a:effectLst/>
                    <a:uLnTx/>
                    <a:uFillTx/>
                    <a:latin typeface="Meiryo UI" pitchFamily="34" charset="0"/>
                    <a:ea typeface="Meiryo UI" pitchFamily="34" charset="-122"/>
                    <a:cs typeface="+mn-cs"/>
                  </a:rPr>
                  <a:t>6/2</a:t>
                </a:r>
                <a:r>
                  <a:rPr kumimoji="1" lang="ja-JP" altLang="en-US" sz="700" b="0" i="0" u="none" strike="noStrike" kern="1200" cap="none" spc="0" normalizeH="0" baseline="0" noProof="0">
                    <a:ln>
                      <a:noFill/>
                    </a:ln>
                    <a:solidFill>
                      <a:prstClr val="white">
                        <a:lumMod val="65000"/>
                      </a:prstClr>
                    </a:solidFill>
                    <a:effectLst/>
                    <a:uLnTx/>
                    <a:uFillTx/>
                    <a:latin typeface="Meiryo UI" pitchFamily="34" charset="0"/>
                    <a:ea typeface="Meiryo UI" pitchFamily="34" charset="-122"/>
                    <a:cs typeface="Meiryo UI" pitchFamily="34" charset="-120"/>
                  </a:rPr>
                  <a:t>予定</a:t>
                </a:r>
                <a:r>
                  <a:rPr kumimoji="1" lang="en-US" altLang="ja-JP" sz="700" b="0" i="0" u="none" strike="noStrike" kern="1200" cap="none" spc="0" normalizeH="0" baseline="0" noProof="0">
                    <a:ln>
                      <a:noFill/>
                    </a:ln>
                    <a:solidFill>
                      <a:prstClr val="white">
                        <a:lumMod val="65000"/>
                      </a:prstClr>
                    </a:solidFill>
                    <a:effectLst/>
                    <a:uLnTx/>
                    <a:uFillTx/>
                    <a:latin typeface="Meiryo UI" pitchFamily="34" charset="0"/>
                    <a:ea typeface="Meiryo UI" pitchFamily="34" charset="-122"/>
                    <a:cs typeface="Meiryo UI" pitchFamily="34" charset="-120"/>
                  </a:rPr>
                  <a:t>)</a:t>
                </a:r>
                <a:r>
                  <a:rPr kumimoji="1" lang="ja-JP" altLang="en-US" sz="700" b="0" i="0" u="none" strike="noStrike" kern="1200" cap="none" spc="0" normalizeH="0" baseline="0" noProof="0">
                    <a:ln>
                      <a:noFill/>
                    </a:ln>
                    <a:solidFill>
                      <a:prstClr val="white">
                        <a:lumMod val="65000"/>
                      </a:prstClr>
                    </a:solidFill>
                    <a:effectLst/>
                    <a:uLnTx/>
                    <a:uFillTx/>
                    <a:latin typeface="Meiryo UI" pitchFamily="34" charset="0"/>
                    <a:ea typeface="Meiryo UI" pitchFamily="34" charset="-122"/>
                    <a:cs typeface="Meiryo UI" pitchFamily="34" charset="-120"/>
                  </a:rPr>
                  <a:t>▼</a:t>
                </a:r>
                <a:endParaRPr kumimoji="1" lang="en-US" sz="700" b="0" i="0" u="none" strike="noStrike" kern="1200" cap="none" spc="0" normalizeH="0" baseline="0" noProof="0">
                  <a:ln>
                    <a:noFill/>
                  </a:ln>
                  <a:solidFill>
                    <a:prstClr val="white">
                      <a:lumMod val="65000"/>
                    </a:prstClr>
                  </a:solidFill>
                  <a:effectLst/>
                  <a:uLnTx/>
                  <a:uFillTx/>
                  <a:latin typeface="Meiryo UI"/>
                  <a:ea typeface="Meiryo UI"/>
                  <a:cs typeface="+mn-cs"/>
                </a:endParaRPr>
              </a:p>
            </p:txBody>
          </p:sp>
          <p:cxnSp>
            <p:nvCxnSpPr>
              <p:cNvPr id="578" name="直線矢印コネクタ 577">
                <a:extLst>
                  <a:ext uri="{FF2B5EF4-FFF2-40B4-BE49-F238E27FC236}">
                    <a16:creationId xmlns:a16="http://schemas.microsoft.com/office/drawing/2014/main" id="{8313B1F0-F7A3-CE97-6435-D3D38DF510EA}"/>
                  </a:ext>
                </a:extLst>
              </p:cNvPr>
              <p:cNvCxnSpPr>
                <a:cxnSpLocks/>
              </p:cNvCxnSpPr>
              <p:nvPr/>
            </p:nvCxnSpPr>
            <p:spPr bwMode="auto">
              <a:xfrm>
                <a:off x="1166956" y="2490372"/>
                <a:ext cx="969130" cy="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458" name="直線矢印コネクタ 457">
                <a:extLst>
                  <a:ext uri="{FF2B5EF4-FFF2-40B4-BE49-F238E27FC236}">
                    <a16:creationId xmlns:a16="http://schemas.microsoft.com/office/drawing/2014/main" id="{30EFA864-7E5D-C0F3-6D28-623BFE273D82}"/>
                  </a:ext>
                </a:extLst>
              </p:cNvPr>
              <p:cNvCxnSpPr>
                <a:cxnSpLocks/>
              </p:cNvCxnSpPr>
              <p:nvPr/>
            </p:nvCxnSpPr>
            <p:spPr bwMode="auto">
              <a:xfrm>
                <a:off x="2136086" y="2490372"/>
                <a:ext cx="969130" cy="0"/>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459" name="正方形/長方形 458">
                <a:extLst>
                  <a:ext uri="{FF2B5EF4-FFF2-40B4-BE49-F238E27FC236}">
                    <a16:creationId xmlns:a16="http://schemas.microsoft.com/office/drawing/2014/main" id="{832363DA-6154-0851-5C37-8626E8B85622}"/>
                  </a:ext>
                </a:extLst>
              </p:cNvPr>
              <p:cNvSpPr/>
              <p:nvPr/>
            </p:nvSpPr>
            <p:spPr>
              <a:xfrm>
                <a:off x="1438884" y="2429340"/>
                <a:ext cx="425274" cy="104775"/>
              </a:xfrm>
              <a:prstGeom prst="rect">
                <a:avLst/>
              </a:prstGeom>
              <a:solidFill>
                <a:schemeClr val="bg1">
                  <a:lumMod val="95000"/>
                </a:schemeClr>
              </a:solidFill>
              <a:ln>
                <a:no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700" b="0" i="0" u="none" strike="noStrike" kern="1200" cap="none" spc="0" normalizeH="0" baseline="0" noProof="0">
                    <a:ln>
                      <a:noFill/>
                    </a:ln>
                    <a:solidFill>
                      <a:prstClr val="white">
                        <a:lumMod val="65000"/>
                      </a:prstClr>
                    </a:solidFill>
                    <a:effectLst/>
                    <a:uLnTx/>
                    <a:uFillTx/>
                    <a:latin typeface="Meiryo UI"/>
                    <a:ea typeface="Meiryo UI"/>
                    <a:cs typeface="+mn-cs"/>
                  </a:rPr>
                  <a:t>更新</a:t>
                </a:r>
              </a:p>
            </p:txBody>
          </p:sp>
          <p:sp>
            <p:nvSpPr>
              <p:cNvPr id="460" name="正方形/長方形 459">
                <a:extLst>
                  <a:ext uri="{FF2B5EF4-FFF2-40B4-BE49-F238E27FC236}">
                    <a16:creationId xmlns:a16="http://schemas.microsoft.com/office/drawing/2014/main" id="{AF19D0CD-938A-B95C-5039-4A78E7AD7836}"/>
                  </a:ext>
                </a:extLst>
              </p:cNvPr>
              <p:cNvSpPr/>
              <p:nvPr/>
            </p:nvSpPr>
            <p:spPr>
              <a:xfrm>
                <a:off x="2408014" y="2438865"/>
                <a:ext cx="425274" cy="104775"/>
              </a:xfrm>
              <a:prstGeom prst="rect">
                <a:avLst/>
              </a:prstGeom>
              <a:solidFill>
                <a:schemeClr val="bg1">
                  <a:lumMod val="95000"/>
                </a:schemeClr>
              </a:solidFill>
              <a:ln>
                <a:no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700" b="0" i="0" u="none" strike="noStrike" kern="1200" cap="none" spc="0" normalizeH="0" baseline="0" noProof="0">
                    <a:ln>
                      <a:noFill/>
                    </a:ln>
                    <a:solidFill>
                      <a:prstClr val="white">
                        <a:lumMod val="65000"/>
                      </a:prstClr>
                    </a:solidFill>
                    <a:effectLst/>
                    <a:uLnTx/>
                    <a:uFillTx/>
                    <a:latin typeface="Meiryo UI"/>
                    <a:ea typeface="Meiryo UI"/>
                    <a:cs typeface="+mn-cs"/>
                  </a:rPr>
                  <a:t>検証等</a:t>
                </a:r>
              </a:p>
            </p:txBody>
          </p:sp>
          <p:sp>
            <p:nvSpPr>
              <p:cNvPr id="520" name="shape_152">
                <a:extLst>
                  <a:ext uri="{FF2B5EF4-FFF2-40B4-BE49-F238E27FC236}">
                    <a16:creationId xmlns:a16="http://schemas.microsoft.com/office/drawing/2014/main" id="{0CA4B5DF-2434-8083-C7D7-47D0B673B4BA}"/>
                  </a:ext>
                </a:extLst>
              </p:cNvPr>
              <p:cNvSpPr/>
              <p:nvPr>
                <p:custDataLst>
                  <p:tags r:id="rId157"/>
                </p:custDataLst>
              </p:nvPr>
            </p:nvSpPr>
            <p:spPr>
              <a:xfrm>
                <a:off x="5695223" y="2158175"/>
                <a:ext cx="1609602" cy="132486"/>
              </a:xfrm>
              <a:prstGeom prst="rect">
                <a:avLst/>
              </a:prstGeom>
              <a:noFill/>
              <a:ln/>
            </p:spPr>
            <p:txBody>
              <a:bodyPr vert="horz"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srgbClr val="7500C0"/>
                    </a:solidFill>
                    <a:effectLst/>
                    <a:uLnTx/>
                    <a:uFillTx/>
                    <a:latin typeface="Meiryo UI" pitchFamily="34" charset="0"/>
                    <a:ea typeface="Meiryo UI" pitchFamily="34" charset="-122"/>
                    <a:cs typeface="+mn-cs"/>
                  </a:rPr>
                  <a:t>　</a:t>
                </a:r>
                <a:r>
                  <a:rPr kumimoji="1" lang="ja-JP" altLang="en-US" sz="700" b="0" i="0" u="none" strike="noStrike" kern="1200" cap="none" spc="0" normalizeH="0" baseline="0" noProof="1">
                    <a:ln>
                      <a:noFill/>
                    </a:ln>
                    <a:solidFill>
                      <a:srgbClr val="7500C0"/>
                    </a:solidFill>
                    <a:effectLst/>
                    <a:uLnTx/>
                    <a:uFillTx/>
                    <a:latin typeface="Meiryo UI" pitchFamily="34" charset="0"/>
                    <a:ea typeface="Meiryo UI" pitchFamily="34" charset="-122"/>
                    <a:cs typeface="+mn-cs"/>
                  </a:rPr>
                  <a:t> ▼</a:t>
                </a:r>
                <a:r>
                  <a:rPr kumimoji="1" lang="ja-JP" altLang="en-US" sz="700" b="0" i="0" u="none" strike="noStrike" kern="1200" cap="none" spc="0" normalizeH="0" baseline="0" noProof="0">
                    <a:ln>
                      <a:noFill/>
                    </a:ln>
                    <a:solidFill>
                      <a:srgbClr val="7500C0"/>
                    </a:solidFill>
                    <a:effectLst/>
                    <a:uLnTx/>
                    <a:uFillTx/>
                    <a:latin typeface="Meiryo UI" pitchFamily="34" charset="0"/>
                    <a:ea typeface="Meiryo UI" pitchFamily="34" charset="-122"/>
                    <a:cs typeface="+mn-cs"/>
                  </a:rPr>
                  <a:t> 外部</a:t>
                </a:r>
                <a:r>
                  <a:rPr kumimoji="1" lang="en-US" altLang="ja-JP" sz="700" b="0" i="0" u="none" strike="noStrike" kern="1200" cap="none" spc="0" normalizeH="0" baseline="0" noProof="0">
                    <a:ln>
                      <a:noFill/>
                    </a:ln>
                    <a:solidFill>
                      <a:srgbClr val="7500C0"/>
                    </a:solidFill>
                    <a:effectLst/>
                    <a:uLnTx/>
                    <a:uFillTx/>
                    <a:latin typeface="Meiryo UI" pitchFamily="34" charset="0"/>
                    <a:ea typeface="Meiryo UI" pitchFamily="34" charset="-122"/>
                    <a:cs typeface="+mn-cs"/>
                  </a:rPr>
                  <a:t>IF</a:t>
                </a:r>
                <a:r>
                  <a:rPr kumimoji="1" lang="ja-JP" altLang="en-US" sz="700" b="0" i="0" u="none" strike="noStrike" kern="1200" cap="none" spc="0" normalizeH="0" baseline="0" noProof="0">
                    <a:ln>
                      <a:noFill/>
                    </a:ln>
                    <a:solidFill>
                      <a:srgbClr val="7500C0"/>
                    </a:solidFill>
                    <a:effectLst/>
                    <a:uLnTx/>
                    <a:uFillTx/>
                    <a:latin typeface="Meiryo UI" pitchFamily="34" charset="0"/>
                    <a:ea typeface="Meiryo UI" pitchFamily="34" charset="-122"/>
                    <a:cs typeface="+mn-cs"/>
                  </a:rPr>
                  <a:t>仕様書公開</a:t>
                </a:r>
                <a:r>
                  <a:rPr kumimoji="1" lang="en-US" altLang="ja-JP" sz="700" b="0" i="0" u="none" strike="noStrike" kern="1200" cap="none" spc="0" normalizeH="0" baseline="0" noProof="0">
                    <a:ln>
                      <a:noFill/>
                    </a:ln>
                    <a:solidFill>
                      <a:srgbClr val="7500C0"/>
                    </a:solidFill>
                    <a:effectLst/>
                    <a:uLnTx/>
                    <a:uFillTx/>
                    <a:latin typeface="Meiryo UI" pitchFamily="34" charset="0"/>
                    <a:ea typeface="Meiryo UI" pitchFamily="34" charset="-122"/>
                    <a:cs typeface="+mn-cs"/>
                  </a:rPr>
                  <a:t>(</a:t>
                </a:r>
                <a:r>
                  <a:rPr kumimoji="1" lang="en-US" altLang="ja-JP" sz="700" b="0" i="0" u="none" strike="noStrike" kern="1200" cap="none" spc="0" normalizeH="0" baseline="0" noProof="1">
                    <a:ln>
                      <a:noFill/>
                    </a:ln>
                    <a:solidFill>
                      <a:srgbClr val="7500C0"/>
                    </a:solidFill>
                    <a:effectLst/>
                    <a:uLnTx/>
                    <a:uFillTx/>
                    <a:latin typeface="Meiryo UI" pitchFamily="34" charset="0"/>
                    <a:ea typeface="Meiryo UI" pitchFamily="34" charset="-122"/>
                    <a:cs typeface="+mn-cs"/>
                  </a:rPr>
                  <a:t>10</a:t>
                </a:r>
                <a:r>
                  <a:rPr kumimoji="1" lang="en-US" altLang="ja-JP" sz="700" b="0" i="0" u="none" strike="noStrike" kern="1200" cap="none" spc="0" normalizeH="0" baseline="0" noProof="0">
                    <a:ln>
                      <a:noFill/>
                    </a:ln>
                    <a:solidFill>
                      <a:srgbClr val="7500C0"/>
                    </a:solidFill>
                    <a:effectLst/>
                    <a:uLnTx/>
                    <a:uFillTx/>
                    <a:latin typeface="Meiryo UI" pitchFamily="34" charset="0"/>
                    <a:ea typeface="Meiryo UI" pitchFamily="34" charset="-122"/>
                    <a:cs typeface="+mn-cs"/>
                  </a:rPr>
                  <a:t>/21</a:t>
                </a:r>
                <a:r>
                  <a:rPr kumimoji="1" lang="ja-JP" altLang="en-US" sz="700" b="0" i="0" u="none" strike="noStrike" kern="1200" cap="none" spc="0" normalizeH="0" baseline="0" noProof="0">
                    <a:ln>
                      <a:noFill/>
                    </a:ln>
                    <a:solidFill>
                      <a:srgbClr val="7500C0"/>
                    </a:solidFill>
                    <a:effectLst/>
                    <a:uLnTx/>
                    <a:uFillTx/>
                    <a:latin typeface="Meiryo UI" pitchFamily="34" charset="0"/>
                    <a:ea typeface="Meiryo UI" pitchFamily="34" charset="-122"/>
                    <a:cs typeface="+mn-cs"/>
                  </a:rPr>
                  <a:t>予定</a:t>
                </a:r>
                <a:r>
                  <a:rPr kumimoji="1" lang="en-US" altLang="ja-JP" sz="700" b="0" i="0" u="none" strike="noStrike" kern="1200" cap="none" spc="0" normalizeH="0" baseline="0" noProof="0">
                    <a:ln>
                      <a:noFill/>
                    </a:ln>
                    <a:solidFill>
                      <a:srgbClr val="7500C0"/>
                    </a:solidFill>
                    <a:effectLst/>
                    <a:uLnTx/>
                    <a:uFillTx/>
                    <a:latin typeface="Meiryo UI" pitchFamily="34" charset="0"/>
                    <a:ea typeface="Meiryo UI" pitchFamily="34" charset="-122"/>
                    <a:cs typeface="+mn-cs"/>
                  </a:rPr>
                  <a:t>)</a:t>
                </a:r>
                <a:endParaRPr kumimoji="1" lang="en-US" sz="700" b="0" i="0" u="none" strike="noStrike" kern="1200" cap="none" spc="0" normalizeH="0" baseline="0" noProof="0">
                  <a:ln>
                    <a:noFill/>
                  </a:ln>
                  <a:solidFill>
                    <a:srgbClr val="7500C0"/>
                  </a:solidFill>
                  <a:effectLst/>
                  <a:uLnTx/>
                  <a:uFillTx/>
                  <a:latin typeface="Meiryo UI" pitchFamily="34" charset="0"/>
                  <a:ea typeface="Meiryo UI" pitchFamily="34" charset="-122"/>
                  <a:cs typeface="+mn-cs"/>
                </a:endParaRPr>
              </a:p>
            </p:txBody>
          </p:sp>
        </p:grpSp>
      </p:grpSp>
      <p:sp>
        <p:nvSpPr>
          <p:cNvPr id="540" name="テキスト ボックス 11">
            <a:extLst>
              <a:ext uri="{FF2B5EF4-FFF2-40B4-BE49-F238E27FC236}">
                <a16:creationId xmlns:a16="http://schemas.microsoft.com/office/drawing/2014/main" id="{0A81576F-A03D-D9A8-EAFB-A73639A407DD}"/>
              </a:ext>
            </a:extLst>
          </p:cNvPr>
          <p:cNvSpPr txBox="1"/>
          <p:nvPr/>
        </p:nvSpPr>
        <p:spPr>
          <a:xfrm>
            <a:off x="6802704" y="3068569"/>
            <a:ext cx="1973404" cy="338751"/>
          </a:xfrm>
          <a:prstGeom prst="rect">
            <a:avLst/>
          </a:prstGeom>
          <a:noFill/>
          <a:ln w="9525" cmpd="sng">
            <a:noFill/>
          </a:ln>
          <a:effectLst/>
        </p:spPr>
        <p:txBody>
          <a:bodyPr wrap="square" lIns="0" tIns="0" rIns="0" bIns="0"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0">
                <a:ln>
                  <a:noFill/>
                </a:ln>
                <a:solidFill>
                  <a:srgbClr val="7500C0"/>
                </a:solidFill>
                <a:effectLst/>
                <a:uLnTx/>
                <a:uFillTx/>
                <a:latin typeface="Meiryo UI" panose="020B0604030504040204" pitchFamily="50" charset="-128"/>
                <a:ea typeface="Meiryo UI" panose="020B0604030504040204" pitchFamily="50" charset="-128"/>
                <a:cs typeface="+mn-cs"/>
              </a:rPr>
              <a:t>接検第二リリース</a:t>
            </a:r>
            <a:r>
              <a:rPr kumimoji="1" lang="en-US" altLang="ja-JP" sz="700" b="0" i="0" u="none" strike="noStrike" kern="1200" cap="none" spc="0" normalizeH="0" baseline="0" noProof="0">
                <a:ln>
                  <a:noFill/>
                </a:ln>
                <a:solidFill>
                  <a:srgbClr val="7500C0"/>
                </a:solidFill>
                <a:effectLst/>
                <a:uLnTx/>
                <a:uFillTx/>
                <a:latin typeface="Meiryo UI" panose="020B0604030504040204" pitchFamily="50" charset="-128"/>
                <a:ea typeface="Meiryo UI" panose="020B0604030504040204" pitchFamily="50" charset="-128"/>
                <a:cs typeface="+mn-cs"/>
              </a:rPr>
              <a:t>(</a:t>
            </a:r>
            <a:r>
              <a:rPr kumimoji="1" lang="ja-JP" altLang="en-US" sz="700" b="0" i="0" u="none" strike="noStrike" kern="1200" cap="none" spc="0" normalizeH="0" baseline="0" noProof="0">
                <a:ln>
                  <a:noFill/>
                </a:ln>
                <a:solidFill>
                  <a:srgbClr val="7500C0"/>
                </a:solidFill>
                <a:effectLst/>
                <a:uLnTx/>
                <a:uFillTx/>
                <a:latin typeface="Meiryo UI" panose="020B0604030504040204" pitchFamily="50" charset="-128"/>
                <a:ea typeface="Meiryo UI" panose="020B0604030504040204" pitchFamily="50" charset="-128"/>
                <a:cs typeface="+mn-cs"/>
              </a:rPr>
              <a:t>アプリ基盤バージョンアップ版 </a:t>
            </a:r>
            <a:r>
              <a:rPr kumimoji="1" lang="en-US" altLang="ja-JP" sz="700" b="0" i="0" u="none" strike="noStrike" kern="1200" cap="none" spc="0" normalizeH="0" baseline="0" noProof="0">
                <a:ln>
                  <a:noFill/>
                </a:ln>
                <a:solidFill>
                  <a:srgbClr val="7500C0"/>
                </a:solidFill>
                <a:effectLst/>
                <a:uLnTx/>
                <a:uFillTx/>
                <a:latin typeface="Meiryo UI" panose="020B0604030504040204" pitchFamily="50" charset="-128"/>
                <a:ea typeface="Meiryo UI" panose="020B0604030504040204" pitchFamily="50" charset="-128"/>
                <a:cs typeface="+mn-cs"/>
              </a:rPr>
              <a:t>12/7)</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700" b="0" i="0" u="none" strike="noStrike" kern="1200" cap="none" spc="0" normalizeH="0" baseline="0" noProof="0">
              <a:ln>
                <a:noFill/>
              </a:ln>
              <a:solidFill>
                <a:srgbClr val="7500C0"/>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0">
                <a:ln>
                  <a:noFill/>
                </a:ln>
                <a:solidFill>
                  <a:srgbClr val="7500C0"/>
                </a:solidFill>
                <a:effectLst/>
                <a:uLnTx/>
                <a:uFillTx/>
                <a:latin typeface="Meiryo UI" panose="020B0604030504040204" pitchFamily="50" charset="-128"/>
                <a:ea typeface="Meiryo UI" panose="020B0604030504040204" pitchFamily="50" charset="-128"/>
                <a:cs typeface="+mn-cs"/>
              </a:rPr>
              <a:t>▼</a:t>
            </a:r>
            <a:endParaRPr kumimoji="1" lang="en-US" altLang="ja-JP" sz="700" b="0" i="0" u="none" strike="noStrike" kern="1200" cap="none" spc="0" normalizeH="0" baseline="0" noProof="0">
              <a:ln>
                <a:noFill/>
              </a:ln>
              <a:solidFill>
                <a:srgbClr val="7500C0"/>
              </a:solidFill>
              <a:effectLst/>
              <a:uLnTx/>
              <a:uFillTx/>
              <a:latin typeface="Meiryo UI" panose="020B0604030504040204" pitchFamily="50" charset="-128"/>
              <a:ea typeface="Meiryo UI" panose="020B0604030504040204" pitchFamily="50" charset="-128"/>
              <a:cs typeface="+mn-cs"/>
            </a:endParaRPr>
          </a:p>
        </p:txBody>
      </p:sp>
      <p:sp>
        <p:nvSpPr>
          <p:cNvPr id="542" name="テキスト ボックス 12">
            <a:extLst>
              <a:ext uri="{FF2B5EF4-FFF2-40B4-BE49-F238E27FC236}">
                <a16:creationId xmlns:a16="http://schemas.microsoft.com/office/drawing/2014/main" id="{F62C2A5E-4CB9-B08A-2974-2471DAF96069}"/>
              </a:ext>
            </a:extLst>
          </p:cNvPr>
          <p:cNvSpPr txBox="1"/>
          <p:nvPr/>
        </p:nvSpPr>
        <p:spPr>
          <a:xfrm>
            <a:off x="6896633" y="3448591"/>
            <a:ext cx="2467778" cy="216000"/>
          </a:xfrm>
          <a:prstGeom prst="rect">
            <a:avLst/>
          </a:prstGeom>
          <a:noFill/>
          <a:ln w="9525" cmpd="sng">
            <a:noFill/>
          </a:ln>
          <a:effectLst/>
        </p:spPr>
        <p:txBody>
          <a:bodyPr wrap="square" lIns="0" tIns="0" rIns="0" bIns="0"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0">
                <a:ln>
                  <a:noFill/>
                </a:ln>
                <a:solidFill>
                  <a:srgbClr val="7500C0"/>
                </a:solidFill>
                <a:effectLst/>
                <a:uLnTx/>
                <a:uFillTx/>
                <a:latin typeface="Meiryo UI" panose="020B0604030504040204" pitchFamily="50" charset="-128"/>
                <a:ea typeface="Meiryo UI" panose="020B0604030504040204" pitchFamily="50" charset="-128"/>
                <a:cs typeface="+mn-cs"/>
              </a:rPr>
              <a:t>▼接検・本番 リリース</a:t>
            </a:r>
            <a:r>
              <a:rPr kumimoji="1" lang="en-US" altLang="ja-JP" sz="700" b="0" i="0" u="none" strike="noStrike" kern="1200" cap="none" spc="0" normalizeH="0" baseline="0" noProof="0">
                <a:ln>
                  <a:noFill/>
                </a:ln>
                <a:solidFill>
                  <a:srgbClr val="7500C0"/>
                </a:solidFill>
                <a:effectLst/>
                <a:uLnTx/>
                <a:uFillTx/>
                <a:latin typeface="Meiryo UI" panose="020B0604030504040204" pitchFamily="50" charset="-128"/>
                <a:ea typeface="Meiryo UI" panose="020B0604030504040204" pitchFamily="50" charset="-128"/>
                <a:cs typeface="+mn-cs"/>
              </a:rPr>
              <a:t>(</a:t>
            </a:r>
            <a:r>
              <a:rPr kumimoji="1" lang="ja-JP" altLang="en-US" sz="700" b="0" i="0" u="none" strike="noStrike" kern="1200" cap="none" spc="0" normalizeH="0" baseline="0" noProof="0">
                <a:ln>
                  <a:noFill/>
                </a:ln>
                <a:solidFill>
                  <a:srgbClr val="7500C0"/>
                </a:solidFill>
                <a:effectLst/>
                <a:uLnTx/>
                <a:uFillTx/>
                <a:latin typeface="Meiryo UI" panose="020B0604030504040204" pitchFamily="50" charset="-128"/>
                <a:ea typeface="Meiryo UI" panose="020B0604030504040204" pitchFamily="50" charset="-128"/>
                <a:cs typeface="+mn-cs"/>
              </a:rPr>
              <a:t>アプリ基盤バージョンアップ版 </a:t>
            </a:r>
            <a:r>
              <a:rPr kumimoji="1" lang="en-US" altLang="ja-JP" sz="700" b="0" i="0" u="none" strike="noStrike" kern="1200" cap="none" spc="0" normalizeH="0" baseline="0" noProof="0">
                <a:ln>
                  <a:noFill/>
                </a:ln>
                <a:solidFill>
                  <a:srgbClr val="7500C0"/>
                </a:solidFill>
                <a:effectLst/>
                <a:uLnTx/>
                <a:uFillTx/>
                <a:latin typeface="Meiryo UI" panose="020B0604030504040204" pitchFamily="50" charset="-128"/>
                <a:ea typeface="Meiryo UI" panose="020B0604030504040204" pitchFamily="50" charset="-128"/>
                <a:cs typeface="+mn-cs"/>
              </a:rPr>
              <a:t>12/21)</a:t>
            </a:r>
            <a:r>
              <a:rPr kumimoji="1" lang="ja-JP" altLang="en-US" sz="700" b="0" i="0" u="none" strike="noStrike" kern="1200" cap="none" spc="0" normalizeH="0" baseline="0" noProof="0">
                <a:ln>
                  <a:noFill/>
                </a:ln>
                <a:solidFill>
                  <a:srgbClr val="7500C0"/>
                </a:solidFill>
                <a:effectLst/>
                <a:uLnTx/>
                <a:uFillTx/>
                <a:latin typeface="Meiryo UI" panose="020B0604030504040204" pitchFamily="50" charset="-128"/>
                <a:ea typeface="Meiryo UI" panose="020B0604030504040204" pitchFamily="50" charset="-128"/>
                <a:cs typeface="+mn-cs"/>
              </a:rPr>
              <a:t> </a:t>
            </a:r>
            <a:endParaRPr kumimoji="1" lang="en-US" altLang="ja-JP" sz="700" b="0" i="0" u="none" strike="noStrike" kern="1200" cap="none" spc="0" normalizeH="0" baseline="0" noProof="0">
              <a:ln>
                <a:noFill/>
              </a:ln>
              <a:solidFill>
                <a:srgbClr val="7500C0"/>
              </a:solidFill>
              <a:effectLst/>
              <a:uLnTx/>
              <a:uFillTx/>
              <a:latin typeface="Meiryo UI" panose="020B0604030504040204" pitchFamily="50" charset="-128"/>
              <a:ea typeface="Meiryo UI" panose="020B0604030504040204" pitchFamily="50" charset="-128"/>
              <a:cs typeface="+mn-cs"/>
            </a:endParaRPr>
          </a:p>
        </p:txBody>
      </p:sp>
      <p:sp>
        <p:nvSpPr>
          <p:cNvPr id="5" name="shape_152">
            <a:extLst>
              <a:ext uri="{FF2B5EF4-FFF2-40B4-BE49-F238E27FC236}">
                <a16:creationId xmlns:a16="http://schemas.microsoft.com/office/drawing/2014/main" id="{ACC4A02B-FB89-D20D-1D28-EBAD3331943B}"/>
              </a:ext>
            </a:extLst>
          </p:cNvPr>
          <p:cNvSpPr/>
          <p:nvPr>
            <p:custDataLst>
              <p:tags r:id="rId116"/>
            </p:custDataLst>
          </p:nvPr>
        </p:nvSpPr>
        <p:spPr>
          <a:xfrm>
            <a:off x="5426281" y="4776124"/>
            <a:ext cx="1232444" cy="191136"/>
          </a:xfrm>
          <a:prstGeom prst="rect">
            <a:avLst/>
          </a:prstGeom>
          <a:noFill/>
          <a:ln/>
        </p:spPr>
        <p:txBody>
          <a:bodyPr vert="horz"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srgbClr val="7500C0"/>
                </a:solidFill>
                <a:effectLst/>
                <a:uLnTx/>
                <a:uFillTx/>
                <a:latin typeface="Meiryo UI" pitchFamily="34" charset="0"/>
                <a:ea typeface="Meiryo UI" pitchFamily="34" charset="-122"/>
                <a:cs typeface="Meiryo UI" pitchFamily="34" charset="-120"/>
              </a:rPr>
              <a:t>▼調達委員会(10/20)</a:t>
            </a: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0" name="shape_152">
            <a:extLst>
              <a:ext uri="{FF2B5EF4-FFF2-40B4-BE49-F238E27FC236}">
                <a16:creationId xmlns:a16="http://schemas.microsoft.com/office/drawing/2014/main" id="{C63C4131-1466-BE53-2A0B-263FCBA8379D}"/>
              </a:ext>
            </a:extLst>
          </p:cNvPr>
          <p:cNvSpPr/>
          <p:nvPr>
            <p:custDataLst>
              <p:tags r:id="rId117"/>
            </p:custDataLst>
          </p:nvPr>
        </p:nvSpPr>
        <p:spPr>
          <a:xfrm>
            <a:off x="4403740" y="3798923"/>
            <a:ext cx="646088" cy="191136"/>
          </a:xfrm>
          <a:prstGeom prst="rect">
            <a:avLst/>
          </a:prstGeom>
          <a:noFill/>
          <a:ln/>
        </p:spPr>
        <p:txBody>
          <a:bodyPr vert="horz"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prstClr val="white">
                    <a:lumMod val="75000"/>
                  </a:prstClr>
                </a:solidFill>
                <a:effectLst/>
                <a:uLnTx/>
                <a:uFillTx/>
                <a:latin typeface="Meiryo UI" pitchFamily="34" charset="0"/>
                <a:ea typeface="Meiryo UI" pitchFamily="34" charset="-122"/>
                <a:cs typeface="Meiryo UI" pitchFamily="34" charset="-120"/>
              </a:rPr>
              <a:t>調達委員会▼</a:t>
            </a:r>
            <a:endParaRPr kumimoji="1" lang="en-US" sz="700" b="0" i="0" u="none" strike="noStrike" kern="1200" cap="none" spc="0" normalizeH="0" baseline="0" noProof="0">
              <a:ln>
                <a:noFill/>
              </a:ln>
              <a:solidFill>
                <a:prstClr val="white">
                  <a:lumMod val="75000"/>
                </a:prstClr>
              </a:solidFill>
              <a:effectLst/>
              <a:uLnTx/>
              <a:uFillTx/>
              <a:latin typeface="Meiryo UI"/>
              <a:ea typeface="Meiryo UI"/>
              <a:cs typeface="+mn-cs"/>
            </a:endParaRPr>
          </a:p>
        </p:txBody>
      </p:sp>
      <p:sp>
        <p:nvSpPr>
          <p:cNvPr id="17" name="shape_152">
            <a:extLst>
              <a:ext uri="{FF2B5EF4-FFF2-40B4-BE49-F238E27FC236}">
                <a16:creationId xmlns:a16="http://schemas.microsoft.com/office/drawing/2014/main" id="{BA994540-AC54-765F-928C-797F23A3A9CF}"/>
              </a:ext>
            </a:extLst>
          </p:cNvPr>
          <p:cNvSpPr/>
          <p:nvPr>
            <p:custDataLst>
              <p:tags r:id="rId118"/>
            </p:custDataLst>
          </p:nvPr>
        </p:nvSpPr>
        <p:spPr>
          <a:xfrm>
            <a:off x="8354749" y="4798984"/>
            <a:ext cx="646088" cy="191136"/>
          </a:xfrm>
          <a:prstGeom prst="rect">
            <a:avLst/>
          </a:prstGeom>
          <a:noFill/>
          <a:ln/>
        </p:spPr>
        <p:txBody>
          <a:bodyPr vert="horz"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srgbClr val="7500C0"/>
                </a:solidFill>
                <a:effectLst/>
                <a:uLnTx/>
                <a:uFillTx/>
                <a:latin typeface="Meiryo UI" pitchFamily="34" charset="0"/>
                <a:ea typeface="Meiryo UI" pitchFamily="34" charset="-122"/>
                <a:cs typeface="Meiryo UI" pitchFamily="34" charset="-120"/>
              </a:rPr>
              <a:t>調達委員会▼</a:t>
            </a: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468" name="shape_152">
            <a:extLst>
              <a:ext uri="{FF2B5EF4-FFF2-40B4-BE49-F238E27FC236}">
                <a16:creationId xmlns:a16="http://schemas.microsoft.com/office/drawing/2014/main" id="{B86C5519-A540-CCD7-71F9-886B508504CF}"/>
              </a:ext>
            </a:extLst>
          </p:cNvPr>
          <p:cNvSpPr/>
          <p:nvPr>
            <p:custDataLst>
              <p:tags r:id="rId119"/>
            </p:custDataLst>
          </p:nvPr>
        </p:nvSpPr>
        <p:spPr>
          <a:xfrm>
            <a:off x="5632619" y="3190619"/>
            <a:ext cx="1211425" cy="168168"/>
          </a:xfrm>
          <a:prstGeom prst="rect">
            <a:avLst/>
          </a:prstGeom>
          <a:noFill/>
          <a:ln/>
        </p:spPr>
        <p:txBody>
          <a:bodyPr vert="horz"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1">
                <a:ln>
                  <a:noFill/>
                </a:ln>
                <a:solidFill>
                  <a:srgbClr val="7500C0"/>
                </a:solidFill>
                <a:effectLst/>
                <a:uLnTx/>
                <a:uFillTx/>
                <a:latin typeface="Meiryo UI" pitchFamily="34" charset="0"/>
                <a:ea typeface="Meiryo UI" pitchFamily="34" charset="-122"/>
                <a:cs typeface="+mn-cs"/>
              </a:rPr>
              <a:t>▼接検第二リリース(10/21)</a:t>
            </a:r>
          </a:p>
        </p:txBody>
      </p:sp>
      <p:sp>
        <p:nvSpPr>
          <p:cNvPr id="470" name="shape_152">
            <a:extLst>
              <a:ext uri="{FF2B5EF4-FFF2-40B4-BE49-F238E27FC236}">
                <a16:creationId xmlns:a16="http://schemas.microsoft.com/office/drawing/2014/main" id="{D29CF951-F5E0-DC4A-3678-15443AD4A6B5}"/>
              </a:ext>
            </a:extLst>
          </p:cNvPr>
          <p:cNvSpPr/>
          <p:nvPr>
            <p:custDataLst>
              <p:tags r:id="rId120"/>
            </p:custDataLst>
          </p:nvPr>
        </p:nvSpPr>
        <p:spPr>
          <a:xfrm>
            <a:off x="5770337" y="3786816"/>
            <a:ext cx="969148" cy="143398"/>
          </a:xfrm>
          <a:prstGeom prst="rect">
            <a:avLst/>
          </a:prstGeom>
          <a:noFill/>
          <a:ln/>
        </p:spPr>
        <p:txBody>
          <a:bodyPr vert="horz"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srgbClr val="7500C0"/>
                </a:solidFill>
                <a:effectLst/>
                <a:uLnTx/>
                <a:uFillTx/>
                <a:latin typeface="Meiryo UI" pitchFamily="34" charset="0"/>
                <a:ea typeface="Meiryo UI" pitchFamily="34" charset="-122"/>
                <a:cs typeface="Meiryo UI" pitchFamily="34" charset="-120"/>
              </a:rPr>
              <a:t>▼ </a:t>
            </a:r>
            <a:r>
              <a:rPr kumimoji="1" lang="ja-JP" altLang="en-US" sz="700" b="0" i="0" u="none" strike="noStrike" kern="1200" cap="none" spc="0" normalizeH="0" baseline="0" noProof="1">
                <a:ln>
                  <a:noFill/>
                </a:ln>
                <a:solidFill>
                  <a:srgbClr val="7500C0"/>
                </a:solidFill>
                <a:effectLst/>
                <a:uLnTx/>
                <a:uFillTx/>
                <a:latin typeface="Meiryo UI" pitchFamily="34" charset="0"/>
                <a:ea typeface="Meiryo UI" pitchFamily="34" charset="-122"/>
                <a:cs typeface="Meiryo UI" pitchFamily="34" charset="-120"/>
              </a:rPr>
              <a:t>調達委員会</a:t>
            </a:r>
            <a:r>
              <a:rPr kumimoji="1" lang="en-US" altLang="ja-JP" sz="700" b="0" i="0" u="none" strike="noStrike" kern="1200" cap="none" spc="0" normalizeH="0" baseline="0" noProof="0">
                <a:ln>
                  <a:noFill/>
                </a:ln>
                <a:solidFill>
                  <a:srgbClr val="7500C0"/>
                </a:solidFill>
                <a:effectLst/>
                <a:uLnTx/>
                <a:uFillTx/>
                <a:latin typeface="Meiryo UI" pitchFamily="34" charset="0"/>
                <a:ea typeface="Meiryo UI" pitchFamily="34" charset="-122"/>
                <a:cs typeface="Meiryo UI" pitchFamily="34" charset="-120"/>
              </a:rPr>
              <a:t>(</a:t>
            </a:r>
            <a:r>
              <a:rPr kumimoji="1" lang="en-US" altLang="ja-JP" sz="700" b="0" i="0" u="none" strike="noStrike" kern="1200" cap="none" spc="0" normalizeH="0" baseline="0" noProof="1">
                <a:ln>
                  <a:noFill/>
                </a:ln>
                <a:solidFill>
                  <a:srgbClr val="7500C0"/>
                </a:solidFill>
                <a:effectLst/>
                <a:uLnTx/>
                <a:uFillTx/>
                <a:latin typeface="Meiryo UI" pitchFamily="34" charset="0"/>
                <a:ea typeface="Meiryo UI" pitchFamily="34" charset="-122"/>
                <a:cs typeface="Meiryo UI" pitchFamily="34" charset="-120"/>
              </a:rPr>
              <a:t>10/20</a:t>
            </a:r>
            <a:r>
              <a:rPr kumimoji="1" lang="en-US" altLang="ja-JP" sz="700" b="0" i="0" u="none" strike="noStrike" kern="1200" cap="none" spc="0" normalizeH="0" baseline="0" noProof="0">
                <a:ln>
                  <a:noFill/>
                </a:ln>
                <a:solidFill>
                  <a:srgbClr val="7500C0"/>
                </a:solidFill>
                <a:effectLst/>
                <a:uLnTx/>
                <a:uFillTx/>
                <a:latin typeface="Meiryo UI" pitchFamily="34" charset="0"/>
                <a:ea typeface="Meiryo UI" pitchFamily="34" charset="-122"/>
                <a:cs typeface="Meiryo UI" pitchFamily="34" charset="-120"/>
              </a:rPr>
              <a:t>)</a:t>
            </a:r>
            <a:endParaRPr kumimoji="1" lang="en-US" sz="700" b="0" i="0" u="none" strike="noStrike" kern="1200" cap="none" spc="0" normalizeH="0" baseline="0" noProof="0">
              <a:ln>
                <a:noFill/>
              </a:ln>
              <a:solidFill>
                <a:srgbClr val="7500C0"/>
              </a:solidFill>
              <a:effectLst/>
              <a:uLnTx/>
              <a:uFillTx/>
              <a:latin typeface="Meiryo UI"/>
              <a:ea typeface="Meiryo UI"/>
              <a:cs typeface="+mn-cs"/>
            </a:endParaRPr>
          </a:p>
        </p:txBody>
      </p:sp>
      <p:sp>
        <p:nvSpPr>
          <p:cNvPr id="472" name="矢印: 五方向 471">
            <a:extLst>
              <a:ext uri="{FF2B5EF4-FFF2-40B4-BE49-F238E27FC236}">
                <a16:creationId xmlns:a16="http://schemas.microsoft.com/office/drawing/2014/main" id="{08C2271D-AC45-3574-5309-63AC8F03C389}"/>
              </a:ext>
            </a:extLst>
          </p:cNvPr>
          <p:cNvSpPr/>
          <p:nvPr/>
        </p:nvSpPr>
        <p:spPr>
          <a:xfrm>
            <a:off x="6820246" y="4560487"/>
            <a:ext cx="640183" cy="100462"/>
          </a:xfrm>
          <a:prstGeom prst="homePlate">
            <a:avLst/>
          </a:prstGeom>
          <a:solidFill>
            <a:schemeClr val="bg2">
              <a:lumMod val="90000"/>
            </a:schemeClr>
          </a:solidFill>
          <a:ln w="3175">
            <a:solidFill>
              <a:schemeClr val="tx1"/>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700" b="0" i="0" u="none" strike="noStrike" kern="1200" cap="none" spc="0" normalizeH="0" baseline="0" noProof="0">
                <a:ln>
                  <a:noFill/>
                </a:ln>
                <a:solidFill>
                  <a:prstClr val="black"/>
                </a:solidFill>
                <a:effectLst/>
                <a:uLnTx/>
                <a:uFillTx/>
                <a:latin typeface="Meiryo UI"/>
                <a:ea typeface="Meiryo UI"/>
                <a:cs typeface="+mn-cs"/>
              </a:rPr>
              <a:t>調達手続き</a:t>
            </a:r>
          </a:p>
        </p:txBody>
      </p:sp>
      <p:sp>
        <p:nvSpPr>
          <p:cNvPr id="473" name="矢印: 五方向 472">
            <a:extLst>
              <a:ext uri="{FF2B5EF4-FFF2-40B4-BE49-F238E27FC236}">
                <a16:creationId xmlns:a16="http://schemas.microsoft.com/office/drawing/2014/main" id="{C6AB8258-8875-868C-224B-E5E32C00ED7C}"/>
              </a:ext>
            </a:extLst>
          </p:cNvPr>
          <p:cNvSpPr/>
          <p:nvPr/>
        </p:nvSpPr>
        <p:spPr>
          <a:xfrm>
            <a:off x="5689581" y="4450671"/>
            <a:ext cx="1776765" cy="102618"/>
          </a:xfrm>
          <a:prstGeom prst="homePlate">
            <a:avLst/>
          </a:prstGeom>
          <a:solidFill>
            <a:srgbClr val="FFFFCC"/>
          </a:solidFill>
          <a:ln w="3175">
            <a:solidFill>
              <a:schemeClr val="tx1"/>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700" b="0" i="0" u="none" strike="noStrike" kern="1200" cap="none" spc="0" normalizeH="0" baseline="0" noProof="0">
                <a:ln>
                  <a:noFill/>
                </a:ln>
                <a:solidFill>
                  <a:prstClr val="black"/>
                </a:solidFill>
                <a:effectLst/>
                <a:uLnTx/>
                <a:uFillTx/>
                <a:latin typeface="Meiryo UI"/>
                <a:ea typeface="Meiryo UI"/>
                <a:cs typeface="+mn-cs"/>
              </a:rPr>
              <a:t>要件整理</a:t>
            </a:r>
          </a:p>
        </p:txBody>
      </p:sp>
      <p:sp>
        <p:nvSpPr>
          <p:cNvPr id="478" name="正方形/長方形 477">
            <a:extLst>
              <a:ext uri="{FF2B5EF4-FFF2-40B4-BE49-F238E27FC236}">
                <a16:creationId xmlns:a16="http://schemas.microsoft.com/office/drawing/2014/main" id="{9F7DD240-587D-57AD-1308-45746C1D0777}"/>
              </a:ext>
            </a:extLst>
          </p:cNvPr>
          <p:cNvSpPr/>
          <p:nvPr/>
        </p:nvSpPr>
        <p:spPr>
          <a:xfrm>
            <a:off x="5517799" y="4593167"/>
            <a:ext cx="3836351" cy="266951"/>
          </a:xfrm>
          <a:prstGeom prst="rect">
            <a:avLst/>
          </a:prstGeom>
          <a:no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square" tIns="91440" bIns="91440" rtlCol="0" anchor="ctr"/>
          <a:lstStyle/>
          <a:p>
            <a:pPr marL="171450" marR="0" lvl="0" indent="-171450" algn="ctr"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569" name="正方形/長方形 568">
            <a:extLst>
              <a:ext uri="{FF2B5EF4-FFF2-40B4-BE49-F238E27FC236}">
                <a16:creationId xmlns:a16="http://schemas.microsoft.com/office/drawing/2014/main" id="{01F2CAD2-A062-D8E3-3C6F-280CF78FC227}"/>
              </a:ext>
            </a:extLst>
          </p:cNvPr>
          <p:cNvSpPr/>
          <p:nvPr/>
        </p:nvSpPr>
        <p:spPr>
          <a:xfrm>
            <a:off x="7251911" y="6155852"/>
            <a:ext cx="2367198" cy="114884"/>
          </a:xfrm>
          <a:prstGeom prst="rect">
            <a:avLst/>
          </a:prstGeom>
          <a:noFill/>
          <a:ln>
            <a:noFill/>
          </a:ln>
        </p:spPr>
        <p:txBody>
          <a:bodyPr lIns="91440" tIns="45720" rIns="91440" bIns="45720" rtlCol="0" anchor="ctr"/>
          <a:lstStyle/>
          <a:p>
            <a:pPr marL="0" marR="0" lvl="0" indent="0" algn="l" defTabSz="914400" rtl="0" eaLnBrk="1" fontAlgn="base" latinLnBrk="0" hangingPunct="1">
              <a:lnSpc>
                <a:spcPct val="100000"/>
              </a:lnSpc>
              <a:spcBef>
                <a:spcPct val="20000"/>
              </a:spcBef>
              <a:spcAft>
                <a:spcPct val="0"/>
              </a:spcAft>
              <a:buClrTx/>
              <a:buSzTx/>
              <a:buFontTx/>
              <a:buNone/>
              <a:tabLst/>
              <a:defRPr noProof="1"/>
            </a:pPr>
            <a:r>
              <a:rPr kumimoji="1" lang="en-US" altLang="ja-JP" sz="800" b="0" i="0" u="none" strike="noStrike" kern="1200" cap="none" spc="0" normalizeH="0" baseline="0" noProof="1">
                <a:ln>
                  <a:noFill/>
                </a:ln>
                <a:solidFill>
                  <a:srgbClr val="FF0000"/>
                </a:solidFill>
                <a:effectLst/>
                <a:uLnTx/>
                <a:uFillTx/>
                <a:latin typeface="Meiryo UI"/>
                <a:ea typeface="Meiryo UI"/>
                <a:cs typeface="+mn-cs"/>
              </a:rPr>
              <a:t>※ 案件112(</a:t>
            </a:r>
            <a:r>
              <a:rPr kumimoji="1" lang="en-US" sz="800" b="0" i="0" u="none" strike="noStrike" kern="1200" cap="none" spc="0" normalizeH="0" baseline="0" noProof="1">
                <a:ln>
                  <a:noFill/>
                </a:ln>
                <a:solidFill>
                  <a:srgbClr val="FF0000"/>
                </a:solidFill>
                <a:effectLst/>
                <a:uLnTx/>
                <a:uFillTx/>
                <a:latin typeface="Meiryo UI"/>
                <a:ea typeface="Meiryo UI"/>
                <a:cs typeface="+mn-cs"/>
              </a:rPr>
              <a:t>医療機関等における本番環境から接続検証環境へ接続できる仕組みの構築</a:t>
            </a:r>
            <a:r>
              <a:rPr kumimoji="1" lang="en-US" altLang="ja-JP" sz="800" b="0" i="0" u="none" strike="noStrike" kern="1200" cap="none" spc="0" normalizeH="0" baseline="0" noProof="1">
                <a:ln>
                  <a:noFill/>
                </a:ln>
                <a:solidFill>
                  <a:srgbClr val="FF0000"/>
                </a:solidFill>
                <a:effectLst/>
                <a:uLnTx/>
                <a:uFillTx/>
                <a:latin typeface="Meiryo UI"/>
                <a:ea typeface="Meiryo UI"/>
                <a:cs typeface="+mn-cs"/>
              </a:rPr>
              <a:t>)の対応を含む</a:t>
            </a:r>
            <a:endParaRPr kumimoji="1" lang="ja-JP" altLang="en-US" sz="800" b="0" i="0" u="none" strike="noStrike" kern="1200" cap="none" spc="0" normalizeH="0" baseline="0" noProof="1">
              <a:ln>
                <a:noFill/>
              </a:ln>
              <a:solidFill>
                <a:srgbClr val="FF0000"/>
              </a:solidFill>
              <a:effectLst/>
              <a:uLnTx/>
              <a:uFillTx/>
              <a:latin typeface="Meiryo UI"/>
              <a:ea typeface="Meiryo UI"/>
              <a:cs typeface="+mn-cs"/>
            </a:endParaRPr>
          </a:p>
        </p:txBody>
      </p:sp>
      <p:sp>
        <p:nvSpPr>
          <p:cNvPr id="196" name="shape_82">
            <a:extLst>
              <a:ext uri="{FF2B5EF4-FFF2-40B4-BE49-F238E27FC236}">
                <a16:creationId xmlns:a16="http://schemas.microsoft.com/office/drawing/2014/main" id="{1B1A397C-B23A-B380-5CBA-3C3B5D2CA1A6}"/>
              </a:ext>
            </a:extLst>
          </p:cNvPr>
          <p:cNvSpPr/>
          <p:nvPr>
            <p:custDataLst>
              <p:tags r:id="rId121"/>
            </p:custDataLst>
          </p:nvPr>
        </p:nvSpPr>
        <p:spPr>
          <a:xfrm>
            <a:off x="1192073" y="6318784"/>
            <a:ext cx="8388000" cy="0"/>
          </a:xfrm>
          <a:prstGeom prst="line">
            <a:avLst/>
          </a:prstGeom>
          <a:noFill/>
          <a:ln w="3175">
            <a:solidFill>
              <a:schemeClr val="bg1">
                <a:lumMod val="75000"/>
              </a:schemeClr>
            </a:solidFill>
            <a:prstDash val="sysDot"/>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sp>
        <p:nvSpPr>
          <p:cNvPr id="443" name="shape_82">
            <a:extLst>
              <a:ext uri="{FF2B5EF4-FFF2-40B4-BE49-F238E27FC236}">
                <a16:creationId xmlns:a16="http://schemas.microsoft.com/office/drawing/2014/main" id="{CB3622F8-C392-5907-FA9E-AC5769565837}"/>
              </a:ext>
            </a:extLst>
          </p:cNvPr>
          <p:cNvSpPr/>
          <p:nvPr>
            <p:custDataLst>
              <p:tags r:id="rId122"/>
            </p:custDataLst>
          </p:nvPr>
        </p:nvSpPr>
        <p:spPr>
          <a:xfrm>
            <a:off x="1192073" y="6092014"/>
            <a:ext cx="8388000" cy="0"/>
          </a:xfrm>
          <a:prstGeom prst="line">
            <a:avLst/>
          </a:prstGeom>
          <a:noFill/>
          <a:ln w="3175">
            <a:solidFill>
              <a:schemeClr val="bg1">
                <a:lumMod val="75000"/>
              </a:schemeClr>
            </a:solidFill>
            <a:prstDash val="sysDot"/>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sp>
        <p:nvSpPr>
          <p:cNvPr id="444" name="shape_82">
            <a:extLst>
              <a:ext uri="{FF2B5EF4-FFF2-40B4-BE49-F238E27FC236}">
                <a16:creationId xmlns:a16="http://schemas.microsoft.com/office/drawing/2014/main" id="{9EC4CC0C-ADEA-C38E-2E3D-8FAD89EF51F2}"/>
              </a:ext>
            </a:extLst>
          </p:cNvPr>
          <p:cNvSpPr/>
          <p:nvPr>
            <p:custDataLst>
              <p:tags r:id="rId123"/>
            </p:custDataLst>
          </p:nvPr>
        </p:nvSpPr>
        <p:spPr>
          <a:xfrm>
            <a:off x="1192073" y="5840377"/>
            <a:ext cx="8388000" cy="0"/>
          </a:xfrm>
          <a:prstGeom prst="line">
            <a:avLst/>
          </a:prstGeom>
          <a:noFill/>
          <a:ln w="3175">
            <a:solidFill>
              <a:schemeClr val="bg1">
                <a:lumMod val="75000"/>
              </a:schemeClr>
            </a:solidFill>
            <a:prstDash val="sysDot"/>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sp>
        <p:nvSpPr>
          <p:cNvPr id="445" name="shape_82">
            <a:extLst>
              <a:ext uri="{FF2B5EF4-FFF2-40B4-BE49-F238E27FC236}">
                <a16:creationId xmlns:a16="http://schemas.microsoft.com/office/drawing/2014/main" id="{56B78145-DFF6-370E-3B8B-70CE55F791C1}"/>
              </a:ext>
            </a:extLst>
          </p:cNvPr>
          <p:cNvSpPr/>
          <p:nvPr>
            <p:custDataLst>
              <p:tags r:id="rId124"/>
            </p:custDataLst>
          </p:nvPr>
        </p:nvSpPr>
        <p:spPr>
          <a:xfrm>
            <a:off x="1192073" y="5614337"/>
            <a:ext cx="8388000" cy="0"/>
          </a:xfrm>
          <a:prstGeom prst="line">
            <a:avLst/>
          </a:prstGeom>
          <a:noFill/>
          <a:ln w="3175">
            <a:solidFill>
              <a:schemeClr val="bg1">
                <a:lumMod val="75000"/>
              </a:schemeClr>
            </a:solidFill>
            <a:prstDash val="sysDot"/>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sp>
        <p:nvSpPr>
          <p:cNvPr id="446" name="shape_82">
            <a:extLst>
              <a:ext uri="{FF2B5EF4-FFF2-40B4-BE49-F238E27FC236}">
                <a16:creationId xmlns:a16="http://schemas.microsoft.com/office/drawing/2014/main" id="{BD6DBDCD-1F1A-8F5E-764C-EA189BC6927B}"/>
              </a:ext>
            </a:extLst>
          </p:cNvPr>
          <p:cNvSpPr/>
          <p:nvPr>
            <p:custDataLst>
              <p:tags r:id="rId125"/>
            </p:custDataLst>
          </p:nvPr>
        </p:nvSpPr>
        <p:spPr>
          <a:xfrm>
            <a:off x="1192073" y="5351954"/>
            <a:ext cx="8388000" cy="0"/>
          </a:xfrm>
          <a:prstGeom prst="line">
            <a:avLst/>
          </a:prstGeom>
          <a:noFill/>
          <a:ln w="3175">
            <a:solidFill>
              <a:schemeClr val="bg1">
                <a:lumMod val="75000"/>
              </a:schemeClr>
            </a:solidFill>
            <a:prstDash val="sysDot"/>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sp>
        <p:nvSpPr>
          <p:cNvPr id="507" name="shape_82">
            <a:extLst>
              <a:ext uri="{FF2B5EF4-FFF2-40B4-BE49-F238E27FC236}">
                <a16:creationId xmlns:a16="http://schemas.microsoft.com/office/drawing/2014/main" id="{CD0FC40B-DDFE-7431-3044-74688199DF42}"/>
              </a:ext>
            </a:extLst>
          </p:cNvPr>
          <p:cNvSpPr/>
          <p:nvPr>
            <p:custDataLst>
              <p:tags r:id="rId126"/>
            </p:custDataLst>
          </p:nvPr>
        </p:nvSpPr>
        <p:spPr>
          <a:xfrm>
            <a:off x="1192073" y="4855305"/>
            <a:ext cx="8388000" cy="0"/>
          </a:xfrm>
          <a:prstGeom prst="line">
            <a:avLst/>
          </a:prstGeom>
          <a:noFill/>
          <a:ln w="3175">
            <a:solidFill>
              <a:schemeClr val="bg1">
                <a:lumMod val="75000"/>
              </a:schemeClr>
            </a:solidFill>
            <a:prstDash val="sysDot"/>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grpSp>
        <p:nvGrpSpPr>
          <p:cNvPr id="521" name="グループ化 520">
            <a:extLst>
              <a:ext uri="{FF2B5EF4-FFF2-40B4-BE49-F238E27FC236}">
                <a16:creationId xmlns:a16="http://schemas.microsoft.com/office/drawing/2014/main" id="{C046A7EC-D87F-DF6B-0146-CC5547294104}"/>
              </a:ext>
            </a:extLst>
          </p:cNvPr>
          <p:cNvGrpSpPr/>
          <p:nvPr/>
        </p:nvGrpSpPr>
        <p:grpSpPr>
          <a:xfrm>
            <a:off x="88429" y="4865468"/>
            <a:ext cx="1033045" cy="1463402"/>
            <a:chOff x="88429" y="4666685"/>
            <a:chExt cx="1033045" cy="1742577"/>
          </a:xfrm>
        </p:grpSpPr>
        <p:sp>
          <p:nvSpPr>
            <p:cNvPr id="184" name="shape_129">
              <a:extLst>
                <a:ext uri="{FF2B5EF4-FFF2-40B4-BE49-F238E27FC236}">
                  <a16:creationId xmlns:a16="http://schemas.microsoft.com/office/drawing/2014/main" id="{01C3F223-D4EE-5E79-E171-33B2F62FADCE}"/>
                </a:ext>
              </a:extLst>
            </p:cNvPr>
            <p:cNvSpPr/>
            <p:nvPr>
              <p:custDataLst>
                <p:tags r:id="rId136"/>
              </p:custDataLst>
            </p:nvPr>
          </p:nvSpPr>
          <p:spPr>
            <a:xfrm>
              <a:off x="851026" y="5260579"/>
              <a:ext cx="270448" cy="269054"/>
            </a:xfrm>
            <a:prstGeom prst="rect">
              <a:avLst/>
            </a:prstGeom>
            <a:solidFill>
              <a:schemeClr val="accent1">
                <a:lumMod val="20000"/>
                <a:lumOff val="80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8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調達</a:t>
              </a:r>
              <a:endParaRPr kumimoji="1" lang="en-US" sz="800" b="0" i="0" u="none" strike="noStrike" kern="1200" cap="none" spc="0" normalizeH="0" baseline="0" noProof="0">
                <a:ln>
                  <a:noFill/>
                </a:ln>
                <a:solidFill>
                  <a:prstClr val="black"/>
                </a:solidFill>
                <a:effectLst/>
                <a:uLnTx/>
                <a:uFillTx/>
                <a:latin typeface="Meiryo UI"/>
                <a:ea typeface="Meiryo UI"/>
                <a:cs typeface="+mn-cs"/>
              </a:endParaRPr>
            </a:p>
          </p:txBody>
        </p:sp>
        <p:sp>
          <p:nvSpPr>
            <p:cNvPr id="185" name="shape_129">
              <a:extLst>
                <a:ext uri="{FF2B5EF4-FFF2-40B4-BE49-F238E27FC236}">
                  <a16:creationId xmlns:a16="http://schemas.microsoft.com/office/drawing/2014/main" id="{2B51F71D-D701-9050-54C7-BD8F955C958A}"/>
                </a:ext>
              </a:extLst>
            </p:cNvPr>
            <p:cNvSpPr/>
            <p:nvPr>
              <p:custDataLst>
                <p:tags r:id="rId137"/>
              </p:custDataLst>
            </p:nvPr>
          </p:nvSpPr>
          <p:spPr>
            <a:xfrm>
              <a:off x="851025" y="5552601"/>
              <a:ext cx="270448" cy="269054"/>
            </a:xfrm>
            <a:prstGeom prst="rect">
              <a:avLst/>
            </a:prstGeom>
            <a:solidFill>
              <a:schemeClr val="accent1">
                <a:lumMod val="20000"/>
                <a:lumOff val="80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8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開発</a:t>
              </a:r>
              <a:endParaRPr kumimoji="1" lang="en-US" sz="800" b="0" i="0" u="none" strike="noStrike" kern="1200" cap="none" spc="0" normalizeH="0" baseline="0" noProof="0">
                <a:ln>
                  <a:noFill/>
                </a:ln>
                <a:solidFill>
                  <a:prstClr val="black"/>
                </a:solidFill>
                <a:effectLst/>
                <a:uLnTx/>
                <a:uFillTx/>
                <a:latin typeface="Meiryo UI"/>
                <a:ea typeface="Meiryo UI"/>
                <a:cs typeface="+mn-cs"/>
              </a:endParaRPr>
            </a:p>
          </p:txBody>
        </p:sp>
        <p:sp>
          <p:nvSpPr>
            <p:cNvPr id="187" name="shape_129">
              <a:extLst>
                <a:ext uri="{FF2B5EF4-FFF2-40B4-BE49-F238E27FC236}">
                  <a16:creationId xmlns:a16="http://schemas.microsoft.com/office/drawing/2014/main" id="{7E648651-AE82-C2FD-0AFD-D3A70AB54946}"/>
                </a:ext>
              </a:extLst>
            </p:cNvPr>
            <p:cNvSpPr/>
            <p:nvPr>
              <p:custDataLst>
                <p:tags r:id="rId138"/>
              </p:custDataLst>
            </p:nvPr>
          </p:nvSpPr>
          <p:spPr>
            <a:xfrm>
              <a:off x="851026" y="5844623"/>
              <a:ext cx="270448" cy="269054"/>
            </a:xfrm>
            <a:prstGeom prst="rect">
              <a:avLst/>
            </a:prstGeom>
            <a:solidFill>
              <a:schemeClr val="accent1">
                <a:lumMod val="20000"/>
                <a:lumOff val="80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8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調達</a:t>
              </a:r>
              <a:endParaRPr kumimoji="1" lang="en-US" sz="800" b="0" i="0" u="none" strike="noStrike" kern="1200" cap="none" spc="0" normalizeH="0" baseline="0" noProof="0">
                <a:ln>
                  <a:noFill/>
                </a:ln>
                <a:solidFill>
                  <a:prstClr val="black"/>
                </a:solidFill>
                <a:effectLst/>
                <a:uLnTx/>
                <a:uFillTx/>
                <a:latin typeface="Meiryo UI"/>
                <a:ea typeface="Meiryo UI"/>
                <a:cs typeface="+mn-cs"/>
              </a:endParaRPr>
            </a:p>
          </p:txBody>
        </p:sp>
        <p:sp>
          <p:nvSpPr>
            <p:cNvPr id="188" name="shape_129">
              <a:extLst>
                <a:ext uri="{FF2B5EF4-FFF2-40B4-BE49-F238E27FC236}">
                  <a16:creationId xmlns:a16="http://schemas.microsoft.com/office/drawing/2014/main" id="{4ECB99BD-F068-0236-4C30-22E1ABB70906}"/>
                </a:ext>
              </a:extLst>
            </p:cNvPr>
            <p:cNvSpPr/>
            <p:nvPr>
              <p:custDataLst>
                <p:tags r:id="rId139"/>
              </p:custDataLst>
            </p:nvPr>
          </p:nvSpPr>
          <p:spPr>
            <a:xfrm>
              <a:off x="851025" y="6136645"/>
              <a:ext cx="270448" cy="269054"/>
            </a:xfrm>
            <a:prstGeom prst="rect">
              <a:avLst/>
            </a:prstGeom>
            <a:solidFill>
              <a:schemeClr val="accent1">
                <a:lumMod val="20000"/>
                <a:lumOff val="80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8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開発</a:t>
              </a:r>
              <a:endParaRPr kumimoji="1" lang="en-US" sz="800" b="0" i="0" u="none" strike="noStrike" kern="1200" cap="none" spc="0" normalizeH="0" baseline="0" noProof="0">
                <a:ln>
                  <a:noFill/>
                </a:ln>
                <a:solidFill>
                  <a:prstClr val="black"/>
                </a:solidFill>
                <a:effectLst/>
                <a:uLnTx/>
                <a:uFillTx/>
                <a:latin typeface="Meiryo UI"/>
                <a:ea typeface="Meiryo UI"/>
                <a:cs typeface="+mn-cs"/>
              </a:endParaRPr>
            </a:p>
          </p:txBody>
        </p:sp>
        <p:sp>
          <p:nvSpPr>
            <p:cNvPr id="89" name="shape_129">
              <a:extLst>
                <a:ext uri="{FF2B5EF4-FFF2-40B4-BE49-F238E27FC236}">
                  <a16:creationId xmlns:a16="http://schemas.microsoft.com/office/drawing/2014/main" id="{1F3E753F-313A-289C-51CC-792CD095251A}"/>
                </a:ext>
              </a:extLst>
            </p:cNvPr>
            <p:cNvSpPr/>
            <p:nvPr>
              <p:custDataLst>
                <p:tags r:id="rId140"/>
              </p:custDataLst>
            </p:nvPr>
          </p:nvSpPr>
          <p:spPr>
            <a:xfrm>
              <a:off x="851026" y="4666685"/>
              <a:ext cx="270448" cy="273979"/>
            </a:xfrm>
            <a:prstGeom prst="rect">
              <a:avLst/>
            </a:prstGeom>
            <a:solidFill>
              <a:schemeClr val="accent1">
                <a:lumMod val="20000"/>
                <a:lumOff val="80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8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調達</a:t>
              </a:r>
              <a:endParaRPr kumimoji="1" lang="en-US" sz="800" b="0" i="0" u="none" strike="noStrike" kern="1200" cap="none" spc="0" normalizeH="0" baseline="0" noProof="0">
                <a:ln>
                  <a:noFill/>
                </a:ln>
                <a:solidFill>
                  <a:prstClr val="black"/>
                </a:solidFill>
                <a:effectLst/>
                <a:uLnTx/>
                <a:uFillTx/>
                <a:latin typeface="Meiryo UI"/>
                <a:ea typeface="Meiryo UI"/>
                <a:cs typeface="+mn-cs"/>
              </a:endParaRPr>
            </a:p>
          </p:txBody>
        </p:sp>
        <p:sp>
          <p:nvSpPr>
            <p:cNvPr id="6" name="shape_129">
              <a:extLst>
                <a:ext uri="{FF2B5EF4-FFF2-40B4-BE49-F238E27FC236}">
                  <a16:creationId xmlns:a16="http://schemas.microsoft.com/office/drawing/2014/main" id="{F94EA693-D691-088B-68B6-163D57D7CE03}"/>
                </a:ext>
              </a:extLst>
            </p:cNvPr>
            <p:cNvSpPr/>
            <p:nvPr>
              <p:custDataLst>
                <p:tags r:id="rId141"/>
              </p:custDataLst>
            </p:nvPr>
          </p:nvSpPr>
          <p:spPr>
            <a:xfrm>
              <a:off x="851025" y="4963632"/>
              <a:ext cx="270448" cy="273979"/>
            </a:xfrm>
            <a:prstGeom prst="rect">
              <a:avLst/>
            </a:prstGeom>
            <a:solidFill>
              <a:schemeClr val="accent1">
                <a:lumMod val="20000"/>
                <a:lumOff val="80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8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開発</a:t>
              </a:r>
              <a:endParaRPr kumimoji="1" lang="en-US" sz="800" b="0" i="0" u="none" strike="noStrike" kern="1200" cap="none" spc="0" normalizeH="0" baseline="0" noProof="0">
                <a:ln>
                  <a:noFill/>
                </a:ln>
                <a:solidFill>
                  <a:prstClr val="black"/>
                </a:solidFill>
                <a:effectLst/>
                <a:uLnTx/>
                <a:uFillTx/>
                <a:latin typeface="Meiryo UI"/>
                <a:ea typeface="Meiryo UI"/>
                <a:cs typeface="+mn-cs"/>
              </a:endParaRPr>
            </a:p>
          </p:txBody>
        </p:sp>
        <p:sp>
          <p:nvSpPr>
            <p:cNvPr id="193" name="shape_124">
              <a:extLst>
                <a:ext uri="{FF2B5EF4-FFF2-40B4-BE49-F238E27FC236}">
                  <a16:creationId xmlns:a16="http://schemas.microsoft.com/office/drawing/2014/main" id="{40DEF047-04E4-FD2F-3917-9E3E99666285}"/>
                </a:ext>
              </a:extLst>
            </p:cNvPr>
            <p:cNvSpPr/>
            <p:nvPr>
              <p:custDataLst>
                <p:tags r:id="rId142"/>
              </p:custDataLst>
            </p:nvPr>
          </p:nvSpPr>
          <p:spPr>
            <a:xfrm>
              <a:off x="300039" y="5263338"/>
              <a:ext cx="505278" cy="564016"/>
            </a:xfrm>
            <a:prstGeom prst="rect">
              <a:avLst/>
            </a:prstGeom>
            <a:solidFill>
              <a:schemeClr val="tx2">
                <a:lumMod val="20000"/>
                <a:lumOff val="80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1">
                  <a:ln>
                    <a:noFill/>
                  </a:ln>
                  <a:solidFill>
                    <a:prstClr val="black"/>
                  </a:solidFill>
                  <a:effectLst/>
                  <a:uLnTx/>
                  <a:uFillTx/>
                  <a:latin typeface="Meiryo UI"/>
                  <a:ea typeface="Meiryo UI"/>
                  <a:cs typeface="+mn-cs"/>
                </a:rPr>
                <a:t>グループ②</a:t>
              </a: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94" name="shape_124">
              <a:extLst>
                <a:ext uri="{FF2B5EF4-FFF2-40B4-BE49-F238E27FC236}">
                  <a16:creationId xmlns:a16="http://schemas.microsoft.com/office/drawing/2014/main" id="{5537E5F8-C044-436D-A5D4-D07E59D599FD}"/>
                </a:ext>
              </a:extLst>
            </p:cNvPr>
            <p:cNvSpPr/>
            <p:nvPr>
              <p:custDataLst>
                <p:tags r:id="rId143"/>
              </p:custDataLst>
            </p:nvPr>
          </p:nvSpPr>
          <p:spPr>
            <a:xfrm>
              <a:off x="300039" y="5845246"/>
              <a:ext cx="505278" cy="564016"/>
            </a:xfrm>
            <a:prstGeom prst="rect">
              <a:avLst/>
            </a:prstGeom>
            <a:solidFill>
              <a:schemeClr val="tx2">
                <a:lumMod val="20000"/>
                <a:lumOff val="80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1">
                  <a:ln>
                    <a:noFill/>
                  </a:ln>
                  <a:solidFill>
                    <a:prstClr val="black"/>
                  </a:solidFill>
                  <a:effectLst/>
                  <a:uLnTx/>
                  <a:uFillTx/>
                  <a:latin typeface="Meiryo UI"/>
                  <a:ea typeface="Meiryo UI"/>
                  <a:cs typeface="+mn-cs"/>
                </a:rPr>
                <a:t>グループ③</a:t>
              </a: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92" name="shape_124">
              <a:extLst>
                <a:ext uri="{FF2B5EF4-FFF2-40B4-BE49-F238E27FC236}">
                  <a16:creationId xmlns:a16="http://schemas.microsoft.com/office/drawing/2014/main" id="{B3ADBC16-221F-BBAA-72ED-A347605508CC}"/>
                </a:ext>
              </a:extLst>
            </p:cNvPr>
            <p:cNvSpPr/>
            <p:nvPr>
              <p:custDataLst>
                <p:tags r:id="rId144"/>
              </p:custDataLst>
            </p:nvPr>
          </p:nvSpPr>
          <p:spPr>
            <a:xfrm>
              <a:off x="300039" y="4679500"/>
              <a:ext cx="505278" cy="561492"/>
            </a:xfrm>
            <a:prstGeom prst="rect">
              <a:avLst/>
            </a:prstGeom>
            <a:solidFill>
              <a:schemeClr val="tx2">
                <a:lumMod val="20000"/>
                <a:lumOff val="80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prstClr val="black"/>
                  </a:solidFill>
                  <a:effectLst/>
                  <a:uLnTx/>
                  <a:uFillTx/>
                  <a:latin typeface="Meiryo UI"/>
                  <a:ea typeface="Meiryo UI"/>
                  <a:cs typeface="+mn-cs"/>
                </a:rPr>
                <a:t>グループ①</a:t>
              </a:r>
              <a:endParaRPr kumimoji="1" lang="en-US" altLang="ja-JP"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375" name="shape_124">
              <a:extLst>
                <a:ext uri="{FF2B5EF4-FFF2-40B4-BE49-F238E27FC236}">
                  <a16:creationId xmlns:a16="http://schemas.microsoft.com/office/drawing/2014/main" id="{73199D83-24D4-2D95-E3C7-7CB91EC7606D}"/>
                </a:ext>
              </a:extLst>
            </p:cNvPr>
            <p:cNvSpPr/>
            <p:nvPr>
              <p:custDataLst>
                <p:tags r:id="rId145"/>
              </p:custDataLst>
            </p:nvPr>
          </p:nvSpPr>
          <p:spPr>
            <a:xfrm>
              <a:off x="88429" y="4679499"/>
              <a:ext cx="174122" cy="1729761"/>
            </a:xfrm>
            <a:prstGeom prst="rect">
              <a:avLst/>
            </a:prstGeom>
            <a:solidFill>
              <a:schemeClr val="tx2"/>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altLang="ja-JP" sz="900" b="0" i="0" u="none" strike="noStrike" kern="1200" cap="none" spc="0" normalizeH="0" baseline="0" noProof="0">
                  <a:ln>
                    <a:noFill/>
                  </a:ln>
                  <a:solidFill>
                    <a:prstClr val="white"/>
                  </a:solidFill>
                  <a:effectLst/>
                  <a:uLnTx/>
                  <a:uFillTx/>
                  <a:latin typeface="Meiryo UI"/>
                  <a:ea typeface="Meiryo UI"/>
                  <a:cs typeface="+mn-cs"/>
                </a:rPr>
                <a:t>R</a:t>
              </a:r>
              <a:br>
                <a:rPr kumimoji="1" lang="en-US" altLang="ja-JP" sz="900" b="0" i="0" u="none" strike="noStrike" kern="1200" cap="none" spc="0" normalizeH="0" baseline="0" noProof="0">
                  <a:ln>
                    <a:noFill/>
                  </a:ln>
                  <a:solidFill>
                    <a:prstClr val="white"/>
                  </a:solidFill>
                  <a:effectLst/>
                  <a:uLnTx/>
                  <a:uFillTx/>
                  <a:latin typeface="Meiryo UI"/>
                  <a:ea typeface="Meiryo UI"/>
                  <a:cs typeface="+mn-cs"/>
                </a:rPr>
              </a:br>
              <a:r>
                <a:rPr kumimoji="1" lang="en-US" altLang="ja-JP" sz="900" b="0" i="0" u="none" strike="noStrike" kern="1200" cap="none" spc="0" normalizeH="0" baseline="0" noProof="0">
                  <a:ln>
                    <a:noFill/>
                  </a:ln>
                  <a:solidFill>
                    <a:prstClr val="white"/>
                  </a:solidFill>
                  <a:effectLst/>
                  <a:uLnTx/>
                  <a:uFillTx/>
                  <a:latin typeface="Meiryo UI"/>
                  <a:ea typeface="Meiryo UI"/>
                  <a:cs typeface="+mn-cs"/>
                </a:rPr>
                <a:t>9</a:t>
              </a:r>
              <a:r>
                <a:rPr kumimoji="1" lang="ja-JP" altLang="en-US" sz="900" b="0" i="0" u="none" strike="noStrike" kern="1200" cap="none" spc="0" normalizeH="0" baseline="0" noProof="0">
                  <a:ln>
                    <a:noFill/>
                  </a:ln>
                  <a:solidFill>
                    <a:prstClr val="white"/>
                  </a:solidFill>
                  <a:effectLst/>
                  <a:uLnTx/>
                  <a:uFillTx/>
                  <a:latin typeface="Meiryo UI"/>
                  <a:ea typeface="Meiryo UI"/>
                  <a:cs typeface="+mn-cs"/>
                </a:rPr>
                <a:t>年度開発</a:t>
              </a:r>
              <a:endParaRPr kumimoji="1" lang="en-US" sz="900" b="0" i="0" u="none" strike="noStrike" kern="1200" cap="none" spc="0" normalizeH="0" baseline="0" noProof="0">
                <a:ln>
                  <a:noFill/>
                </a:ln>
                <a:solidFill>
                  <a:prstClr val="white"/>
                </a:solidFill>
                <a:effectLst/>
                <a:uLnTx/>
                <a:uFillTx/>
                <a:latin typeface="Meiryo UI"/>
                <a:ea typeface="Meiryo UI"/>
                <a:cs typeface="+mn-cs"/>
              </a:endParaRPr>
            </a:p>
          </p:txBody>
        </p:sp>
      </p:grpSp>
      <p:sp>
        <p:nvSpPr>
          <p:cNvPr id="232" name="矢印: 五方向 231">
            <a:extLst>
              <a:ext uri="{FF2B5EF4-FFF2-40B4-BE49-F238E27FC236}">
                <a16:creationId xmlns:a16="http://schemas.microsoft.com/office/drawing/2014/main" id="{05D7F44D-D237-5E02-BD9E-E78ACEBE1191}"/>
              </a:ext>
            </a:extLst>
          </p:cNvPr>
          <p:cNvSpPr/>
          <p:nvPr/>
        </p:nvSpPr>
        <p:spPr>
          <a:xfrm>
            <a:off x="6820246" y="4926583"/>
            <a:ext cx="1932165" cy="120424"/>
          </a:xfrm>
          <a:prstGeom prst="homePlate">
            <a:avLst/>
          </a:prstGeom>
          <a:solidFill>
            <a:srgbClr val="FFFFCC"/>
          </a:solidFill>
          <a:ln w="3175">
            <a:solidFill>
              <a:schemeClr val="tx1"/>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700" b="0" i="0" u="none" strike="noStrike" kern="1200" cap="none" spc="0" normalizeH="0" baseline="0" noProof="0">
                <a:ln>
                  <a:noFill/>
                </a:ln>
                <a:solidFill>
                  <a:prstClr val="black"/>
                </a:solidFill>
                <a:effectLst/>
                <a:uLnTx/>
                <a:uFillTx/>
                <a:latin typeface="Meiryo UI"/>
                <a:ea typeface="Meiryo UI"/>
                <a:cs typeface="+mn-cs"/>
              </a:rPr>
              <a:t>要件整理・見積</a:t>
            </a:r>
          </a:p>
        </p:txBody>
      </p:sp>
      <p:sp>
        <p:nvSpPr>
          <p:cNvPr id="233" name="矢印: 五方向 232">
            <a:extLst>
              <a:ext uri="{FF2B5EF4-FFF2-40B4-BE49-F238E27FC236}">
                <a16:creationId xmlns:a16="http://schemas.microsoft.com/office/drawing/2014/main" id="{03283F99-C75D-1584-FD33-92F0F4948D7C}"/>
              </a:ext>
            </a:extLst>
          </p:cNvPr>
          <p:cNvSpPr/>
          <p:nvPr/>
        </p:nvSpPr>
        <p:spPr>
          <a:xfrm>
            <a:off x="6012638" y="4926583"/>
            <a:ext cx="807608" cy="120424"/>
          </a:xfrm>
          <a:prstGeom prst="homePlate">
            <a:avLst/>
          </a:prstGeom>
          <a:solidFill>
            <a:schemeClr val="bg2">
              <a:lumMod val="90000"/>
            </a:schemeClr>
          </a:solidFill>
          <a:ln w="3175">
            <a:solidFill>
              <a:schemeClr val="tx1"/>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700" b="0" i="0" u="none" strike="noStrike" kern="1200" cap="none" spc="0" normalizeH="0" baseline="0" noProof="0">
                <a:ln>
                  <a:noFill/>
                </a:ln>
                <a:solidFill>
                  <a:prstClr val="black"/>
                </a:solidFill>
                <a:effectLst/>
                <a:uLnTx/>
                <a:uFillTx/>
                <a:latin typeface="Meiryo UI"/>
                <a:ea typeface="Meiryo UI"/>
                <a:cs typeface="+mn-cs"/>
              </a:rPr>
              <a:t>官報公告</a:t>
            </a:r>
          </a:p>
        </p:txBody>
      </p:sp>
      <p:sp>
        <p:nvSpPr>
          <p:cNvPr id="236" name="矢印: 五方向 235">
            <a:extLst>
              <a:ext uri="{FF2B5EF4-FFF2-40B4-BE49-F238E27FC236}">
                <a16:creationId xmlns:a16="http://schemas.microsoft.com/office/drawing/2014/main" id="{C3C6D3F4-4AE6-1BA9-6C68-5CC6CF06F3E2}"/>
              </a:ext>
            </a:extLst>
          </p:cNvPr>
          <p:cNvSpPr/>
          <p:nvPr/>
        </p:nvSpPr>
        <p:spPr>
          <a:xfrm>
            <a:off x="8763390" y="4926583"/>
            <a:ext cx="812409" cy="120424"/>
          </a:xfrm>
          <a:prstGeom prst="homePlate">
            <a:avLst/>
          </a:prstGeom>
          <a:solidFill>
            <a:schemeClr val="bg2">
              <a:lumMod val="90000"/>
            </a:schemeClr>
          </a:solidFill>
          <a:ln w="3175">
            <a:solidFill>
              <a:schemeClr val="tx1"/>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700" b="0" i="0" u="none" strike="noStrike" kern="1200" cap="none" spc="0" normalizeH="0" baseline="0" noProof="0">
                <a:ln>
                  <a:noFill/>
                </a:ln>
                <a:solidFill>
                  <a:prstClr val="black"/>
                </a:solidFill>
                <a:effectLst/>
                <a:uLnTx/>
                <a:uFillTx/>
                <a:latin typeface="Meiryo UI"/>
                <a:ea typeface="Meiryo UI"/>
                <a:cs typeface="+mn-cs"/>
              </a:rPr>
              <a:t>精査・調達</a:t>
            </a:r>
          </a:p>
        </p:txBody>
      </p:sp>
      <p:sp>
        <p:nvSpPr>
          <p:cNvPr id="240" name="shape_152">
            <a:extLst>
              <a:ext uri="{FF2B5EF4-FFF2-40B4-BE49-F238E27FC236}">
                <a16:creationId xmlns:a16="http://schemas.microsoft.com/office/drawing/2014/main" id="{F91B707D-9984-8503-7A22-C237A21131B7}"/>
              </a:ext>
            </a:extLst>
          </p:cNvPr>
          <p:cNvSpPr/>
          <p:nvPr>
            <p:custDataLst>
              <p:tags r:id="rId127"/>
            </p:custDataLst>
          </p:nvPr>
        </p:nvSpPr>
        <p:spPr>
          <a:xfrm>
            <a:off x="8651094" y="5173921"/>
            <a:ext cx="969148" cy="120424"/>
          </a:xfrm>
          <a:prstGeom prst="rect">
            <a:avLst/>
          </a:prstGeom>
          <a:noFill/>
          <a:ln/>
        </p:spPr>
        <p:txBody>
          <a:bodyPr vert="horz" wrap="non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noProof="1"/>
            </a:pPr>
            <a:r>
              <a:rPr kumimoji="1" lang="en-US" altLang="ja-JP" sz="700" b="0" i="0" u="none" strike="noStrike" kern="1200" cap="none" spc="0" normalizeH="0" baseline="0" noProof="0">
                <a:ln>
                  <a:noFill/>
                </a:ln>
                <a:solidFill>
                  <a:srgbClr val="7030A0"/>
                </a:solidFill>
                <a:effectLst/>
                <a:uLnTx/>
                <a:uFillTx/>
                <a:latin typeface="Meiryo UI" pitchFamily="34" charset="0"/>
                <a:ea typeface="Meiryo UI" pitchFamily="34" charset="-122"/>
                <a:cs typeface="Meiryo UI" pitchFamily="34" charset="-120"/>
              </a:rPr>
              <a:t>R9</a:t>
            </a:r>
            <a:r>
              <a:rPr kumimoji="1" lang="ja-JP" altLang="en-US" sz="700" b="0" i="0" u="none" strike="noStrike" kern="1200" cap="none" spc="0" normalizeH="0" baseline="0" noProof="0">
                <a:ln>
                  <a:noFill/>
                </a:ln>
                <a:solidFill>
                  <a:srgbClr val="7030A0"/>
                </a:solidFill>
                <a:effectLst/>
                <a:uLnTx/>
                <a:uFillTx/>
                <a:latin typeface="Meiryo UI" pitchFamily="34" charset="0"/>
                <a:ea typeface="Meiryo UI" pitchFamily="34" charset="-122"/>
                <a:cs typeface="Meiryo UI" pitchFamily="34" charset="-120"/>
              </a:rPr>
              <a:t>年度</a:t>
            </a:r>
            <a:r>
              <a:rPr kumimoji="1" lang="en-US" altLang="ja-JP" sz="700" b="0" i="0" u="none" strike="noStrike" kern="1200" cap="none" spc="0" normalizeH="0" baseline="0" noProof="0">
                <a:ln>
                  <a:noFill/>
                </a:ln>
                <a:solidFill>
                  <a:srgbClr val="7030A0"/>
                </a:solidFill>
                <a:effectLst/>
                <a:uLnTx/>
                <a:uFillTx/>
                <a:latin typeface="Meiryo UI" pitchFamily="34" charset="0"/>
                <a:ea typeface="Meiryo UI" pitchFamily="34" charset="-122"/>
                <a:cs typeface="Meiryo UI" pitchFamily="34" charset="-120"/>
              </a:rPr>
              <a:t>4</a:t>
            </a:r>
            <a:r>
              <a:rPr kumimoji="1" lang="ja-JP" altLang="en-US" sz="700" b="0" i="0" u="none" strike="noStrike" kern="1200" cap="none" spc="0" normalizeH="0" baseline="0" noProof="0">
                <a:ln>
                  <a:noFill/>
                </a:ln>
                <a:solidFill>
                  <a:srgbClr val="7030A0"/>
                </a:solidFill>
                <a:effectLst/>
                <a:uLnTx/>
                <a:uFillTx/>
                <a:latin typeface="Meiryo UI" pitchFamily="34" charset="0"/>
                <a:ea typeface="Meiryo UI" pitchFamily="34" charset="-122"/>
                <a:cs typeface="Meiryo UI" pitchFamily="34" charset="-120"/>
              </a:rPr>
              <a:t>月から開発着手▼</a:t>
            </a:r>
            <a:endParaRPr kumimoji="1" lang="en-US" sz="700" b="0" i="0" u="none" strike="noStrike" kern="1200" cap="none" spc="0" normalizeH="0" baseline="0" noProof="0">
              <a:ln>
                <a:noFill/>
              </a:ln>
              <a:solidFill>
                <a:srgbClr val="7030A0"/>
              </a:solidFill>
              <a:effectLst/>
              <a:uLnTx/>
              <a:uFillTx/>
              <a:latin typeface="Meiryo UI"/>
              <a:ea typeface="Meiryo UI"/>
              <a:cs typeface="+mn-cs"/>
            </a:endParaRPr>
          </a:p>
        </p:txBody>
      </p:sp>
      <p:sp>
        <p:nvSpPr>
          <p:cNvPr id="332" name="shape_152">
            <a:extLst>
              <a:ext uri="{FF2B5EF4-FFF2-40B4-BE49-F238E27FC236}">
                <a16:creationId xmlns:a16="http://schemas.microsoft.com/office/drawing/2014/main" id="{1CFD98F7-C429-22BB-9869-84EE25590BD4}"/>
              </a:ext>
            </a:extLst>
          </p:cNvPr>
          <p:cNvSpPr/>
          <p:nvPr>
            <p:custDataLst>
              <p:tags r:id="rId128"/>
            </p:custDataLst>
          </p:nvPr>
        </p:nvSpPr>
        <p:spPr>
          <a:xfrm>
            <a:off x="8645165" y="5680526"/>
            <a:ext cx="969148" cy="120424"/>
          </a:xfrm>
          <a:prstGeom prst="rect">
            <a:avLst/>
          </a:prstGeom>
          <a:noFill/>
          <a:ln/>
        </p:spPr>
        <p:txBody>
          <a:bodyPr vert="horz" wrap="non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noProof="1"/>
            </a:pPr>
            <a:r>
              <a:rPr kumimoji="1" lang="en-US" altLang="ja-JP" sz="700" b="0" i="0" u="none" strike="noStrike" kern="1200" cap="none" spc="0" normalizeH="0" baseline="0" noProof="0">
                <a:ln>
                  <a:noFill/>
                </a:ln>
                <a:solidFill>
                  <a:srgbClr val="7030A0"/>
                </a:solidFill>
                <a:effectLst/>
                <a:uLnTx/>
                <a:uFillTx/>
                <a:latin typeface="Meiryo UI" pitchFamily="34" charset="0"/>
                <a:ea typeface="Meiryo UI" pitchFamily="34" charset="-122"/>
                <a:cs typeface="Meiryo UI" pitchFamily="34" charset="-120"/>
              </a:rPr>
              <a:t>R9</a:t>
            </a:r>
            <a:r>
              <a:rPr kumimoji="1" lang="ja-JP" altLang="en-US" sz="700" b="0" i="0" u="none" strike="noStrike" kern="1200" cap="none" spc="0" normalizeH="0" baseline="0" noProof="0">
                <a:ln>
                  <a:noFill/>
                </a:ln>
                <a:solidFill>
                  <a:srgbClr val="7030A0"/>
                </a:solidFill>
                <a:effectLst/>
                <a:uLnTx/>
                <a:uFillTx/>
                <a:latin typeface="Meiryo UI" pitchFamily="34" charset="0"/>
                <a:ea typeface="Meiryo UI" pitchFamily="34" charset="-122"/>
                <a:cs typeface="Meiryo UI" pitchFamily="34" charset="-120"/>
              </a:rPr>
              <a:t>年度</a:t>
            </a:r>
            <a:r>
              <a:rPr kumimoji="1" lang="en-US" altLang="ja-JP" sz="700" b="0" i="0" u="none" strike="noStrike" kern="1200" cap="none" spc="0" normalizeH="0" baseline="0" noProof="0">
                <a:ln>
                  <a:noFill/>
                </a:ln>
                <a:solidFill>
                  <a:srgbClr val="7030A0"/>
                </a:solidFill>
                <a:effectLst/>
                <a:uLnTx/>
                <a:uFillTx/>
                <a:latin typeface="Meiryo UI" pitchFamily="34" charset="0"/>
                <a:ea typeface="Meiryo UI" pitchFamily="34" charset="-122"/>
                <a:cs typeface="Meiryo UI" pitchFamily="34" charset="-120"/>
              </a:rPr>
              <a:t>4</a:t>
            </a:r>
            <a:r>
              <a:rPr kumimoji="1" lang="ja-JP" altLang="en-US" sz="700" b="0" i="0" u="none" strike="noStrike" kern="1200" cap="none" spc="0" normalizeH="0" baseline="0" noProof="0">
                <a:ln>
                  <a:noFill/>
                </a:ln>
                <a:solidFill>
                  <a:srgbClr val="7030A0"/>
                </a:solidFill>
                <a:effectLst/>
                <a:uLnTx/>
                <a:uFillTx/>
                <a:latin typeface="Meiryo UI" pitchFamily="34" charset="0"/>
                <a:ea typeface="Meiryo UI" pitchFamily="34" charset="-122"/>
                <a:cs typeface="Meiryo UI" pitchFamily="34" charset="-120"/>
              </a:rPr>
              <a:t>月から開発着手▼</a:t>
            </a:r>
            <a:endParaRPr kumimoji="1" lang="en-US" sz="700" b="0" i="0" u="none" strike="noStrike" kern="1200" cap="none" spc="0" normalizeH="0" baseline="0" noProof="0">
              <a:ln>
                <a:noFill/>
              </a:ln>
              <a:solidFill>
                <a:srgbClr val="7030A0"/>
              </a:solidFill>
              <a:effectLst/>
              <a:uLnTx/>
              <a:uFillTx/>
              <a:latin typeface="Meiryo UI"/>
              <a:ea typeface="Meiryo UI"/>
              <a:cs typeface="+mn-cs"/>
            </a:endParaRPr>
          </a:p>
        </p:txBody>
      </p:sp>
      <p:sp>
        <p:nvSpPr>
          <p:cNvPr id="448" name="shape_152">
            <a:extLst>
              <a:ext uri="{FF2B5EF4-FFF2-40B4-BE49-F238E27FC236}">
                <a16:creationId xmlns:a16="http://schemas.microsoft.com/office/drawing/2014/main" id="{F7D08367-11D8-CED8-DA61-B7F968D5AC0F}"/>
              </a:ext>
            </a:extLst>
          </p:cNvPr>
          <p:cNvSpPr/>
          <p:nvPr>
            <p:custDataLst>
              <p:tags r:id="rId129"/>
            </p:custDataLst>
          </p:nvPr>
        </p:nvSpPr>
        <p:spPr>
          <a:xfrm>
            <a:off x="8642262" y="5812134"/>
            <a:ext cx="969148" cy="120424"/>
          </a:xfrm>
          <a:prstGeom prst="rect">
            <a:avLst/>
          </a:prstGeom>
          <a:noFill/>
          <a:ln/>
        </p:spPr>
        <p:txBody>
          <a:bodyPr vert="horz" wrap="non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noProof="1"/>
            </a:pPr>
            <a:r>
              <a:rPr kumimoji="1" lang="en-US" altLang="ja-JP" sz="700" b="0" i="0" u="none" strike="noStrike" kern="1200" cap="none" spc="0" normalizeH="0" baseline="0" noProof="1">
                <a:ln>
                  <a:noFill/>
                </a:ln>
                <a:solidFill>
                  <a:srgbClr val="7030A0"/>
                </a:solidFill>
                <a:effectLst/>
                <a:uLnTx/>
                <a:uFillTx/>
                <a:latin typeface="Meiryo UI" pitchFamily="34" charset="0"/>
                <a:ea typeface="Meiryo UI" pitchFamily="34" charset="-122"/>
                <a:cs typeface="Meiryo UI" pitchFamily="34" charset="-120"/>
              </a:rPr>
              <a:t>R9</a:t>
            </a:r>
            <a:r>
              <a:rPr kumimoji="1" lang="ja-JP" altLang="en-US" sz="700" b="0" i="0" u="none" strike="noStrike" kern="1200" cap="none" spc="0" normalizeH="0" baseline="0" noProof="1">
                <a:ln>
                  <a:noFill/>
                </a:ln>
                <a:solidFill>
                  <a:srgbClr val="7030A0"/>
                </a:solidFill>
                <a:effectLst/>
                <a:uLnTx/>
                <a:uFillTx/>
                <a:latin typeface="Meiryo UI" pitchFamily="34" charset="0"/>
                <a:ea typeface="Meiryo UI" pitchFamily="34" charset="-122"/>
                <a:cs typeface="Meiryo UI" pitchFamily="34" charset="-120"/>
              </a:rPr>
              <a:t>年度</a:t>
            </a:r>
            <a:r>
              <a:rPr kumimoji="1" lang="en-US" altLang="ja-JP" sz="700" b="0" i="0" u="none" strike="noStrike" kern="1200" cap="none" spc="0" normalizeH="0" baseline="0" noProof="1">
                <a:ln>
                  <a:noFill/>
                </a:ln>
                <a:solidFill>
                  <a:srgbClr val="7030A0"/>
                </a:solidFill>
                <a:effectLst/>
                <a:uLnTx/>
                <a:uFillTx/>
                <a:latin typeface="Meiryo UI" pitchFamily="34" charset="0"/>
                <a:ea typeface="Meiryo UI" pitchFamily="34" charset="-122"/>
                <a:cs typeface="Meiryo UI" pitchFamily="34" charset="-120"/>
              </a:rPr>
              <a:t>4</a:t>
            </a:r>
            <a:r>
              <a:rPr kumimoji="1" lang="ja-JP" altLang="en-US" sz="700" b="0" i="0" u="none" strike="noStrike" kern="1200" cap="none" spc="0" normalizeH="0" baseline="0" noProof="1">
                <a:ln>
                  <a:noFill/>
                </a:ln>
                <a:solidFill>
                  <a:srgbClr val="7030A0"/>
                </a:solidFill>
                <a:effectLst/>
                <a:uLnTx/>
                <a:uFillTx/>
                <a:latin typeface="Meiryo UI" pitchFamily="34" charset="0"/>
                <a:ea typeface="Meiryo UI" pitchFamily="34" charset="-122"/>
                <a:cs typeface="Meiryo UI" pitchFamily="34" charset="-120"/>
              </a:rPr>
              <a:t>月から要件整理着手</a:t>
            </a:r>
            <a:r>
              <a:rPr kumimoji="1" lang="ja-JP" altLang="en-US" sz="700" b="0" i="0" u="none" strike="noStrike" kern="1200" cap="none" spc="0" normalizeH="0" baseline="0" noProof="0">
                <a:ln>
                  <a:noFill/>
                </a:ln>
                <a:solidFill>
                  <a:srgbClr val="7030A0"/>
                </a:solidFill>
                <a:effectLst/>
                <a:uLnTx/>
                <a:uFillTx/>
                <a:latin typeface="Meiryo UI" pitchFamily="34" charset="0"/>
                <a:ea typeface="Meiryo UI" pitchFamily="34" charset="-122"/>
                <a:cs typeface="Meiryo UI" pitchFamily="34" charset="-120"/>
              </a:rPr>
              <a:t>▼</a:t>
            </a:r>
            <a:endParaRPr kumimoji="1" lang="en-US" sz="700" b="0" i="0" u="none" strike="noStrike" kern="1200" cap="none" spc="0" normalizeH="0" baseline="0" noProof="0">
              <a:ln>
                <a:noFill/>
              </a:ln>
              <a:solidFill>
                <a:srgbClr val="7030A0"/>
              </a:solidFill>
              <a:effectLst/>
              <a:uLnTx/>
              <a:uFillTx/>
              <a:latin typeface="Meiryo UI"/>
              <a:ea typeface="Meiryo UI"/>
              <a:cs typeface="+mn-cs"/>
            </a:endParaRPr>
          </a:p>
        </p:txBody>
      </p:sp>
      <p:sp>
        <p:nvSpPr>
          <p:cNvPr id="18" name="shape_152">
            <a:extLst>
              <a:ext uri="{FF2B5EF4-FFF2-40B4-BE49-F238E27FC236}">
                <a16:creationId xmlns:a16="http://schemas.microsoft.com/office/drawing/2014/main" id="{68B20614-0A62-455C-18B2-FA44D54F00A3}"/>
              </a:ext>
            </a:extLst>
          </p:cNvPr>
          <p:cNvSpPr/>
          <p:nvPr>
            <p:custDataLst>
              <p:tags r:id="rId130"/>
            </p:custDataLst>
          </p:nvPr>
        </p:nvSpPr>
        <p:spPr>
          <a:xfrm>
            <a:off x="8354749" y="5283958"/>
            <a:ext cx="646088" cy="160514"/>
          </a:xfrm>
          <a:prstGeom prst="rect">
            <a:avLst/>
          </a:prstGeom>
          <a:noFill/>
          <a:ln/>
        </p:spPr>
        <p:txBody>
          <a:bodyPr vert="horz"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srgbClr val="7500C0"/>
                </a:solidFill>
                <a:effectLst/>
                <a:uLnTx/>
                <a:uFillTx/>
                <a:latin typeface="Meiryo UI" pitchFamily="34" charset="0"/>
                <a:ea typeface="Meiryo UI" pitchFamily="34" charset="-122"/>
                <a:cs typeface="Meiryo UI" pitchFamily="34" charset="-120"/>
              </a:rPr>
              <a:t>調達委員会▼</a:t>
            </a: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449" name="shape_82">
            <a:extLst>
              <a:ext uri="{FF2B5EF4-FFF2-40B4-BE49-F238E27FC236}">
                <a16:creationId xmlns:a16="http://schemas.microsoft.com/office/drawing/2014/main" id="{F6CDE7A4-6851-1B1E-1380-818DBFA2F5ED}"/>
              </a:ext>
            </a:extLst>
          </p:cNvPr>
          <p:cNvSpPr/>
          <p:nvPr>
            <p:custDataLst>
              <p:tags r:id="rId131"/>
            </p:custDataLst>
          </p:nvPr>
        </p:nvSpPr>
        <p:spPr>
          <a:xfrm>
            <a:off x="1192073" y="5106866"/>
            <a:ext cx="8388000" cy="0"/>
          </a:xfrm>
          <a:prstGeom prst="line">
            <a:avLst/>
          </a:prstGeom>
          <a:noFill/>
          <a:ln w="3175">
            <a:solidFill>
              <a:schemeClr val="bg1">
                <a:lumMod val="75000"/>
              </a:schemeClr>
            </a:solidFill>
            <a:prstDash val="sysDot"/>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sp>
        <p:nvSpPr>
          <p:cNvPr id="466" name="正方形/長方形 465">
            <a:extLst>
              <a:ext uri="{FF2B5EF4-FFF2-40B4-BE49-F238E27FC236}">
                <a16:creationId xmlns:a16="http://schemas.microsoft.com/office/drawing/2014/main" id="{26FDBB5F-E6C9-181E-C850-B6E208CA198D}"/>
              </a:ext>
            </a:extLst>
          </p:cNvPr>
          <p:cNvSpPr/>
          <p:nvPr/>
        </p:nvSpPr>
        <p:spPr>
          <a:xfrm>
            <a:off x="1252490" y="5221689"/>
            <a:ext cx="2498813" cy="988566"/>
          </a:xfrm>
          <a:prstGeom prst="rect">
            <a:avLst/>
          </a:prstGeom>
          <a:solidFill>
            <a:srgbClr val="FFFFFF"/>
          </a:solidFill>
          <a:ln>
            <a:solidFill>
              <a:srgbClr val="000000"/>
            </a:solidFill>
          </a:ln>
        </p:spPr>
        <p:txBody>
          <a:bodyPr lIns="36000" rIns="36000" rtlCol="0" anchor="ct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ja-JP" altLang="en-US" sz="700" b="0" i="0" u="none" strike="noStrike" kern="0" cap="none" spc="0" normalizeH="0" baseline="0" noProof="0">
                <a:ln>
                  <a:noFill/>
                </a:ln>
                <a:solidFill>
                  <a:prstClr val="black"/>
                </a:solidFill>
                <a:effectLst/>
                <a:uLnTx/>
                <a:uFillTx/>
                <a:latin typeface="Meiryo UI"/>
                <a:ea typeface="Meiryo UI"/>
                <a:cs typeface="+mn-cs"/>
              </a:rPr>
              <a:t> 令和</a:t>
            </a:r>
            <a:r>
              <a:rPr kumimoji="0" lang="en-US" altLang="ja-JP" sz="700" b="0" i="0" u="none" strike="noStrike" kern="0" cap="none" spc="0" normalizeH="0" baseline="0" noProof="0">
                <a:ln>
                  <a:noFill/>
                </a:ln>
                <a:solidFill>
                  <a:prstClr val="black"/>
                </a:solidFill>
                <a:effectLst/>
                <a:uLnTx/>
                <a:uFillTx/>
                <a:latin typeface="Meiryo UI"/>
                <a:ea typeface="Meiryo UI"/>
                <a:cs typeface="+mn-cs"/>
              </a:rPr>
              <a:t>9</a:t>
            </a:r>
            <a:r>
              <a:rPr kumimoji="0" lang="ja-JP" altLang="en-US" sz="700" b="0" i="0" u="none" strike="noStrike" kern="0" cap="none" spc="0" normalizeH="0" baseline="0" noProof="0">
                <a:ln>
                  <a:noFill/>
                </a:ln>
                <a:solidFill>
                  <a:prstClr val="black"/>
                </a:solidFill>
                <a:effectLst/>
                <a:uLnTx/>
                <a:uFillTx/>
                <a:latin typeface="Meiryo UI"/>
                <a:ea typeface="Meiryo UI"/>
                <a:cs typeface="+mn-cs"/>
              </a:rPr>
              <a:t>年度案件グループ①～③の定義は以下の通り</a:t>
            </a:r>
            <a:endParaRPr kumimoji="0" lang="en-US" altLang="ja-JP" sz="700" b="0" i="0" u="none" strike="noStrike" kern="0" cap="none" spc="0" normalizeH="0" baseline="0" noProof="0">
              <a:ln>
                <a:noFill/>
              </a:ln>
              <a:solidFill>
                <a:prstClr val="black"/>
              </a:solidFill>
              <a:effectLst/>
              <a:uLnTx/>
              <a:uFillTx/>
              <a:latin typeface="Meiryo UI"/>
              <a:ea typeface="Meiryo UI"/>
              <a:cs typeface="+mn-cs"/>
            </a:endParaRPr>
          </a:p>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ja-JP" altLang="en-US" sz="700" b="0" i="0" u="none" strike="noStrike" kern="0" cap="none" spc="0" normalizeH="0" baseline="0" noProof="0">
                <a:ln>
                  <a:noFill/>
                </a:ln>
                <a:solidFill>
                  <a:prstClr val="black"/>
                </a:solidFill>
                <a:effectLst/>
                <a:uLnTx/>
                <a:uFillTx/>
                <a:latin typeface="Meiryo UI"/>
                <a:ea typeface="Meiryo UI"/>
                <a:cs typeface="+mn-cs"/>
              </a:rPr>
              <a:t>①：令和</a:t>
            </a:r>
            <a:r>
              <a:rPr kumimoji="0" lang="en-US" altLang="ja-JP" sz="700" b="0" i="0" u="none" strike="noStrike" kern="0" cap="none" spc="0" normalizeH="0" baseline="0" noProof="0">
                <a:ln>
                  <a:noFill/>
                </a:ln>
                <a:solidFill>
                  <a:prstClr val="black"/>
                </a:solidFill>
                <a:effectLst/>
                <a:uLnTx/>
                <a:uFillTx/>
                <a:latin typeface="Meiryo UI"/>
                <a:ea typeface="Meiryo UI"/>
                <a:cs typeface="+mn-cs"/>
              </a:rPr>
              <a:t>8</a:t>
            </a:r>
            <a:r>
              <a:rPr kumimoji="0" lang="ja-JP" altLang="en-US" sz="700" b="0" i="0" u="none" strike="noStrike" kern="0" cap="none" spc="0" normalizeH="0" baseline="0" noProof="0">
                <a:ln>
                  <a:noFill/>
                </a:ln>
                <a:solidFill>
                  <a:prstClr val="black"/>
                </a:solidFill>
                <a:effectLst/>
                <a:uLnTx/>
                <a:uFillTx/>
                <a:latin typeface="Meiryo UI"/>
                <a:ea typeface="Meiryo UI"/>
                <a:cs typeface="+mn-cs"/>
              </a:rPr>
              <a:t>年</a:t>
            </a:r>
            <a:r>
              <a:rPr kumimoji="0" lang="en-US" altLang="ja-JP" sz="700" b="0" i="0" u="none" strike="noStrike" kern="0" cap="none" spc="0" normalizeH="0" baseline="0" noProof="0">
                <a:ln>
                  <a:noFill/>
                </a:ln>
                <a:solidFill>
                  <a:prstClr val="black"/>
                </a:solidFill>
                <a:effectLst/>
                <a:uLnTx/>
                <a:uFillTx/>
                <a:latin typeface="Meiryo UI"/>
                <a:ea typeface="Meiryo UI"/>
                <a:cs typeface="+mn-cs"/>
              </a:rPr>
              <a:t>10</a:t>
            </a:r>
            <a:r>
              <a:rPr kumimoji="0" lang="ja-JP" altLang="en-US" sz="700" b="0" i="0" u="none" strike="noStrike" kern="0" cap="none" spc="0" normalizeH="0" baseline="0" noProof="0">
                <a:ln>
                  <a:noFill/>
                </a:ln>
                <a:solidFill>
                  <a:prstClr val="black"/>
                </a:solidFill>
                <a:effectLst/>
                <a:uLnTx/>
                <a:uFillTx/>
                <a:latin typeface="Meiryo UI"/>
                <a:ea typeface="Meiryo UI"/>
                <a:cs typeface="+mn-cs"/>
              </a:rPr>
              <a:t>月の調達委員会にて案件概要を提示できるもの（令和</a:t>
            </a:r>
            <a:r>
              <a:rPr kumimoji="0" lang="en-US" altLang="ja-JP" sz="700" b="0" i="0" u="none" strike="noStrike" kern="0" cap="none" spc="0" normalizeH="0" baseline="0" noProof="0">
                <a:ln>
                  <a:noFill/>
                </a:ln>
                <a:solidFill>
                  <a:prstClr val="black"/>
                </a:solidFill>
                <a:effectLst/>
                <a:uLnTx/>
                <a:uFillTx/>
                <a:latin typeface="Meiryo UI"/>
                <a:ea typeface="Meiryo UI"/>
                <a:cs typeface="+mn-cs"/>
              </a:rPr>
              <a:t>9</a:t>
            </a:r>
            <a:r>
              <a:rPr kumimoji="0" lang="ja-JP" altLang="en-US" sz="700" b="0" i="0" u="none" strike="noStrike" kern="0" cap="none" spc="0" normalizeH="0" baseline="0" noProof="0">
                <a:ln>
                  <a:noFill/>
                </a:ln>
                <a:solidFill>
                  <a:prstClr val="black"/>
                </a:solidFill>
                <a:effectLst/>
                <a:uLnTx/>
                <a:uFillTx/>
                <a:latin typeface="Meiryo UI"/>
                <a:ea typeface="Meiryo UI"/>
                <a:cs typeface="+mn-cs"/>
              </a:rPr>
              <a:t>年</a:t>
            </a:r>
            <a:r>
              <a:rPr kumimoji="0" lang="en-US" altLang="ja-JP" sz="700" b="0" i="0" u="none" strike="noStrike" kern="0" cap="none" spc="0" normalizeH="0" baseline="0" noProof="0">
                <a:ln>
                  <a:noFill/>
                </a:ln>
                <a:solidFill>
                  <a:prstClr val="black"/>
                </a:solidFill>
                <a:effectLst/>
                <a:uLnTx/>
                <a:uFillTx/>
                <a:latin typeface="Meiryo UI"/>
                <a:ea typeface="Meiryo UI"/>
                <a:cs typeface="+mn-cs"/>
              </a:rPr>
              <a:t>12</a:t>
            </a:r>
            <a:r>
              <a:rPr kumimoji="0" lang="ja-JP" altLang="en-US" sz="700" b="0" i="0" u="none" strike="noStrike" kern="0" cap="none" spc="0" normalizeH="0" baseline="0" noProof="0">
                <a:ln>
                  <a:noFill/>
                </a:ln>
                <a:solidFill>
                  <a:prstClr val="black"/>
                </a:solidFill>
                <a:effectLst/>
                <a:uLnTx/>
                <a:uFillTx/>
                <a:latin typeface="Meiryo UI"/>
                <a:ea typeface="Meiryo UI"/>
                <a:cs typeface="+mn-cs"/>
              </a:rPr>
              <a:t>月リリース予定)</a:t>
            </a:r>
            <a:endParaRPr kumimoji="0" lang="en-US" altLang="ja-JP" sz="700" b="0" i="0" u="none" strike="noStrike" kern="0" cap="none" spc="0" normalizeH="0" baseline="0" noProof="0">
              <a:ln>
                <a:noFill/>
              </a:ln>
              <a:solidFill>
                <a:prstClr val="black"/>
              </a:solidFill>
              <a:effectLst/>
              <a:uLnTx/>
              <a:uFillTx/>
              <a:latin typeface="Meiryo UI"/>
              <a:ea typeface="Meiryo UI"/>
              <a:cs typeface="+mn-cs"/>
            </a:endParaRPr>
          </a:p>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ja-JP" altLang="en-US" sz="700" b="0" i="0" u="none" strike="noStrike" kern="0" cap="none" spc="0" normalizeH="0" baseline="0" noProof="0">
                <a:ln>
                  <a:noFill/>
                </a:ln>
                <a:solidFill>
                  <a:prstClr val="black"/>
                </a:solidFill>
                <a:effectLst/>
                <a:uLnTx/>
                <a:uFillTx/>
                <a:latin typeface="Meiryo UI"/>
                <a:ea typeface="Meiryo UI"/>
                <a:cs typeface="+mn-cs"/>
              </a:rPr>
              <a:t>②：モデル事業の検証結果等に起因する新規案件で、令和</a:t>
            </a:r>
            <a:r>
              <a:rPr kumimoji="0" lang="en-US" altLang="ja-JP" sz="700" b="0" i="0" u="none" strike="noStrike" kern="0" cap="none" spc="0" normalizeH="0" baseline="0" noProof="0">
                <a:ln>
                  <a:noFill/>
                </a:ln>
                <a:solidFill>
                  <a:prstClr val="black"/>
                </a:solidFill>
                <a:effectLst/>
                <a:uLnTx/>
                <a:uFillTx/>
                <a:latin typeface="Meiryo UI"/>
                <a:ea typeface="Meiryo UI"/>
                <a:cs typeface="+mn-cs"/>
              </a:rPr>
              <a:t>9</a:t>
            </a:r>
            <a:r>
              <a:rPr kumimoji="0" lang="ja-JP" altLang="en-US" sz="700" b="0" i="0" u="none" strike="noStrike" kern="0" cap="none" spc="0" normalizeH="0" baseline="0" noProof="0">
                <a:ln>
                  <a:noFill/>
                </a:ln>
                <a:solidFill>
                  <a:prstClr val="black"/>
                </a:solidFill>
                <a:effectLst/>
                <a:uLnTx/>
                <a:uFillTx/>
                <a:latin typeface="Meiryo UI"/>
                <a:ea typeface="Meiryo UI"/>
                <a:cs typeface="+mn-cs"/>
              </a:rPr>
              <a:t>年</a:t>
            </a:r>
            <a:r>
              <a:rPr kumimoji="0" lang="en-US" altLang="ja-JP" sz="700" b="0" i="0" u="none" strike="noStrike" kern="0" cap="none" spc="0" normalizeH="0" baseline="0" noProof="0">
                <a:ln>
                  <a:noFill/>
                </a:ln>
                <a:solidFill>
                  <a:prstClr val="black"/>
                </a:solidFill>
                <a:effectLst/>
                <a:uLnTx/>
                <a:uFillTx/>
                <a:latin typeface="Meiryo UI"/>
                <a:ea typeface="Meiryo UI"/>
                <a:cs typeface="+mn-cs"/>
              </a:rPr>
              <a:t>1</a:t>
            </a:r>
            <a:r>
              <a:rPr kumimoji="0" lang="ja-JP" altLang="en-US" sz="700" b="0" i="0" u="none" strike="noStrike" kern="0" cap="none" spc="0" normalizeH="0" baseline="0" noProof="0">
                <a:ln>
                  <a:noFill/>
                </a:ln>
                <a:solidFill>
                  <a:prstClr val="black"/>
                </a:solidFill>
                <a:effectLst/>
                <a:uLnTx/>
                <a:uFillTx/>
                <a:latin typeface="Meiryo UI"/>
                <a:ea typeface="Meiryo UI"/>
                <a:cs typeface="+mn-cs"/>
              </a:rPr>
              <a:t>月中旬までに起票されたもの</a:t>
            </a:r>
            <a:r>
              <a:rPr kumimoji="0" lang="en-US" altLang="ja-JP" sz="700" b="0" i="0" u="none" strike="noStrike" kern="0" cap="none" spc="0" normalizeH="0" baseline="0" noProof="0">
                <a:ln>
                  <a:noFill/>
                </a:ln>
                <a:solidFill>
                  <a:prstClr val="black"/>
                </a:solidFill>
                <a:effectLst/>
                <a:uLnTx/>
                <a:uFillTx/>
                <a:latin typeface="Meiryo UI"/>
                <a:ea typeface="Meiryo UI"/>
                <a:cs typeface="+mn-cs"/>
              </a:rPr>
              <a:t>(</a:t>
            </a:r>
            <a:r>
              <a:rPr kumimoji="0" lang="ja-JP" altLang="en-US" sz="700" b="0" i="0" u="none" strike="noStrike" kern="0" cap="none" spc="0" normalizeH="0" baseline="0" noProof="0">
                <a:ln>
                  <a:noFill/>
                </a:ln>
                <a:solidFill>
                  <a:prstClr val="black"/>
                </a:solidFill>
                <a:effectLst/>
                <a:uLnTx/>
                <a:uFillTx/>
                <a:latin typeface="Meiryo UI"/>
                <a:ea typeface="Meiryo UI"/>
                <a:cs typeface="+mn-cs"/>
              </a:rPr>
              <a:t>令和</a:t>
            </a:r>
            <a:r>
              <a:rPr kumimoji="0" lang="en-US" altLang="ja-JP" sz="700" b="0" i="0" u="none" strike="noStrike" kern="0" cap="none" spc="0" normalizeH="0" baseline="0" noProof="0">
                <a:ln>
                  <a:noFill/>
                </a:ln>
                <a:solidFill>
                  <a:prstClr val="black"/>
                </a:solidFill>
                <a:effectLst/>
                <a:uLnTx/>
                <a:uFillTx/>
                <a:latin typeface="Meiryo UI"/>
                <a:ea typeface="Meiryo UI"/>
                <a:cs typeface="+mn-cs"/>
              </a:rPr>
              <a:t>9</a:t>
            </a:r>
            <a:r>
              <a:rPr kumimoji="0" lang="ja-JP" altLang="en-US" sz="700" b="0" i="0" u="none" strike="noStrike" kern="0" cap="none" spc="0" normalizeH="0" baseline="0" noProof="0">
                <a:ln>
                  <a:noFill/>
                </a:ln>
                <a:solidFill>
                  <a:prstClr val="black"/>
                </a:solidFill>
                <a:effectLst/>
                <a:uLnTx/>
                <a:uFillTx/>
                <a:latin typeface="Meiryo UI"/>
                <a:ea typeface="Meiryo UI"/>
                <a:cs typeface="+mn-cs"/>
              </a:rPr>
              <a:t>年</a:t>
            </a:r>
            <a:r>
              <a:rPr kumimoji="0" lang="en-US" altLang="ja-JP" sz="700" b="0" i="0" u="none" strike="noStrike" kern="0" cap="none" spc="0" normalizeH="0" baseline="0" noProof="0">
                <a:ln>
                  <a:noFill/>
                </a:ln>
                <a:solidFill>
                  <a:prstClr val="black"/>
                </a:solidFill>
                <a:effectLst/>
                <a:uLnTx/>
                <a:uFillTx/>
                <a:latin typeface="Meiryo UI"/>
                <a:ea typeface="Meiryo UI"/>
                <a:cs typeface="+mn-cs"/>
              </a:rPr>
              <a:t>12</a:t>
            </a:r>
            <a:r>
              <a:rPr kumimoji="0" lang="ja-JP" altLang="en-US" sz="700" b="0" i="0" u="none" strike="noStrike" kern="0" cap="none" spc="0" normalizeH="0" baseline="0" noProof="0">
                <a:ln>
                  <a:noFill/>
                </a:ln>
                <a:solidFill>
                  <a:prstClr val="black"/>
                </a:solidFill>
                <a:effectLst/>
                <a:uLnTx/>
                <a:uFillTx/>
                <a:latin typeface="Meiryo UI"/>
                <a:ea typeface="Meiryo UI"/>
                <a:cs typeface="+mn-cs"/>
              </a:rPr>
              <a:t>月リリース予定)</a:t>
            </a:r>
            <a:endParaRPr kumimoji="0" lang="en-US" altLang="ja-JP" sz="700" b="0" i="0" u="none" strike="noStrike" kern="0" cap="none" spc="0" normalizeH="0" baseline="0" noProof="0">
              <a:ln>
                <a:noFill/>
              </a:ln>
              <a:solidFill>
                <a:prstClr val="black"/>
              </a:solidFill>
              <a:effectLst/>
              <a:uLnTx/>
              <a:uFillTx/>
              <a:latin typeface="Meiryo UI"/>
              <a:ea typeface="Meiryo UI"/>
              <a:cs typeface="+mn-cs"/>
            </a:endParaRPr>
          </a:p>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ja-JP" altLang="en-US" sz="700" b="0" i="0" u="none" strike="noStrike" kern="0" cap="none" spc="0" normalizeH="0" baseline="0" noProof="0">
                <a:ln>
                  <a:noFill/>
                </a:ln>
                <a:solidFill>
                  <a:prstClr val="black"/>
                </a:solidFill>
                <a:effectLst/>
                <a:uLnTx/>
                <a:uFillTx/>
                <a:latin typeface="Meiryo UI"/>
                <a:ea typeface="Meiryo UI"/>
                <a:cs typeface="+mn-cs"/>
              </a:rPr>
              <a:t>③：モデル事業の検証結果等に起因する新規案件で、令和</a:t>
            </a:r>
            <a:r>
              <a:rPr kumimoji="0" lang="en-US" altLang="ja-JP" sz="700" b="0" i="0" u="none" strike="noStrike" kern="0" cap="none" spc="0" normalizeH="0" baseline="0" noProof="0">
                <a:ln>
                  <a:noFill/>
                </a:ln>
                <a:solidFill>
                  <a:prstClr val="black"/>
                </a:solidFill>
                <a:effectLst/>
                <a:uLnTx/>
                <a:uFillTx/>
                <a:latin typeface="Meiryo UI"/>
                <a:ea typeface="Meiryo UI"/>
                <a:cs typeface="+mn-cs"/>
              </a:rPr>
              <a:t>9</a:t>
            </a:r>
            <a:r>
              <a:rPr kumimoji="0" lang="ja-JP" altLang="en-US" sz="700" b="0" i="0" u="none" strike="noStrike" kern="0" cap="none" spc="0" normalizeH="0" baseline="0" noProof="0">
                <a:ln>
                  <a:noFill/>
                </a:ln>
                <a:solidFill>
                  <a:prstClr val="black"/>
                </a:solidFill>
                <a:effectLst/>
                <a:uLnTx/>
                <a:uFillTx/>
                <a:latin typeface="Meiryo UI"/>
                <a:ea typeface="Meiryo UI"/>
                <a:cs typeface="+mn-cs"/>
              </a:rPr>
              <a:t>年</a:t>
            </a:r>
            <a:r>
              <a:rPr kumimoji="0" lang="en-US" altLang="ja-JP" sz="700" b="0" i="0" u="none" strike="noStrike" kern="0" cap="none" spc="0" normalizeH="0" baseline="0" noProof="0">
                <a:ln>
                  <a:noFill/>
                </a:ln>
                <a:solidFill>
                  <a:prstClr val="black"/>
                </a:solidFill>
                <a:effectLst/>
                <a:uLnTx/>
                <a:uFillTx/>
                <a:latin typeface="Meiryo UI"/>
                <a:ea typeface="Meiryo UI"/>
                <a:cs typeface="+mn-cs"/>
              </a:rPr>
              <a:t>1</a:t>
            </a:r>
            <a:r>
              <a:rPr kumimoji="0" lang="ja-JP" altLang="en-US" sz="700" b="0" i="0" u="none" strike="noStrike" kern="0" cap="none" spc="0" normalizeH="0" baseline="0" noProof="0">
                <a:ln>
                  <a:noFill/>
                </a:ln>
                <a:solidFill>
                  <a:prstClr val="black"/>
                </a:solidFill>
                <a:effectLst/>
                <a:uLnTx/>
                <a:uFillTx/>
                <a:latin typeface="Meiryo UI"/>
                <a:ea typeface="Meiryo UI"/>
                <a:cs typeface="+mn-cs"/>
              </a:rPr>
              <a:t>月中旬以降に起票されたもの</a:t>
            </a:r>
            <a:r>
              <a:rPr kumimoji="0" lang="en-US" altLang="ja-JP" sz="700" b="0" i="0" u="none" strike="noStrike" kern="0" cap="none" spc="0" normalizeH="0" baseline="0" noProof="0">
                <a:ln>
                  <a:noFill/>
                </a:ln>
                <a:solidFill>
                  <a:srgbClr val="000000"/>
                </a:solidFill>
                <a:effectLst/>
                <a:uLnTx/>
                <a:uFillTx/>
                <a:latin typeface="Meiryo UI"/>
                <a:ea typeface="Meiryo UI"/>
                <a:cs typeface="+mn-cs"/>
              </a:rPr>
              <a:t>(</a:t>
            </a:r>
            <a:r>
              <a:rPr kumimoji="0" lang="ja-JP" altLang="en-US" sz="700" b="0" i="0" u="none" strike="noStrike" kern="0" cap="none" spc="0" normalizeH="0" baseline="0" noProof="0">
                <a:ln>
                  <a:noFill/>
                </a:ln>
                <a:solidFill>
                  <a:srgbClr val="000000"/>
                </a:solidFill>
                <a:effectLst/>
                <a:uLnTx/>
                <a:uFillTx/>
                <a:latin typeface="Meiryo UI"/>
                <a:ea typeface="Meiryo UI"/>
                <a:cs typeface="+mn-cs"/>
              </a:rPr>
              <a:t>開発スケジュール・リリース時期は都度調整</a:t>
            </a:r>
            <a:r>
              <a:rPr kumimoji="0" lang="en-US" altLang="ja-JP" sz="700" b="0" i="0" u="none" strike="noStrike" kern="0" cap="none" spc="0" normalizeH="0" baseline="0" noProof="0">
                <a:ln>
                  <a:noFill/>
                </a:ln>
                <a:solidFill>
                  <a:srgbClr val="000000"/>
                </a:solidFill>
                <a:effectLst/>
                <a:uLnTx/>
                <a:uFillTx/>
                <a:latin typeface="Meiryo UI"/>
                <a:ea typeface="Meiryo UI"/>
                <a:cs typeface="+mn-cs"/>
              </a:rPr>
              <a:t>)</a:t>
            </a:r>
            <a:endParaRPr kumimoji="0" lang="en-US" altLang="ja-JP" sz="700" b="0" i="0" u="none" strike="noStrike" kern="0" cap="none" spc="0" normalizeH="0" baseline="0" noProof="0">
              <a:ln>
                <a:noFill/>
              </a:ln>
              <a:solidFill>
                <a:prstClr val="black"/>
              </a:solidFill>
              <a:effectLst/>
              <a:uLnTx/>
              <a:uFillTx/>
              <a:latin typeface="Meiryo UI"/>
              <a:ea typeface="Meiryo UI"/>
              <a:cs typeface="+mn-cs"/>
            </a:endParaRPr>
          </a:p>
        </p:txBody>
      </p:sp>
      <p:sp>
        <p:nvSpPr>
          <p:cNvPr id="474" name="矢印: 五方向 473">
            <a:extLst>
              <a:ext uri="{FF2B5EF4-FFF2-40B4-BE49-F238E27FC236}">
                <a16:creationId xmlns:a16="http://schemas.microsoft.com/office/drawing/2014/main" id="{0DDC921B-4BB3-F355-3A7C-9E6A047BEC01}"/>
              </a:ext>
            </a:extLst>
          </p:cNvPr>
          <p:cNvSpPr/>
          <p:nvPr/>
        </p:nvSpPr>
        <p:spPr>
          <a:xfrm>
            <a:off x="1166890" y="4926583"/>
            <a:ext cx="3553544" cy="120424"/>
          </a:xfrm>
          <a:prstGeom prst="homePlate">
            <a:avLst/>
          </a:prstGeom>
          <a:solidFill>
            <a:schemeClr val="bg1">
              <a:lumMod val="95000"/>
            </a:schemeClr>
          </a:solidFill>
          <a:ln w="3175">
            <a:solidFill>
              <a:srgbClr val="D9D9D9"/>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700" b="0" i="0" u="none" strike="noStrike" kern="1200" cap="none" spc="0" normalizeH="0" baseline="0" noProof="0">
                <a:ln>
                  <a:noFill/>
                </a:ln>
                <a:solidFill>
                  <a:prstClr val="white">
                    <a:lumMod val="65000"/>
                  </a:prstClr>
                </a:solidFill>
                <a:effectLst/>
                <a:uLnTx/>
                <a:uFillTx/>
                <a:latin typeface="Meiryo UI"/>
                <a:ea typeface="Meiryo UI"/>
                <a:cs typeface="+mn-cs"/>
              </a:rPr>
              <a:t>案件検討</a:t>
            </a:r>
          </a:p>
        </p:txBody>
      </p:sp>
      <p:sp>
        <p:nvSpPr>
          <p:cNvPr id="475" name="矢印: 五方向 474">
            <a:extLst>
              <a:ext uri="{FF2B5EF4-FFF2-40B4-BE49-F238E27FC236}">
                <a16:creationId xmlns:a16="http://schemas.microsoft.com/office/drawing/2014/main" id="{ABA962F2-DB92-B313-CEA8-79AE21CC8E9D}"/>
              </a:ext>
            </a:extLst>
          </p:cNvPr>
          <p:cNvSpPr/>
          <p:nvPr/>
        </p:nvSpPr>
        <p:spPr>
          <a:xfrm>
            <a:off x="4723867" y="4926583"/>
            <a:ext cx="1288757" cy="120424"/>
          </a:xfrm>
          <a:prstGeom prst="homePlate">
            <a:avLst/>
          </a:prstGeom>
          <a:solidFill>
            <a:schemeClr val="bg2">
              <a:lumMod val="90000"/>
            </a:schemeClr>
          </a:solidFill>
          <a:ln w="3175">
            <a:solidFill>
              <a:schemeClr val="tx1"/>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700" b="0" i="0" u="none" strike="noStrike" kern="1200" cap="none" spc="0" normalizeH="0" baseline="0" noProof="0">
                <a:ln>
                  <a:noFill/>
                </a:ln>
                <a:solidFill>
                  <a:prstClr val="black"/>
                </a:solidFill>
                <a:effectLst/>
                <a:uLnTx/>
                <a:uFillTx/>
                <a:latin typeface="Meiryo UI"/>
                <a:ea typeface="Meiryo UI"/>
                <a:cs typeface="+mn-cs"/>
              </a:rPr>
              <a:t>調達手続き</a:t>
            </a:r>
          </a:p>
        </p:txBody>
      </p:sp>
      <p:sp>
        <p:nvSpPr>
          <p:cNvPr id="477" name="矢印: 五方向 476">
            <a:extLst>
              <a:ext uri="{FF2B5EF4-FFF2-40B4-BE49-F238E27FC236}">
                <a16:creationId xmlns:a16="http://schemas.microsoft.com/office/drawing/2014/main" id="{710BE146-8FBB-0E05-0FE1-9AC274C2411E}"/>
              </a:ext>
            </a:extLst>
          </p:cNvPr>
          <p:cNvSpPr/>
          <p:nvPr/>
        </p:nvSpPr>
        <p:spPr>
          <a:xfrm>
            <a:off x="7950928" y="5461359"/>
            <a:ext cx="804560" cy="143398"/>
          </a:xfrm>
          <a:prstGeom prst="homePlate">
            <a:avLst/>
          </a:prstGeom>
          <a:solidFill>
            <a:srgbClr val="FFFFCC"/>
          </a:solidFill>
          <a:ln w="3175">
            <a:solidFill>
              <a:schemeClr val="tx1"/>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700" b="0" i="0" u="none" strike="noStrike" kern="1200" cap="none" spc="0" normalizeH="0" baseline="0" noProof="0">
                <a:ln>
                  <a:noFill/>
                </a:ln>
                <a:solidFill>
                  <a:prstClr val="black"/>
                </a:solidFill>
                <a:effectLst/>
                <a:uLnTx/>
                <a:uFillTx/>
                <a:latin typeface="Meiryo UI"/>
                <a:ea typeface="Meiryo UI"/>
                <a:cs typeface="+mn-cs"/>
              </a:rPr>
              <a:t>要件整理・見積</a:t>
            </a:r>
          </a:p>
        </p:txBody>
      </p:sp>
      <p:sp>
        <p:nvSpPr>
          <p:cNvPr id="481" name="矢印: 五方向 480">
            <a:extLst>
              <a:ext uri="{FF2B5EF4-FFF2-40B4-BE49-F238E27FC236}">
                <a16:creationId xmlns:a16="http://schemas.microsoft.com/office/drawing/2014/main" id="{4796D4CF-7F06-5302-E619-9B7910ABEF6F}"/>
              </a:ext>
            </a:extLst>
          </p:cNvPr>
          <p:cNvSpPr/>
          <p:nvPr/>
        </p:nvSpPr>
        <p:spPr>
          <a:xfrm>
            <a:off x="8766467" y="5461359"/>
            <a:ext cx="812409" cy="133518"/>
          </a:xfrm>
          <a:prstGeom prst="homePlate">
            <a:avLst/>
          </a:prstGeom>
          <a:solidFill>
            <a:schemeClr val="bg2">
              <a:lumMod val="90000"/>
            </a:schemeClr>
          </a:solidFill>
          <a:ln w="3175">
            <a:solidFill>
              <a:schemeClr val="tx1"/>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700" b="0" i="0" u="none" strike="noStrike" kern="1200" cap="none" spc="0" normalizeH="0" baseline="0" noProof="0">
                <a:ln>
                  <a:noFill/>
                </a:ln>
                <a:solidFill>
                  <a:prstClr val="black"/>
                </a:solidFill>
                <a:effectLst/>
                <a:uLnTx/>
                <a:uFillTx/>
                <a:latin typeface="Meiryo UI"/>
                <a:ea typeface="Meiryo UI"/>
                <a:cs typeface="+mn-cs"/>
              </a:rPr>
              <a:t>精査・調達</a:t>
            </a:r>
          </a:p>
        </p:txBody>
      </p:sp>
      <p:sp>
        <p:nvSpPr>
          <p:cNvPr id="490" name="矢印: 五方向 489">
            <a:extLst>
              <a:ext uri="{FF2B5EF4-FFF2-40B4-BE49-F238E27FC236}">
                <a16:creationId xmlns:a16="http://schemas.microsoft.com/office/drawing/2014/main" id="{5993F5A5-5377-A894-AD20-DB35E2041541}"/>
              </a:ext>
            </a:extLst>
          </p:cNvPr>
          <p:cNvSpPr/>
          <p:nvPr/>
        </p:nvSpPr>
        <p:spPr>
          <a:xfrm>
            <a:off x="5366519" y="5461358"/>
            <a:ext cx="2568437" cy="136925"/>
          </a:xfrm>
          <a:prstGeom prst="homePlate">
            <a:avLst/>
          </a:prstGeom>
          <a:solidFill>
            <a:schemeClr val="bg2">
              <a:lumMod val="90000"/>
            </a:schemeClr>
          </a:solidFill>
          <a:ln w="3175">
            <a:solidFill>
              <a:schemeClr val="tx1"/>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700" b="0" i="0" u="none" strike="noStrike" kern="1200" cap="none" spc="0" normalizeH="0" baseline="0" noProof="0">
                <a:ln>
                  <a:noFill/>
                </a:ln>
                <a:solidFill>
                  <a:prstClr val="black"/>
                </a:solidFill>
                <a:effectLst/>
                <a:uLnTx/>
                <a:uFillTx/>
                <a:latin typeface="Meiryo UI"/>
                <a:ea typeface="Meiryo UI"/>
                <a:cs typeface="+mn-cs"/>
              </a:rPr>
              <a:t>モデル事業検証結果取りまとめ・案件検討</a:t>
            </a:r>
          </a:p>
        </p:txBody>
      </p:sp>
      <p:sp>
        <p:nvSpPr>
          <p:cNvPr id="495" name="矢印: 五方向 494">
            <a:extLst>
              <a:ext uri="{FF2B5EF4-FFF2-40B4-BE49-F238E27FC236}">
                <a16:creationId xmlns:a16="http://schemas.microsoft.com/office/drawing/2014/main" id="{17D04F05-B4F5-9894-645D-AA8D9C4516D6}"/>
              </a:ext>
            </a:extLst>
          </p:cNvPr>
          <p:cNvSpPr/>
          <p:nvPr/>
        </p:nvSpPr>
        <p:spPr>
          <a:xfrm>
            <a:off x="5366519" y="5923525"/>
            <a:ext cx="4209279" cy="120425"/>
          </a:xfrm>
          <a:prstGeom prst="homePlate">
            <a:avLst/>
          </a:prstGeom>
          <a:solidFill>
            <a:schemeClr val="bg2">
              <a:lumMod val="90000"/>
            </a:schemeClr>
          </a:solidFill>
          <a:ln w="3175">
            <a:solidFill>
              <a:schemeClr val="tx1"/>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700" b="0" i="0" u="none" strike="noStrike" kern="1200" cap="none" spc="0" normalizeH="0" baseline="0" noProof="0">
                <a:ln>
                  <a:noFill/>
                </a:ln>
                <a:solidFill>
                  <a:prstClr val="black"/>
                </a:solidFill>
                <a:effectLst/>
                <a:uLnTx/>
                <a:uFillTx/>
                <a:latin typeface="Meiryo UI"/>
                <a:ea typeface="Meiryo UI"/>
                <a:cs typeface="+mn-cs"/>
              </a:rPr>
              <a:t>モデル事業検証結果取りまとめ・案件検討</a:t>
            </a:r>
          </a:p>
        </p:txBody>
      </p:sp>
      <p:sp>
        <p:nvSpPr>
          <p:cNvPr id="523" name="矢印: 五方向 522">
            <a:extLst>
              <a:ext uri="{FF2B5EF4-FFF2-40B4-BE49-F238E27FC236}">
                <a16:creationId xmlns:a16="http://schemas.microsoft.com/office/drawing/2014/main" id="{40FCE4C4-A685-7974-0C7C-F8A574837D5F}"/>
              </a:ext>
            </a:extLst>
          </p:cNvPr>
          <p:cNvSpPr/>
          <p:nvPr/>
        </p:nvSpPr>
        <p:spPr>
          <a:xfrm>
            <a:off x="5369968" y="6428808"/>
            <a:ext cx="642657" cy="120424"/>
          </a:xfrm>
          <a:prstGeom prst="homePlate">
            <a:avLst/>
          </a:prstGeom>
          <a:solidFill>
            <a:schemeClr val="bg2">
              <a:lumMod val="90000"/>
            </a:schemeClr>
          </a:solidFill>
          <a:ln w="3175">
            <a:solidFill>
              <a:schemeClr val="tx1"/>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700" b="0" i="0" u="none" strike="noStrike" kern="1200" cap="none" spc="0" normalizeH="0" baseline="0" noProof="0">
                <a:ln>
                  <a:noFill/>
                </a:ln>
                <a:solidFill>
                  <a:prstClr val="black"/>
                </a:solidFill>
                <a:effectLst/>
                <a:uLnTx/>
                <a:uFillTx/>
                <a:latin typeface="Meiryo UI"/>
                <a:ea typeface="Meiryo UI"/>
                <a:cs typeface="+mn-cs"/>
              </a:rPr>
              <a:t>調達手続き</a:t>
            </a:r>
          </a:p>
        </p:txBody>
      </p:sp>
      <p:sp>
        <p:nvSpPr>
          <p:cNvPr id="525" name="矢印: 五方向 524">
            <a:extLst>
              <a:ext uri="{FF2B5EF4-FFF2-40B4-BE49-F238E27FC236}">
                <a16:creationId xmlns:a16="http://schemas.microsoft.com/office/drawing/2014/main" id="{5AB56F22-FF81-9E7C-E658-80D8568017E1}"/>
              </a:ext>
            </a:extLst>
          </p:cNvPr>
          <p:cNvSpPr/>
          <p:nvPr/>
        </p:nvSpPr>
        <p:spPr>
          <a:xfrm>
            <a:off x="6855359" y="6412897"/>
            <a:ext cx="2710838" cy="143397"/>
          </a:xfrm>
          <a:prstGeom prst="homePlate">
            <a:avLst/>
          </a:prstGeom>
          <a:solidFill>
            <a:srgbClr val="FFFFCC"/>
          </a:solidFill>
          <a:ln w="3175">
            <a:solidFill>
              <a:schemeClr val="tx1"/>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700" b="0" i="0" u="none" strike="noStrike" kern="1200" cap="none" spc="0" normalizeH="0" baseline="0" noProof="0">
                <a:ln>
                  <a:noFill/>
                </a:ln>
                <a:solidFill>
                  <a:prstClr val="black"/>
                </a:solidFill>
                <a:effectLst/>
                <a:uLnTx/>
                <a:uFillTx/>
                <a:latin typeface="Meiryo UI"/>
                <a:ea typeface="Meiryo UI"/>
                <a:cs typeface="+mn-cs"/>
              </a:rPr>
              <a:t>要件整理</a:t>
            </a:r>
          </a:p>
        </p:txBody>
      </p:sp>
      <p:sp>
        <p:nvSpPr>
          <p:cNvPr id="531" name="shape_152">
            <a:extLst>
              <a:ext uri="{FF2B5EF4-FFF2-40B4-BE49-F238E27FC236}">
                <a16:creationId xmlns:a16="http://schemas.microsoft.com/office/drawing/2014/main" id="{8103F781-2844-BC25-6FE6-874072E1B387}"/>
              </a:ext>
            </a:extLst>
          </p:cNvPr>
          <p:cNvSpPr/>
          <p:nvPr>
            <p:custDataLst>
              <p:tags r:id="rId132"/>
            </p:custDataLst>
          </p:nvPr>
        </p:nvSpPr>
        <p:spPr>
          <a:xfrm>
            <a:off x="8636813" y="6444506"/>
            <a:ext cx="969148" cy="120424"/>
          </a:xfrm>
          <a:prstGeom prst="rect">
            <a:avLst/>
          </a:prstGeom>
          <a:noFill/>
          <a:ln/>
        </p:spPr>
        <p:txBody>
          <a:bodyPr vert="horz" wrap="non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noProof="1"/>
            </a:pPr>
            <a:r>
              <a:rPr kumimoji="1" lang="en-US" altLang="ja-JP" sz="700" b="0" i="0" u="none" strike="noStrike" kern="1200" cap="none" spc="0" normalizeH="0" baseline="0" noProof="0">
                <a:ln>
                  <a:noFill/>
                </a:ln>
                <a:solidFill>
                  <a:srgbClr val="7030A0"/>
                </a:solidFill>
                <a:effectLst/>
                <a:uLnTx/>
                <a:uFillTx/>
                <a:latin typeface="Meiryo UI" pitchFamily="34" charset="0"/>
                <a:ea typeface="Meiryo UI" pitchFamily="34" charset="-122"/>
                <a:cs typeface="Meiryo UI" pitchFamily="34" charset="-120"/>
              </a:rPr>
              <a:t>R9</a:t>
            </a:r>
            <a:r>
              <a:rPr kumimoji="1" lang="ja-JP" altLang="en-US" sz="700" b="0" i="0" u="none" strike="noStrike" kern="1200" cap="none" spc="0" normalizeH="0" baseline="0" noProof="0">
                <a:ln>
                  <a:noFill/>
                </a:ln>
                <a:solidFill>
                  <a:srgbClr val="7030A0"/>
                </a:solidFill>
                <a:effectLst/>
                <a:uLnTx/>
                <a:uFillTx/>
                <a:latin typeface="Meiryo UI" pitchFamily="34" charset="0"/>
                <a:ea typeface="Meiryo UI" pitchFamily="34" charset="-122"/>
                <a:cs typeface="Meiryo UI" pitchFamily="34" charset="-120"/>
              </a:rPr>
              <a:t>年度</a:t>
            </a:r>
            <a:r>
              <a:rPr kumimoji="1" lang="en-US" altLang="ja-JP" sz="700" b="0" i="0" u="none" strike="noStrike" kern="1200" cap="none" spc="0" normalizeH="0" baseline="0" noProof="1">
                <a:ln>
                  <a:noFill/>
                </a:ln>
                <a:solidFill>
                  <a:srgbClr val="7030A0"/>
                </a:solidFill>
                <a:effectLst/>
                <a:uLnTx/>
                <a:uFillTx/>
                <a:latin typeface="Meiryo UI" pitchFamily="34" charset="0"/>
                <a:ea typeface="Meiryo UI" pitchFamily="34" charset="-122"/>
                <a:cs typeface="Meiryo UI" pitchFamily="34" charset="-120"/>
              </a:rPr>
              <a:t>7</a:t>
            </a:r>
            <a:r>
              <a:rPr kumimoji="1" lang="ja-JP" altLang="en-US" sz="700" b="0" i="0" u="none" strike="noStrike" kern="1200" cap="none" spc="0" normalizeH="0" baseline="0" noProof="0">
                <a:ln>
                  <a:noFill/>
                </a:ln>
                <a:solidFill>
                  <a:srgbClr val="7030A0"/>
                </a:solidFill>
                <a:effectLst/>
                <a:uLnTx/>
                <a:uFillTx/>
                <a:latin typeface="Meiryo UI" pitchFamily="34" charset="0"/>
                <a:ea typeface="Meiryo UI" pitchFamily="34" charset="-122"/>
                <a:cs typeface="Meiryo UI" pitchFamily="34" charset="-120"/>
              </a:rPr>
              <a:t>月から開発着手▼</a:t>
            </a:r>
            <a:endParaRPr kumimoji="1" lang="en-US" sz="700" b="0" i="0" u="none" strike="noStrike" kern="1200" cap="none" spc="0" normalizeH="0" baseline="0" noProof="0">
              <a:ln>
                <a:noFill/>
              </a:ln>
              <a:solidFill>
                <a:srgbClr val="7030A0"/>
              </a:solidFill>
              <a:effectLst/>
              <a:uLnTx/>
              <a:uFillTx/>
              <a:latin typeface="Meiryo UI"/>
              <a:ea typeface="Meiryo UI"/>
              <a:cs typeface="+mn-cs"/>
            </a:endParaRPr>
          </a:p>
        </p:txBody>
      </p:sp>
      <p:sp>
        <p:nvSpPr>
          <p:cNvPr id="16" name="矢印: 五方向 15">
            <a:extLst>
              <a:ext uri="{FF2B5EF4-FFF2-40B4-BE49-F238E27FC236}">
                <a16:creationId xmlns:a16="http://schemas.microsoft.com/office/drawing/2014/main" id="{46B94285-7B8E-383B-5358-AA5B9D7C14AC}"/>
              </a:ext>
            </a:extLst>
          </p:cNvPr>
          <p:cNvSpPr/>
          <p:nvPr/>
        </p:nvSpPr>
        <p:spPr>
          <a:xfrm>
            <a:off x="6027155" y="6428808"/>
            <a:ext cx="807608" cy="120424"/>
          </a:xfrm>
          <a:prstGeom prst="homePlate">
            <a:avLst/>
          </a:prstGeom>
          <a:solidFill>
            <a:schemeClr val="bg2">
              <a:lumMod val="90000"/>
            </a:schemeClr>
          </a:solidFill>
          <a:ln w="3175">
            <a:solidFill>
              <a:schemeClr val="tx1"/>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700" b="0" i="0" u="none" strike="noStrike" kern="1200" cap="none" spc="0" normalizeH="0" baseline="0" noProof="0">
                <a:ln>
                  <a:noFill/>
                </a:ln>
                <a:solidFill>
                  <a:prstClr val="black"/>
                </a:solidFill>
                <a:effectLst/>
                <a:uLnTx/>
                <a:uFillTx/>
                <a:latin typeface="Meiryo UI"/>
                <a:ea typeface="Meiryo UI"/>
                <a:cs typeface="+mn-cs"/>
              </a:rPr>
              <a:t>官報公告</a:t>
            </a:r>
          </a:p>
        </p:txBody>
      </p:sp>
      <p:grpSp>
        <p:nvGrpSpPr>
          <p:cNvPr id="126" name="グループ化 125">
            <a:extLst>
              <a:ext uri="{FF2B5EF4-FFF2-40B4-BE49-F238E27FC236}">
                <a16:creationId xmlns:a16="http://schemas.microsoft.com/office/drawing/2014/main" id="{D382F917-0A67-0489-5274-F752BCAB5E4E}"/>
              </a:ext>
            </a:extLst>
          </p:cNvPr>
          <p:cNvGrpSpPr/>
          <p:nvPr/>
        </p:nvGrpSpPr>
        <p:grpSpPr>
          <a:xfrm>
            <a:off x="5460634" y="667070"/>
            <a:ext cx="718185" cy="6196682"/>
            <a:chOff x="1402398" y="1643290"/>
            <a:chExt cx="718185" cy="4621216"/>
          </a:xfrm>
        </p:grpSpPr>
        <p:sp>
          <p:nvSpPr>
            <p:cNvPr id="100" name="shape_159">
              <a:extLst>
                <a:ext uri="{FF2B5EF4-FFF2-40B4-BE49-F238E27FC236}">
                  <a16:creationId xmlns:a16="http://schemas.microsoft.com/office/drawing/2014/main" id="{D5FB2527-2CFF-7396-C1D5-81D0A641847B}"/>
                </a:ext>
              </a:extLst>
            </p:cNvPr>
            <p:cNvSpPr/>
            <p:nvPr>
              <p:custDataLst>
                <p:tags r:id="rId133"/>
              </p:custDataLst>
            </p:nvPr>
          </p:nvSpPr>
          <p:spPr>
            <a:xfrm>
              <a:off x="1463578" y="1658765"/>
              <a:ext cx="123825" cy="152400"/>
            </a:xfrm>
            <a:prstGeom prst="rect">
              <a:avLst/>
            </a:prstGeom>
            <a:noFill/>
            <a:ln/>
          </p:spPr>
          <p:txBody>
            <a:bodyPr vert="horz"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1108" b="0" i="0" u="none" strike="noStrike" kern="1200" cap="none" spc="0" normalizeH="0" baseline="0" noProof="0">
                  <a:ln>
                    <a:noFill/>
                  </a:ln>
                  <a:solidFill>
                    <a:srgbClr val="00B0F0"/>
                  </a:solidFill>
                  <a:effectLst/>
                  <a:uLnTx/>
                  <a:uFillTx/>
                  <a:latin typeface="Meiryo UI" pitchFamily="34" charset="0"/>
                  <a:ea typeface="Meiryo UI" pitchFamily="34" charset="-122"/>
                  <a:cs typeface="Meiryo UI" pitchFamily="34" charset="-120"/>
                </a:rPr>
                <a:t>▼</a:t>
              </a:r>
              <a:endParaRPr kumimoji="1" lang="en-US" sz="1108" b="0" i="0" u="none" strike="noStrike" kern="1200" cap="none" spc="0" normalizeH="0" baseline="0" noProof="0">
                <a:ln>
                  <a:noFill/>
                </a:ln>
                <a:solidFill>
                  <a:srgbClr val="00B0F0"/>
                </a:solidFill>
                <a:effectLst/>
                <a:uLnTx/>
                <a:uFillTx/>
                <a:latin typeface="Meiryo UI"/>
                <a:ea typeface="Meiryo UI"/>
                <a:cs typeface="+mn-cs"/>
              </a:endParaRPr>
            </a:p>
          </p:txBody>
        </p:sp>
        <p:sp>
          <p:nvSpPr>
            <p:cNvPr id="101" name="shape_160">
              <a:extLst>
                <a:ext uri="{FF2B5EF4-FFF2-40B4-BE49-F238E27FC236}">
                  <a16:creationId xmlns:a16="http://schemas.microsoft.com/office/drawing/2014/main" id="{73C56E95-F9CC-9271-94AE-AFBA1EFE6922}"/>
                </a:ext>
              </a:extLst>
            </p:cNvPr>
            <p:cNvSpPr/>
            <p:nvPr>
              <p:custDataLst>
                <p:tags r:id="rId134"/>
              </p:custDataLst>
            </p:nvPr>
          </p:nvSpPr>
          <p:spPr>
            <a:xfrm>
              <a:off x="1402398" y="1643290"/>
              <a:ext cx="718185" cy="152400"/>
            </a:xfrm>
            <a:prstGeom prst="rect">
              <a:avLst/>
            </a:prstGeom>
            <a:noFill/>
            <a:ln/>
          </p:spPr>
          <p:txBody>
            <a:bodyPr vert="horz" wrap="square" lIns="31652" tIns="31652" rIns="31652" bIns="31652" rtlCol="0" anchor="t"/>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1100" b="0" i="0" u="none" strike="noStrike" kern="1200" cap="none" spc="0" normalizeH="0" baseline="0" noProof="0">
                  <a:ln>
                    <a:noFill/>
                  </a:ln>
                  <a:solidFill>
                    <a:srgbClr val="00B0F0"/>
                  </a:solidFill>
                  <a:effectLst/>
                  <a:uLnTx/>
                  <a:uFillTx/>
                  <a:latin typeface="Meiryo UI"/>
                  <a:ea typeface="Meiryo UI"/>
                  <a:cs typeface="Meiryo UI" pitchFamily="34" charset="-120"/>
                </a:rPr>
                <a:t>本日</a:t>
              </a:r>
              <a:endParaRPr kumimoji="1" lang="en-US" sz="1108" b="0" i="0" u="none" strike="noStrike" kern="1200" cap="none" spc="0" normalizeH="0" baseline="0" noProof="0">
                <a:ln>
                  <a:noFill/>
                </a:ln>
                <a:solidFill>
                  <a:srgbClr val="00B0F0"/>
                </a:solidFill>
                <a:effectLst/>
                <a:uLnTx/>
                <a:uFillTx/>
                <a:latin typeface="Meiryo UI"/>
                <a:ea typeface="Meiryo UI"/>
                <a:cs typeface="+mn-cs"/>
              </a:endParaRPr>
            </a:p>
          </p:txBody>
        </p:sp>
        <p:sp>
          <p:nvSpPr>
            <p:cNvPr id="102" name="shape_163">
              <a:extLst>
                <a:ext uri="{FF2B5EF4-FFF2-40B4-BE49-F238E27FC236}">
                  <a16:creationId xmlns:a16="http://schemas.microsoft.com/office/drawing/2014/main" id="{D0E25A4E-78BE-351C-6A8E-0604CAF293C0}"/>
                </a:ext>
              </a:extLst>
            </p:cNvPr>
            <p:cNvSpPr/>
            <p:nvPr>
              <p:custDataLst>
                <p:tags r:id="rId135"/>
              </p:custDataLst>
            </p:nvPr>
          </p:nvSpPr>
          <p:spPr>
            <a:xfrm>
              <a:off x="1521029" y="1756678"/>
              <a:ext cx="0" cy="4507828"/>
            </a:xfrm>
            <a:prstGeom prst="line">
              <a:avLst/>
            </a:prstGeom>
            <a:noFill/>
            <a:ln w="19050">
              <a:solidFill>
                <a:srgbClr val="00B0F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grpSp>
    </p:spTree>
    <p:extLst>
      <p:ext uri="{BB962C8B-B14F-4D97-AF65-F5344CB8AC3E}">
        <p14:creationId xmlns:p14="http://schemas.microsoft.com/office/powerpoint/2010/main" val="33719152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19985-6041-4D01-34D3-8378AE17B54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1BD96D5-BE51-A30E-FCAD-7D8E3096B4DF}"/>
              </a:ext>
            </a:extLst>
          </p:cNvPr>
          <p:cNvSpPr>
            <a:spLocks noGrp="1"/>
          </p:cNvSpPr>
          <p:nvPr>
            <p:ph type="title"/>
          </p:nvPr>
        </p:nvSpPr>
        <p:spPr/>
        <p:txBody>
          <a:bodyPr/>
          <a:lstStyle/>
          <a:p>
            <a:r>
              <a:rPr lang="en-US" altLang="ja-JP" noProof="1"/>
              <a:t>参考：令和9年度案件の調達</a:t>
            </a:r>
            <a:r>
              <a:rPr lang="ja-JP" altLang="en-US" noProof="1"/>
              <a:t>スケジュールについて</a:t>
            </a:r>
            <a:endParaRPr kumimoji="1" lang="ja-JP" altLang="en-US" noProof="1"/>
          </a:p>
        </p:txBody>
      </p:sp>
      <p:sp>
        <p:nvSpPr>
          <p:cNvPr id="9" name="コンテンツ プレースホルダー 2">
            <a:extLst>
              <a:ext uri="{FF2B5EF4-FFF2-40B4-BE49-F238E27FC236}">
                <a16:creationId xmlns:a16="http://schemas.microsoft.com/office/drawing/2014/main" id="{8E6678BF-8028-261A-45BE-7EA11C837825}"/>
              </a:ext>
            </a:extLst>
          </p:cNvPr>
          <p:cNvSpPr txBox="1">
            <a:spLocks/>
          </p:cNvSpPr>
          <p:nvPr/>
        </p:nvSpPr>
        <p:spPr>
          <a:xfrm>
            <a:off x="360908" y="774374"/>
            <a:ext cx="9037755" cy="729450"/>
          </a:xfrm>
          <a:prstGeom prst="rect">
            <a:avLst/>
          </a:prstGeom>
        </p:spPr>
        <p:txBody>
          <a:bodyPr/>
          <a:lstStyle>
            <a:lvl1pPr marL="0" indent="0" algn="l" rtl="0" eaLnBrk="1" fontAlgn="base" hangingPunct="1">
              <a:spcBef>
                <a:spcPct val="20000"/>
              </a:spcBef>
              <a:spcAft>
                <a:spcPct val="0"/>
              </a:spcAft>
              <a:buFont typeface="Meiryo UI" panose="020B0604020202020204" pitchFamily="34" charset="0"/>
              <a:buNone/>
              <a:defRPr kumimoji="1" sz="1462" noProof="1">
                <a:solidFill>
                  <a:schemeClr val="tx1"/>
                </a:solidFill>
                <a:latin typeface="+mj-ea"/>
                <a:ea typeface="+mj-ea"/>
                <a:cs typeface="+mn-cs"/>
              </a:defRPr>
            </a:lvl1pPr>
            <a:lvl2pPr marL="216687" indent="-141879"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2pPr>
            <a:lvl3pPr marL="291495" indent="-143169"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3pPr>
            <a:lvl4pPr marL="365015" indent="-148328"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4pPr>
            <a:lvl5pPr marL="439824" indent="-148328" algn="l" rtl="0" eaLnBrk="1" fontAlgn="base" hangingPunct="1">
              <a:spcBef>
                <a:spcPct val="20000"/>
              </a:spcBef>
              <a:spcAft>
                <a:spcPct val="0"/>
              </a:spcAft>
              <a:buFont typeface="Meiryo UI" panose="020B0604020202020204" pitchFamily="34" charset="0"/>
              <a:buChar char="•"/>
              <a:tabLst>
                <a:tab pos="439824" algn="l"/>
              </a:tabLst>
              <a:defRPr kumimoji="1" sz="1462" noProof="1">
                <a:solidFill>
                  <a:schemeClr val="tx1"/>
                </a:solidFill>
                <a:latin typeface="Meiryo UI" pitchFamily="18" charset="0"/>
                <a:ea typeface="+mn-ea"/>
              </a:defRPr>
            </a:lvl5pPr>
            <a:lvl6pPr marL="1885600"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6pPr>
            <a:lvl7pPr marL="2228436"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7pPr>
            <a:lvl8pPr marL="2571271"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8pPr>
            <a:lvl9pPr marL="2914107"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9pPr>
          </a:lstStyle>
          <a:p>
            <a:pPr marL="285750" marR="0" lvl="0" indent="-285750" algn="l" defTabSz="914400" rtl="0" eaLnBrk="1" fontAlgn="base" latinLnBrk="0" hangingPunct="1">
              <a:lnSpc>
                <a:spcPct val="100000"/>
              </a:lnSpc>
              <a:spcBef>
                <a:spcPct val="20000"/>
              </a:spcBef>
              <a:spcAft>
                <a:spcPct val="0"/>
              </a:spcAft>
              <a:buClrTx/>
              <a:buSzTx/>
              <a:buFont typeface="Meiryo UI" panose="020B0604030504040204" pitchFamily="50" charset="-128"/>
              <a:buChar char="○"/>
              <a:tabLst/>
              <a:defRPr/>
            </a:pPr>
            <a:r>
              <a:rPr kumimoji="1" lang="ja-JP" altLang="en-US" sz="1400" b="0" i="0" u="none" strike="noStrike" kern="1200" cap="none" spc="0" normalizeH="0" baseline="0" noProof="1">
                <a:ln>
                  <a:noFill/>
                </a:ln>
                <a:solidFill>
                  <a:prstClr val="black"/>
                </a:solidFill>
                <a:effectLst/>
                <a:uLnTx/>
                <a:uFillTx/>
                <a:latin typeface="Meiryo UI"/>
                <a:ea typeface="Meiryo UI"/>
                <a:cs typeface="+mn-cs"/>
              </a:rPr>
              <a:t>令和</a:t>
            </a:r>
            <a:r>
              <a:rPr kumimoji="1" lang="en-US" altLang="ja-JP" sz="1400" b="0" i="0" u="none" strike="noStrike" kern="1200" cap="none" spc="0" normalizeH="0" baseline="0" noProof="1">
                <a:ln>
                  <a:noFill/>
                </a:ln>
                <a:solidFill>
                  <a:prstClr val="black"/>
                </a:solidFill>
                <a:effectLst/>
                <a:uLnTx/>
                <a:uFillTx/>
                <a:latin typeface="Meiryo UI"/>
                <a:ea typeface="Meiryo UI"/>
                <a:cs typeface="+mn-cs"/>
              </a:rPr>
              <a:t>9</a:t>
            </a:r>
            <a:r>
              <a:rPr kumimoji="1" lang="ja-JP" altLang="en-US" sz="1400" b="0" i="0" u="none" strike="noStrike" kern="1200" cap="none" spc="0" normalizeH="0" baseline="0" noProof="1">
                <a:ln>
                  <a:noFill/>
                </a:ln>
                <a:solidFill>
                  <a:prstClr val="black"/>
                </a:solidFill>
                <a:effectLst/>
                <a:uLnTx/>
                <a:uFillTx/>
                <a:latin typeface="Meiryo UI"/>
                <a:ea typeface="Meiryo UI"/>
                <a:cs typeface="+mn-cs"/>
              </a:rPr>
              <a:t>年度開発案件の要件整理</a:t>
            </a:r>
            <a:r>
              <a:rPr kumimoji="1" lang="en-US" altLang="ja-JP" sz="1400" b="0" i="0" u="none" strike="noStrike" kern="1200" cap="none" spc="0" normalizeH="0" baseline="0" noProof="1">
                <a:ln>
                  <a:noFill/>
                </a:ln>
                <a:solidFill>
                  <a:prstClr val="black"/>
                </a:solidFill>
                <a:effectLst/>
                <a:uLnTx/>
                <a:uFillTx/>
                <a:latin typeface="Meiryo UI"/>
                <a:ea typeface="Meiryo UI"/>
                <a:cs typeface="+mn-cs"/>
              </a:rPr>
              <a:t>(</a:t>
            </a:r>
            <a:r>
              <a:rPr kumimoji="1" lang="ja-JP" altLang="en-US" sz="1400" b="0" i="0" u="none" strike="noStrike" kern="1200" cap="none" spc="0" normalizeH="0" baseline="0" noProof="1">
                <a:ln>
                  <a:noFill/>
                </a:ln>
                <a:solidFill>
                  <a:prstClr val="black"/>
                </a:solidFill>
                <a:effectLst/>
                <a:uLnTx/>
                <a:uFillTx/>
                <a:latin typeface="Meiryo UI"/>
                <a:ea typeface="Meiryo UI"/>
                <a:cs typeface="+mn-cs"/>
              </a:rPr>
              <a:t>開発事業者</a:t>
            </a:r>
            <a:r>
              <a:rPr kumimoji="1" lang="en-US" altLang="ja-JP" sz="1400" b="0" i="0" u="none" strike="noStrike" kern="1200" cap="none" spc="0" normalizeH="0" baseline="0" noProof="1">
                <a:ln>
                  <a:noFill/>
                </a:ln>
                <a:solidFill>
                  <a:prstClr val="black"/>
                </a:solidFill>
                <a:effectLst/>
                <a:uLnTx/>
                <a:uFillTx/>
                <a:latin typeface="Meiryo UI"/>
                <a:ea typeface="Meiryo UI"/>
                <a:cs typeface="+mn-cs"/>
              </a:rPr>
              <a:t>)</a:t>
            </a:r>
            <a:r>
              <a:rPr kumimoji="1" lang="ja-JP" altLang="en-US" sz="1400" b="0" i="0" u="none" strike="noStrike" kern="1200" cap="none" spc="0" normalizeH="0" baseline="0" noProof="1">
                <a:ln>
                  <a:noFill/>
                </a:ln>
                <a:solidFill>
                  <a:prstClr val="black"/>
                </a:solidFill>
                <a:effectLst/>
                <a:uLnTx/>
                <a:uFillTx/>
                <a:latin typeface="Meiryo UI"/>
                <a:ea typeface="Meiryo UI"/>
                <a:cs typeface="+mn-cs"/>
              </a:rPr>
              <a:t>は、</a:t>
            </a:r>
            <a:r>
              <a:rPr kumimoji="1" lang="en-US" altLang="ja-JP" sz="1400" b="0" i="0" u="none" strike="noStrike" kern="1200" cap="none" spc="0" normalizeH="0" baseline="0" noProof="1">
                <a:ln>
                  <a:noFill/>
                </a:ln>
                <a:solidFill>
                  <a:prstClr val="black"/>
                </a:solidFill>
                <a:effectLst/>
                <a:uLnTx/>
                <a:uFillTx/>
                <a:latin typeface="Meiryo UI"/>
                <a:ea typeface="Meiryo UI"/>
                <a:cs typeface="+mn-cs"/>
              </a:rPr>
              <a:t>10/20</a:t>
            </a:r>
            <a:r>
              <a:rPr kumimoji="1" lang="ja-JP" altLang="en-US" sz="1400" b="0" i="0" u="none" strike="noStrike" kern="1200" cap="none" spc="0" normalizeH="0" baseline="0" noProof="1">
                <a:ln>
                  <a:noFill/>
                </a:ln>
                <a:solidFill>
                  <a:prstClr val="black"/>
                </a:solidFill>
                <a:effectLst/>
                <a:uLnTx/>
                <a:uFillTx/>
                <a:latin typeface="Meiryo UI"/>
                <a:ea typeface="Meiryo UI"/>
                <a:cs typeface="+mn-cs"/>
              </a:rPr>
              <a:t>の調達委員会に付議する方針とする。本調達委員会への付議にあたっては、</a:t>
            </a:r>
            <a:r>
              <a:rPr kumimoji="1" lang="en-US" altLang="ja-JP" sz="1400" b="0" i="0" u="none" strike="noStrike" kern="1200" cap="none" spc="0" normalizeH="0" baseline="0" noProof="1">
                <a:ln>
                  <a:noFill/>
                </a:ln>
                <a:solidFill>
                  <a:prstClr val="black"/>
                </a:solidFill>
                <a:effectLst/>
                <a:uLnTx/>
                <a:uFillTx/>
                <a:latin typeface="Meiryo UI"/>
                <a:ea typeface="Meiryo UI"/>
                <a:cs typeface="+mn-cs"/>
              </a:rPr>
              <a:t>10/5</a:t>
            </a:r>
            <a:r>
              <a:rPr kumimoji="1" lang="ja-JP" altLang="en-US" sz="1400" b="0" i="0" u="none" strike="noStrike" kern="1200" cap="none" spc="0" normalizeH="0" baseline="0" noProof="1">
                <a:ln>
                  <a:noFill/>
                </a:ln>
                <a:solidFill>
                  <a:prstClr val="black"/>
                </a:solidFill>
                <a:effectLst/>
                <a:uLnTx/>
                <a:uFillTx/>
                <a:latin typeface="Meiryo UI"/>
                <a:ea typeface="Meiryo UI"/>
                <a:cs typeface="+mn-cs"/>
              </a:rPr>
              <a:t>を目途に①案件名、②案件概要、③案件の背景・目的</a:t>
            </a:r>
            <a:r>
              <a:rPr kumimoji="1" lang="en-US" altLang="ja-JP" sz="1400" b="0" i="0" u="none" strike="noStrike" kern="1200" cap="none" spc="0" normalizeH="0" baseline="0" noProof="1">
                <a:ln>
                  <a:noFill/>
                </a:ln>
                <a:solidFill>
                  <a:prstClr val="black"/>
                </a:solidFill>
                <a:effectLst/>
                <a:uLnTx/>
                <a:uFillTx/>
                <a:latin typeface="Meiryo UI"/>
                <a:ea typeface="Meiryo UI"/>
                <a:cs typeface="+mn-cs"/>
              </a:rPr>
              <a:t>(</a:t>
            </a:r>
            <a:r>
              <a:rPr kumimoji="1" lang="ja-JP" altLang="en-US" sz="1400" b="0" i="0" u="none" strike="noStrike" kern="1200" cap="none" spc="0" normalizeH="0" baseline="0" noProof="1">
                <a:ln>
                  <a:noFill/>
                </a:ln>
                <a:solidFill>
                  <a:prstClr val="black"/>
                </a:solidFill>
                <a:effectLst/>
                <a:uLnTx/>
                <a:uFillTx/>
                <a:latin typeface="Meiryo UI"/>
                <a:ea typeface="Meiryo UI"/>
                <a:cs typeface="+mn-cs"/>
              </a:rPr>
              <a:t>可能であれば</a:t>
            </a:r>
            <a:r>
              <a:rPr kumimoji="1" lang="en-US" altLang="ja-JP" sz="1400" b="0" i="0" u="none" strike="noStrike" kern="1200" cap="none" spc="0" normalizeH="0" baseline="0" noProof="1">
                <a:ln>
                  <a:noFill/>
                </a:ln>
                <a:solidFill>
                  <a:prstClr val="black"/>
                </a:solidFill>
                <a:effectLst/>
                <a:uLnTx/>
                <a:uFillTx/>
                <a:latin typeface="Meiryo UI"/>
                <a:ea typeface="Meiryo UI"/>
                <a:cs typeface="+mn-cs"/>
              </a:rPr>
              <a:t>)</a:t>
            </a:r>
            <a:r>
              <a:rPr kumimoji="1" lang="ja-JP" altLang="en-US" sz="1400" b="0" i="0" u="none" strike="noStrike" kern="1200" cap="none" spc="0" normalizeH="0" baseline="0" noProof="1">
                <a:ln>
                  <a:noFill/>
                </a:ln>
                <a:solidFill>
                  <a:prstClr val="black"/>
                </a:solidFill>
                <a:effectLst/>
                <a:uLnTx/>
                <a:uFillTx/>
                <a:latin typeface="Meiryo UI"/>
                <a:ea typeface="Meiryo UI"/>
                <a:cs typeface="+mn-cs"/>
              </a:rPr>
              <a:t>をご提示いただきたい。</a:t>
            </a:r>
            <a:endParaRPr kumimoji="1" lang="en-US" altLang="ja-JP" sz="1400" b="0" i="0" u="none" strike="noStrike" kern="1200" cap="none" spc="0" normalizeH="0" baseline="0" noProof="1">
              <a:ln>
                <a:noFill/>
              </a:ln>
              <a:solidFill>
                <a:prstClr val="black"/>
              </a:solidFill>
              <a:effectLst/>
              <a:uLnTx/>
              <a:uFillTx/>
              <a:latin typeface="Meiryo UI"/>
              <a:ea typeface="Meiryo UI"/>
              <a:cs typeface="+mn-cs"/>
            </a:endParaRPr>
          </a:p>
          <a:p>
            <a:pPr marL="285750" marR="0" lvl="0" indent="-285750" algn="l" defTabSz="914400" rtl="0" eaLnBrk="1" fontAlgn="base" latinLnBrk="0" hangingPunct="1">
              <a:lnSpc>
                <a:spcPct val="100000"/>
              </a:lnSpc>
              <a:spcBef>
                <a:spcPct val="20000"/>
              </a:spcBef>
              <a:spcAft>
                <a:spcPct val="0"/>
              </a:spcAft>
              <a:buClrTx/>
              <a:buSzTx/>
              <a:buFont typeface="Meiryo UI" panose="020B0604030504040204" pitchFamily="50" charset="-128"/>
              <a:buChar char="○"/>
              <a:tabLst/>
              <a:defRPr/>
            </a:pPr>
            <a:r>
              <a:rPr kumimoji="1" lang="en-US" altLang="ja-JP" sz="1400" b="0" i="0" u="none" strike="noStrike" kern="1200" cap="none" spc="0" normalizeH="0" baseline="0" noProof="1">
                <a:ln>
                  <a:noFill/>
                </a:ln>
                <a:solidFill>
                  <a:prstClr val="black"/>
                </a:solidFill>
                <a:effectLst/>
                <a:uLnTx/>
                <a:uFillTx/>
                <a:latin typeface="Meiryo UI"/>
                <a:ea typeface="Meiryo UI"/>
                <a:cs typeface="+mn-cs"/>
              </a:rPr>
              <a:t>10/20</a:t>
            </a:r>
            <a:r>
              <a:rPr kumimoji="1" lang="ja-JP" altLang="en-US" sz="1400" b="0" i="0" u="none" strike="noStrike" kern="1200" cap="none" spc="0" normalizeH="0" baseline="0" noProof="1">
                <a:ln>
                  <a:noFill/>
                </a:ln>
                <a:solidFill>
                  <a:prstClr val="black"/>
                </a:solidFill>
                <a:effectLst/>
                <a:uLnTx/>
                <a:uFillTx/>
                <a:latin typeface="Meiryo UI"/>
                <a:ea typeface="Meiryo UI"/>
                <a:cs typeface="+mn-cs"/>
              </a:rPr>
              <a:t>の調達委員会時点で案件内容が不明瞭なもの</a:t>
            </a:r>
            <a:r>
              <a:rPr kumimoji="1" lang="en-US" altLang="ja-JP" sz="1400" b="0" i="0" u="none" strike="noStrike" kern="1200" cap="none" spc="0" normalizeH="0" baseline="0" noProof="1">
                <a:ln>
                  <a:noFill/>
                </a:ln>
                <a:solidFill>
                  <a:prstClr val="black"/>
                </a:solidFill>
                <a:effectLst/>
                <a:uLnTx/>
                <a:uFillTx/>
                <a:latin typeface="Meiryo UI"/>
                <a:ea typeface="Meiryo UI"/>
                <a:cs typeface="+mn-cs"/>
              </a:rPr>
              <a:t>(</a:t>
            </a:r>
            <a:r>
              <a:rPr kumimoji="1" lang="ja-JP" altLang="en-US" sz="1400" b="0" i="0" u="none" strike="noStrike" kern="1200" cap="none" spc="0" normalizeH="0" baseline="0" noProof="1">
                <a:ln>
                  <a:noFill/>
                </a:ln>
                <a:solidFill>
                  <a:prstClr val="black"/>
                </a:solidFill>
                <a:effectLst/>
                <a:uLnTx/>
                <a:uFillTx/>
                <a:latin typeface="Meiryo UI"/>
                <a:ea typeface="Meiryo UI"/>
                <a:cs typeface="+mn-cs"/>
              </a:rPr>
              <a:t>モデル事業の検証を通じて起票される案件等</a:t>
            </a:r>
            <a:r>
              <a:rPr kumimoji="1" lang="en-US" altLang="ja-JP" sz="1400" b="0" i="0" u="none" strike="noStrike" kern="1200" cap="none" spc="0" normalizeH="0" baseline="0" noProof="1">
                <a:ln>
                  <a:noFill/>
                </a:ln>
                <a:solidFill>
                  <a:prstClr val="black"/>
                </a:solidFill>
                <a:effectLst/>
                <a:uLnTx/>
                <a:uFillTx/>
                <a:latin typeface="Meiryo UI"/>
                <a:ea typeface="Meiryo UI"/>
                <a:cs typeface="+mn-cs"/>
              </a:rPr>
              <a:t>)</a:t>
            </a:r>
            <a:r>
              <a:rPr kumimoji="1" lang="ja-JP" altLang="en-US" sz="1400" b="0" i="0" u="none" strike="noStrike" kern="1200" cap="none" spc="0" normalizeH="0" baseline="0" noProof="1">
                <a:ln>
                  <a:noFill/>
                </a:ln>
                <a:solidFill>
                  <a:prstClr val="black"/>
                </a:solidFill>
                <a:effectLst/>
                <a:uLnTx/>
                <a:uFillTx/>
                <a:latin typeface="Meiryo UI"/>
                <a:ea typeface="Meiryo UI"/>
                <a:cs typeface="+mn-cs"/>
              </a:rPr>
              <a:t>は、令和</a:t>
            </a:r>
            <a:r>
              <a:rPr kumimoji="1" lang="en-US" altLang="ja-JP" sz="1400" b="0" i="0" u="none" strike="noStrike" kern="1200" cap="none" spc="0" normalizeH="0" baseline="0" noProof="1">
                <a:ln>
                  <a:noFill/>
                </a:ln>
                <a:solidFill>
                  <a:prstClr val="black"/>
                </a:solidFill>
                <a:effectLst/>
                <a:uLnTx/>
                <a:uFillTx/>
                <a:latin typeface="Meiryo UI"/>
                <a:ea typeface="Meiryo UI"/>
                <a:cs typeface="+mn-cs"/>
              </a:rPr>
              <a:t>9</a:t>
            </a:r>
            <a:r>
              <a:rPr kumimoji="1" lang="ja-JP" altLang="en-US" sz="1400" b="0" i="0" u="none" strike="noStrike" kern="1200" cap="none" spc="0" normalizeH="0" baseline="0" noProof="1">
                <a:ln>
                  <a:noFill/>
                </a:ln>
                <a:solidFill>
                  <a:prstClr val="black"/>
                </a:solidFill>
                <a:effectLst/>
                <a:uLnTx/>
                <a:uFillTx/>
                <a:latin typeface="Meiryo UI"/>
                <a:ea typeface="Meiryo UI"/>
                <a:cs typeface="+mn-cs"/>
              </a:rPr>
              <a:t>年</a:t>
            </a:r>
            <a:r>
              <a:rPr kumimoji="1" lang="en-US" altLang="ja-JP" sz="1400" b="0" i="0" u="none" strike="noStrike" kern="1200" cap="none" spc="0" normalizeH="0" baseline="0" noProof="1">
                <a:ln>
                  <a:noFill/>
                </a:ln>
                <a:solidFill>
                  <a:prstClr val="black"/>
                </a:solidFill>
                <a:effectLst/>
                <a:uLnTx/>
                <a:uFillTx/>
                <a:latin typeface="Meiryo UI"/>
                <a:ea typeface="Meiryo UI"/>
                <a:cs typeface="+mn-cs"/>
              </a:rPr>
              <a:t>12</a:t>
            </a:r>
            <a:r>
              <a:rPr kumimoji="1" lang="ja-JP" altLang="en-US" sz="1400" b="0" i="0" u="none" strike="noStrike" kern="1200" cap="none" spc="0" normalizeH="0" baseline="0" noProof="1">
                <a:ln>
                  <a:noFill/>
                </a:ln>
                <a:solidFill>
                  <a:prstClr val="black"/>
                </a:solidFill>
                <a:effectLst/>
                <a:uLnTx/>
                <a:uFillTx/>
                <a:latin typeface="Meiryo UI"/>
                <a:ea typeface="Meiryo UI"/>
                <a:cs typeface="+mn-cs"/>
              </a:rPr>
              <a:t>月リリースの要否を精査の上、</a:t>
            </a:r>
            <a:r>
              <a:rPr kumimoji="1" lang="en-US" altLang="ja-JP" sz="1400" b="0" i="0" u="none" strike="noStrike" kern="1200" cap="none" spc="0" normalizeH="0" baseline="0" noProof="1">
                <a:ln>
                  <a:noFill/>
                </a:ln>
                <a:solidFill>
                  <a:prstClr val="black"/>
                </a:solidFill>
                <a:effectLst/>
                <a:uLnTx/>
                <a:uFillTx/>
                <a:latin typeface="Meiryo UI"/>
                <a:ea typeface="Meiryo UI"/>
                <a:cs typeface="+mn-cs"/>
              </a:rPr>
              <a:t>1</a:t>
            </a:r>
            <a:r>
              <a:rPr kumimoji="1" lang="ja-JP" altLang="en-US" sz="1400" b="0" i="0" u="none" strike="noStrike" kern="1200" cap="none" spc="0" normalizeH="0" baseline="0" noProof="1">
                <a:ln>
                  <a:noFill/>
                </a:ln>
                <a:solidFill>
                  <a:prstClr val="black"/>
                </a:solidFill>
                <a:effectLst/>
                <a:uLnTx/>
                <a:uFillTx/>
                <a:latin typeface="Meiryo UI"/>
                <a:ea typeface="Meiryo UI"/>
                <a:cs typeface="+mn-cs"/>
              </a:rPr>
              <a:t>月中旬目途にご提示いただければ、開発事業者の余剰工数の範囲内で要件整理を実施する方針としたい。</a:t>
            </a:r>
            <a:endParaRPr kumimoji="1" lang="en-US" altLang="ja-JP" sz="1400" b="0" i="0" u="none" strike="noStrike" kern="1200" cap="none" spc="0" normalizeH="0" baseline="0" noProof="1">
              <a:ln>
                <a:noFill/>
              </a:ln>
              <a:solidFill>
                <a:prstClr val="black"/>
              </a:solidFill>
              <a:effectLst/>
              <a:uLnTx/>
              <a:uFillTx/>
              <a:latin typeface="Meiryo UI"/>
              <a:ea typeface="Meiryo UI"/>
              <a:cs typeface="+mn-cs"/>
            </a:endParaRPr>
          </a:p>
        </p:txBody>
      </p:sp>
      <p:sp>
        <p:nvSpPr>
          <p:cNvPr id="163" name="正方形/長方形 162">
            <a:extLst>
              <a:ext uri="{FF2B5EF4-FFF2-40B4-BE49-F238E27FC236}">
                <a16:creationId xmlns:a16="http://schemas.microsoft.com/office/drawing/2014/main" id="{210D86EC-E3A0-FC4F-C483-B1C5FF970CDA}"/>
              </a:ext>
            </a:extLst>
          </p:cNvPr>
          <p:cNvSpPr/>
          <p:nvPr/>
        </p:nvSpPr>
        <p:spPr>
          <a:xfrm>
            <a:off x="2918183" y="5384664"/>
            <a:ext cx="3545167" cy="1202900"/>
          </a:xfrm>
          <a:prstGeom prst="rect">
            <a:avLst/>
          </a:prstGeom>
          <a:solidFill>
            <a:srgbClr val="FFFF8B"/>
          </a:solidFill>
          <a:ln>
            <a:solidFill>
              <a:schemeClr val="accent6">
                <a:lumMod val="75000"/>
              </a:schemeClr>
            </a:solidFill>
            <a:prstDash val="solid"/>
          </a:ln>
        </p:spPr>
        <p:txBody>
          <a:bodyPr wrap="square" lIns="36000" tIns="108000" rIns="36000" bIns="3600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noProof="1"/>
            </a:pPr>
            <a:r>
              <a:rPr kumimoji="1" lang="ja-JP" altLang="en-US" sz="1100" b="0" i="0" u="none" strike="noStrike" kern="0" cap="none" spc="0" normalizeH="0" baseline="0" noProof="1">
                <a:ln>
                  <a:noFill/>
                </a:ln>
                <a:solidFill>
                  <a:prstClr val="black"/>
                </a:solidFill>
                <a:effectLst/>
                <a:uLnTx/>
                <a:uFillTx/>
                <a:latin typeface="Meiryo UI"/>
                <a:ea typeface="Meiryo UI"/>
                <a:cs typeface="Meiryo UI" charset="0"/>
              </a:rPr>
              <a:t>開発事業者による要件整理を実施するため、モデル事業検証結果を踏まえて</a:t>
            </a:r>
            <a:r>
              <a:rPr kumimoji="1" lang="ja-JP" altLang="en-US" sz="1100" b="1" i="0" u="sng" strike="noStrike" kern="0" cap="none" spc="0" normalizeH="0" baseline="0" noProof="1">
                <a:ln>
                  <a:noFill/>
                </a:ln>
                <a:solidFill>
                  <a:prstClr val="black"/>
                </a:solidFill>
                <a:effectLst/>
                <a:uLnTx/>
                <a:uFillTx/>
                <a:latin typeface="Meiryo UI"/>
                <a:ea typeface="Meiryo UI"/>
                <a:cs typeface="Meiryo UI" charset="0"/>
              </a:rPr>
              <a:t>令和</a:t>
            </a:r>
            <a:r>
              <a:rPr kumimoji="1" lang="en-US" altLang="ja-JP" sz="1100" b="1" i="0" u="sng" strike="noStrike" kern="0" cap="none" spc="0" normalizeH="0" baseline="0" noProof="1">
                <a:ln>
                  <a:noFill/>
                </a:ln>
                <a:solidFill>
                  <a:prstClr val="black"/>
                </a:solidFill>
                <a:effectLst/>
                <a:uLnTx/>
                <a:uFillTx/>
                <a:latin typeface="Meiryo UI"/>
                <a:ea typeface="Meiryo UI"/>
                <a:cs typeface="Meiryo UI" charset="0"/>
              </a:rPr>
              <a:t>9</a:t>
            </a:r>
            <a:r>
              <a:rPr kumimoji="1" lang="ja-JP" altLang="en-US" sz="1100" b="1" i="0" u="sng" strike="noStrike" kern="0" cap="none" spc="0" normalizeH="0" baseline="0" noProof="1">
                <a:ln>
                  <a:noFill/>
                </a:ln>
                <a:solidFill>
                  <a:prstClr val="black"/>
                </a:solidFill>
                <a:effectLst/>
                <a:uLnTx/>
                <a:uFillTx/>
                <a:latin typeface="Meiryo UI"/>
                <a:ea typeface="Meiryo UI"/>
                <a:cs typeface="Meiryo UI" charset="0"/>
              </a:rPr>
              <a:t>年度</a:t>
            </a:r>
            <a:r>
              <a:rPr kumimoji="1" lang="en-US" altLang="ja-JP" sz="1100" b="1" i="0" u="sng" strike="noStrike" kern="0" cap="none" spc="0" normalizeH="0" baseline="0" noProof="1">
                <a:ln>
                  <a:noFill/>
                </a:ln>
                <a:solidFill>
                  <a:prstClr val="black"/>
                </a:solidFill>
                <a:effectLst/>
                <a:uLnTx/>
                <a:uFillTx/>
                <a:latin typeface="Meiryo UI"/>
                <a:ea typeface="Meiryo UI"/>
                <a:cs typeface="Meiryo UI" charset="0"/>
              </a:rPr>
              <a:t>12</a:t>
            </a:r>
            <a:r>
              <a:rPr kumimoji="1" lang="ja-JP" altLang="en-US" sz="1100" b="1" i="0" u="sng" strike="noStrike" kern="0" cap="none" spc="0" normalizeH="0" baseline="0" noProof="1">
                <a:ln>
                  <a:noFill/>
                </a:ln>
                <a:solidFill>
                  <a:prstClr val="black"/>
                </a:solidFill>
                <a:effectLst/>
                <a:uLnTx/>
                <a:uFillTx/>
                <a:latin typeface="Meiryo UI"/>
                <a:ea typeface="Meiryo UI"/>
                <a:cs typeface="Meiryo UI" charset="0"/>
              </a:rPr>
              <a:t>月リリースが必須の案件を精査いただき、</a:t>
            </a:r>
            <a:r>
              <a:rPr kumimoji="1" lang="en-US" altLang="ja-JP" sz="1100" b="1" i="0" u="sng" strike="noStrike" kern="0" cap="none" spc="0" normalizeH="0" baseline="0" noProof="1">
                <a:ln>
                  <a:noFill/>
                </a:ln>
                <a:solidFill>
                  <a:prstClr val="black"/>
                </a:solidFill>
                <a:effectLst/>
                <a:uLnTx/>
                <a:uFillTx/>
                <a:latin typeface="Meiryo UI"/>
                <a:ea typeface="Meiryo UI"/>
                <a:cs typeface="Meiryo UI" charset="0"/>
              </a:rPr>
              <a:t>1</a:t>
            </a:r>
            <a:r>
              <a:rPr kumimoji="1" lang="ja-JP" altLang="en-US" sz="1100" b="1" i="0" u="sng" strike="noStrike" kern="0" cap="none" spc="0" normalizeH="0" baseline="0" noProof="1">
                <a:ln>
                  <a:noFill/>
                </a:ln>
                <a:solidFill>
                  <a:prstClr val="black"/>
                </a:solidFill>
                <a:effectLst/>
                <a:uLnTx/>
                <a:uFillTx/>
                <a:latin typeface="Meiryo UI"/>
                <a:ea typeface="Meiryo UI"/>
                <a:cs typeface="Meiryo UI" charset="0"/>
              </a:rPr>
              <a:t>月中旬を目途にご提示いただきたい</a:t>
            </a:r>
            <a:r>
              <a:rPr kumimoji="1" lang="ja-JP" altLang="en-US" sz="1100" b="0" i="0" u="none" strike="noStrike" kern="0" cap="none" spc="0" normalizeH="0" baseline="0" noProof="1">
                <a:ln>
                  <a:noFill/>
                </a:ln>
                <a:solidFill>
                  <a:prstClr val="black"/>
                </a:solidFill>
                <a:effectLst/>
                <a:uLnTx/>
                <a:uFillTx/>
                <a:latin typeface="Meiryo UI"/>
                <a:ea typeface="Meiryo UI"/>
                <a:cs typeface="Meiryo UI" charset="0"/>
              </a:rPr>
              <a:t>。</a:t>
            </a:r>
            <a:br>
              <a:rPr kumimoji="1" lang="en-US" altLang="ja-JP" sz="1100" b="0" i="0" u="none" strike="noStrike" kern="0" cap="none" spc="0" normalizeH="0" baseline="0" noProof="1">
                <a:ln>
                  <a:noFill/>
                </a:ln>
                <a:solidFill>
                  <a:prstClr val="black"/>
                </a:solidFill>
                <a:effectLst/>
                <a:uLnTx/>
                <a:uFillTx/>
                <a:latin typeface="Meiryo UI"/>
                <a:ea typeface="Meiryo UI"/>
                <a:cs typeface="Meiryo UI" charset="0"/>
              </a:rPr>
            </a:br>
            <a:r>
              <a:rPr kumimoji="1" lang="en-US" altLang="ja-JP" sz="1100" b="0" i="0" u="none" strike="noStrike" kern="0" cap="none" spc="0" normalizeH="0" baseline="0" noProof="1">
                <a:ln>
                  <a:noFill/>
                </a:ln>
                <a:solidFill>
                  <a:prstClr val="black"/>
                </a:solidFill>
                <a:effectLst/>
                <a:uLnTx/>
                <a:uFillTx/>
                <a:latin typeface="Meiryo UI"/>
                <a:ea typeface="Meiryo UI"/>
                <a:cs typeface="Meiryo UI" charset="0"/>
              </a:rPr>
              <a:t>※</a:t>
            </a:r>
            <a:r>
              <a:rPr kumimoji="1" lang="ja-JP" altLang="en-US" sz="1100" b="0" i="0" u="none" strike="noStrike" kern="0" cap="none" spc="0" normalizeH="0" baseline="0" noProof="1">
                <a:ln>
                  <a:noFill/>
                </a:ln>
                <a:solidFill>
                  <a:prstClr val="black"/>
                </a:solidFill>
                <a:effectLst/>
                <a:uLnTx/>
                <a:uFillTx/>
                <a:latin typeface="Meiryo UI"/>
                <a:ea typeface="Meiryo UI"/>
                <a:cs typeface="Meiryo UI" charset="0"/>
              </a:rPr>
              <a:t>ただし、開発事業者による要件整理案件の契約時点で、案件の内容が不明瞭なため、</a:t>
            </a:r>
            <a:r>
              <a:rPr kumimoji="1" lang="ja-JP" altLang="en-US" sz="1100" b="1" i="0" u="sng" strike="noStrike" kern="0" cap="none" spc="0" normalizeH="0" baseline="0" noProof="1">
                <a:ln>
                  <a:noFill/>
                </a:ln>
                <a:solidFill>
                  <a:prstClr val="black"/>
                </a:solidFill>
                <a:effectLst/>
                <a:uLnTx/>
                <a:uFillTx/>
                <a:latin typeface="Meiryo UI"/>
                <a:ea typeface="Meiryo UI"/>
                <a:cs typeface="Meiryo UI" charset="0"/>
              </a:rPr>
              <a:t>開発事業者の余剰工数の中で可能な範囲での整理となる旨、ご了承いただきたい</a:t>
            </a:r>
            <a:r>
              <a:rPr kumimoji="1" lang="ja-JP" altLang="en-US" sz="1100" b="0" i="0" u="none" strike="noStrike" kern="0" cap="none" spc="0" normalizeH="0" baseline="0" noProof="1">
                <a:ln>
                  <a:noFill/>
                </a:ln>
                <a:solidFill>
                  <a:prstClr val="black"/>
                </a:solidFill>
                <a:effectLst/>
                <a:uLnTx/>
                <a:uFillTx/>
                <a:latin typeface="Meiryo UI"/>
                <a:ea typeface="Meiryo UI"/>
                <a:cs typeface="Meiryo UI" charset="0"/>
              </a:rPr>
              <a:t>。</a:t>
            </a:r>
            <a:endParaRPr kumimoji="1" lang="en-US" altLang="ja-JP" sz="1100" b="0" i="0" u="none" strike="noStrike" kern="0" cap="none" spc="0" normalizeH="0" baseline="0" noProof="1">
              <a:ln>
                <a:noFill/>
              </a:ln>
              <a:solidFill>
                <a:prstClr val="black"/>
              </a:solidFill>
              <a:effectLst/>
              <a:uLnTx/>
              <a:uFillTx/>
              <a:latin typeface="Meiryo UI"/>
              <a:ea typeface="Meiryo UI"/>
              <a:cs typeface="Meiryo UI" charset="0"/>
            </a:endParaRPr>
          </a:p>
        </p:txBody>
      </p:sp>
      <p:sp>
        <p:nvSpPr>
          <p:cNvPr id="3" name="正方形/長方形 2">
            <a:extLst>
              <a:ext uri="{FF2B5EF4-FFF2-40B4-BE49-F238E27FC236}">
                <a16:creationId xmlns:a16="http://schemas.microsoft.com/office/drawing/2014/main" id="{5EE5404D-93E7-090C-98E3-824DB3937345}"/>
              </a:ext>
            </a:extLst>
          </p:cNvPr>
          <p:cNvSpPr/>
          <p:nvPr/>
        </p:nvSpPr>
        <p:spPr>
          <a:xfrm>
            <a:off x="977930" y="2368171"/>
            <a:ext cx="1061889" cy="144000"/>
          </a:xfrm>
          <a:prstGeom prst="rect">
            <a:avLst/>
          </a:prstGeom>
          <a:solidFill>
            <a:sysClr val="windowText" lastClr="000000"/>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prstClr val="white"/>
                </a:solidFill>
                <a:effectLst/>
                <a:uLnTx/>
                <a:uFillTx/>
                <a:latin typeface="Meiryo UI"/>
                <a:ea typeface="Meiryo UI"/>
                <a:cs typeface="+mn-cs"/>
              </a:rPr>
              <a:t>9</a:t>
            </a:r>
            <a:r>
              <a:rPr kumimoji="0" lang="ja-JP" altLang="en-US" sz="900" b="0" i="0" u="none" strike="noStrike" kern="0" cap="none" spc="0" normalizeH="0" baseline="0" noProof="0">
                <a:ln>
                  <a:noFill/>
                </a:ln>
                <a:solidFill>
                  <a:prstClr val="white"/>
                </a:solidFill>
                <a:effectLst/>
                <a:uLnTx/>
                <a:uFillTx/>
                <a:latin typeface="Meiryo UI"/>
                <a:ea typeface="Meiryo UI"/>
                <a:cs typeface="+mn-cs"/>
              </a:rPr>
              <a:t>月</a:t>
            </a:r>
          </a:p>
        </p:txBody>
      </p:sp>
      <p:sp>
        <p:nvSpPr>
          <p:cNvPr id="4" name="正方形/長方形 3">
            <a:extLst>
              <a:ext uri="{FF2B5EF4-FFF2-40B4-BE49-F238E27FC236}">
                <a16:creationId xmlns:a16="http://schemas.microsoft.com/office/drawing/2014/main" id="{CCCB080C-3C13-30EF-1E2C-9A50ABD0EC51}"/>
              </a:ext>
            </a:extLst>
          </p:cNvPr>
          <p:cNvSpPr/>
          <p:nvPr/>
        </p:nvSpPr>
        <p:spPr>
          <a:xfrm>
            <a:off x="981113" y="2527787"/>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7</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cxnSp>
        <p:nvCxnSpPr>
          <p:cNvPr id="5" name="直線コネクタ 4">
            <a:extLst>
              <a:ext uri="{FF2B5EF4-FFF2-40B4-BE49-F238E27FC236}">
                <a16:creationId xmlns:a16="http://schemas.microsoft.com/office/drawing/2014/main" id="{9CA83EEB-9BF0-1FC9-A414-15702B69E3DD}"/>
              </a:ext>
            </a:extLst>
          </p:cNvPr>
          <p:cNvCxnSpPr>
            <a:cxnSpLocks/>
          </p:cNvCxnSpPr>
          <p:nvPr/>
        </p:nvCxnSpPr>
        <p:spPr bwMode="auto">
          <a:xfrm>
            <a:off x="977930" y="3110559"/>
            <a:ext cx="8542731" cy="0"/>
          </a:xfrm>
          <a:prstGeom prst="line">
            <a:avLst/>
          </a:prstGeom>
          <a:solidFill>
            <a:sysClr val="window" lastClr="FFFFFF"/>
          </a:solidFill>
          <a:ln w="9525" cap="flat" cmpd="sng" algn="ctr">
            <a:solidFill>
              <a:sysClr val="windowText" lastClr="000000"/>
            </a:solidFill>
            <a:prstDash val="sysDot"/>
            <a:round/>
            <a:headEnd type="none" w="med" len="med"/>
            <a:tailEnd type="none" w="med" len="med"/>
          </a:ln>
          <a:effectLst/>
        </p:spPr>
      </p:cxnSp>
      <p:sp>
        <p:nvSpPr>
          <p:cNvPr id="6" name="正方形/長方形 5">
            <a:extLst>
              <a:ext uri="{FF2B5EF4-FFF2-40B4-BE49-F238E27FC236}">
                <a16:creationId xmlns:a16="http://schemas.microsoft.com/office/drawing/2014/main" id="{7C6CA1E7-90AA-0F8C-00F2-41BF2E737002}"/>
              </a:ext>
            </a:extLst>
          </p:cNvPr>
          <p:cNvSpPr/>
          <p:nvPr/>
        </p:nvSpPr>
        <p:spPr>
          <a:xfrm>
            <a:off x="2039818" y="2368171"/>
            <a:ext cx="1368000" cy="144000"/>
          </a:xfrm>
          <a:prstGeom prst="rect">
            <a:avLst/>
          </a:prstGeom>
          <a:solidFill>
            <a:sysClr val="windowText" lastClr="000000"/>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prstClr val="white"/>
                </a:solidFill>
                <a:effectLst/>
                <a:uLnTx/>
                <a:uFillTx/>
                <a:latin typeface="Meiryo UI"/>
                <a:ea typeface="Meiryo UI"/>
                <a:cs typeface="+mn-cs"/>
              </a:rPr>
              <a:t>10</a:t>
            </a:r>
            <a:r>
              <a:rPr kumimoji="0" lang="ja-JP" altLang="en-US" sz="900" b="0" i="0" u="none" strike="noStrike" kern="0" cap="none" spc="0" normalizeH="0" baseline="0" noProof="0">
                <a:ln>
                  <a:noFill/>
                </a:ln>
                <a:solidFill>
                  <a:prstClr val="white"/>
                </a:solidFill>
                <a:effectLst/>
                <a:uLnTx/>
                <a:uFillTx/>
                <a:latin typeface="Meiryo UI"/>
                <a:ea typeface="Meiryo UI"/>
                <a:cs typeface="+mn-cs"/>
              </a:rPr>
              <a:t>月</a:t>
            </a:r>
          </a:p>
        </p:txBody>
      </p:sp>
      <p:sp>
        <p:nvSpPr>
          <p:cNvPr id="7" name="正方形/長方形 6">
            <a:extLst>
              <a:ext uri="{FF2B5EF4-FFF2-40B4-BE49-F238E27FC236}">
                <a16:creationId xmlns:a16="http://schemas.microsoft.com/office/drawing/2014/main" id="{F6F63A5E-779E-1EE4-89EA-9383CD55018A}"/>
              </a:ext>
            </a:extLst>
          </p:cNvPr>
          <p:cNvSpPr/>
          <p:nvPr/>
        </p:nvSpPr>
        <p:spPr>
          <a:xfrm>
            <a:off x="3384460" y="2368171"/>
            <a:ext cx="1332000" cy="144000"/>
          </a:xfrm>
          <a:prstGeom prst="rect">
            <a:avLst/>
          </a:prstGeom>
          <a:solidFill>
            <a:sysClr val="windowText" lastClr="000000"/>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prstClr val="white"/>
                </a:solidFill>
                <a:effectLst/>
                <a:uLnTx/>
                <a:uFillTx/>
                <a:latin typeface="Meiryo UI"/>
                <a:ea typeface="Meiryo UI"/>
                <a:cs typeface="+mn-cs"/>
              </a:rPr>
              <a:t>11</a:t>
            </a:r>
            <a:r>
              <a:rPr kumimoji="0" lang="ja-JP" altLang="en-US" sz="900" b="0" i="0" u="none" strike="noStrike" kern="0" cap="none" spc="0" normalizeH="0" baseline="0" noProof="0">
                <a:ln>
                  <a:noFill/>
                </a:ln>
                <a:solidFill>
                  <a:prstClr val="white"/>
                </a:solidFill>
                <a:effectLst/>
                <a:uLnTx/>
                <a:uFillTx/>
                <a:latin typeface="Meiryo UI"/>
                <a:ea typeface="Meiryo UI"/>
                <a:cs typeface="+mn-cs"/>
              </a:rPr>
              <a:t>月</a:t>
            </a:r>
          </a:p>
        </p:txBody>
      </p:sp>
      <p:sp>
        <p:nvSpPr>
          <p:cNvPr id="10" name="正方形/長方形 9">
            <a:extLst>
              <a:ext uri="{FF2B5EF4-FFF2-40B4-BE49-F238E27FC236}">
                <a16:creationId xmlns:a16="http://schemas.microsoft.com/office/drawing/2014/main" id="{3EF9EA0E-E95C-A3FF-1AFC-21CD59541EAF}"/>
              </a:ext>
            </a:extLst>
          </p:cNvPr>
          <p:cNvSpPr/>
          <p:nvPr/>
        </p:nvSpPr>
        <p:spPr>
          <a:xfrm>
            <a:off x="4690767" y="2368171"/>
            <a:ext cx="1188000" cy="144000"/>
          </a:xfrm>
          <a:prstGeom prst="rect">
            <a:avLst/>
          </a:prstGeom>
          <a:solidFill>
            <a:sysClr val="windowText" lastClr="000000"/>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prstClr val="white"/>
                </a:solidFill>
                <a:effectLst/>
                <a:uLnTx/>
                <a:uFillTx/>
                <a:latin typeface="Meiryo UI"/>
                <a:ea typeface="Meiryo UI"/>
                <a:cs typeface="+mn-cs"/>
              </a:rPr>
              <a:t>12</a:t>
            </a:r>
            <a:r>
              <a:rPr kumimoji="0" lang="ja-JP" altLang="en-US" sz="900" b="0" i="0" u="none" strike="noStrike" kern="0" cap="none" spc="0" normalizeH="0" baseline="0" noProof="0">
                <a:ln>
                  <a:noFill/>
                </a:ln>
                <a:solidFill>
                  <a:prstClr val="white"/>
                </a:solidFill>
                <a:effectLst/>
                <a:uLnTx/>
                <a:uFillTx/>
                <a:latin typeface="Meiryo UI"/>
                <a:ea typeface="Meiryo UI"/>
                <a:cs typeface="+mn-cs"/>
              </a:rPr>
              <a:t>月</a:t>
            </a:r>
          </a:p>
        </p:txBody>
      </p:sp>
      <p:sp>
        <p:nvSpPr>
          <p:cNvPr id="11" name="正方形/長方形 10">
            <a:extLst>
              <a:ext uri="{FF2B5EF4-FFF2-40B4-BE49-F238E27FC236}">
                <a16:creationId xmlns:a16="http://schemas.microsoft.com/office/drawing/2014/main" id="{615C2E44-9F85-0942-4893-CAF69C34ED4B}"/>
              </a:ext>
            </a:extLst>
          </p:cNvPr>
          <p:cNvSpPr/>
          <p:nvPr/>
        </p:nvSpPr>
        <p:spPr>
          <a:xfrm>
            <a:off x="5863433" y="2368171"/>
            <a:ext cx="1110260" cy="144000"/>
          </a:xfrm>
          <a:prstGeom prst="rect">
            <a:avLst/>
          </a:prstGeom>
          <a:solidFill>
            <a:sysClr val="windowText" lastClr="000000"/>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prstClr val="white"/>
                </a:solidFill>
                <a:effectLst/>
                <a:uLnTx/>
                <a:uFillTx/>
                <a:latin typeface="Meiryo UI"/>
                <a:ea typeface="Meiryo UI"/>
                <a:cs typeface="+mn-cs"/>
              </a:rPr>
              <a:t>1</a:t>
            </a:r>
            <a:r>
              <a:rPr kumimoji="0" lang="ja-JP" altLang="en-US" sz="900" b="0" i="0" u="none" strike="noStrike" kern="0" cap="none" spc="0" normalizeH="0" baseline="0" noProof="0">
                <a:ln>
                  <a:noFill/>
                </a:ln>
                <a:solidFill>
                  <a:prstClr val="white"/>
                </a:solidFill>
                <a:effectLst/>
                <a:uLnTx/>
                <a:uFillTx/>
                <a:latin typeface="Meiryo UI"/>
                <a:ea typeface="Meiryo UI"/>
                <a:cs typeface="+mn-cs"/>
              </a:rPr>
              <a:t>月</a:t>
            </a:r>
          </a:p>
        </p:txBody>
      </p:sp>
      <p:sp>
        <p:nvSpPr>
          <p:cNvPr id="12" name="正方形/長方形 11">
            <a:extLst>
              <a:ext uri="{FF2B5EF4-FFF2-40B4-BE49-F238E27FC236}">
                <a16:creationId xmlns:a16="http://schemas.microsoft.com/office/drawing/2014/main" id="{DD43974E-B3CD-B4D0-CE60-E1E4A89D0F7E}"/>
              </a:ext>
            </a:extLst>
          </p:cNvPr>
          <p:cNvSpPr/>
          <p:nvPr/>
        </p:nvSpPr>
        <p:spPr>
          <a:xfrm>
            <a:off x="6973694" y="2368171"/>
            <a:ext cx="1042034" cy="144000"/>
          </a:xfrm>
          <a:prstGeom prst="rect">
            <a:avLst/>
          </a:prstGeom>
          <a:solidFill>
            <a:sysClr val="windowText" lastClr="000000"/>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prstClr val="white"/>
                </a:solidFill>
                <a:effectLst/>
                <a:uLnTx/>
                <a:uFillTx/>
                <a:latin typeface="Meiryo UI"/>
                <a:ea typeface="Meiryo UI"/>
                <a:cs typeface="+mn-cs"/>
              </a:rPr>
              <a:t>2</a:t>
            </a:r>
            <a:r>
              <a:rPr kumimoji="0" lang="ja-JP" altLang="en-US" sz="900" b="0" i="0" u="none" strike="noStrike" kern="0" cap="none" spc="0" normalizeH="0" baseline="0" noProof="0">
                <a:ln>
                  <a:noFill/>
                </a:ln>
                <a:solidFill>
                  <a:prstClr val="white"/>
                </a:solidFill>
                <a:effectLst/>
                <a:uLnTx/>
                <a:uFillTx/>
                <a:latin typeface="Meiryo UI"/>
                <a:ea typeface="Meiryo UI"/>
                <a:cs typeface="+mn-cs"/>
              </a:rPr>
              <a:t>月</a:t>
            </a:r>
          </a:p>
        </p:txBody>
      </p:sp>
      <p:sp>
        <p:nvSpPr>
          <p:cNvPr id="13" name="正方形/長方形 12">
            <a:extLst>
              <a:ext uri="{FF2B5EF4-FFF2-40B4-BE49-F238E27FC236}">
                <a16:creationId xmlns:a16="http://schemas.microsoft.com/office/drawing/2014/main" id="{37691A94-0A0E-BF30-B07A-666727158E86}"/>
              </a:ext>
            </a:extLst>
          </p:cNvPr>
          <p:cNvSpPr/>
          <p:nvPr/>
        </p:nvSpPr>
        <p:spPr>
          <a:xfrm>
            <a:off x="8015725" y="2368171"/>
            <a:ext cx="1170773" cy="144000"/>
          </a:xfrm>
          <a:prstGeom prst="rect">
            <a:avLst/>
          </a:prstGeom>
          <a:solidFill>
            <a:sysClr val="windowText" lastClr="000000"/>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prstClr val="white"/>
                </a:solidFill>
                <a:effectLst/>
                <a:uLnTx/>
                <a:uFillTx/>
                <a:latin typeface="Meiryo UI"/>
                <a:ea typeface="Meiryo UI"/>
                <a:cs typeface="+mn-cs"/>
              </a:rPr>
              <a:t>3</a:t>
            </a:r>
            <a:r>
              <a:rPr kumimoji="0" lang="ja-JP" altLang="en-US" sz="900" b="0" i="0" u="none" strike="noStrike" kern="0" cap="none" spc="0" normalizeH="0" baseline="0" noProof="0">
                <a:ln>
                  <a:noFill/>
                </a:ln>
                <a:solidFill>
                  <a:prstClr val="white"/>
                </a:solidFill>
                <a:effectLst/>
                <a:uLnTx/>
                <a:uFillTx/>
                <a:latin typeface="Meiryo UI"/>
                <a:ea typeface="Meiryo UI"/>
                <a:cs typeface="+mn-cs"/>
              </a:rPr>
              <a:t>月</a:t>
            </a:r>
          </a:p>
        </p:txBody>
      </p:sp>
      <p:sp>
        <p:nvSpPr>
          <p:cNvPr id="14" name="正方形/長方形 13">
            <a:extLst>
              <a:ext uri="{FF2B5EF4-FFF2-40B4-BE49-F238E27FC236}">
                <a16:creationId xmlns:a16="http://schemas.microsoft.com/office/drawing/2014/main" id="{3DA8F4FF-606F-3913-D3DE-369B006461BB}"/>
              </a:ext>
            </a:extLst>
          </p:cNvPr>
          <p:cNvSpPr/>
          <p:nvPr/>
        </p:nvSpPr>
        <p:spPr>
          <a:xfrm>
            <a:off x="5750588" y="2527787"/>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28</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15" name="正方形/長方形 14">
            <a:extLst>
              <a:ext uri="{FF2B5EF4-FFF2-40B4-BE49-F238E27FC236}">
                <a16:creationId xmlns:a16="http://schemas.microsoft.com/office/drawing/2014/main" id="{9C423412-9C27-E3B6-0C31-6A9BBE6E8FF4}"/>
              </a:ext>
            </a:extLst>
          </p:cNvPr>
          <p:cNvSpPr/>
          <p:nvPr/>
        </p:nvSpPr>
        <p:spPr>
          <a:xfrm>
            <a:off x="6002071" y="2527787"/>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4</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16" name="正方形/長方形 15">
            <a:extLst>
              <a:ext uri="{FF2B5EF4-FFF2-40B4-BE49-F238E27FC236}">
                <a16:creationId xmlns:a16="http://schemas.microsoft.com/office/drawing/2014/main" id="{B87EEE68-F368-9568-B4F9-46AF60C6D5E6}"/>
              </a:ext>
            </a:extLst>
          </p:cNvPr>
          <p:cNvSpPr/>
          <p:nvPr/>
        </p:nvSpPr>
        <p:spPr>
          <a:xfrm>
            <a:off x="6253554" y="2527787"/>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11</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17" name="正方形/長方形 16">
            <a:extLst>
              <a:ext uri="{FF2B5EF4-FFF2-40B4-BE49-F238E27FC236}">
                <a16:creationId xmlns:a16="http://schemas.microsoft.com/office/drawing/2014/main" id="{0B48D6D2-9D5F-5860-5599-903C4D5F4D7E}"/>
              </a:ext>
            </a:extLst>
          </p:cNvPr>
          <p:cNvSpPr/>
          <p:nvPr/>
        </p:nvSpPr>
        <p:spPr>
          <a:xfrm>
            <a:off x="6505037" y="2527787"/>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18</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18" name="正方形/長方形 17">
            <a:extLst>
              <a:ext uri="{FF2B5EF4-FFF2-40B4-BE49-F238E27FC236}">
                <a16:creationId xmlns:a16="http://schemas.microsoft.com/office/drawing/2014/main" id="{DCFDE411-6AA5-CD60-0BEF-FD88B014BEA9}"/>
              </a:ext>
            </a:extLst>
          </p:cNvPr>
          <p:cNvSpPr/>
          <p:nvPr/>
        </p:nvSpPr>
        <p:spPr>
          <a:xfrm>
            <a:off x="6756520" y="2527787"/>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25</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19" name="正方形/長方形 18">
            <a:extLst>
              <a:ext uri="{FF2B5EF4-FFF2-40B4-BE49-F238E27FC236}">
                <a16:creationId xmlns:a16="http://schemas.microsoft.com/office/drawing/2014/main" id="{ADA62C6A-2239-1E9A-C8D3-4B54224E85DE}"/>
              </a:ext>
            </a:extLst>
          </p:cNvPr>
          <p:cNvSpPr/>
          <p:nvPr/>
        </p:nvSpPr>
        <p:spPr>
          <a:xfrm>
            <a:off x="1261671" y="2527787"/>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14</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20" name="正方形/長方形 19">
            <a:extLst>
              <a:ext uri="{FF2B5EF4-FFF2-40B4-BE49-F238E27FC236}">
                <a16:creationId xmlns:a16="http://schemas.microsoft.com/office/drawing/2014/main" id="{0A8FB715-508B-AC9C-B9F9-EB8CD95FC8F2}"/>
              </a:ext>
            </a:extLst>
          </p:cNvPr>
          <p:cNvSpPr/>
          <p:nvPr/>
        </p:nvSpPr>
        <p:spPr>
          <a:xfrm>
            <a:off x="1542228" y="2527787"/>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21</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21" name="正方形/長方形 20">
            <a:extLst>
              <a:ext uri="{FF2B5EF4-FFF2-40B4-BE49-F238E27FC236}">
                <a16:creationId xmlns:a16="http://schemas.microsoft.com/office/drawing/2014/main" id="{AFC6B635-99DA-73DE-6499-97AF9B21B277}"/>
              </a:ext>
            </a:extLst>
          </p:cNvPr>
          <p:cNvSpPr/>
          <p:nvPr/>
        </p:nvSpPr>
        <p:spPr>
          <a:xfrm>
            <a:off x="1822786" y="2527787"/>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28</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22" name="正方形/長方形 21">
            <a:extLst>
              <a:ext uri="{FF2B5EF4-FFF2-40B4-BE49-F238E27FC236}">
                <a16:creationId xmlns:a16="http://schemas.microsoft.com/office/drawing/2014/main" id="{F2CE3955-E4A4-CA71-07CE-C93110F8B833}"/>
              </a:ext>
            </a:extLst>
          </p:cNvPr>
          <p:cNvSpPr/>
          <p:nvPr/>
        </p:nvSpPr>
        <p:spPr>
          <a:xfrm>
            <a:off x="2103343" y="2527787"/>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5</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23" name="正方形/長方形 22">
            <a:extLst>
              <a:ext uri="{FF2B5EF4-FFF2-40B4-BE49-F238E27FC236}">
                <a16:creationId xmlns:a16="http://schemas.microsoft.com/office/drawing/2014/main" id="{408670F7-CABE-DE81-C93A-DCD9F15F5C31}"/>
              </a:ext>
            </a:extLst>
          </p:cNvPr>
          <p:cNvSpPr/>
          <p:nvPr/>
        </p:nvSpPr>
        <p:spPr>
          <a:xfrm>
            <a:off x="2383901" y="2527787"/>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12</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24" name="正方形/長方形 23">
            <a:extLst>
              <a:ext uri="{FF2B5EF4-FFF2-40B4-BE49-F238E27FC236}">
                <a16:creationId xmlns:a16="http://schemas.microsoft.com/office/drawing/2014/main" id="{CF468CF9-694D-E3D1-6304-633374103C9F}"/>
              </a:ext>
            </a:extLst>
          </p:cNvPr>
          <p:cNvSpPr/>
          <p:nvPr/>
        </p:nvSpPr>
        <p:spPr>
          <a:xfrm>
            <a:off x="2664458" y="2527787"/>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19</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25" name="正方形/長方形 24">
            <a:extLst>
              <a:ext uri="{FF2B5EF4-FFF2-40B4-BE49-F238E27FC236}">
                <a16:creationId xmlns:a16="http://schemas.microsoft.com/office/drawing/2014/main" id="{C931B45E-7122-E42A-9E54-AB70CC203931}"/>
              </a:ext>
            </a:extLst>
          </p:cNvPr>
          <p:cNvSpPr/>
          <p:nvPr/>
        </p:nvSpPr>
        <p:spPr>
          <a:xfrm>
            <a:off x="2945015" y="2527787"/>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26</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26" name="正方形/長方形 25">
            <a:extLst>
              <a:ext uri="{FF2B5EF4-FFF2-40B4-BE49-F238E27FC236}">
                <a16:creationId xmlns:a16="http://schemas.microsoft.com/office/drawing/2014/main" id="{7528A78F-A377-3D7D-01C0-4E1953A18548}"/>
              </a:ext>
            </a:extLst>
          </p:cNvPr>
          <p:cNvSpPr/>
          <p:nvPr/>
        </p:nvSpPr>
        <p:spPr>
          <a:xfrm>
            <a:off x="3225573" y="2527787"/>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29</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27" name="正方形/長方形 26">
            <a:extLst>
              <a:ext uri="{FF2B5EF4-FFF2-40B4-BE49-F238E27FC236}">
                <a16:creationId xmlns:a16="http://schemas.microsoft.com/office/drawing/2014/main" id="{0D97DED2-5420-F2AD-B087-AFEF03488EF8}"/>
              </a:ext>
            </a:extLst>
          </p:cNvPr>
          <p:cNvSpPr/>
          <p:nvPr/>
        </p:nvSpPr>
        <p:spPr>
          <a:xfrm>
            <a:off x="3506130" y="2527787"/>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2</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28" name="正方形/長方形 27">
            <a:extLst>
              <a:ext uri="{FF2B5EF4-FFF2-40B4-BE49-F238E27FC236}">
                <a16:creationId xmlns:a16="http://schemas.microsoft.com/office/drawing/2014/main" id="{9A6D3B0C-E07D-6A69-9CCC-12C7A41C31D2}"/>
              </a:ext>
            </a:extLst>
          </p:cNvPr>
          <p:cNvSpPr/>
          <p:nvPr/>
        </p:nvSpPr>
        <p:spPr>
          <a:xfrm>
            <a:off x="3786688" y="2527787"/>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9</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29" name="正方形/長方形 28">
            <a:extLst>
              <a:ext uri="{FF2B5EF4-FFF2-40B4-BE49-F238E27FC236}">
                <a16:creationId xmlns:a16="http://schemas.microsoft.com/office/drawing/2014/main" id="{96308F99-C29C-C84E-61EA-2E4970E46411}"/>
              </a:ext>
            </a:extLst>
          </p:cNvPr>
          <p:cNvSpPr/>
          <p:nvPr/>
        </p:nvSpPr>
        <p:spPr>
          <a:xfrm>
            <a:off x="4067245" y="2527787"/>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16</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30" name="正方形/長方形 29">
            <a:extLst>
              <a:ext uri="{FF2B5EF4-FFF2-40B4-BE49-F238E27FC236}">
                <a16:creationId xmlns:a16="http://schemas.microsoft.com/office/drawing/2014/main" id="{145D5E3E-2646-2FB9-6E3B-92C2A44F217C}"/>
              </a:ext>
            </a:extLst>
          </p:cNvPr>
          <p:cNvSpPr/>
          <p:nvPr/>
        </p:nvSpPr>
        <p:spPr>
          <a:xfrm>
            <a:off x="4347802" y="2527787"/>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23</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31" name="正方形/長方形 30">
            <a:extLst>
              <a:ext uri="{FF2B5EF4-FFF2-40B4-BE49-F238E27FC236}">
                <a16:creationId xmlns:a16="http://schemas.microsoft.com/office/drawing/2014/main" id="{71EBC9D9-C2AF-463B-775C-0AF90A59141A}"/>
              </a:ext>
            </a:extLst>
          </p:cNvPr>
          <p:cNvSpPr/>
          <p:nvPr/>
        </p:nvSpPr>
        <p:spPr>
          <a:xfrm>
            <a:off x="4628360" y="2527787"/>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30</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32" name="正方形/長方形 31">
            <a:extLst>
              <a:ext uri="{FF2B5EF4-FFF2-40B4-BE49-F238E27FC236}">
                <a16:creationId xmlns:a16="http://schemas.microsoft.com/office/drawing/2014/main" id="{3967C2FC-C72E-3771-166D-8980B447D5F6}"/>
              </a:ext>
            </a:extLst>
          </p:cNvPr>
          <p:cNvSpPr/>
          <p:nvPr/>
        </p:nvSpPr>
        <p:spPr>
          <a:xfrm>
            <a:off x="4908916" y="2527787"/>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7</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33" name="正方形/長方形 32">
            <a:extLst>
              <a:ext uri="{FF2B5EF4-FFF2-40B4-BE49-F238E27FC236}">
                <a16:creationId xmlns:a16="http://schemas.microsoft.com/office/drawing/2014/main" id="{FCC081AB-519C-8906-2AB9-3DF77AC0C74B}"/>
              </a:ext>
            </a:extLst>
          </p:cNvPr>
          <p:cNvSpPr/>
          <p:nvPr/>
        </p:nvSpPr>
        <p:spPr>
          <a:xfrm>
            <a:off x="5189474" y="2527787"/>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14</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34" name="正方形/長方形 33">
            <a:extLst>
              <a:ext uri="{FF2B5EF4-FFF2-40B4-BE49-F238E27FC236}">
                <a16:creationId xmlns:a16="http://schemas.microsoft.com/office/drawing/2014/main" id="{EAE5A357-2C7E-3CF3-1F9A-4AFC4A14CA41}"/>
              </a:ext>
            </a:extLst>
          </p:cNvPr>
          <p:cNvSpPr/>
          <p:nvPr/>
        </p:nvSpPr>
        <p:spPr>
          <a:xfrm>
            <a:off x="5470031" y="2527787"/>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21</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35" name="正方形/長方形 34">
            <a:extLst>
              <a:ext uri="{FF2B5EF4-FFF2-40B4-BE49-F238E27FC236}">
                <a16:creationId xmlns:a16="http://schemas.microsoft.com/office/drawing/2014/main" id="{A0438B4C-BA4A-6FC4-3FA3-7A34E931D646}"/>
              </a:ext>
            </a:extLst>
          </p:cNvPr>
          <p:cNvSpPr/>
          <p:nvPr/>
        </p:nvSpPr>
        <p:spPr>
          <a:xfrm>
            <a:off x="7008003" y="2527787"/>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1</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36" name="正方形/長方形 35">
            <a:extLst>
              <a:ext uri="{FF2B5EF4-FFF2-40B4-BE49-F238E27FC236}">
                <a16:creationId xmlns:a16="http://schemas.microsoft.com/office/drawing/2014/main" id="{AF835D4A-EB1B-5706-8CEE-5D54CF43A2AD}"/>
              </a:ext>
            </a:extLst>
          </p:cNvPr>
          <p:cNvSpPr/>
          <p:nvPr/>
        </p:nvSpPr>
        <p:spPr>
          <a:xfrm>
            <a:off x="7259487" y="2527787"/>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8</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37" name="正方形/長方形 36">
            <a:extLst>
              <a:ext uri="{FF2B5EF4-FFF2-40B4-BE49-F238E27FC236}">
                <a16:creationId xmlns:a16="http://schemas.microsoft.com/office/drawing/2014/main" id="{EAA27594-AC34-9F5E-C77C-11A1EAB66532}"/>
              </a:ext>
            </a:extLst>
          </p:cNvPr>
          <p:cNvSpPr/>
          <p:nvPr/>
        </p:nvSpPr>
        <p:spPr>
          <a:xfrm>
            <a:off x="7510971" y="2527787"/>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15</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38" name="正方形/長方形 37">
            <a:extLst>
              <a:ext uri="{FF2B5EF4-FFF2-40B4-BE49-F238E27FC236}">
                <a16:creationId xmlns:a16="http://schemas.microsoft.com/office/drawing/2014/main" id="{02729776-552E-E66F-29D0-082BF1317EB9}"/>
              </a:ext>
            </a:extLst>
          </p:cNvPr>
          <p:cNvSpPr/>
          <p:nvPr/>
        </p:nvSpPr>
        <p:spPr>
          <a:xfrm>
            <a:off x="7762455" y="2527787"/>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22</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39" name="正方形/長方形 38">
            <a:extLst>
              <a:ext uri="{FF2B5EF4-FFF2-40B4-BE49-F238E27FC236}">
                <a16:creationId xmlns:a16="http://schemas.microsoft.com/office/drawing/2014/main" id="{A1A631B9-0478-DA39-3EEB-002202D6A127}"/>
              </a:ext>
            </a:extLst>
          </p:cNvPr>
          <p:cNvSpPr/>
          <p:nvPr/>
        </p:nvSpPr>
        <p:spPr>
          <a:xfrm>
            <a:off x="8013939" y="2527787"/>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1</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40" name="正方形/長方形 39">
            <a:extLst>
              <a:ext uri="{FF2B5EF4-FFF2-40B4-BE49-F238E27FC236}">
                <a16:creationId xmlns:a16="http://schemas.microsoft.com/office/drawing/2014/main" id="{90E967A0-9C39-CA0E-98B3-6FDB2D2CC94F}"/>
              </a:ext>
            </a:extLst>
          </p:cNvPr>
          <p:cNvSpPr/>
          <p:nvPr/>
        </p:nvSpPr>
        <p:spPr>
          <a:xfrm>
            <a:off x="8265423" y="2527787"/>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8</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41" name="正方形/長方形 40">
            <a:extLst>
              <a:ext uri="{FF2B5EF4-FFF2-40B4-BE49-F238E27FC236}">
                <a16:creationId xmlns:a16="http://schemas.microsoft.com/office/drawing/2014/main" id="{FBC52180-E6EE-ACCA-C51D-6C73E902C83C}"/>
              </a:ext>
            </a:extLst>
          </p:cNvPr>
          <p:cNvSpPr/>
          <p:nvPr/>
        </p:nvSpPr>
        <p:spPr>
          <a:xfrm>
            <a:off x="8516907" y="2527787"/>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15</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42" name="正方形/長方形 41">
            <a:extLst>
              <a:ext uri="{FF2B5EF4-FFF2-40B4-BE49-F238E27FC236}">
                <a16:creationId xmlns:a16="http://schemas.microsoft.com/office/drawing/2014/main" id="{00BE7493-FBF6-321D-E0A8-23A1D185B2EB}"/>
              </a:ext>
            </a:extLst>
          </p:cNvPr>
          <p:cNvSpPr/>
          <p:nvPr/>
        </p:nvSpPr>
        <p:spPr>
          <a:xfrm>
            <a:off x="8768391" y="2527787"/>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22</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43" name="正方形/長方形 42">
            <a:extLst>
              <a:ext uri="{FF2B5EF4-FFF2-40B4-BE49-F238E27FC236}">
                <a16:creationId xmlns:a16="http://schemas.microsoft.com/office/drawing/2014/main" id="{187B17D3-590C-F1AE-C732-6F8DE8F8F5BB}"/>
              </a:ext>
            </a:extLst>
          </p:cNvPr>
          <p:cNvSpPr/>
          <p:nvPr/>
        </p:nvSpPr>
        <p:spPr>
          <a:xfrm>
            <a:off x="9035427" y="2368171"/>
            <a:ext cx="495169" cy="144000"/>
          </a:xfrm>
          <a:prstGeom prst="rect">
            <a:avLst/>
          </a:prstGeom>
          <a:solidFill>
            <a:sysClr val="windowText" lastClr="000000"/>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prstClr val="white"/>
                </a:solidFill>
                <a:effectLst/>
                <a:uLnTx/>
                <a:uFillTx/>
                <a:latin typeface="Meiryo UI"/>
                <a:ea typeface="Meiryo UI"/>
                <a:cs typeface="+mn-cs"/>
              </a:rPr>
              <a:t>4</a:t>
            </a:r>
            <a:r>
              <a:rPr kumimoji="0" lang="ja-JP" altLang="en-US" sz="900" b="0" i="0" u="none" strike="noStrike" kern="0" cap="none" spc="0" normalizeH="0" baseline="0" noProof="0">
                <a:ln>
                  <a:noFill/>
                </a:ln>
                <a:solidFill>
                  <a:prstClr val="white"/>
                </a:solidFill>
                <a:effectLst/>
                <a:uLnTx/>
                <a:uFillTx/>
                <a:latin typeface="Meiryo UI"/>
                <a:ea typeface="Meiryo UI"/>
                <a:cs typeface="+mn-cs"/>
              </a:rPr>
              <a:t>月</a:t>
            </a:r>
          </a:p>
        </p:txBody>
      </p:sp>
      <p:sp>
        <p:nvSpPr>
          <p:cNvPr id="44" name="正方形/長方形 43">
            <a:extLst>
              <a:ext uri="{FF2B5EF4-FFF2-40B4-BE49-F238E27FC236}">
                <a16:creationId xmlns:a16="http://schemas.microsoft.com/office/drawing/2014/main" id="{5C9437A7-D146-182C-C7E1-7CCA61EEB24F}"/>
              </a:ext>
            </a:extLst>
          </p:cNvPr>
          <p:cNvSpPr/>
          <p:nvPr/>
        </p:nvSpPr>
        <p:spPr>
          <a:xfrm>
            <a:off x="9022160" y="2527787"/>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29</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45" name="正方形/長方形 44">
            <a:extLst>
              <a:ext uri="{FF2B5EF4-FFF2-40B4-BE49-F238E27FC236}">
                <a16:creationId xmlns:a16="http://schemas.microsoft.com/office/drawing/2014/main" id="{E6F44F6D-65AC-DD14-E224-C77C4682D300}"/>
              </a:ext>
            </a:extLst>
          </p:cNvPr>
          <p:cNvSpPr/>
          <p:nvPr/>
        </p:nvSpPr>
        <p:spPr>
          <a:xfrm>
            <a:off x="9275930" y="2527787"/>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5</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136" name="テキスト ボックス 135">
            <a:extLst>
              <a:ext uri="{FF2B5EF4-FFF2-40B4-BE49-F238E27FC236}">
                <a16:creationId xmlns:a16="http://schemas.microsoft.com/office/drawing/2014/main" id="{12031A8B-8D12-1ED9-1AB3-592B9F44F2D4}"/>
              </a:ext>
            </a:extLst>
          </p:cNvPr>
          <p:cNvSpPr txBox="1"/>
          <p:nvPr/>
        </p:nvSpPr>
        <p:spPr>
          <a:xfrm>
            <a:off x="2678534" y="2790325"/>
            <a:ext cx="1949825" cy="215759"/>
          </a:xfrm>
          <a:prstGeom prst="rect">
            <a:avLst/>
          </a:prstGeom>
          <a:noFill/>
        </p:spPr>
        <p:txBody>
          <a:bodyPr wrap="square" lIns="36000" tIns="36000" rIns="36000" bIns="36000" rtlCol="0" anchor="t">
            <a:noAutofit/>
          </a:bodyPr>
          <a:lstStyle/>
          <a:p>
            <a:pPr marL="0" marR="0" lvl="0" indent="0" algn="l" defTabSz="914400" rtl="0" eaLnBrk="1" fontAlgn="base" latinLnBrk="0" hangingPunct="1">
              <a:lnSpc>
                <a:spcPct val="80000"/>
              </a:lnSpc>
              <a:spcBef>
                <a:spcPct val="0"/>
              </a:spcBef>
              <a:spcAft>
                <a:spcPct val="0"/>
              </a:spcAft>
              <a:buClrTx/>
              <a:buSzTx/>
              <a:buFontTx/>
              <a:buNone/>
              <a:tabLst/>
              <a:defRPr/>
            </a:pPr>
            <a:r>
              <a:rPr kumimoji="1" lang="ja-JP" altLang="en-US" sz="1000" b="0" i="0" u="none" strike="noStrike" kern="1200" cap="none" spc="0" normalizeH="0" baseline="0" noProof="0">
                <a:ln>
                  <a:noFill/>
                </a:ln>
                <a:solidFill>
                  <a:srgbClr val="FF0000"/>
                </a:solidFill>
                <a:effectLst/>
                <a:uLnTx/>
                <a:uFillTx/>
                <a:latin typeface="Meiryo UI"/>
                <a:ea typeface="Meiryo UI" panose="020B0604030504040204" pitchFamily="50" charset="-128"/>
                <a:cs typeface="+mn-cs"/>
              </a:rPr>
              <a:t>▼調達委員会</a:t>
            </a:r>
            <a:r>
              <a:rPr kumimoji="1" lang="en-US" altLang="ja-JP" sz="1000" b="0" i="0" u="none" strike="noStrike" kern="1200" cap="none" spc="0" normalizeH="0" baseline="0" noProof="0">
                <a:ln>
                  <a:noFill/>
                </a:ln>
                <a:solidFill>
                  <a:srgbClr val="FF0000"/>
                </a:solidFill>
                <a:effectLst/>
                <a:uLnTx/>
                <a:uFillTx/>
                <a:latin typeface="Meiryo UI"/>
                <a:ea typeface="Meiryo UI" panose="020B0604030504040204" pitchFamily="50" charset="-128"/>
                <a:cs typeface="+mn-cs"/>
              </a:rPr>
              <a:t>(10/20)</a:t>
            </a:r>
            <a:endParaRPr kumimoji="1" lang="ja-JP" altLang="en-US" sz="1000" b="0" i="0" u="none" strike="noStrike" kern="1200" cap="none" spc="0" normalizeH="0" baseline="0" noProof="0">
              <a:ln>
                <a:noFill/>
              </a:ln>
              <a:solidFill>
                <a:srgbClr val="FF0000"/>
              </a:solidFill>
              <a:effectLst/>
              <a:uLnTx/>
              <a:uFillTx/>
              <a:latin typeface="Meiryo UI"/>
              <a:ea typeface="Meiryo UI" panose="020B0604030504040204" pitchFamily="50" charset="-128"/>
              <a:cs typeface="+mn-cs"/>
            </a:endParaRPr>
          </a:p>
        </p:txBody>
      </p:sp>
      <p:sp>
        <p:nvSpPr>
          <p:cNvPr id="137" name="正方形/長方形 136">
            <a:extLst>
              <a:ext uri="{FF2B5EF4-FFF2-40B4-BE49-F238E27FC236}">
                <a16:creationId xmlns:a16="http://schemas.microsoft.com/office/drawing/2014/main" id="{D6DDA069-F1E4-57C0-9DD5-241DCF0FD34B}"/>
              </a:ext>
            </a:extLst>
          </p:cNvPr>
          <p:cNvSpPr/>
          <p:nvPr/>
        </p:nvSpPr>
        <p:spPr>
          <a:xfrm>
            <a:off x="316097" y="3122254"/>
            <a:ext cx="638970" cy="2114383"/>
          </a:xfrm>
          <a:prstGeom prst="rect">
            <a:avLst/>
          </a:prstGeom>
          <a:solidFill>
            <a:sysClr val="window" lastClr="FFFFFF"/>
          </a:solidFill>
          <a:ln w="3175" cap="flat" cmpd="sng" algn="ctr">
            <a:solidFill>
              <a:sysClr val="windowText" lastClr="000000"/>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prstClr val="black"/>
                </a:solidFill>
                <a:effectLst/>
                <a:uLnTx/>
                <a:uFillTx/>
                <a:latin typeface="Arial"/>
                <a:ea typeface="Meiryo UI"/>
                <a:cs typeface="+mn-cs"/>
              </a:rPr>
              <a:t>要件整理</a:t>
            </a:r>
            <a:br>
              <a:rPr kumimoji="0" lang="en-US" altLang="ja-JP" sz="900" b="0" i="0" u="none" strike="noStrike" kern="0" cap="none" spc="0" normalizeH="0" baseline="0" noProof="0">
                <a:ln>
                  <a:noFill/>
                </a:ln>
                <a:solidFill>
                  <a:prstClr val="black"/>
                </a:solidFill>
                <a:effectLst/>
                <a:uLnTx/>
                <a:uFillTx/>
                <a:latin typeface="Arial"/>
                <a:ea typeface="Meiryo UI"/>
                <a:cs typeface="+mn-cs"/>
              </a:rPr>
            </a:br>
            <a:r>
              <a:rPr kumimoji="0" lang="ja-JP" altLang="en-US" sz="900" b="0" i="0" u="none" strike="noStrike" kern="0" cap="none" spc="0" normalizeH="0" baseline="0" noProof="0">
                <a:ln>
                  <a:noFill/>
                </a:ln>
                <a:solidFill>
                  <a:prstClr val="black"/>
                </a:solidFill>
                <a:effectLst/>
                <a:uLnTx/>
                <a:uFillTx/>
                <a:latin typeface="Arial"/>
                <a:ea typeface="Meiryo UI"/>
                <a:cs typeface="+mn-cs"/>
              </a:rPr>
              <a:t>スケジュール</a:t>
            </a:r>
          </a:p>
        </p:txBody>
      </p:sp>
      <p:sp>
        <p:nvSpPr>
          <p:cNvPr id="138" name="正方形/長方形 137">
            <a:extLst>
              <a:ext uri="{FF2B5EF4-FFF2-40B4-BE49-F238E27FC236}">
                <a16:creationId xmlns:a16="http://schemas.microsoft.com/office/drawing/2014/main" id="{F2129ADF-0ED6-09BD-6D1E-2F6E25BDFA5D}"/>
              </a:ext>
            </a:extLst>
          </p:cNvPr>
          <p:cNvSpPr/>
          <p:nvPr/>
        </p:nvSpPr>
        <p:spPr>
          <a:xfrm>
            <a:off x="316097" y="2635788"/>
            <a:ext cx="638970" cy="457838"/>
          </a:xfrm>
          <a:prstGeom prst="rect">
            <a:avLst/>
          </a:prstGeom>
          <a:solidFill>
            <a:sysClr val="window" lastClr="FFFFFF"/>
          </a:solidFill>
          <a:ln w="3175" cap="flat" cmpd="sng" algn="ctr">
            <a:solidFill>
              <a:sysClr val="windowText" lastClr="000000"/>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prstClr val="black"/>
                </a:solidFill>
                <a:effectLst/>
                <a:uLnTx/>
                <a:uFillTx/>
                <a:latin typeface="Arial"/>
                <a:ea typeface="Meiryo UI"/>
                <a:cs typeface="+mn-cs"/>
              </a:rPr>
              <a:t>マイルストーン</a:t>
            </a:r>
          </a:p>
        </p:txBody>
      </p:sp>
      <p:cxnSp>
        <p:nvCxnSpPr>
          <p:cNvPr id="139" name="直線コネクタ 138">
            <a:extLst>
              <a:ext uri="{FF2B5EF4-FFF2-40B4-BE49-F238E27FC236}">
                <a16:creationId xmlns:a16="http://schemas.microsoft.com/office/drawing/2014/main" id="{D2318053-3601-7D64-6E62-19FC007EF51B}"/>
              </a:ext>
            </a:extLst>
          </p:cNvPr>
          <p:cNvCxnSpPr>
            <a:cxnSpLocks/>
          </p:cNvCxnSpPr>
          <p:nvPr/>
        </p:nvCxnSpPr>
        <p:spPr bwMode="auto">
          <a:xfrm>
            <a:off x="985954" y="5236637"/>
            <a:ext cx="8542731" cy="0"/>
          </a:xfrm>
          <a:prstGeom prst="line">
            <a:avLst/>
          </a:prstGeom>
          <a:solidFill>
            <a:sysClr val="window" lastClr="FFFFFF"/>
          </a:solidFill>
          <a:ln w="9525" cap="flat" cmpd="sng" algn="ctr">
            <a:solidFill>
              <a:sysClr val="windowText" lastClr="000000"/>
            </a:solidFill>
            <a:prstDash val="sysDot"/>
            <a:round/>
            <a:headEnd type="none" w="med" len="med"/>
            <a:tailEnd type="none" w="med" len="med"/>
          </a:ln>
          <a:effectLst/>
        </p:spPr>
      </p:cxnSp>
      <p:sp>
        <p:nvSpPr>
          <p:cNvPr id="153" name="テキスト ボックス 152">
            <a:extLst>
              <a:ext uri="{FF2B5EF4-FFF2-40B4-BE49-F238E27FC236}">
                <a16:creationId xmlns:a16="http://schemas.microsoft.com/office/drawing/2014/main" id="{0870D2F2-6A65-F34A-3B02-31D7BB671A26}"/>
              </a:ext>
            </a:extLst>
          </p:cNvPr>
          <p:cNvSpPr txBox="1"/>
          <p:nvPr/>
        </p:nvSpPr>
        <p:spPr>
          <a:xfrm>
            <a:off x="2037059" y="2644892"/>
            <a:ext cx="1967673" cy="169474"/>
          </a:xfrm>
          <a:prstGeom prst="rect">
            <a:avLst/>
          </a:prstGeom>
          <a:noFill/>
        </p:spPr>
        <p:txBody>
          <a:bodyPr wrap="square" lIns="36000" tIns="36000" rIns="36000" bIns="36000" rtlCol="0" anchor="t">
            <a:noAutofit/>
          </a:bodyPr>
          <a:lstStyle/>
          <a:p>
            <a:pPr marL="0" marR="0" lvl="0" indent="0" algn="l" defTabSz="914400" rtl="0" eaLnBrk="1" fontAlgn="base" latinLnBrk="0" hangingPunct="1">
              <a:lnSpc>
                <a:spcPct val="80000"/>
              </a:lnSpc>
              <a:spcBef>
                <a:spcPct val="0"/>
              </a:spcBef>
              <a:spcAft>
                <a:spcPct val="0"/>
              </a:spcAft>
              <a:buClrTx/>
              <a:buSzTx/>
              <a:buFontTx/>
              <a:buNone/>
              <a:tabLst/>
              <a:defRPr/>
            </a:pPr>
            <a:r>
              <a:rPr kumimoji="1" lang="ja-JP" altLang="en-US" sz="1000" b="0" i="0" u="none" strike="noStrike" kern="1200" cap="none" spc="0" normalizeH="0" baseline="0" noProof="0">
                <a:ln>
                  <a:noFill/>
                </a:ln>
                <a:solidFill>
                  <a:srgbClr val="FF0000"/>
                </a:solidFill>
                <a:effectLst/>
                <a:uLnTx/>
                <a:uFillTx/>
                <a:latin typeface="Meiryo UI"/>
                <a:ea typeface="Meiryo UI" panose="020B0604030504040204" pitchFamily="50" charset="-128"/>
                <a:cs typeface="+mn-cs"/>
              </a:rPr>
              <a:t>▼案件・要件概要確定</a:t>
            </a:r>
            <a:r>
              <a:rPr kumimoji="1" lang="en-US" altLang="ja-JP" sz="1000" b="0" i="0" u="none" strike="noStrike" kern="1200" cap="none" spc="0" normalizeH="0" baseline="0" noProof="0">
                <a:ln>
                  <a:noFill/>
                </a:ln>
                <a:solidFill>
                  <a:srgbClr val="FF0000"/>
                </a:solidFill>
                <a:effectLst/>
                <a:uLnTx/>
                <a:uFillTx/>
                <a:latin typeface="Meiryo UI"/>
                <a:ea typeface="Meiryo UI" panose="020B0604030504040204" pitchFamily="50" charset="-128"/>
                <a:cs typeface="+mn-cs"/>
              </a:rPr>
              <a:t>(10/5)</a:t>
            </a:r>
            <a:endParaRPr kumimoji="1" lang="ja-JP" altLang="en-US" sz="1000" b="0" i="0" u="none" strike="noStrike" kern="1200" cap="none" spc="0" normalizeH="0" baseline="0" noProof="0">
              <a:ln>
                <a:noFill/>
              </a:ln>
              <a:solidFill>
                <a:srgbClr val="FF0000"/>
              </a:solidFill>
              <a:effectLst/>
              <a:uLnTx/>
              <a:uFillTx/>
              <a:latin typeface="Meiryo UI"/>
              <a:ea typeface="Meiryo UI" panose="020B0604030504040204" pitchFamily="50" charset="-128"/>
              <a:cs typeface="+mn-cs"/>
            </a:endParaRPr>
          </a:p>
        </p:txBody>
      </p:sp>
      <p:grpSp>
        <p:nvGrpSpPr>
          <p:cNvPr id="54" name="グループ化 53">
            <a:extLst>
              <a:ext uri="{FF2B5EF4-FFF2-40B4-BE49-F238E27FC236}">
                <a16:creationId xmlns:a16="http://schemas.microsoft.com/office/drawing/2014/main" id="{C7A0B312-5A3A-207C-8F21-216DE62FC4A4}"/>
              </a:ext>
            </a:extLst>
          </p:cNvPr>
          <p:cNvGrpSpPr/>
          <p:nvPr/>
        </p:nvGrpSpPr>
        <p:grpSpPr>
          <a:xfrm>
            <a:off x="2717218" y="2932023"/>
            <a:ext cx="1381200" cy="133928"/>
            <a:chOff x="2696078" y="2715668"/>
            <a:chExt cx="1381200" cy="180909"/>
          </a:xfrm>
        </p:grpSpPr>
        <p:cxnSp>
          <p:nvCxnSpPr>
            <p:cNvPr id="158" name="直線矢印コネクタ 157">
              <a:extLst>
                <a:ext uri="{FF2B5EF4-FFF2-40B4-BE49-F238E27FC236}">
                  <a16:creationId xmlns:a16="http://schemas.microsoft.com/office/drawing/2014/main" id="{6CACBBB4-B036-29DB-15FE-5518107C09AF}"/>
                </a:ext>
              </a:extLst>
            </p:cNvPr>
            <p:cNvCxnSpPr>
              <a:cxnSpLocks/>
            </p:cNvCxnSpPr>
            <p:nvPr/>
          </p:nvCxnSpPr>
          <p:spPr bwMode="auto">
            <a:xfrm flipV="1">
              <a:off x="2696078" y="2885577"/>
              <a:ext cx="1381200" cy="3360"/>
            </a:xfrm>
            <a:prstGeom prst="straightConnector1">
              <a:avLst/>
            </a:prstGeom>
            <a:solidFill>
              <a:schemeClr val="bg1"/>
            </a:solidFill>
            <a:ln w="9525" cap="flat" cmpd="sng" algn="ctr">
              <a:solidFill>
                <a:srgbClr val="FF0000"/>
              </a:solidFill>
              <a:prstDash val="solid"/>
              <a:round/>
              <a:headEnd type="triangle"/>
              <a:tailEnd type="triangle"/>
            </a:ln>
            <a:effectLst/>
          </p:spPr>
        </p:cxnSp>
        <p:sp>
          <p:nvSpPr>
            <p:cNvPr id="162" name="テキスト ボックス 161">
              <a:extLst>
                <a:ext uri="{FF2B5EF4-FFF2-40B4-BE49-F238E27FC236}">
                  <a16:creationId xmlns:a16="http://schemas.microsoft.com/office/drawing/2014/main" id="{4B8F78A5-B4BA-3F81-F227-B0F477B4228D}"/>
                </a:ext>
              </a:extLst>
            </p:cNvPr>
            <p:cNvSpPr txBox="1"/>
            <p:nvPr/>
          </p:nvSpPr>
          <p:spPr>
            <a:xfrm>
              <a:off x="3056167" y="2715668"/>
              <a:ext cx="687003" cy="180909"/>
            </a:xfrm>
            <a:prstGeom prst="rect">
              <a:avLst/>
            </a:prstGeom>
            <a:noFill/>
          </p:spPr>
          <p:txBody>
            <a:bodyPr wrap="square" lIns="36000" tIns="36000" rIns="36000" bIns="36000" rtlCol="0" anchor="ctr">
              <a:noAutofit/>
            </a:bodyPr>
            <a:lstStyle/>
            <a:p>
              <a:pPr marL="0" marR="0" lvl="0" indent="0" algn="ctr" defTabSz="914400" rtl="0" eaLnBrk="1" fontAlgn="base" latinLnBrk="0" hangingPunct="1">
                <a:lnSpc>
                  <a:spcPct val="80000"/>
                </a:lnSpc>
                <a:spcBef>
                  <a:spcPct val="0"/>
                </a:spcBef>
                <a:spcAft>
                  <a:spcPct val="0"/>
                </a:spcAft>
                <a:buClrTx/>
                <a:buSzTx/>
                <a:buFontTx/>
                <a:buNone/>
                <a:tabLst/>
                <a:defRPr/>
              </a:pPr>
              <a:r>
                <a:rPr kumimoji="1" lang="ja-JP" altLang="en-US" sz="1000" b="0"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官報公告</a:t>
              </a:r>
            </a:p>
          </p:txBody>
        </p:sp>
      </p:grpSp>
      <p:sp>
        <p:nvSpPr>
          <p:cNvPr id="165" name="矢印: 五方向 164">
            <a:extLst>
              <a:ext uri="{FF2B5EF4-FFF2-40B4-BE49-F238E27FC236}">
                <a16:creationId xmlns:a16="http://schemas.microsoft.com/office/drawing/2014/main" id="{C2C01E4D-25F8-C075-CFC2-A36EEAD5F9A4}"/>
              </a:ext>
            </a:extLst>
          </p:cNvPr>
          <p:cNvSpPr/>
          <p:nvPr/>
        </p:nvSpPr>
        <p:spPr>
          <a:xfrm>
            <a:off x="4455117" y="3392286"/>
            <a:ext cx="3581363" cy="248686"/>
          </a:xfrm>
          <a:prstGeom prst="homePlate">
            <a:avLst>
              <a:gd name="adj" fmla="val 56260"/>
            </a:avLst>
          </a:prstGeom>
          <a:solidFill>
            <a:schemeClr val="accent6">
              <a:lumMod val="20000"/>
              <a:lumOff val="80000"/>
            </a:schemeClr>
          </a:solidFill>
          <a:ln w="3175">
            <a:solidFill>
              <a:schemeClr val="bg1">
                <a:lumMod val="50000"/>
              </a:schemeClr>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1100" b="0" i="0" u="none" strike="noStrike" kern="1200" cap="none" spc="0" normalizeH="0" baseline="0" noProof="1">
                <a:ln>
                  <a:noFill/>
                </a:ln>
                <a:solidFill>
                  <a:prstClr val="black"/>
                </a:solidFill>
                <a:effectLst/>
                <a:uLnTx/>
                <a:uFillTx/>
                <a:latin typeface="Meiryo UI"/>
                <a:ea typeface="Meiryo UI"/>
                <a:cs typeface="+mn-cs"/>
              </a:rPr>
              <a:t>要件整理</a:t>
            </a:r>
            <a:endParaRPr kumimoji="1" lang="ja-JP" altLang="en-US" sz="1100" b="0" i="0" u="none" strike="noStrike" kern="1200" cap="none" spc="0" normalizeH="0" baseline="0" noProof="0">
              <a:ln>
                <a:noFill/>
              </a:ln>
              <a:solidFill>
                <a:prstClr val="black"/>
              </a:solidFill>
              <a:effectLst/>
              <a:uLnTx/>
              <a:uFillTx/>
              <a:latin typeface="Meiryo UI"/>
              <a:ea typeface="Meiryo UI"/>
              <a:cs typeface="+mn-cs"/>
            </a:endParaRPr>
          </a:p>
        </p:txBody>
      </p:sp>
      <p:sp>
        <p:nvSpPr>
          <p:cNvPr id="167" name="矢印: 五方向 166">
            <a:extLst>
              <a:ext uri="{FF2B5EF4-FFF2-40B4-BE49-F238E27FC236}">
                <a16:creationId xmlns:a16="http://schemas.microsoft.com/office/drawing/2014/main" id="{1C3293A1-C88F-DAB9-A71A-172A2BED6EAD}"/>
              </a:ext>
            </a:extLst>
          </p:cNvPr>
          <p:cNvSpPr/>
          <p:nvPr/>
        </p:nvSpPr>
        <p:spPr>
          <a:xfrm>
            <a:off x="6496159" y="4465828"/>
            <a:ext cx="1823081" cy="248686"/>
          </a:xfrm>
          <a:prstGeom prst="homePlate">
            <a:avLst>
              <a:gd name="adj" fmla="val 56260"/>
            </a:avLst>
          </a:prstGeom>
          <a:solidFill>
            <a:schemeClr val="accent6">
              <a:lumMod val="20000"/>
              <a:lumOff val="80000"/>
            </a:schemeClr>
          </a:solidFill>
          <a:ln w="3175">
            <a:solidFill>
              <a:schemeClr val="bg1">
                <a:lumMod val="50000"/>
              </a:schemeClr>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1100" b="0" i="0" u="none" strike="noStrike" kern="1200" cap="none" spc="0" normalizeH="0" baseline="0" noProof="1">
                <a:ln>
                  <a:noFill/>
                </a:ln>
                <a:solidFill>
                  <a:prstClr val="black"/>
                </a:solidFill>
                <a:effectLst/>
                <a:uLnTx/>
                <a:uFillTx/>
                <a:latin typeface="Meiryo UI"/>
                <a:ea typeface="Meiryo UI"/>
                <a:cs typeface="+mn-cs"/>
              </a:rPr>
              <a:t>要件整理・見積</a:t>
            </a:r>
            <a:endParaRPr kumimoji="1" lang="ja-JP" altLang="en-US" sz="1100" b="0" i="0" u="none" strike="noStrike" kern="1200" cap="none" spc="0" normalizeH="0" baseline="0" noProof="0">
              <a:ln>
                <a:noFill/>
              </a:ln>
              <a:solidFill>
                <a:prstClr val="black"/>
              </a:solidFill>
              <a:effectLst/>
              <a:uLnTx/>
              <a:uFillTx/>
              <a:latin typeface="Meiryo UI"/>
              <a:ea typeface="Meiryo UI"/>
              <a:cs typeface="+mn-cs"/>
            </a:endParaRPr>
          </a:p>
        </p:txBody>
      </p:sp>
      <p:sp>
        <p:nvSpPr>
          <p:cNvPr id="176" name="矢印: 右 175">
            <a:extLst>
              <a:ext uri="{FF2B5EF4-FFF2-40B4-BE49-F238E27FC236}">
                <a16:creationId xmlns:a16="http://schemas.microsoft.com/office/drawing/2014/main" id="{EC03DDEB-D364-84B8-9DA4-9A46E34328F1}"/>
              </a:ext>
            </a:extLst>
          </p:cNvPr>
          <p:cNvSpPr/>
          <p:nvPr/>
        </p:nvSpPr>
        <p:spPr>
          <a:xfrm>
            <a:off x="3622673" y="4473882"/>
            <a:ext cx="2190706" cy="248686"/>
          </a:xfrm>
          <a:prstGeom prst="rightArrow">
            <a:avLst>
              <a:gd name="adj1" fmla="val 100000"/>
              <a:gd name="adj2" fmla="val 50000"/>
            </a:avLst>
          </a:prstGeom>
          <a:solidFill>
            <a:srgbClr val="9BBB59">
              <a:lumMod val="20000"/>
              <a:lumOff val="80000"/>
            </a:srgbClr>
          </a:solidFill>
          <a:ln w="3175" cap="flat" cmpd="sng" algn="ctr">
            <a:solidFill>
              <a:schemeClr val="bg1">
                <a:lumMod val="50000"/>
              </a:schemeClr>
            </a:solidFill>
            <a:prstDash val="solid"/>
            <a:headEnd w="med" len="sm"/>
            <a:tailEnd type="triangle" w="sm" len="sm"/>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100" b="0" i="0" u="none" strike="noStrike" kern="0" cap="none" spc="0" normalizeH="0" baseline="0" noProof="0">
                <a:ln>
                  <a:noFill/>
                </a:ln>
                <a:solidFill>
                  <a:prstClr val="black"/>
                </a:solidFill>
                <a:effectLst/>
                <a:uLnTx/>
                <a:uFillTx/>
                <a:latin typeface="Meiryo UI"/>
                <a:ea typeface="Meiryo UI"/>
                <a:cs typeface="+mn-cs"/>
              </a:rPr>
              <a:t>モデル事業検証結果取りまとめ</a:t>
            </a:r>
            <a:endParaRPr kumimoji="0" lang="en-US" altLang="ja-JP" sz="1100" b="0" i="0" u="none" strike="noStrike" kern="0" cap="none" spc="0" normalizeH="0" baseline="0" noProof="0">
              <a:ln>
                <a:noFill/>
              </a:ln>
              <a:solidFill>
                <a:prstClr val="black"/>
              </a:solidFill>
              <a:effectLst/>
              <a:uLnTx/>
              <a:uFillTx/>
              <a:latin typeface="Meiryo UI"/>
              <a:ea typeface="Meiryo UI"/>
              <a:cs typeface="+mn-cs"/>
            </a:endParaRPr>
          </a:p>
        </p:txBody>
      </p:sp>
      <p:sp>
        <p:nvSpPr>
          <p:cNvPr id="178" name="矢印: 右 177">
            <a:extLst>
              <a:ext uri="{FF2B5EF4-FFF2-40B4-BE49-F238E27FC236}">
                <a16:creationId xmlns:a16="http://schemas.microsoft.com/office/drawing/2014/main" id="{E41B5CA3-B452-68E6-03A8-51C7174B7AE7}"/>
              </a:ext>
            </a:extLst>
          </p:cNvPr>
          <p:cNvSpPr/>
          <p:nvPr/>
        </p:nvSpPr>
        <p:spPr>
          <a:xfrm>
            <a:off x="4604624" y="4753508"/>
            <a:ext cx="1876678" cy="248686"/>
          </a:xfrm>
          <a:prstGeom prst="rightArrow">
            <a:avLst>
              <a:gd name="adj1" fmla="val 100000"/>
              <a:gd name="adj2" fmla="val 33385"/>
            </a:avLst>
          </a:prstGeom>
          <a:solidFill>
            <a:srgbClr val="9BBB59">
              <a:lumMod val="20000"/>
              <a:lumOff val="80000"/>
            </a:srgbClr>
          </a:solidFill>
          <a:ln w="3175" cap="flat" cmpd="sng" algn="ctr">
            <a:solidFill>
              <a:schemeClr val="bg1">
                <a:lumMod val="50000"/>
              </a:schemeClr>
            </a:solidFill>
            <a:prstDash val="solid"/>
            <a:headEnd w="med" len="sm"/>
            <a:tailEnd type="triangle" w="sm" len="sm"/>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ja-JP" sz="1100" b="0" i="0" u="none" strike="noStrike" kern="0" cap="none" spc="0" normalizeH="0" baseline="0" noProof="0">
                <a:ln>
                  <a:noFill/>
                </a:ln>
                <a:solidFill>
                  <a:prstClr val="black"/>
                </a:solidFill>
                <a:effectLst/>
                <a:uLnTx/>
                <a:uFillTx/>
                <a:latin typeface="Meiryo UI"/>
                <a:ea typeface="Meiryo UI"/>
                <a:cs typeface="+mn-cs"/>
              </a:rPr>
              <a:t>R9</a:t>
            </a:r>
            <a:r>
              <a:rPr kumimoji="0" lang="ja-JP" altLang="en-US" sz="1100" b="0" i="0" u="none" strike="noStrike" kern="0" cap="none" spc="0" normalizeH="0" baseline="0" noProof="0">
                <a:ln>
                  <a:noFill/>
                </a:ln>
                <a:solidFill>
                  <a:prstClr val="black"/>
                </a:solidFill>
                <a:effectLst/>
                <a:uLnTx/>
                <a:uFillTx/>
                <a:latin typeface="Meiryo UI"/>
                <a:ea typeface="Meiryo UI"/>
                <a:cs typeface="+mn-cs"/>
              </a:rPr>
              <a:t>開発候補案件整理</a:t>
            </a:r>
            <a:endParaRPr kumimoji="0" lang="en-US" altLang="ja-JP" sz="1100" b="0" i="0" u="none" strike="noStrike" kern="0" cap="none" spc="0" normalizeH="0" baseline="0" noProof="0">
              <a:ln>
                <a:noFill/>
              </a:ln>
              <a:solidFill>
                <a:prstClr val="black"/>
              </a:solidFill>
              <a:effectLst/>
              <a:uLnTx/>
              <a:uFillTx/>
              <a:latin typeface="Meiryo UI"/>
              <a:ea typeface="Meiryo UI"/>
              <a:cs typeface="+mn-cs"/>
            </a:endParaRPr>
          </a:p>
        </p:txBody>
      </p:sp>
      <p:sp>
        <p:nvSpPr>
          <p:cNvPr id="181" name="矢印: 五方向 180">
            <a:extLst>
              <a:ext uri="{FF2B5EF4-FFF2-40B4-BE49-F238E27FC236}">
                <a16:creationId xmlns:a16="http://schemas.microsoft.com/office/drawing/2014/main" id="{14F947D2-AC2B-2DD8-5279-CA5559AF7D5F}"/>
              </a:ext>
            </a:extLst>
          </p:cNvPr>
          <p:cNvSpPr/>
          <p:nvPr/>
        </p:nvSpPr>
        <p:spPr>
          <a:xfrm>
            <a:off x="9195683" y="3137442"/>
            <a:ext cx="367417" cy="2007352"/>
          </a:xfrm>
          <a:prstGeom prst="homePlate">
            <a:avLst>
              <a:gd name="adj" fmla="val 19814"/>
            </a:avLst>
          </a:prstGeom>
          <a:solidFill>
            <a:schemeClr val="accent6">
              <a:lumMod val="20000"/>
              <a:lumOff val="80000"/>
            </a:schemeClr>
          </a:solidFill>
          <a:ln w="3175">
            <a:solidFill>
              <a:schemeClr val="bg1">
                <a:lumMod val="50000"/>
              </a:schemeClr>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1100" b="0" i="0" u="none" strike="noStrike" kern="1200" cap="none" spc="0" normalizeH="0" baseline="0" noProof="0">
                <a:ln>
                  <a:noFill/>
                </a:ln>
                <a:solidFill>
                  <a:prstClr val="black"/>
                </a:solidFill>
                <a:effectLst/>
                <a:uLnTx/>
                <a:uFillTx/>
                <a:latin typeface="Meiryo UI"/>
                <a:ea typeface="Meiryo UI"/>
                <a:cs typeface="+mn-cs"/>
              </a:rPr>
              <a:t>開発</a:t>
            </a:r>
          </a:p>
        </p:txBody>
      </p:sp>
      <p:sp>
        <p:nvSpPr>
          <p:cNvPr id="187" name="正方形/長方形 186">
            <a:extLst>
              <a:ext uri="{FF2B5EF4-FFF2-40B4-BE49-F238E27FC236}">
                <a16:creationId xmlns:a16="http://schemas.microsoft.com/office/drawing/2014/main" id="{9BF02878-68BC-3572-7A67-B519539E8381}"/>
              </a:ext>
            </a:extLst>
          </p:cNvPr>
          <p:cNvSpPr/>
          <p:nvPr/>
        </p:nvSpPr>
        <p:spPr>
          <a:xfrm>
            <a:off x="4347801" y="3164589"/>
            <a:ext cx="4714147" cy="959203"/>
          </a:xfrm>
          <a:prstGeom prst="rect">
            <a:avLst/>
          </a:prstGeom>
          <a:noFill/>
          <a:ln w="28575">
            <a:solidFill>
              <a:srgbClr val="1F497D"/>
            </a:solidFill>
            <a:prstDash val="sysDash"/>
          </a:ln>
        </p:spPr>
        <p:txBody>
          <a:bodyPr rtlCol="0" anchor="t"/>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ja-JP" altLang="en-US" sz="1100" b="1" i="0" u="none" strike="noStrike" kern="0" cap="none" spc="0" normalizeH="0" baseline="0" noProof="0">
                <a:ln>
                  <a:noFill/>
                </a:ln>
                <a:solidFill>
                  <a:prstClr val="black"/>
                </a:solidFill>
                <a:effectLst/>
                <a:uLnTx/>
                <a:uFillTx/>
                <a:latin typeface="Meiryo UI"/>
                <a:ea typeface="Meiryo UI"/>
                <a:cs typeface="+mn-cs"/>
              </a:rPr>
              <a:t>調達委員会</a:t>
            </a:r>
            <a:r>
              <a:rPr kumimoji="0" lang="en-US" altLang="ja-JP" sz="1100" b="1" i="0" u="none" strike="noStrike" kern="0" cap="none" spc="0" normalizeH="0" baseline="0" noProof="0">
                <a:ln>
                  <a:noFill/>
                </a:ln>
                <a:solidFill>
                  <a:prstClr val="black"/>
                </a:solidFill>
                <a:effectLst/>
                <a:uLnTx/>
                <a:uFillTx/>
                <a:latin typeface="Meiryo UI"/>
                <a:ea typeface="Meiryo UI"/>
                <a:cs typeface="+mn-cs"/>
              </a:rPr>
              <a:t>(10/20)</a:t>
            </a:r>
            <a:r>
              <a:rPr kumimoji="0" lang="ja-JP" altLang="en-US" sz="1100" b="1" i="0" u="none" strike="noStrike" kern="0" cap="none" spc="0" normalizeH="0" baseline="0" noProof="0">
                <a:ln>
                  <a:noFill/>
                </a:ln>
                <a:solidFill>
                  <a:prstClr val="black"/>
                </a:solidFill>
                <a:effectLst/>
                <a:uLnTx/>
                <a:uFillTx/>
                <a:latin typeface="Meiryo UI"/>
                <a:ea typeface="Meiryo UI"/>
                <a:cs typeface="+mn-cs"/>
              </a:rPr>
              <a:t>時点で概要を提示可能な案件</a:t>
            </a:r>
          </a:p>
        </p:txBody>
      </p:sp>
      <p:sp>
        <p:nvSpPr>
          <p:cNvPr id="189" name="正方形/長方形 188">
            <a:extLst>
              <a:ext uri="{FF2B5EF4-FFF2-40B4-BE49-F238E27FC236}">
                <a16:creationId xmlns:a16="http://schemas.microsoft.com/office/drawing/2014/main" id="{EA77ADF1-4B70-A596-0D69-AF6ED6F60824}"/>
              </a:ext>
            </a:extLst>
          </p:cNvPr>
          <p:cNvSpPr/>
          <p:nvPr/>
        </p:nvSpPr>
        <p:spPr>
          <a:xfrm>
            <a:off x="3460928" y="4234012"/>
            <a:ext cx="5615566" cy="910782"/>
          </a:xfrm>
          <a:prstGeom prst="rect">
            <a:avLst/>
          </a:prstGeom>
          <a:noFill/>
          <a:ln w="28575">
            <a:solidFill>
              <a:srgbClr val="1F497D"/>
            </a:solidFill>
            <a:prstDash val="sysDash"/>
          </a:ln>
        </p:spPr>
        <p:txBody>
          <a:bodyPr rtlCol="0" anchor="t"/>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ja-JP" altLang="en-US" sz="1100" b="1" i="0" u="none" strike="noStrike" kern="0" cap="none" spc="0" normalizeH="0" baseline="0" noProof="0">
                <a:ln>
                  <a:noFill/>
                </a:ln>
                <a:solidFill>
                  <a:prstClr val="black"/>
                </a:solidFill>
                <a:effectLst/>
                <a:uLnTx/>
                <a:uFillTx/>
                <a:latin typeface="Meiryo UI"/>
                <a:ea typeface="Meiryo UI"/>
                <a:cs typeface="+mn-cs"/>
              </a:rPr>
              <a:t>調達委員会</a:t>
            </a:r>
            <a:r>
              <a:rPr kumimoji="0" lang="en-US" altLang="ja-JP" sz="1100" b="1" i="0" u="none" strike="noStrike" kern="0" cap="none" spc="0" normalizeH="0" baseline="0" noProof="0">
                <a:ln>
                  <a:noFill/>
                </a:ln>
                <a:solidFill>
                  <a:prstClr val="black"/>
                </a:solidFill>
                <a:effectLst/>
                <a:uLnTx/>
                <a:uFillTx/>
                <a:latin typeface="Meiryo UI"/>
                <a:ea typeface="Meiryo UI"/>
                <a:cs typeface="+mn-cs"/>
              </a:rPr>
              <a:t>(10/20)</a:t>
            </a:r>
            <a:r>
              <a:rPr kumimoji="0" lang="ja-JP" altLang="en-US" sz="1100" b="1" i="0" u="none" strike="noStrike" kern="0" cap="none" spc="0" normalizeH="0" baseline="0" noProof="0">
                <a:ln>
                  <a:noFill/>
                </a:ln>
                <a:solidFill>
                  <a:prstClr val="black"/>
                </a:solidFill>
                <a:effectLst/>
                <a:uLnTx/>
                <a:uFillTx/>
                <a:latin typeface="Meiryo UI"/>
                <a:ea typeface="Meiryo UI"/>
                <a:cs typeface="+mn-cs"/>
              </a:rPr>
              <a:t>時点で概要を提示不可能な案件</a:t>
            </a:r>
            <a:endParaRPr kumimoji="0" lang="ja-JP" altLang="en-US" sz="1100" b="0" i="0" u="none" strike="noStrike" kern="0" cap="none" spc="0" normalizeH="0" baseline="0" noProof="0">
              <a:ln>
                <a:noFill/>
              </a:ln>
              <a:solidFill>
                <a:prstClr val="black"/>
              </a:solidFill>
              <a:effectLst/>
              <a:uLnTx/>
              <a:uFillTx/>
              <a:latin typeface="Meiryo UI"/>
              <a:ea typeface="Meiryo UI"/>
              <a:cs typeface="+mn-cs"/>
            </a:endParaRPr>
          </a:p>
        </p:txBody>
      </p:sp>
      <p:sp>
        <p:nvSpPr>
          <p:cNvPr id="191" name="矢印: 五方向 190">
            <a:extLst>
              <a:ext uri="{FF2B5EF4-FFF2-40B4-BE49-F238E27FC236}">
                <a16:creationId xmlns:a16="http://schemas.microsoft.com/office/drawing/2014/main" id="{45058762-D0FA-B1B2-EB6C-5AA119532B68}"/>
              </a:ext>
            </a:extLst>
          </p:cNvPr>
          <p:cNvSpPr/>
          <p:nvPr/>
        </p:nvSpPr>
        <p:spPr>
          <a:xfrm>
            <a:off x="7165426" y="3697052"/>
            <a:ext cx="1076261" cy="248686"/>
          </a:xfrm>
          <a:prstGeom prst="homePlate">
            <a:avLst>
              <a:gd name="adj" fmla="val 56260"/>
            </a:avLst>
          </a:prstGeom>
          <a:solidFill>
            <a:schemeClr val="accent6">
              <a:lumMod val="20000"/>
              <a:lumOff val="80000"/>
            </a:schemeClr>
          </a:solidFill>
          <a:ln w="3175">
            <a:solidFill>
              <a:schemeClr val="bg1">
                <a:lumMod val="50000"/>
              </a:schemeClr>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1100" b="0" i="0" u="none" strike="noStrike" kern="1200" cap="none" spc="0" normalizeH="0" baseline="0" noProof="0">
                <a:ln>
                  <a:noFill/>
                </a:ln>
                <a:solidFill>
                  <a:prstClr val="black"/>
                </a:solidFill>
                <a:effectLst/>
                <a:uLnTx/>
                <a:uFillTx/>
                <a:latin typeface="Meiryo UI"/>
                <a:ea typeface="Meiryo UI"/>
                <a:cs typeface="+mn-cs"/>
              </a:rPr>
              <a:t>見積</a:t>
            </a:r>
          </a:p>
        </p:txBody>
      </p:sp>
      <p:sp>
        <p:nvSpPr>
          <p:cNvPr id="196" name="矢印: 五方向 195">
            <a:extLst>
              <a:ext uri="{FF2B5EF4-FFF2-40B4-BE49-F238E27FC236}">
                <a16:creationId xmlns:a16="http://schemas.microsoft.com/office/drawing/2014/main" id="{C312A880-475D-AD74-B325-1CD4F1958F24}"/>
              </a:ext>
            </a:extLst>
          </p:cNvPr>
          <p:cNvSpPr/>
          <p:nvPr/>
        </p:nvSpPr>
        <p:spPr bwMode="auto">
          <a:xfrm>
            <a:off x="8073874" y="3392286"/>
            <a:ext cx="901057" cy="248686"/>
          </a:xfrm>
          <a:prstGeom prst="homePlate">
            <a:avLst>
              <a:gd name="adj" fmla="val 24435"/>
            </a:avLst>
          </a:prstGeom>
          <a:gradFill flip="none" rotWithShape="1">
            <a:gsLst>
              <a:gs pos="53000">
                <a:srgbClr val="4EA72E">
                  <a:lumMod val="20000"/>
                  <a:lumOff val="80000"/>
                </a:srgbClr>
              </a:gs>
              <a:gs pos="53000">
                <a:srgbClr val="156082">
                  <a:lumMod val="20000"/>
                  <a:lumOff val="80000"/>
                </a:srgbClr>
              </a:gs>
            </a:gsLst>
            <a:lin ang="2700000" scaled="1"/>
            <a:tileRect/>
          </a:gradFill>
          <a:ln w="6350" cap="flat" cmpd="sng" algn="ctr">
            <a:solidFill>
              <a:schemeClr val="bg1">
                <a:lumMod val="50000"/>
              </a:schemeClr>
            </a:solidFill>
            <a:prstDash val="solid"/>
            <a:round/>
            <a:headEnd type="none" w="med" len="med"/>
            <a:tailEnd type="none" w="med" len="med"/>
          </a:ln>
          <a:effectLst/>
        </p:spPr>
        <p:txBody>
          <a:bodyPr vert="horz" wrap="none" lIns="0" tIns="36000" rIns="0" bIns="0" numCol="1" rtlCol="0" anchor="ctr" anchorCtr="0" compatLnSpc="1">
            <a:prstTxWarp prst="textNoShape">
              <a:avLst/>
            </a:prstTxWarp>
          </a:bodyPr>
          <a:lstStyle>
            <a:defPPr>
              <a:defRPr lang="ja-JP"/>
            </a:defPPr>
            <a:lvl1pPr marL="0" indent="0" algn="l" defTabSz="914400" rtl="0" eaLnBrk="1" latinLnBrk="0" hangingPunct="1">
              <a:defRPr kumimoji="1" sz="1800" kern="1200">
                <a:solidFill>
                  <a:schemeClr val="tx1"/>
                </a:solidFill>
                <a:latin typeface="+mn-lt"/>
                <a:ea typeface="+mn-ea"/>
                <a:cs typeface="+mn-cs"/>
              </a:defRPr>
            </a:lvl1pPr>
            <a:lvl2pPr marL="457200" indent="0" algn="l" defTabSz="914400" rtl="0" eaLnBrk="1" latinLnBrk="0" hangingPunct="1">
              <a:defRPr kumimoji="1" sz="1800" kern="1200">
                <a:solidFill>
                  <a:schemeClr val="tx1"/>
                </a:solidFill>
                <a:latin typeface="+mn-lt"/>
                <a:ea typeface="+mn-ea"/>
                <a:cs typeface="+mn-cs"/>
              </a:defRPr>
            </a:lvl2pPr>
            <a:lvl3pPr marL="914400" indent="0" algn="l" defTabSz="914400" rtl="0" eaLnBrk="1" latinLnBrk="0" hangingPunct="1">
              <a:defRPr kumimoji="1" sz="1800" kern="1200">
                <a:solidFill>
                  <a:schemeClr val="tx1"/>
                </a:solidFill>
                <a:latin typeface="+mn-lt"/>
                <a:ea typeface="+mn-ea"/>
                <a:cs typeface="+mn-cs"/>
              </a:defRPr>
            </a:lvl3pPr>
            <a:lvl4pPr marL="1371600" indent="0" algn="l" defTabSz="914400" rtl="0" eaLnBrk="1" latinLnBrk="0" hangingPunct="1">
              <a:defRPr kumimoji="1" sz="1800" kern="1200">
                <a:solidFill>
                  <a:schemeClr val="tx1"/>
                </a:solidFill>
                <a:latin typeface="+mn-lt"/>
                <a:ea typeface="+mn-ea"/>
                <a:cs typeface="+mn-cs"/>
              </a:defRPr>
            </a:lvl4pPr>
            <a:lvl5pPr marL="1828800" indent="0" algn="l" defTabSz="914400" rtl="0" eaLnBrk="1" latinLnBrk="0" hangingPunct="1">
              <a:defRPr kumimoji="1" sz="1800" kern="1200">
                <a:solidFill>
                  <a:schemeClr val="tx1"/>
                </a:solidFill>
                <a:latin typeface="+mn-lt"/>
                <a:ea typeface="+mn-ea"/>
                <a:cs typeface="+mn-cs"/>
              </a:defRPr>
            </a:lvl5pPr>
            <a:lvl6pPr marL="2286000" indent="0" algn="l" defTabSz="914400" rtl="0" eaLnBrk="1" latinLnBrk="0" hangingPunct="1">
              <a:defRPr kumimoji="1" sz="1800" kern="1200">
                <a:solidFill>
                  <a:schemeClr val="tx1"/>
                </a:solidFill>
                <a:latin typeface="+mn-lt"/>
                <a:ea typeface="+mn-ea"/>
                <a:cs typeface="+mn-cs"/>
              </a:defRPr>
            </a:lvl6pPr>
            <a:lvl7pPr marL="2743200" indent="0" algn="l" defTabSz="914400" rtl="0" eaLnBrk="1" latinLnBrk="0" hangingPunct="1">
              <a:defRPr kumimoji="1" sz="1800" kern="1200">
                <a:solidFill>
                  <a:schemeClr val="tx1"/>
                </a:solidFill>
                <a:latin typeface="+mn-lt"/>
                <a:ea typeface="+mn-ea"/>
                <a:cs typeface="+mn-cs"/>
              </a:defRPr>
            </a:lvl7pPr>
            <a:lvl8pPr marL="3200400" indent="0" algn="l" defTabSz="914400" rtl="0" eaLnBrk="1" latinLnBrk="0" hangingPunct="1">
              <a:defRPr kumimoji="1" sz="1800" kern="1200">
                <a:solidFill>
                  <a:schemeClr val="tx1"/>
                </a:solidFill>
                <a:latin typeface="+mn-lt"/>
                <a:ea typeface="+mn-ea"/>
                <a:cs typeface="+mn-cs"/>
              </a:defRPr>
            </a:lvl8pPr>
            <a:lvl9pPr marL="3657600" indent="0" algn="l" defTabSz="914400" rtl="0" eaLnBrk="1" latinLnBrk="0" hangingPunct="1">
              <a:defRPr kumimoji="1" sz="1800" kern="1200">
                <a:solidFill>
                  <a:schemeClr val="tx1"/>
                </a:solidFill>
                <a:latin typeface="+mn-lt"/>
                <a:ea typeface="+mn-ea"/>
                <a:cs typeface="+mn-cs"/>
              </a:defRPr>
            </a:lvl9pPr>
          </a:lstStyle>
          <a:p>
            <a:pPr marL="0" marR="0" lvl="0" indent="0" algn="ctr" defTabSz="1181679" rtl="0" eaLnBrk="1" fontAlgn="auto" latinLnBrk="0" hangingPunct="1">
              <a:lnSpc>
                <a:spcPts val="1080"/>
              </a:lnSpc>
              <a:spcBef>
                <a:spcPts val="0"/>
              </a:spcBef>
              <a:spcAft>
                <a:spcPts val="0"/>
              </a:spcAft>
              <a:buClrTx/>
              <a:buSzTx/>
              <a:buFontTx/>
              <a:buNone/>
              <a:tabLst/>
              <a:defRPr/>
            </a:pPr>
            <a:r>
              <a:rPr kumimoji="0" lang="ja-JP" altLang="en-US" sz="1100" b="0" i="0" u="none" strike="noStrike" kern="1200" cap="none" spc="0" normalizeH="0" baseline="0" noProof="0">
                <a:ln>
                  <a:noFill/>
                </a:ln>
                <a:solidFill>
                  <a:srgbClr val="000000"/>
                </a:solidFill>
                <a:effectLst/>
                <a:uLnTx/>
                <a:uFillTx/>
                <a:latin typeface="Meiryo UI"/>
                <a:ea typeface="Meiryo UI"/>
                <a:cs typeface="+mn-cs"/>
              </a:rPr>
              <a:t>精査</a:t>
            </a:r>
            <a:endParaRPr kumimoji="0" lang="en-US" altLang="ja-JP" sz="1100" b="0" i="0" u="none" strike="noStrike" kern="1200" cap="none" spc="0" normalizeH="0" baseline="0" noProof="0">
              <a:ln>
                <a:noFill/>
              </a:ln>
              <a:solidFill>
                <a:srgbClr val="000000"/>
              </a:solidFill>
              <a:effectLst/>
              <a:uLnTx/>
              <a:uFillTx/>
              <a:latin typeface="Meiryo UI"/>
              <a:ea typeface="Meiryo UI"/>
              <a:cs typeface="+mn-cs"/>
            </a:endParaRPr>
          </a:p>
        </p:txBody>
      </p:sp>
      <p:sp>
        <p:nvSpPr>
          <p:cNvPr id="198" name="矢印: 五方向 197">
            <a:extLst>
              <a:ext uri="{FF2B5EF4-FFF2-40B4-BE49-F238E27FC236}">
                <a16:creationId xmlns:a16="http://schemas.microsoft.com/office/drawing/2014/main" id="{E5E8B211-8D24-1A5D-F071-B8434D3F3867}"/>
              </a:ext>
            </a:extLst>
          </p:cNvPr>
          <p:cNvSpPr/>
          <p:nvPr/>
        </p:nvSpPr>
        <p:spPr bwMode="auto">
          <a:xfrm>
            <a:off x="8091829" y="4753508"/>
            <a:ext cx="901057" cy="248686"/>
          </a:xfrm>
          <a:prstGeom prst="homePlate">
            <a:avLst>
              <a:gd name="adj" fmla="val 24435"/>
            </a:avLst>
          </a:prstGeom>
          <a:gradFill flip="none" rotWithShape="1">
            <a:gsLst>
              <a:gs pos="53000">
                <a:srgbClr val="4EA72E">
                  <a:lumMod val="20000"/>
                  <a:lumOff val="80000"/>
                </a:srgbClr>
              </a:gs>
              <a:gs pos="53000">
                <a:srgbClr val="156082">
                  <a:lumMod val="20000"/>
                  <a:lumOff val="80000"/>
                </a:srgbClr>
              </a:gs>
            </a:gsLst>
            <a:lin ang="2700000" scaled="1"/>
            <a:tileRect/>
          </a:gradFill>
          <a:ln w="6350" cap="flat" cmpd="sng" algn="ctr">
            <a:solidFill>
              <a:schemeClr val="bg1">
                <a:lumMod val="50000"/>
              </a:schemeClr>
            </a:solidFill>
            <a:prstDash val="solid"/>
            <a:round/>
            <a:headEnd type="none" w="med" len="med"/>
            <a:tailEnd type="none" w="med" len="med"/>
          </a:ln>
          <a:effectLst/>
        </p:spPr>
        <p:txBody>
          <a:bodyPr vert="horz" wrap="none" lIns="0" tIns="36000" rIns="0" bIns="0" numCol="1" rtlCol="0" anchor="ctr" anchorCtr="0" compatLnSpc="1">
            <a:prstTxWarp prst="textNoShape">
              <a:avLst/>
            </a:prstTxWarp>
          </a:bodyPr>
          <a:lstStyle>
            <a:defPPr>
              <a:defRPr lang="ja-JP"/>
            </a:defPPr>
            <a:lvl1pPr marL="0" indent="0" algn="l" defTabSz="914400" rtl="0" eaLnBrk="1" latinLnBrk="0" hangingPunct="1">
              <a:defRPr kumimoji="1" sz="1800" kern="1200">
                <a:solidFill>
                  <a:schemeClr val="tx1"/>
                </a:solidFill>
                <a:latin typeface="+mn-lt"/>
                <a:ea typeface="+mn-ea"/>
                <a:cs typeface="+mn-cs"/>
              </a:defRPr>
            </a:lvl1pPr>
            <a:lvl2pPr marL="457200" indent="0" algn="l" defTabSz="914400" rtl="0" eaLnBrk="1" latinLnBrk="0" hangingPunct="1">
              <a:defRPr kumimoji="1" sz="1800" kern="1200">
                <a:solidFill>
                  <a:schemeClr val="tx1"/>
                </a:solidFill>
                <a:latin typeface="+mn-lt"/>
                <a:ea typeface="+mn-ea"/>
                <a:cs typeface="+mn-cs"/>
              </a:defRPr>
            </a:lvl2pPr>
            <a:lvl3pPr marL="914400" indent="0" algn="l" defTabSz="914400" rtl="0" eaLnBrk="1" latinLnBrk="0" hangingPunct="1">
              <a:defRPr kumimoji="1" sz="1800" kern="1200">
                <a:solidFill>
                  <a:schemeClr val="tx1"/>
                </a:solidFill>
                <a:latin typeface="+mn-lt"/>
                <a:ea typeface="+mn-ea"/>
                <a:cs typeface="+mn-cs"/>
              </a:defRPr>
            </a:lvl3pPr>
            <a:lvl4pPr marL="1371600" indent="0" algn="l" defTabSz="914400" rtl="0" eaLnBrk="1" latinLnBrk="0" hangingPunct="1">
              <a:defRPr kumimoji="1" sz="1800" kern="1200">
                <a:solidFill>
                  <a:schemeClr val="tx1"/>
                </a:solidFill>
                <a:latin typeface="+mn-lt"/>
                <a:ea typeface="+mn-ea"/>
                <a:cs typeface="+mn-cs"/>
              </a:defRPr>
            </a:lvl4pPr>
            <a:lvl5pPr marL="1828800" indent="0" algn="l" defTabSz="914400" rtl="0" eaLnBrk="1" latinLnBrk="0" hangingPunct="1">
              <a:defRPr kumimoji="1" sz="1800" kern="1200">
                <a:solidFill>
                  <a:schemeClr val="tx1"/>
                </a:solidFill>
                <a:latin typeface="+mn-lt"/>
                <a:ea typeface="+mn-ea"/>
                <a:cs typeface="+mn-cs"/>
              </a:defRPr>
            </a:lvl5pPr>
            <a:lvl6pPr marL="2286000" indent="0" algn="l" defTabSz="914400" rtl="0" eaLnBrk="1" latinLnBrk="0" hangingPunct="1">
              <a:defRPr kumimoji="1" sz="1800" kern="1200">
                <a:solidFill>
                  <a:schemeClr val="tx1"/>
                </a:solidFill>
                <a:latin typeface="+mn-lt"/>
                <a:ea typeface="+mn-ea"/>
                <a:cs typeface="+mn-cs"/>
              </a:defRPr>
            </a:lvl6pPr>
            <a:lvl7pPr marL="2743200" indent="0" algn="l" defTabSz="914400" rtl="0" eaLnBrk="1" latinLnBrk="0" hangingPunct="1">
              <a:defRPr kumimoji="1" sz="1800" kern="1200">
                <a:solidFill>
                  <a:schemeClr val="tx1"/>
                </a:solidFill>
                <a:latin typeface="+mn-lt"/>
                <a:ea typeface="+mn-ea"/>
                <a:cs typeface="+mn-cs"/>
              </a:defRPr>
            </a:lvl7pPr>
            <a:lvl8pPr marL="3200400" indent="0" algn="l" defTabSz="914400" rtl="0" eaLnBrk="1" latinLnBrk="0" hangingPunct="1">
              <a:defRPr kumimoji="1" sz="1800" kern="1200">
                <a:solidFill>
                  <a:schemeClr val="tx1"/>
                </a:solidFill>
                <a:latin typeface="+mn-lt"/>
                <a:ea typeface="+mn-ea"/>
                <a:cs typeface="+mn-cs"/>
              </a:defRPr>
            </a:lvl8pPr>
            <a:lvl9pPr marL="3657600" indent="0" algn="l" defTabSz="914400" rtl="0" eaLnBrk="1" latinLnBrk="0" hangingPunct="1">
              <a:defRPr kumimoji="1" sz="1800" kern="1200">
                <a:solidFill>
                  <a:schemeClr val="tx1"/>
                </a:solidFill>
                <a:latin typeface="+mn-lt"/>
                <a:ea typeface="+mn-ea"/>
                <a:cs typeface="+mn-cs"/>
              </a:defRPr>
            </a:lvl9pPr>
          </a:lstStyle>
          <a:p>
            <a:pPr marL="0" marR="0" lvl="0" indent="0" algn="ctr" defTabSz="1181679" rtl="0" eaLnBrk="1" fontAlgn="auto" latinLnBrk="0" hangingPunct="1">
              <a:lnSpc>
                <a:spcPts val="1080"/>
              </a:lnSpc>
              <a:spcBef>
                <a:spcPts val="0"/>
              </a:spcBef>
              <a:spcAft>
                <a:spcPts val="0"/>
              </a:spcAft>
              <a:buClrTx/>
              <a:buSzTx/>
              <a:buFontTx/>
              <a:buNone/>
              <a:tabLst/>
              <a:defRPr/>
            </a:pPr>
            <a:r>
              <a:rPr kumimoji="0" lang="ja-JP" altLang="en-US" sz="1100" b="0" i="0" u="none" strike="noStrike" kern="1200" cap="none" spc="0" normalizeH="0" baseline="0" noProof="0">
                <a:ln>
                  <a:noFill/>
                </a:ln>
                <a:solidFill>
                  <a:srgbClr val="000000"/>
                </a:solidFill>
                <a:effectLst/>
                <a:uLnTx/>
                <a:uFillTx/>
                <a:latin typeface="Meiryo UI"/>
                <a:ea typeface="Meiryo UI"/>
                <a:cs typeface="+mn-cs"/>
              </a:rPr>
              <a:t>精査</a:t>
            </a:r>
            <a:endParaRPr kumimoji="0" lang="en-US" altLang="ja-JP" sz="1100" b="0" i="0" u="none" strike="noStrike" kern="1200" cap="none" spc="0" normalizeH="0" baseline="0" noProof="0">
              <a:ln>
                <a:noFill/>
              </a:ln>
              <a:solidFill>
                <a:srgbClr val="000000"/>
              </a:solidFill>
              <a:effectLst/>
              <a:uLnTx/>
              <a:uFillTx/>
              <a:latin typeface="Meiryo UI"/>
              <a:ea typeface="Meiryo UI"/>
              <a:cs typeface="+mn-cs"/>
            </a:endParaRPr>
          </a:p>
        </p:txBody>
      </p:sp>
      <p:sp>
        <p:nvSpPr>
          <p:cNvPr id="202" name="テキスト ボックス 201">
            <a:extLst>
              <a:ext uri="{FF2B5EF4-FFF2-40B4-BE49-F238E27FC236}">
                <a16:creationId xmlns:a16="http://schemas.microsoft.com/office/drawing/2014/main" id="{D59EFD4A-62C4-7B5D-7FCA-E17B32F6D3D3}"/>
              </a:ext>
            </a:extLst>
          </p:cNvPr>
          <p:cNvSpPr txBox="1"/>
          <p:nvPr/>
        </p:nvSpPr>
        <p:spPr>
          <a:xfrm>
            <a:off x="6691324" y="2669529"/>
            <a:ext cx="1329236" cy="169474"/>
          </a:xfrm>
          <a:prstGeom prst="rect">
            <a:avLst/>
          </a:prstGeom>
          <a:noFill/>
        </p:spPr>
        <p:txBody>
          <a:bodyPr wrap="square" lIns="36000" tIns="36000" rIns="36000" bIns="36000" rtlCol="0" anchor="t">
            <a:noAutofit/>
          </a:bodyPr>
          <a:lstStyle/>
          <a:p>
            <a:pPr marL="0" marR="0" lvl="0" indent="0" algn="l" defTabSz="914400" rtl="0" eaLnBrk="1" fontAlgn="base" latinLnBrk="0" hangingPunct="1">
              <a:lnSpc>
                <a:spcPct val="80000"/>
              </a:lnSpc>
              <a:spcBef>
                <a:spcPct val="0"/>
              </a:spcBef>
              <a:spcAft>
                <a:spcPct val="0"/>
              </a:spcAft>
              <a:buClrTx/>
              <a:buSzTx/>
              <a:buFontTx/>
              <a:buNone/>
              <a:tabLst/>
              <a:defRPr/>
            </a:pPr>
            <a:r>
              <a:rPr kumimoji="1" lang="ja-JP" altLang="en-US" sz="1000" b="0" i="0" u="none" strike="noStrike" kern="1200" cap="none" spc="0" normalizeH="0" baseline="0" noProof="0">
                <a:ln>
                  <a:noFill/>
                </a:ln>
                <a:solidFill>
                  <a:srgbClr val="FF0000"/>
                </a:solidFill>
                <a:effectLst/>
                <a:uLnTx/>
                <a:uFillTx/>
                <a:latin typeface="Meiryo UI"/>
                <a:ea typeface="Meiryo UI" panose="020B0604030504040204" pitchFamily="50" charset="-128"/>
                <a:cs typeface="+mn-cs"/>
              </a:rPr>
              <a:t>▼全国的な運用開始</a:t>
            </a:r>
          </a:p>
        </p:txBody>
      </p:sp>
      <p:sp>
        <p:nvSpPr>
          <p:cNvPr id="220" name="正方形/長方形 219">
            <a:extLst>
              <a:ext uri="{FF2B5EF4-FFF2-40B4-BE49-F238E27FC236}">
                <a16:creationId xmlns:a16="http://schemas.microsoft.com/office/drawing/2014/main" id="{08750EF6-FA68-9BF9-0EE0-3A68D03822E2}"/>
              </a:ext>
            </a:extLst>
          </p:cNvPr>
          <p:cNvSpPr/>
          <p:nvPr/>
        </p:nvSpPr>
        <p:spPr>
          <a:xfrm>
            <a:off x="6545563" y="5398859"/>
            <a:ext cx="2853100" cy="724788"/>
          </a:xfrm>
          <a:prstGeom prst="rect">
            <a:avLst/>
          </a:prstGeom>
          <a:solidFill>
            <a:srgbClr val="FFFF8B"/>
          </a:solidFill>
          <a:ln>
            <a:solidFill>
              <a:schemeClr val="accent6">
                <a:lumMod val="75000"/>
              </a:schemeClr>
            </a:solidFill>
            <a:prstDash val="solid"/>
          </a:ln>
        </p:spPr>
        <p:txBody>
          <a:bodyPr wrap="square" lIns="36000" tIns="108000" rIns="36000" bIns="3600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noProof="1"/>
            </a:pPr>
            <a:r>
              <a:rPr kumimoji="1" lang="en-US" altLang="ja-JP" sz="1100" b="1" i="0" u="sng" strike="noStrike" kern="0" cap="none" spc="0" normalizeH="0" baseline="0" noProof="1">
                <a:ln>
                  <a:noFill/>
                </a:ln>
                <a:solidFill>
                  <a:prstClr val="black"/>
                </a:solidFill>
                <a:effectLst/>
                <a:uLnTx/>
                <a:uFillTx/>
                <a:latin typeface="Meiryo UI"/>
                <a:ea typeface="Meiryo UI"/>
                <a:cs typeface="Meiryo UI" charset="0"/>
              </a:rPr>
              <a:t>1</a:t>
            </a:r>
            <a:r>
              <a:rPr kumimoji="1" lang="ja-JP" altLang="en-US" sz="1100" b="1" i="0" u="sng" strike="noStrike" kern="0" cap="none" spc="0" normalizeH="0" baseline="0" noProof="1">
                <a:ln>
                  <a:noFill/>
                </a:ln>
                <a:solidFill>
                  <a:prstClr val="black"/>
                </a:solidFill>
                <a:effectLst/>
                <a:uLnTx/>
                <a:uFillTx/>
                <a:latin typeface="Meiryo UI"/>
                <a:ea typeface="Meiryo UI"/>
                <a:cs typeface="Meiryo UI" charset="0"/>
              </a:rPr>
              <a:t>月中旬以降にご提示いただいた案件は、その都度要件整理の進め方やリリース時期を厚労省⇔基金で相談して進める方針としたい。</a:t>
            </a:r>
            <a:endParaRPr kumimoji="1" lang="en-US" altLang="ja-JP" sz="1100" b="1" i="0" u="sng" strike="noStrike" kern="0" cap="none" spc="0" normalizeH="0" baseline="0" noProof="1">
              <a:ln>
                <a:noFill/>
              </a:ln>
              <a:solidFill>
                <a:prstClr val="black"/>
              </a:solidFill>
              <a:effectLst/>
              <a:uLnTx/>
              <a:uFillTx/>
              <a:latin typeface="Meiryo UI"/>
              <a:ea typeface="Meiryo UI"/>
              <a:cs typeface="Meiryo UI" charset="0"/>
            </a:endParaRPr>
          </a:p>
        </p:txBody>
      </p:sp>
      <p:cxnSp>
        <p:nvCxnSpPr>
          <p:cNvPr id="46" name="直線コネクタ 45">
            <a:extLst>
              <a:ext uri="{FF2B5EF4-FFF2-40B4-BE49-F238E27FC236}">
                <a16:creationId xmlns:a16="http://schemas.microsoft.com/office/drawing/2014/main" id="{732924E8-A913-90A4-8184-482256B08CF1}"/>
              </a:ext>
            </a:extLst>
          </p:cNvPr>
          <p:cNvCxnSpPr>
            <a:cxnSpLocks/>
            <a:stCxn id="163" idx="0"/>
          </p:cNvCxnSpPr>
          <p:nvPr/>
        </p:nvCxnSpPr>
        <p:spPr bwMode="auto">
          <a:xfrm flipV="1">
            <a:off x="4690767" y="5041021"/>
            <a:ext cx="931664" cy="343643"/>
          </a:xfrm>
          <a:prstGeom prst="line">
            <a:avLst/>
          </a:prstGeom>
          <a:solidFill>
            <a:schemeClr val="bg1"/>
          </a:solidFill>
          <a:ln w="9525" cap="flat" cmpd="sng" algn="ctr">
            <a:solidFill>
              <a:schemeClr val="accent6">
                <a:lumMod val="75000"/>
              </a:schemeClr>
            </a:solidFill>
            <a:prstDash val="solid"/>
            <a:round/>
            <a:headEnd type="none" w="med" len="med"/>
            <a:tailEnd type="oval" w="med" len="med"/>
          </a:ln>
          <a:effectLst/>
        </p:spPr>
      </p:cxnSp>
      <p:cxnSp>
        <p:nvCxnSpPr>
          <p:cNvPr id="49" name="直線コネクタ 48">
            <a:extLst>
              <a:ext uri="{FF2B5EF4-FFF2-40B4-BE49-F238E27FC236}">
                <a16:creationId xmlns:a16="http://schemas.microsoft.com/office/drawing/2014/main" id="{04E2D467-4160-D885-9DB7-780B79A773B9}"/>
              </a:ext>
            </a:extLst>
          </p:cNvPr>
          <p:cNvCxnSpPr>
            <a:cxnSpLocks/>
            <a:stCxn id="220" idx="0"/>
          </p:cNvCxnSpPr>
          <p:nvPr/>
        </p:nvCxnSpPr>
        <p:spPr bwMode="auto">
          <a:xfrm flipH="1" flipV="1">
            <a:off x="7189161" y="5144794"/>
            <a:ext cx="782952" cy="254065"/>
          </a:xfrm>
          <a:prstGeom prst="line">
            <a:avLst/>
          </a:prstGeom>
          <a:solidFill>
            <a:schemeClr val="bg1"/>
          </a:solidFill>
          <a:ln w="9525" cap="flat" cmpd="sng" algn="ctr">
            <a:solidFill>
              <a:schemeClr val="accent6">
                <a:lumMod val="75000"/>
              </a:schemeClr>
            </a:solidFill>
            <a:prstDash val="solid"/>
            <a:round/>
            <a:headEnd type="none" w="med" len="med"/>
            <a:tailEnd type="oval" w="med" len="med"/>
          </a:ln>
          <a:effectLst/>
        </p:spPr>
      </p:cxnSp>
      <p:grpSp>
        <p:nvGrpSpPr>
          <p:cNvPr id="58" name="グループ化 57">
            <a:extLst>
              <a:ext uri="{FF2B5EF4-FFF2-40B4-BE49-F238E27FC236}">
                <a16:creationId xmlns:a16="http://schemas.microsoft.com/office/drawing/2014/main" id="{DC2DC1D0-C7EE-4B94-CB9E-908F3230C777}"/>
              </a:ext>
            </a:extLst>
          </p:cNvPr>
          <p:cNvGrpSpPr/>
          <p:nvPr/>
        </p:nvGrpSpPr>
        <p:grpSpPr>
          <a:xfrm>
            <a:off x="8020560" y="2754474"/>
            <a:ext cx="1037715" cy="183383"/>
            <a:chOff x="8020560" y="2593602"/>
            <a:chExt cx="1037715" cy="183383"/>
          </a:xfrm>
        </p:grpSpPr>
        <p:cxnSp>
          <p:nvCxnSpPr>
            <p:cNvPr id="56" name="直線矢印コネクタ 55">
              <a:extLst>
                <a:ext uri="{FF2B5EF4-FFF2-40B4-BE49-F238E27FC236}">
                  <a16:creationId xmlns:a16="http://schemas.microsoft.com/office/drawing/2014/main" id="{6FCCC7F8-75E3-C3C7-4832-0EC34F3F7CFC}"/>
                </a:ext>
              </a:extLst>
            </p:cNvPr>
            <p:cNvCxnSpPr>
              <a:cxnSpLocks/>
            </p:cNvCxnSpPr>
            <p:nvPr/>
          </p:nvCxnSpPr>
          <p:spPr bwMode="auto">
            <a:xfrm flipV="1">
              <a:off x="8020560" y="2773625"/>
              <a:ext cx="1037715" cy="3360"/>
            </a:xfrm>
            <a:prstGeom prst="straightConnector1">
              <a:avLst/>
            </a:prstGeom>
            <a:solidFill>
              <a:schemeClr val="bg1"/>
            </a:solidFill>
            <a:ln w="9525" cap="flat" cmpd="sng" algn="ctr">
              <a:solidFill>
                <a:srgbClr val="FF0000"/>
              </a:solidFill>
              <a:prstDash val="solid"/>
              <a:round/>
              <a:headEnd type="triangle"/>
              <a:tailEnd type="triangle"/>
            </a:ln>
            <a:effectLst/>
          </p:spPr>
        </p:cxnSp>
        <p:sp>
          <p:nvSpPr>
            <p:cNvPr id="57" name="テキスト ボックス 56">
              <a:extLst>
                <a:ext uri="{FF2B5EF4-FFF2-40B4-BE49-F238E27FC236}">
                  <a16:creationId xmlns:a16="http://schemas.microsoft.com/office/drawing/2014/main" id="{3F8B55BB-4C98-CD85-4C5D-E17FB3F193CD}"/>
                </a:ext>
              </a:extLst>
            </p:cNvPr>
            <p:cNvSpPr txBox="1"/>
            <p:nvPr/>
          </p:nvSpPr>
          <p:spPr>
            <a:xfrm>
              <a:off x="8185634" y="2593602"/>
              <a:ext cx="707566" cy="141048"/>
            </a:xfrm>
            <a:prstGeom prst="rect">
              <a:avLst/>
            </a:prstGeom>
            <a:noFill/>
          </p:spPr>
          <p:txBody>
            <a:bodyPr wrap="square" lIns="36000" tIns="36000" rIns="36000" bIns="36000" rtlCol="0" anchor="ctr">
              <a:noAutofit/>
            </a:bodyPr>
            <a:lstStyle/>
            <a:p>
              <a:pPr marL="0" marR="0" lvl="0" indent="0" algn="ctr" defTabSz="914400" rtl="0" eaLnBrk="1" fontAlgn="base" latinLnBrk="0" hangingPunct="1">
                <a:lnSpc>
                  <a:spcPct val="80000"/>
                </a:lnSpc>
                <a:spcBef>
                  <a:spcPct val="0"/>
                </a:spcBef>
                <a:spcAft>
                  <a:spcPct val="0"/>
                </a:spcAft>
                <a:buClrTx/>
                <a:buSzTx/>
                <a:buFontTx/>
                <a:buNone/>
                <a:tabLst/>
                <a:defRPr/>
              </a:pPr>
              <a:r>
                <a:rPr kumimoji="1" lang="ja-JP" altLang="en-US" sz="1000" b="0"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調達委員会</a:t>
              </a:r>
              <a:r>
                <a:rPr kumimoji="1" lang="en-US" altLang="ja-JP" sz="1000" b="0"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a:t>
              </a:r>
              <a:r>
                <a:rPr kumimoji="1" lang="ja-JP" altLang="en-US" sz="1000" b="0"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開発</a:t>
              </a:r>
              <a:r>
                <a:rPr kumimoji="1" lang="en-US" altLang="ja-JP" sz="1000" b="0"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a:t>
              </a:r>
              <a:endParaRPr kumimoji="1" lang="ja-JP" altLang="en-US" sz="1000" b="0"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endParaRPr>
            </a:p>
          </p:txBody>
        </p:sp>
      </p:grpSp>
      <p:cxnSp>
        <p:nvCxnSpPr>
          <p:cNvPr id="59" name="直線コネクタ 58">
            <a:extLst>
              <a:ext uri="{FF2B5EF4-FFF2-40B4-BE49-F238E27FC236}">
                <a16:creationId xmlns:a16="http://schemas.microsoft.com/office/drawing/2014/main" id="{D0A35DCF-9F79-6694-FB79-6767ED1F0A0B}"/>
              </a:ext>
            </a:extLst>
          </p:cNvPr>
          <p:cNvCxnSpPr>
            <a:cxnSpLocks/>
            <a:stCxn id="211" idx="0"/>
          </p:cNvCxnSpPr>
          <p:nvPr/>
        </p:nvCxnSpPr>
        <p:spPr bwMode="auto">
          <a:xfrm flipV="1">
            <a:off x="2367354" y="2895522"/>
            <a:ext cx="146106" cy="249825"/>
          </a:xfrm>
          <a:prstGeom prst="line">
            <a:avLst/>
          </a:prstGeom>
          <a:solidFill>
            <a:schemeClr val="bg1"/>
          </a:solidFill>
          <a:ln w="9525" cap="flat" cmpd="sng" algn="ctr">
            <a:solidFill>
              <a:schemeClr val="accent6">
                <a:lumMod val="75000"/>
              </a:schemeClr>
            </a:solidFill>
            <a:prstDash val="solid"/>
            <a:round/>
            <a:headEnd type="none" w="med" len="med"/>
            <a:tailEnd type="oval" w="med" len="med"/>
          </a:ln>
          <a:effectLst/>
        </p:spPr>
      </p:cxnSp>
      <p:grpSp>
        <p:nvGrpSpPr>
          <p:cNvPr id="132" name="グループ化 131">
            <a:extLst>
              <a:ext uri="{FF2B5EF4-FFF2-40B4-BE49-F238E27FC236}">
                <a16:creationId xmlns:a16="http://schemas.microsoft.com/office/drawing/2014/main" id="{33333813-7335-3840-D50C-D64822BA8C95}"/>
              </a:ext>
            </a:extLst>
          </p:cNvPr>
          <p:cNvGrpSpPr/>
          <p:nvPr/>
        </p:nvGrpSpPr>
        <p:grpSpPr>
          <a:xfrm>
            <a:off x="965074" y="2274033"/>
            <a:ext cx="662766" cy="2980683"/>
            <a:chOff x="8147149" y="721167"/>
            <a:chExt cx="662766" cy="5417993"/>
          </a:xfrm>
        </p:grpSpPr>
        <p:sp>
          <p:nvSpPr>
            <p:cNvPr id="133" name="楕円 132">
              <a:extLst>
                <a:ext uri="{FF2B5EF4-FFF2-40B4-BE49-F238E27FC236}">
                  <a16:creationId xmlns:a16="http://schemas.microsoft.com/office/drawing/2014/main" id="{6EB223A0-A311-E5D1-B483-9C6A472BCB3A}"/>
                </a:ext>
              </a:extLst>
            </p:cNvPr>
            <p:cNvSpPr/>
            <p:nvPr/>
          </p:nvSpPr>
          <p:spPr>
            <a:xfrm>
              <a:off x="8147149" y="721167"/>
              <a:ext cx="662766" cy="260555"/>
            </a:xfrm>
            <a:prstGeom prst="ellipse">
              <a:avLst/>
            </a:prstGeom>
            <a:solidFill>
              <a:srgbClr val="FF0000"/>
            </a:solidFill>
            <a:ln>
              <a:solidFill>
                <a:srgbClr val="FF0000"/>
              </a:solidFill>
            </a:ln>
          </p:spPr>
          <p:txBody>
            <a:bodyPr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1100" b="0" i="0" u="none" strike="noStrike" kern="1200" cap="none" spc="0" normalizeH="0" baseline="0" noProof="0">
                  <a:ln>
                    <a:noFill/>
                  </a:ln>
                  <a:solidFill>
                    <a:prstClr val="white"/>
                  </a:solidFill>
                  <a:effectLst/>
                  <a:uLnTx/>
                  <a:uFillTx/>
                  <a:latin typeface="Meiryo UI"/>
                  <a:ea typeface="Meiryo UI"/>
                  <a:cs typeface="+mn-cs"/>
                </a:rPr>
                <a:t>現在</a:t>
              </a:r>
            </a:p>
          </p:txBody>
        </p:sp>
        <p:cxnSp>
          <p:nvCxnSpPr>
            <p:cNvPr id="134" name="直線コネクタ 133">
              <a:extLst>
                <a:ext uri="{FF2B5EF4-FFF2-40B4-BE49-F238E27FC236}">
                  <a16:creationId xmlns:a16="http://schemas.microsoft.com/office/drawing/2014/main" id="{975C8077-037B-8CFB-99E6-39BEB912B1C7}"/>
                </a:ext>
              </a:extLst>
            </p:cNvPr>
            <p:cNvCxnSpPr>
              <a:cxnSpLocks/>
            </p:cNvCxnSpPr>
            <p:nvPr/>
          </p:nvCxnSpPr>
          <p:spPr bwMode="auto">
            <a:xfrm>
              <a:off x="8478532" y="958024"/>
              <a:ext cx="0" cy="5181136"/>
            </a:xfrm>
            <a:prstGeom prst="line">
              <a:avLst/>
            </a:prstGeom>
            <a:solidFill>
              <a:schemeClr val="bg1"/>
            </a:solidFill>
            <a:ln w="28575" cap="flat" cmpd="sng" algn="ctr">
              <a:solidFill>
                <a:srgbClr val="FF0000"/>
              </a:solidFill>
              <a:prstDash val="solid"/>
              <a:round/>
              <a:headEnd type="none" w="med" len="med"/>
              <a:tailEnd type="none" w="med" len="med"/>
            </a:ln>
            <a:effectLst/>
          </p:spPr>
        </p:cxnSp>
      </p:grpSp>
      <p:sp>
        <p:nvSpPr>
          <p:cNvPr id="211" name="正方形/長方形 210">
            <a:extLst>
              <a:ext uri="{FF2B5EF4-FFF2-40B4-BE49-F238E27FC236}">
                <a16:creationId xmlns:a16="http://schemas.microsoft.com/office/drawing/2014/main" id="{B494B40B-5746-2010-1209-BD3DB275C868}"/>
              </a:ext>
            </a:extLst>
          </p:cNvPr>
          <p:cNvSpPr/>
          <p:nvPr/>
        </p:nvSpPr>
        <p:spPr>
          <a:xfrm>
            <a:off x="1179065" y="3145347"/>
            <a:ext cx="2376578" cy="956700"/>
          </a:xfrm>
          <a:prstGeom prst="rect">
            <a:avLst/>
          </a:prstGeom>
          <a:solidFill>
            <a:srgbClr val="FFFF8B"/>
          </a:solidFill>
          <a:ln>
            <a:solidFill>
              <a:schemeClr val="accent6">
                <a:lumMod val="75000"/>
              </a:schemeClr>
            </a:solidFill>
            <a:prstDash val="solid"/>
          </a:ln>
        </p:spPr>
        <p:txBody>
          <a:bodyPr wrap="square" lIns="36000" tIns="108000" rIns="36000" bIns="36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noProof="1"/>
            </a:pPr>
            <a:r>
              <a:rPr kumimoji="1" lang="ja-JP" altLang="en-US" sz="1100" b="0" i="0" u="none" strike="noStrike" kern="0" cap="none" spc="0" normalizeH="0" baseline="0" noProof="1">
                <a:ln>
                  <a:noFill/>
                </a:ln>
                <a:solidFill>
                  <a:prstClr val="black"/>
                </a:solidFill>
                <a:effectLst/>
                <a:uLnTx/>
                <a:uFillTx/>
                <a:latin typeface="Meiryo UI"/>
                <a:ea typeface="Meiryo UI"/>
                <a:cs typeface="Meiryo UI" charset="0"/>
              </a:rPr>
              <a:t>調達委員会に向けて、</a:t>
            </a:r>
            <a:r>
              <a:rPr kumimoji="1" lang="en-US" altLang="ja-JP" sz="1100" b="0" i="0" u="none" strike="noStrike" kern="0" cap="none" spc="0" normalizeH="0" baseline="0" noProof="1">
                <a:ln>
                  <a:noFill/>
                </a:ln>
                <a:solidFill>
                  <a:prstClr val="black"/>
                </a:solidFill>
                <a:effectLst/>
                <a:uLnTx/>
                <a:uFillTx/>
                <a:latin typeface="Meiryo UI"/>
                <a:ea typeface="Meiryo UI"/>
                <a:cs typeface="Meiryo UI" charset="0"/>
              </a:rPr>
              <a:t>10/5</a:t>
            </a:r>
            <a:r>
              <a:rPr kumimoji="1" lang="ja-JP" altLang="en-US" sz="1100" b="0" i="0" u="none" strike="noStrike" kern="0" cap="none" spc="0" normalizeH="0" baseline="0" noProof="1">
                <a:ln>
                  <a:noFill/>
                </a:ln>
                <a:solidFill>
                  <a:prstClr val="black"/>
                </a:solidFill>
                <a:effectLst/>
                <a:uLnTx/>
                <a:uFillTx/>
                <a:latin typeface="Meiryo UI"/>
                <a:ea typeface="Meiryo UI"/>
                <a:cs typeface="Meiryo UI" charset="0"/>
              </a:rPr>
              <a:t>を目途に</a:t>
            </a:r>
            <a:r>
              <a:rPr kumimoji="1" lang="ja-JP" altLang="en-US" sz="1100" b="1" i="0" u="sng" strike="noStrike" kern="0" cap="none" spc="0" normalizeH="0" baseline="0" noProof="1">
                <a:ln>
                  <a:noFill/>
                </a:ln>
                <a:solidFill>
                  <a:prstClr val="black"/>
                </a:solidFill>
                <a:effectLst/>
                <a:uLnTx/>
                <a:uFillTx/>
                <a:latin typeface="Meiryo UI"/>
                <a:ea typeface="Meiryo UI"/>
                <a:cs typeface="Meiryo UI" charset="0"/>
              </a:rPr>
              <a:t>①案件名、②案件概要、③案件の背景・目的</a:t>
            </a:r>
            <a:r>
              <a:rPr kumimoji="1" lang="en-US" altLang="ja-JP" sz="1100" b="1" i="0" u="sng" strike="noStrike" kern="0" cap="none" spc="0" normalizeH="0" baseline="0" noProof="1">
                <a:ln>
                  <a:noFill/>
                </a:ln>
                <a:solidFill>
                  <a:prstClr val="black"/>
                </a:solidFill>
                <a:effectLst/>
                <a:uLnTx/>
                <a:uFillTx/>
                <a:latin typeface="Meiryo UI"/>
                <a:ea typeface="Meiryo UI"/>
                <a:cs typeface="Meiryo UI" charset="0"/>
              </a:rPr>
              <a:t>(</a:t>
            </a:r>
            <a:r>
              <a:rPr kumimoji="1" lang="ja-JP" altLang="en-US" sz="1100" b="1" i="0" u="sng" strike="noStrike" kern="0" cap="none" spc="0" normalizeH="0" baseline="0" noProof="1">
                <a:ln>
                  <a:noFill/>
                </a:ln>
                <a:solidFill>
                  <a:prstClr val="black"/>
                </a:solidFill>
                <a:effectLst/>
                <a:uLnTx/>
                <a:uFillTx/>
                <a:latin typeface="Meiryo UI"/>
                <a:ea typeface="Meiryo UI"/>
                <a:cs typeface="Meiryo UI" charset="0"/>
              </a:rPr>
              <a:t>可能であれば</a:t>
            </a:r>
            <a:r>
              <a:rPr kumimoji="1" lang="en-US" altLang="ja-JP" sz="1100" b="1" i="0" u="sng" strike="noStrike" kern="0" cap="none" spc="0" normalizeH="0" baseline="0" noProof="1">
                <a:ln>
                  <a:noFill/>
                </a:ln>
                <a:solidFill>
                  <a:prstClr val="black"/>
                </a:solidFill>
                <a:effectLst/>
                <a:uLnTx/>
                <a:uFillTx/>
                <a:latin typeface="Meiryo UI"/>
                <a:ea typeface="Meiryo UI"/>
                <a:cs typeface="Meiryo UI" charset="0"/>
              </a:rPr>
              <a:t>)</a:t>
            </a:r>
            <a:r>
              <a:rPr kumimoji="1" lang="ja-JP" altLang="en-US" sz="1100" b="1" i="0" u="sng" strike="noStrike" kern="0" cap="none" spc="0" normalizeH="0" baseline="0" noProof="1">
                <a:ln>
                  <a:noFill/>
                </a:ln>
                <a:solidFill>
                  <a:prstClr val="black"/>
                </a:solidFill>
                <a:effectLst/>
                <a:uLnTx/>
                <a:uFillTx/>
                <a:latin typeface="Meiryo UI"/>
                <a:ea typeface="Meiryo UI"/>
                <a:cs typeface="Meiryo UI" charset="0"/>
              </a:rPr>
              <a:t>について基金にご提示いただきたい。</a:t>
            </a:r>
            <a:br>
              <a:rPr kumimoji="1" lang="en-US" altLang="ja-JP" sz="1100" b="1" i="0" u="sng" strike="noStrike" kern="0" cap="none" spc="0" normalizeH="0" baseline="0" noProof="1">
                <a:ln>
                  <a:noFill/>
                </a:ln>
                <a:solidFill>
                  <a:prstClr val="black"/>
                </a:solidFill>
                <a:effectLst/>
                <a:uLnTx/>
                <a:uFillTx/>
                <a:latin typeface="Meiryo UI"/>
                <a:ea typeface="Meiryo UI"/>
                <a:cs typeface="Meiryo UI" charset="0"/>
              </a:rPr>
            </a:br>
            <a:r>
              <a:rPr kumimoji="1" lang="en-US" altLang="ja-JP" sz="1100" b="0" i="0" u="none" strike="noStrike" kern="0" cap="none" spc="0" normalizeH="0" baseline="0" noProof="1">
                <a:ln>
                  <a:noFill/>
                </a:ln>
                <a:solidFill>
                  <a:prstClr val="black"/>
                </a:solidFill>
                <a:effectLst/>
                <a:uLnTx/>
                <a:uFillTx/>
                <a:latin typeface="Meiryo UI"/>
                <a:ea typeface="Meiryo UI"/>
                <a:cs typeface="Meiryo UI" charset="0"/>
              </a:rPr>
              <a:t>※</a:t>
            </a:r>
            <a:r>
              <a:rPr kumimoji="1" lang="ja-JP" altLang="en-US" sz="1100" b="0" i="0" u="none" strike="noStrike" kern="0" cap="none" spc="0" normalizeH="0" baseline="0" noProof="1">
                <a:ln>
                  <a:noFill/>
                </a:ln>
                <a:solidFill>
                  <a:prstClr val="black"/>
                </a:solidFill>
                <a:effectLst/>
                <a:uLnTx/>
                <a:uFillTx/>
                <a:latin typeface="Meiryo UI"/>
                <a:ea typeface="Meiryo UI"/>
                <a:cs typeface="Meiryo UI" charset="0"/>
              </a:rPr>
              <a:t>関連する利活用</a:t>
            </a:r>
            <a:r>
              <a:rPr kumimoji="1" lang="en-US" altLang="ja-JP" sz="1100" b="0" i="0" u="none" strike="noStrike" kern="0" cap="none" spc="0" normalizeH="0" baseline="0" noProof="1">
                <a:ln>
                  <a:noFill/>
                </a:ln>
                <a:solidFill>
                  <a:prstClr val="black"/>
                </a:solidFill>
                <a:effectLst/>
                <a:uLnTx/>
                <a:uFillTx/>
                <a:latin typeface="Meiryo UI"/>
                <a:ea typeface="Meiryo UI"/>
                <a:cs typeface="Meiryo UI" charset="0"/>
              </a:rPr>
              <a:t>WG</a:t>
            </a:r>
            <a:r>
              <a:rPr kumimoji="1" lang="ja-JP" altLang="en-US" sz="1100" b="0" i="0" u="none" strike="noStrike" kern="0" cap="none" spc="0" normalizeH="0" baseline="0" noProof="1">
                <a:ln>
                  <a:noFill/>
                </a:ln>
                <a:solidFill>
                  <a:prstClr val="black"/>
                </a:solidFill>
                <a:effectLst/>
                <a:uLnTx/>
                <a:uFillTx/>
                <a:latin typeface="Meiryo UI"/>
                <a:ea typeface="Meiryo UI"/>
                <a:cs typeface="Meiryo UI" charset="0"/>
              </a:rPr>
              <a:t>の資料でも可</a:t>
            </a:r>
            <a:endParaRPr kumimoji="1" lang="en-US" altLang="ja-JP" sz="1100" b="0" i="0" u="none" strike="noStrike" kern="0" cap="none" spc="0" normalizeH="0" baseline="0" noProof="1">
              <a:ln>
                <a:noFill/>
              </a:ln>
              <a:solidFill>
                <a:prstClr val="black"/>
              </a:solidFill>
              <a:effectLst/>
              <a:uLnTx/>
              <a:uFillTx/>
              <a:latin typeface="Meiryo UI"/>
              <a:ea typeface="Meiryo UI"/>
              <a:cs typeface="Meiryo UI" charset="0"/>
            </a:endParaRPr>
          </a:p>
        </p:txBody>
      </p:sp>
      <p:grpSp>
        <p:nvGrpSpPr>
          <p:cNvPr id="141" name="グループ化 140">
            <a:extLst>
              <a:ext uri="{FF2B5EF4-FFF2-40B4-BE49-F238E27FC236}">
                <a16:creationId xmlns:a16="http://schemas.microsoft.com/office/drawing/2014/main" id="{3E7E042F-69EA-739C-A1F2-EBC0B9E211FD}"/>
              </a:ext>
            </a:extLst>
          </p:cNvPr>
          <p:cNvGrpSpPr/>
          <p:nvPr/>
        </p:nvGrpSpPr>
        <p:grpSpPr>
          <a:xfrm>
            <a:off x="7478022" y="1948336"/>
            <a:ext cx="2049391" cy="319703"/>
            <a:chOff x="4826556" y="302001"/>
            <a:chExt cx="2049391" cy="319703"/>
          </a:xfrm>
        </p:grpSpPr>
        <p:sp>
          <p:nvSpPr>
            <p:cNvPr id="142" name="矢印: 五方向 141">
              <a:extLst>
                <a:ext uri="{FF2B5EF4-FFF2-40B4-BE49-F238E27FC236}">
                  <a16:creationId xmlns:a16="http://schemas.microsoft.com/office/drawing/2014/main" id="{4A1A0821-3892-659C-1DB4-68CDF5E875A4}"/>
                </a:ext>
              </a:extLst>
            </p:cNvPr>
            <p:cNvSpPr/>
            <p:nvPr/>
          </p:nvSpPr>
          <p:spPr bwMode="gray">
            <a:xfrm>
              <a:off x="5526411" y="504610"/>
              <a:ext cx="649541" cy="117094"/>
            </a:xfrm>
            <a:prstGeom prst="homePlate">
              <a:avLst>
                <a:gd name="adj" fmla="val 13397"/>
              </a:avLst>
            </a:prstGeom>
            <a:solidFill>
              <a:srgbClr val="D1E7F6"/>
            </a:solidFill>
            <a:ln w="3175">
              <a:solidFill>
                <a:schemeClr val="bg1">
                  <a:lumMod val="50000"/>
                </a:schemeClr>
              </a:solidFill>
            </a:ln>
            <a:effectLst/>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800" b="0" i="0" u="none" strike="noStrike" kern="1200" cap="all"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基金作業</a:t>
              </a:r>
            </a:p>
          </p:txBody>
        </p:sp>
        <p:sp>
          <p:nvSpPr>
            <p:cNvPr id="143" name="矢印: 五方向 142">
              <a:extLst>
                <a:ext uri="{FF2B5EF4-FFF2-40B4-BE49-F238E27FC236}">
                  <a16:creationId xmlns:a16="http://schemas.microsoft.com/office/drawing/2014/main" id="{93C063DB-B545-0F07-106C-A519A6973CB4}"/>
                </a:ext>
              </a:extLst>
            </p:cNvPr>
            <p:cNvSpPr/>
            <p:nvPr/>
          </p:nvSpPr>
          <p:spPr bwMode="gray">
            <a:xfrm>
              <a:off x="4826556" y="504610"/>
              <a:ext cx="649541" cy="117094"/>
            </a:xfrm>
            <a:prstGeom prst="homePlate">
              <a:avLst>
                <a:gd name="adj" fmla="val 13397"/>
              </a:avLst>
            </a:prstGeom>
            <a:solidFill>
              <a:srgbClr val="D7E4BD"/>
            </a:solidFill>
            <a:ln w="3175">
              <a:solidFill>
                <a:schemeClr val="bg1">
                  <a:lumMod val="50000"/>
                </a:schemeClr>
              </a:solidFill>
            </a:ln>
            <a:effectLst/>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800" b="0" i="0" u="none" strike="noStrike" kern="1200" cap="all"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厚労省作業</a:t>
              </a:r>
            </a:p>
          </p:txBody>
        </p:sp>
        <p:sp>
          <p:nvSpPr>
            <p:cNvPr id="145" name="矢印: 五方向 144">
              <a:extLst>
                <a:ext uri="{FF2B5EF4-FFF2-40B4-BE49-F238E27FC236}">
                  <a16:creationId xmlns:a16="http://schemas.microsoft.com/office/drawing/2014/main" id="{3C1F5BEB-94F9-0FD6-EC30-8DECEDA69D0E}"/>
                </a:ext>
              </a:extLst>
            </p:cNvPr>
            <p:cNvSpPr/>
            <p:nvPr/>
          </p:nvSpPr>
          <p:spPr bwMode="gray">
            <a:xfrm>
              <a:off x="6226406" y="504610"/>
              <a:ext cx="649541" cy="117094"/>
            </a:xfrm>
            <a:prstGeom prst="homePlate">
              <a:avLst>
                <a:gd name="adj" fmla="val 13397"/>
              </a:avLst>
            </a:prstGeom>
            <a:solidFill>
              <a:schemeClr val="accent6">
                <a:lumMod val="20000"/>
                <a:lumOff val="80000"/>
              </a:schemeClr>
            </a:solidFill>
            <a:ln w="3175">
              <a:solidFill>
                <a:schemeClr val="bg1">
                  <a:lumMod val="50000"/>
                </a:schemeClr>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Meiryo UI"/>
                  <a:ea typeface="Meiryo UI"/>
                  <a:cs typeface="+mn-cs"/>
                </a:rPr>
                <a:t>開発事業者</a:t>
              </a:r>
              <a:endParaRPr kumimoji="1" lang="en-US" altLang="ja-JP" sz="800" b="0" i="0" u="none" strike="noStrike" kern="1200" cap="none" spc="0" normalizeH="0" baseline="0" noProof="0">
                <a:ln>
                  <a:noFill/>
                </a:ln>
                <a:solidFill>
                  <a:prstClr val="black"/>
                </a:solidFill>
                <a:effectLst/>
                <a:uLnTx/>
                <a:uFillTx/>
                <a:latin typeface="Meiryo UI"/>
                <a:ea typeface="Meiryo UI"/>
                <a:cs typeface="+mn-cs"/>
              </a:endParaRPr>
            </a:p>
          </p:txBody>
        </p:sp>
        <p:sp>
          <p:nvSpPr>
            <p:cNvPr id="146" name="矢印: 五方向 145">
              <a:extLst>
                <a:ext uri="{FF2B5EF4-FFF2-40B4-BE49-F238E27FC236}">
                  <a16:creationId xmlns:a16="http://schemas.microsoft.com/office/drawing/2014/main" id="{28B40625-1644-0F13-734D-81B42957BF8F}"/>
                </a:ext>
              </a:extLst>
            </p:cNvPr>
            <p:cNvSpPr/>
            <p:nvPr/>
          </p:nvSpPr>
          <p:spPr bwMode="gray">
            <a:xfrm>
              <a:off x="4841340" y="302001"/>
              <a:ext cx="941197" cy="191905"/>
            </a:xfrm>
            <a:prstGeom prst="homePlate">
              <a:avLst>
                <a:gd name="adj" fmla="val 0"/>
              </a:avLst>
            </a:prstGeom>
            <a:noFill/>
            <a:ln>
              <a:noFill/>
            </a:ln>
            <a:effectLst/>
          </p:spPr>
          <p:txBody>
            <a:bodyPr wrap="non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noProof="1"/>
              </a:pPr>
              <a:r>
                <a:rPr kumimoji="1" lang="ja-JP" altLang="en-US" sz="800" b="0" i="0" u="none" strike="noStrike" kern="1200" cap="all"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■凡例</a:t>
              </a:r>
              <a:endParaRPr kumimoji="1" lang="en-US" altLang="ja-JP" sz="800" b="0" i="0" u="none" strike="noStrike" kern="1200" cap="all"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grpSp>
      <p:sp>
        <p:nvSpPr>
          <p:cNvPr id="47" name="正方形/長方形 46">
            <a:extLst>
              <a:ext uri="{FF2B5EF4-FFF2-40B4-BE49-F238E27FC236}">
                <a16:creationId xmlns:a16="http://schemas.microsoft.com/office/drawing/2014/main" id="{1E6FBB74-1C92-7D9B-373D-88E7B7C98490}"/>
              </a:ext>
            </a:extLst>
          </p:cNvPr>
          <p:cNvSpPr/>
          <p:nvPr/>
        </p:nvSpPr>
        <p:spPr>
          <a:xfrm>
            <a:off x="6915217" y="116695"/>
            <a:ext cx="2390624" cy="529215"/>
          </a:xfrm>
          <a:prstGeom prst="rect">
            <a:avLst/>
          </a:prstGeom>
          <a:solidFill>
            <a:srgbClr val="FFFF00"/>
          </a:solidFill>
          <a:ln>
            <a:noFill/>
          </a:ln>
        </p:spPr>
        <p:txBody>
          <a:bodyPr rtlCol="0" anchor="ct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ja-JP" altLang="en-US" sz="1400" b="0" i="0" u="none" strike="noStrike" kern="1200" cap="none" spc="0" normalizeH="0" baseline="0" noProof="0">
                <a:ln>
                  <a:noFill/>
                </a:ln>
                <a:solidFill>
                  <a:prstClr val="black"/>
                </a:solidFill>
                <a:effectLst/>
                <a:uLnTx/>
                <a:uFillTx/>
                <a:latin typeface="Meiryo UI"/>
                <a:ea typeface="Meiryo UI"/>
                <a:cs typeface="+mn-cs"/>
              </a:rPr>
              <a:t>参考：</a:t>
            </a:r>
            <a:r>
              <a:rPr kumimoji="1" lang="en-US" altLang="ja-JP" sz="1400" b="0" i="0" u="none" strike="noStrike" kern="1200" cap="none" spc="0" normalizeH="0" baseline="0" noProof="0">
                <a:ln>
                  <a:noFill/>
                </a:ln>
                <a:solidFill>
                  <a:prstClr val="black"/>
                </a:solidFill>
                <a:effectLst/>
                <a:uLnTx/>
                <a:uFillTx/>
                <a:latin typeface="Meiryo UI"/>
                <a:ea typeface="Meiryo UI"/>
                <a:cs typeface="+mn-cs"/>
              </a:rPr>
              <a:t>9/14 </a:t>
            </a:r>
            <a:r>
              <a:rPr kumimoji="1" lang="en-US" altLang="ja-JP" sz="1400" b="0" i="0" u="none" strike="noStrike" kern="1200" cap="none" spc="0" normalizeH="0" baseline="0" noProof="0" err="1">
                <a:ln>
                  <a:noFill/>
                </a:ln>
                <a:solidFill>
                  <a:prstClr val="black"/>
                </a:solidFill>
                <a:effectLst/>
                <a:uLnTx/>
                <a:uFillTx/>
                <a:latin typeface="Meiryo UI"/>
                <a:ea typeface="Meiryo UI"/>
                <a:cs typeface="+mn-cs"/>
              </a:rPr>
              <a:t>開発課題検討会資料</a:t>
            </a:r>
            <a:endParaRPr kumimoji="1" lang="en-US" altLang="ja-JP" sz="1400" b="0" i="0" u="none" strike="noStrike" kern="1200" cap="none" spc="0" normalizeH="0" baseline="0" noProof="0">
              <a:ln>
                <a:noFill/>
              </a:ln>
              <a:solidFill>
                <a:prstClr val="black"/>
              </a:solidFill>
              <a:effectLst/>
              <a:uLnTx/>
              <a:uFillTx/>
              <a:latin typeface="Meiryo UI"/>
              <a:ea typeface="Meiryo UI"/>
              <a:cs typeface="+mn-cs"/>
            </a:endParaRPr>
          </a:p>
        </p:txBody>
      </p:sp>
    </p:spTree>
    <p:extLst>
      <p:ext uri="{BB962C8B-B14F-4D97-AF65-F5344CB8AC3E}">
        <p14:creationId xmlns:p14="http://schemas.microsoft.com/office/powerpoint/2010/main" val="37503227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D8CC1-E10F-B60D-FF92-9AD35CF495C8}"/>
            </a:ext>
          </a:extLst>
        </p:cNvPr>
        <p:cNvGrpSpPr/>
        <p:nvPr/>
      </p:nvGrpSpPr>
      <p:grpSpPr>
        <a:xfrm>
          <a:off x="0" y="0"/>
          <a:ext cx="0" cy="0"/>
          <a:chOff x="0" y="0"/>
          <a:chExt cx="0" cy="0"/>
        </a:xfrm>
      </p:grpSpPr>
      <p:grpSp>
        <p:nvGrpSpPr>
          <p:cNvPr id="103" name="グループ化 102">
            <a:extLst>
              <a:ext uri="{FF2B5EF4-FFF2-40B4-BE49-F238E27FC236}">
                <a16:creationId xmlns:a16="http://schemas.microsoft.com/office/drawing/2014/main" id="{2A86979F-DD3F-BBA0-15BB-1697263CEA92}"/>
              </a:ext>
            </a:extLst>
          </p:cNvPr>
          <p:cNvGrpSpPr/>
          <p:nvPr/>
        </p:nvGrpSpPr>
        <p:grpSpPr>
          <a:xfrm>
            <a:off x="1189754" y="2905708"/>
            <a:ext cx="8482979" cy="3730980"/>
            <a:chOff x="915682" y="2590228"/>
            <a:chExt cx="8482979" cy="2608316"/>
          </a:xfrm>
        </p:grpSpPr>
        <p:sp>
          <p:nvSpPr>
            <p:cNvPr id="12" name="shape_76">
              <a:extLst>
                <a:ext uri="{FF2B5EF4-FFF2-40B4-BE49-F238E27FC236}">
                  <a16:creationId xmlns:a16="http://schemas.microsoft.com/office/drawing/2014/main" id="{40810119-5963-DEFB-57CB-F4E0958159E1}"/>
                </a:ext>
              </a:extLst>
            </p:cNvPr>
            <p:cNvSpPr/>
            <p:nvPr>
              <p:custDataLst>
                <p:tags r:id="rId31"/>
              </p:custDataLst>
            </p:nvPr>
          </p:nvSpPr>
          <p:spPr>
            <a:xfrm>
              <a:off x="915682" y="2590228"/>
              <a:ext cx="424148" cy="2608316"/>
            </a:xfrm>
            <a:prstGeom prst="rect">
              <a:avLst/>
            </a:prstGeom>
            <a:noFill/>
            <a:ln w="3175">
              <a:solidFill>
                <a:sysClr val="window" lastClr="FFFFFF">
                  <a:lumMod val="75000"/>
                </a:sys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0" lang="en-US" sz="900" b="0" i="0" u="none" strike="noStrike" kern="0" cap="none" spc="0" normalizeH="0" baseline="0" noProof="0">
                <a:ln>
                  <a:noFill/>
                </a:ln>
                <a:solidFill>
                  <a:prstClr val="black"/>
                </a:solidFill>
                <a:effectLst/>
                <a:uLnTx/>
                <a:uFillTx/>
                <a:latin typeface="Meiryo UI"/>
                <a:ea typeface="Meiryo UI"/>
                <a:cs typeface="+mn-cs"/>
              </a:endParaRPr>
            </a:p>
          </p:txBody>
        </p:sp>
        <p:sp>
          <p:nvSpPr>
            <p:cNvPr id="13" name="shape_76">
              <a:extLst>
                <a:ext uri="{FF2B5EF4-FFF2-40B4-BE49-F238E27FC236}">
                  <a16:creationId xmlns:a16="http://schemas.microsoft.com/office/drawing/2014/main" id="{31F9287B-0BE6-BB1F-218E-619B8B462666}"/>
                </a:ext>
              </a:extLst>
            </p:cNvPr>
            <p:cNvSpPr/>
            <p:nvPr>
              <p:custDataLst>
                <p:tags r:id="rId32"/>
              </p:custDataLst>
            </p:nvPr>
          </p:nvSpPr>
          <p:spPr>
            <a:xfrm>
              <a:off x="3460576" y="2590228"/>
              <a:ext cx="424148" cy="2608316"/>
            </a:xfrm>
            <a:prstGeom prst="rect">
              <a:avLst/>
            </a:prstGeom>
            <a:noFill/>
            <a:ln w="3175">
              <a:solidFill>
                <a:sysClr val="window" lastClr="FFFFFF">
                  <a:lumMod val="75000"/>
                </a:sys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0" lang="en-US" sz="900" b="0" i="0" u="none" strike="noStrike" kern="0" cap="none" spc="0" normalizeH="0" baseline="0" noProof="0">
                <a:ln>
                  <a:noFill/>
                </a:ln>
                <a:solidFill>
                  <a:prstClr val="black"/>
                </a:solidFill>
                <a:effectLst/>
                <a:uLnTx/>
                <a:uFillTx/>
                <a:latin typeface="Meiryo UI"/>
                <a:ea typeface="Meiryo UI"/>
                <a:cs typeface="+mn-cs"/>
              </a:endParaRPr>
            </a:p>
          </p:txBody>
        </p:sp>
        <p:sp>
          <p:nvSpPr>
            <p:cNvPr id="14" name="shape_76">
              <a:extLst>
                <a:ext uri="{FF2B5EF4-FFF2-40B4-BE49-F238E27FC236}">
                  <a16:creationId xmlns:a16="http://schemas.microsoft.com/office/drawing/2014/main" id="{D230C7D7-C9AD-39F2-E422-C963035A712E}"/>
                </a:ext>
              </a:extLst>
            </p:cNvPr>
            <p:cNvSpPr/>
            <p:nvPr>
              <p:custDataLst>
                <p:tags r:id="rId33"/>
              </p:custDataLst>
            </p:nvPr>
          </p:nvSpPr>
          <p:spPr>
            <a:xfrm>
              <a:off x="3036427" y="2590228"/>
              <a:ext cx="424148" cy="2608316"/>
            </a:xfrm>
            <a:prstGeom prst="rect">
              <a:avLst/>
            </a:prstGeom>
            <a:noFill/>
            <a:ln w="3175">
              <a:solidFill>
                <a:sysClr val="window" lastClr="FFFFFF">
                  <a:lumMod val="75000"/>
                </a:sys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0" lang="en-US" sz="900" b="0" i="0" u="none" strike="noStrike" kern="0" cap="none" spc="0" normalizeH="0" baseline="0" noProof="0">
                <a:ln>
                  <a:noFill/>
                </a:ln>
                <a:solidFill>
                  <a:prstClr val="black"/>
                </a:solidFill>
                <a:effectLst/>
                <a:uLnTx/>
                <a:uFillTx/>
                <a:latin typeface="Meiryo UI"/>
                <a:ea typeface="Meiryo UI"/>
                <a:cs typeface="+mn-cs"/>
              </a:endParaRPr>
            </a:p>
          </p:txBody>
        </p:sp>
        <p:sp>
          <p:nvSpPr>
            <p:cNvPr id="15" name="shape_76">
              <a:extLst>
                <a:ext uri="{FF2B5EF4-FFF2-40B4-BE49-F238E27FC236}">
                  <a16:creationId xmlns:a16="http://schemas.microsoft.com/office/drawing/2014/main" id="{4F3E0703-FB3F-DF25-02B1-85D4EC876245}"/>
                </a:ext>
              </a:extLst>
            </p:cNvPr>
            <p:cNvSpPr/>
            <p:nvPr>
              <p:custDataLst>
                <p:tags r:id="rId34"/>
              </p:custDataLst>
            </p:nvPr>
          </p:nvSpPr>
          <p:spPr>
            <a:xfrm>
              <a:off x="2612276" y="2590228"/>
              <a:ext cx="424148" cy="2608316"/>
            </a:xfrm>
            <a:prstGeom prst="rect">
              <a:avLst/>
            </a:prstGeom>
            <a:noFill/>
            <a:ln w="3175">
              <a:solidFill>
                <a:sysClr val="window" lastClr="FFFFFF">
                  <a:lumMod val="75000"/>
                </a:sys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0" lang="en-US" sz="900" b="0" i="0" u="none" strike="noStrike" kern="0" cap="none" spc="0" normalizeH="0" baseline="0" noProof="0">
                <a:ln>
                  <a:noFill/>
                </a:ln>
                <a:solidFill>
                  <a:prstClr val="black"/>
                </a:solidFill>
                <a:effectLst/>
                <a:uLnTx/>
                <a:uFillTx/>
                <a:latin typeface="Meiryo UI"/>
                <a:ea typeface="Meiryo UI"/>
                <a:cs typeface="+mn-cs"/>
              </a:endParaRPr>
            </a:p>
          </p:txBody>
        </p:sp>
        <p:sp>
          <p:nvSpPr>
            <p:cNvPr id="16" name="shape_76">
              <a:extLst>
                <a:ext uri="{FF2B5EF4-FFF2-40B4-BE49-F238E27FC236}">
                  <a16:creationId xmlns:a16="http://schemas.microsoft.com/office/drawing/2014/main" id="{0C7DAC94-8CDB-278E-A69E-5FA983F09EDF}"/>
                </a:ext>
              </a:extLst>
            </p:cNvPr>
            <p:cNvSpPr/>
            <p:nvPr>
              <p:custDataLst>
                <p:tags r:id="rId35"/>
              </p:custDataLst>
            </p:nvPr>
          </p:nvSpPr>
          <p:spPr>
            <a:xfrm>
              <a:off x="2188128" y="2590228"/>
              <a:ext cx="424148" cy="2608316"/>
            </a:xfrm>
            <a:prstGeom prst="rect">
              <a:avLst/>
            </a:prstGeom>
            <a:noFill/>
            <a:ln w="3175">
              <a:solidFill>
                <a:sysClr val="window" lastClr="FFFFFF">
                  <a:lumMod val="75000"/>
                </a:sys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0" lang="en-US" sz="900" b="0" i="0" u="none" strike="noStrike" kern="0" cap="none" spc="0" normalizeH="0" baseline="0" noProof="0">
                <a:ln>
                  <a:noFill/>
                </a:ln>
                <a:solidFill>
                  <a:prstClr val="black"/>
                </a:solidFill>
                <a:effectLst/>
                <a:uLnTx/>
                <a:uFillTx/>
                <a:latin typeface="Meiryo UI"/>
                <a:ea typeface="Meiryo UI"/>
                <a:cs typeface="+mn-cs"/>
              </a:endParaRPr>
            </a:p>
          </p:txBody>
        </p:sp>
        <p:sp>
          <p:nvSpPr>
            <p:cNvPr id="17" name="shape_76">
              <a:extLst>
                <a:ext uri="{FF2B5EF4-FFF2-40B4-BE49-F238E27FC236}">
                  <a16:creationId xmlns:a16="http://schemas.microsoft.com/office/drawing/2014/main" id="{7D3CE192-60B1-7F6A-B843-84B8AB4C7B0A}"/>
                </a:ext>
              </a:extLst>
            </p:cNvPr>
            <p:cNvSpPr/>
            <p:nvPr>
              <p:custDataLst>
                <p:tags r:id="rId36"/>
              </p:custDataLst>
            </p:nvPr>
          </p:nvSpPr>
          <p:spPr>
            <a:xfrm>
              <a:off x="1763981" y="2590228"/>
              <a:ext cx="424148" cy="2608316"/>
            </a:xfrm>
            <a:prstGeom prst="rect">
              <a:avLst/>
            </a:prstGeom>
            <a:noFill/>
            <a:ln w="3175">
              <a:solidFill>
                <a:sysClr val="window" lastClr="FFFFFF">
                  <a:lumMod val="75000"/>
                </a:sys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0" lang="en-US" sz="900" b="0" i="0" u="none" strike="noStrike" kern="0" cap="none" spc="0" normalizeH="0" baseline="0" noProof="0">
                <a:ln>
                  <a:noFill/>
                </a:ln>
                <a:solidFill>
                  <a:prstClr val="black"/>
                </a:solidFill>
                <a:effectLst/>
                <a:uLnTx/>
                <a:uFillTx/>
                <a:latin typeface="Meiryo UI"/>
                <a:ea typeface="Meiryo UI"/>
                <a:cs typeface="+mn-cs"/>
              </a:endParaRPr>
            </a:p>
          </p:txBody>
        </p:sp>
        <p:sp>
          <p:nvSpPr>
            <p:cNvPr id="18" name="shape_76">
              <a:extLst>
                <a:ext uri="{FF2B5EF4-FFF2-40B4-BE49-F238E27FC236}">
                  <a16:creationId xmlns:a16="http://schemas.microsoft.com/office/drawing/2014/main" id="{F4493C4B-B19F-CC9D-4718-026BA9D3E9C2}"/>
                </a:ext>
              </a:extLst>
            </p:cNvPr>
            <p:cNvSpPr/>
            <p:nvPr>
              <p:custDataLst>
                <p:tags r:id="rId37"/>
              </p:custDataLst>
            </p:nvPr>
          </p:nvSpPr>
          <p:spPr>
            <a:xfrm>
              <a:off x="1339833" y="2590228"/>
              <a:ext cx="424148" cy="2608316"/>
            </a:xfrm>
            <a:prstGeom prst="rect">
              <a:avLst/>
            </a:prstGeom>
            <a:noFill/>
            <a:ln w="3175">
              <a:solidFill>
                <a:sysClr val="window" lastClr="FFFFFF">
                  <a:lumMod val="75000"/>
                </a:sys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0" lang="en-US" sz="900" b="0" i="0" u="none" strike="noStrike" kern="0" cap="none" spc="0" normalizeH="0" baseline="0" noProof="0">
                <a:ln>
                  <a:noFill/>
                </a:ln>
                <a:solidFill>
                  <a:prstClr val="black"/>
                </a:solidFill>
                <a:effectLst/>
                <a:uLnTx/>
                <a:uFillTx/>
                <a:latin typeface="Meiryo UI"/>
                <a:ea typeface="Meiryo UI"/>
                <a:cs typeface="+mn-cs"/>
              </a:endParaRPr>
            </a:p>
          </p:txBody>
        </p:sp>
        <p:sp>
          <p:nvSpPr>
            <p:cNvPr id="19" name="shape_76">
              <a:extLst>
                <a:ext uri="{FF2B5EF4-FFF2-40B4-BE49-F238E27FC236}">
                  <a16:creationId xmlns:a16="http://schemas.microsoft.com/office/drawing/2014/main" id="{A627DEAC-91FA-ADDA-E7C5-1A37A713B716}"/>
                </a:ext>
              </a:extLst>
            </p:cNvPr>
            <p:cNvSpPr/>
            <p:nvPr>
              <p:custDataLst>
                <p:tags r:id="rId38"/>
              </p:custDataLst>
            </p:nvPr>
          </p:nvSpPr>
          <p:spPr>
            <a:xfrm>
              <a:off x="6005468" y="2590228"/>
              <a:ext cx="424148" cy="2608316"/>
            </a:xfrm>
            <a:prstGeom prst="rect">
              <a:avLst/>
            </a:prstGeom>
            <a:noFill/>
            <a:ln w="3175">
              <a:solidFill>
                <a:sysClr val="window" lastClr="FFFFFF">
                  <a:lumMod val="75000"/>
                </a:sys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0" lang="en-US" sz="900" b="0" i="0" u="none" strike="noStrike" kern="0" cap="none" spc="0" normalizeH="0" baseline="0" noProof="0">
                <a:ln>
                  <a:noFill/>
                </a:ln>
                <a:solidFill>
                  <a:prstClr val="black"/>
                </a:solidFill>
                <a:effectLst/>
                <a:uLnTx/>
                <a:uFillTx/>
                <a:latin typeface="Meiryo UI"/>
                <a:ea typeface="Meiryo UI"/>
                <a:cs typeface="+mn-cs"/>
              </a:endParaRPr>
            </a:p>
          </p:txBody>
        </p:sp>
        <p:sp>
          <p:nvSpPr>
            <p:cNvPr id="20" name="shape_76">
              <a:extLst>
                <a:ext uri="{FF2B5EF4-FFF2-40B4-BE49-F238E27FC236}">
                  <a16:creationId xmlns:a16="http://schemas.microsoft.com/office/drawing/2014/main" id="{9F963F5D-A599-BDB6-0F70-40E1D09585F8}"/>
                </a:ext>
              </a:extLst>
            </p:cNvPr>
            <p:cNvSpPr/>
            <p:nvPr>
              <p:custDataLst>
                <p:tags r:id="rId39"/>
              </p:custDataLst>
            </p:nvPr>
          </p:nvSpPr>
          <p:spPr>
            <a:xfrm>
              <a:off x="5581321" y="2590228"/>
              <a:ext cx="424148" cy="2608316"/>
            </a:xfrm>
            <a:prstGeom prst="rect">
              <a:avLst/>
            </a:prstGeom>
            <a:noFill/>
            <a:ln w="3175">
              <a:solidFill>
                <a:sysClr val="window" lastClr="FFFFFF">
                  <a:lumMod val="75000"/>
                </a:sys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0" lang="en-US" sz="900" b="0" i="0" u="none" strike="noStrike" kern="0" cap="none" spc="0" normalizeH="0" baseline="0" noProof="0">
                <a:ln>
                  <a:noFill/>
                </a:ln>
                <a:solidFill>
                  <a:prstClr val="black"/>
                </a:solidFill>
                <a:effectLst/>
                <a:uLnTx/>
                <a:uFillTx/>
                <a:latin typeface="Meiryo UI"/>
                <a:ea typeface="Meiryo UI"/>
                <a:cs typeface="+mn-cs"/>
              </a:endParaRPr>
            </a:p>
          </p:txBody>
        </p:sp>
        <p:sp>
          <p:nvSpPr>
            <p:cNvPr id="21" name="shape_76">
              <a:extLst>
                <a:ext uri="{FF2B5EF4-FFF2-40B4-BE49-F238E27FC236}">
                  <a16:creationId xmlns:a16="http://schemas.microsoft.com/office/drawing/2014/main" id="{921BD42F-9A01-3BCC-6045-AAD4562165F7}"/>
                </a:ext>
              </a:extLst>
            </p:cNvPr>
            <p:cNvSpPr/>
            <p:nvPr>
              <p:custDataLst>
                <p:tags r:id="rId40"/>
              </p:custDataLst>
            </p:nvPr>
          </p:nvSpPr>
          <p:spPr>
            <a:xfrm>
              <a:off x="5157170" y="2590228"/>
              <a:ext cx="424148" cy="2608316"/>
            </a:xfrm>
            <a:prstGeom prst="rect">
              <a:avLst/>
            </a:prstGeom>
            <a:noFill/>
            <a:ln w="3175">
              <a:solidFill>
                <a:sysClr val="window" lastClr="FFFFFF">
                  <a:lumMod val="75000"/>
                </a:sys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0" lang="en-US" sz="900" b="0" i="0" u="none" strike="noStrike" kern="0" cap="none" spc="0" normalizeH="0" baseline="0" noProof="0">
                <a:ln>
                  <a:noFill/>
                </a:ln>
                <a:solidFill>
                  <a:prstClr val="black"/>
                </a:solidFill>
                <a:effectLst/>
                <a:uLnTx/>
                <a:uFillTx/>
                <a:latin typeface="Meiryo UI"/>
                <a:ea typeface="Meiryo UI"/>
                <a:cs typeface="+mn-cs"/>
              </a:endParaRPr>
            </a:p>
          </p:txBody>
        </p:sp>
        <p:sp>
          <p:nvSpPr>
            <p:cNvPr id="22" name="shape_76">
              <a:extLst>
                <a:ext uri="{FF2B5EF4-FFF2-40B4-BE49-F238E27FC236}">
                  <a16:creationId xmlns:a16="http://schemas.microsoft.com/office/drawing/2014/main" id="{119E3F3F-D33D-6486-93CD-C8931E826DFD}"/>
                </a:ext>
              </a:extLst>
            </p:cNvPr>
            <p:cNvSpPr/>
            <p:nvPr>
              <p:custDataLst>
                <p:tags r:id="rId41"/>
              </p:custDataLst>
            </p:nvPr>
          </p:nvSpPr>
          <p:spPr>
            <a:xfrm>
              <a:off x="4733022" y="2590228"/>
              <a:ext cx="424148" cy="2608316"/>
            </a:xfrm>
            <a:prstGeom prst="rect">
              <a:avLst/>
            </a:prstGeom>
            <a:noFill/>
            <a:ln w="3175">
              <a:solidFill>
                <a:sysClr val="window" lastClr="FFFFFF">
                  <a:lumMod val="75000"/>
                </a:sys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0" lang="en-US" sz="900" b="0" i="0" u="none" strike="noStrike" kern="0" cap="none" spc="0" normalizeH="0" baseline="0" noProof="0">
                <a:ln>
                  <a:noFill/>
                </a:ln>
                <a:solidFill>
                  <a:prstClr val="black"/>
                </a:solidFill>
                <a:effectLst/>
                <a:uLnTx/>
                <a:uFillTx/>
                <a:latin typeface="Meiryo UI"/>
                <a:ea typeface="Meiryo UI"/>
                <a:cs typeface="+mn-cs"/>
              </a:endParaRPr>
            </a:p>
          </p:txBody>
        </p:sp>
        <p:sp>
          <p:nvSpPr>
            <p:cNvPr id="23" name="shape_76">
              <a:extLst>
                <a:ext uri="{FF2B5EF4-FFF2-40B4-BE49-F238E27FC236}">
                  <a16:creationId xmlns:a16="http://schemas.microsoft.com/office/drawing/2014/main" id="{EF7F9C2B-53E9-FC29-2F03-4222DDC44D75}"/>
                </a:ext>
              </a:extLst>
            </p:cNvPr>
            <p:cNvSpPr/>
            <p:nvPr>
              <p:custDataLst>
                <p:tags r:id="rId42"/>
              </p:custDataLst>
            </p:nvPr>
          </p:nvSpPr>
          <p:spPr>
            <a:xfrm>
              <a:off x="4308874" y="2590228"/>
              <a:ext cx="424148" cy="2608316"/>
            </a:xfrm>
            <a:prstGeom prst="rect">
              <a:avLst/>
            </a:prstGeom>
            <a:noFill/>
            <a:ln w="3175">
              <a:solidFill>
                <a:sysClr val="window" lastClr="FFFFFF">
                  <a:lumMod val="75000"/>
                </a:sys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0" lang="en-US" sz="900" b="0" i="0" u="none" strike="noStrike" kern="0" cap="none" spc="0" normalizeH="0" baseline="0" noProof="0">
                <a:ln>
                  <a:noFill/>
                </a:ln>
                <a:solidFill>
                  <a:prstClr val="black"/>
                </a:solidFill>
                <a:effectLst/>
                <a:uLnTx/>
                <a:uFillTx/>
                <a:latin typeface="Meiryo UI"/>
                <a:ea typeface="Meiryo UI"/>
                <a:cs typeface="+mn-cs"/>
              </a:endParaRPr>
            </a:p>
          </p:txBody>
        </p:sp>
        <p:sp>
          <p:nvSpPr>
            <p:cNvPr id="24" name="shape_76">
              <a:extLst>
                <a:ext uri="{FF2B5EF4-FFF2-40B4-BE49-F238E27FC236}">
                  <a16:creationId xmlns:a16="http://schemas.microsoft.com/office/drawing/2014/main" id="{10925AA6-C0B2-178C-44C9-C1FEA7815B4E}"/>
                </a:ext>
              </a:extLst>
            </p:cNvPr>
            <p:cNvSpPr/>
            <p:nvPr>
              <p:custDataLst>
                <p:tags r:id="rId43"/>
              </p:custDataLst>
            </p:nvPr>
          </p:nvSpPr>
          <p:spPr>
            <a:xfrm>
              <a:off x="3884724" y="2590228"/>
              <a:ext cx="424148" cy="2608316"/>
            </a:xfrm>
            <a:prstGeom prst="rect">
              <a:avLst/>
            </a:prstGeom>
            <a:noFill/>
            <a:ln w="3175">
              <a:solidFill>
                <a:sysClr val="window" lastClr="FFFFFF">
                  <a:lumMod val="75000"/>
                </a:sys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0" lang="en-US" sz="900" b="0" i="0" u="none" strike="noStrike" kern="0" cap="none" spc="0" normalizeH="0" baseline="0" noProof="0">
                <a:ln>
                  <a:noFill/>
                </a:ln>
                <a:solidFill>
                  <a:prstClr val="black"/>
                </a:solidFill>
                <a:effectLst/>
                <a:uLnTx/>
                <a:uFillTx/>
                <a:latin typeface="Meiryo UI"/>
                <a:ea typeface="Meiryo UI"/>
                <a:cs typeface="+mn-cs"/>
              </a:endParaRPr>
            </a:p>
          </p:txBody>
        </p:sp>
        <p:sp>
          <p:nvSpPr>
            <p:cNvPr id="25" name="shape_76">
              <a:extLst>
                <a:ext uri="{FF2B5EF4-FFF2-40B4-BE49-F238E27FC236}">
                  <a16:creationId xmlns:a16="http://schemas.microsoft.com/office/drawing/2014/main" id="{38D91B8B-DE1D-27EC-E0BF-73782EF084A5}"/>
                </a:ext>
              </a:extLst>
            </p:cNvPr>
            <p:cNvSpPr/>
            <p:nvPr>
              <p:custDataLst>
                <p:tags r:id="rId44"/>
              </p:custDataLst>
            </p:nvPr>
          </p:nvSpPr>
          <p:spPr>
            <a:xfrm>
              <a:off x="8550365" y="2590228"/>
              <a:ext cx="424148" cy="2608316"/>
            </a:xfrm>
            <a:prstGeom prst="rect">
              <a:avLst/>
            </a:prstGeom>
            <a:noFill/>
            <a:ln w="3175">
              <a:solidFill>
                <a:sysClr val="window" lastClr="FFFFFF">
                  <a:lumMod val="75000"/>
                </a:sys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0" lang="en-US" sz="900" b="0" i="0" u="none" strike="noStrike" kern="0" cap="none" spc="0" normalizeH="0" baseline="0" noProof="0">
                <a:ln>
                  <a:noFill/>
                </a:ln>
                <a:solidFill>
                  <a:prstClr val="black"/>
                </a:solidFill>
                <a:effectLst/>
                <a:uLnTx/>
                <a:uFillTx/>
                <a:latin typeface="Meiryo UI"/>
                <a:ea typeface="Meiryo UI"/>
                <a:cs typeface="+mn-cs"/>
              </a:endParaRPr>
            </a:p>
          </p:txBody>
        </p:sp>
        <p:sp>
          <p:nvSpPr>
            <p:cNvPr id="26" name="shape_76">
              <a:extLst>
                <a:ext uri="{FF2B5EF4-FFF2-40B4-BE49-F238E27FC236}">
                  <a16:creationId xmlns:a16="http://schemas.microsoft.com/office/drawing/2014/main" id="{84DA3E11-EB55-B94C-ED41-05802B78D632}"/>
                </a:ext>
              </a:extLst>
            </p:cNvPr>
            <p:cNvSpPr/>
            <p:nvPr>
              <p:custDataLst>
                <p:tags r:id="rId45"/>
              </p:custDataLst>
            </p:nvPr>
          </p:nvSpPr>
          <p:spPr>
            <a:xfrm>
              <a:off x="8126214" y="2590228"/>
              <a:ext cx="424148" cy="2608316"/>
            </a:xfrm>
            <a:prstGeom prst="rect">
              <a:avLst/>
            </a:prstGeom>
            <a:noFill/>
            <a:ln w="3175">
              <a:solidFill>
                <a:sysClr val="window" lastClr="FFFFFF">
                  <a:lumMod val="75000"/>
                </a:sys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0" lang="en-US" sz="900" b="0" i="0" u="none" strike="noStrike" kern="0" cap="none" spc="0" normalizeH="0" baseline="0" noProof="0">
                <a:ln>
                  <a:noFill/>
                </a:ln>
                <a:solidFill>
                  <a:prstClr val="black"/>
                </a:solidFill>
                <a:effectLst/>
                <a:uLnTx/>
                <a:uFillTx/>
                <a:latin typeface="Meiryo UI"/>
                <a:ea typeface="Meiryo UI"/>
                <a:cs typeface="+mn-cs"/>
              </a:endParaRPr>
            </a:p>
          </p:txBody>
        </p:sp>
        <p:sp>
          <p:nvSpPr>
            <p:cNvPr id="27" name="shape_76">
              <a:extLst>
                <a:ext uri="{FF2B5EF4-FFF2-40B4-BE49-F238E27FC236}">
                  <a16:creationId xmlns:a16="http://schemas.microsoft.com/office/drawing/2014/main" id="{86011265-ADC0-4887-BC85-976801CCFE14}"/>
                </a:ext>
              </a:extLst>
            </p:cNvPr>
            <p:cNvSpPr/>
            <p:nvPr>
              <p:custDataLst>
                <p:tags r:id="rId46"/>
              </p:custDataLst>
            </p:nvPr>
          </p:nvSpPr>
          <p:spPr>
            <a:xfrm>
              <a:off x="7702066" y="2590228"/>
              <a:ext cx="424148" cy="2608316"/>
            </a:xfrm>
            <a:prstGeom prst="rect">
              <a:avLst/>
            </a:prstGeom>
            <a:noFill/>
            <a:ln w="3175">
              <a:solidFill>
                <a:sysClr val="window" lastClr="FFFFFF">
                  <a:lumMod val="75000"/>
                </a:sys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0" lang="en-US" sz="900" b="0" i="0" u="none" strike="noStrike" kern="0" cap="none" spc="0" normalizeH="0" baseline="0" noProof="0">
                <a:ln>
                  <a:noFill/>
                </a:ln>
                <a:solidFill>
                  <a:prstClr val="black"/>
                </a:solidFill>
                <a:effectLst/>
                <a:uLnTx/>
                <a:uFillTx/>
                <a:latin typeface="Meiryo UI"/>
                <a:ea typeface="Meiryo UI"/>
                <a:cs typeface="+mn-cs"/>
              </a:endParaRPr>
            </a:p>
          </p:txBody>
        </p:sp>
        <p:sp>
          <p:nvSpPr>
            <p:cNvPr id="28" name="shape_76">
              <a:extLst>
                <a:ext uri="{FF2B5EF4-FFF2-40B4-BE49-F238E27FC236}">
                  <a16:creationId xmlns:a16="http://schemas.microsoft.com/office/drawing/2014/main" id="{BA65E335-EA3E-F151-ABE0-847841CA3750}"/>
                </a:ext>
              </a:extLst>
            </p:cNvPr>
            <p:cNvSpPr/>
            <p:nvPr>
              <p:custDataLst>
                <p:tags r:id="rId47"/>
              </p:custDataLst>
            </p:nvPr>
          </p:nvSpPr>
          <p:spPr>
            <a:xfrm>
              <a:off x="7277915" y="2590228"/>
              <a:ext cx="424148" cy="2608316"/>
            </a:xfrm>
            <a:prstGeom prst="rect">
              <a:avLst/>
            </a:prstGeom>
            <a:noFill/>
            <a:ln w="3175">
              <a:solidFill>
                <a:sysClr val="window" lastClr="FFFFFF">
                  <a:lumMod val="75000"/>
                </a:sys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0" lang="en-US" sz="900" b="0" i="0" u="none" strike="noStrike" kern="0" cap="none" spc="0" normalizeH="0" baseline="0" noProof="0">
                <a:ln>
                  <a:noFill/>
                </a:ln>
                <a:solidFill>
                  <a:prstClr val="black"/>
                </a:solidFill>
                <a:effectLst/>
                <a:uLnTx/>
                <a:uFillTx/>
                <a:latin typeface="Meiryo UI"/>
                <a:ea typeface="Meiryo UI"/>
                <a:cs typeface="+mn-cs"/>
              </a:endParaRPr>
            </a:p>
          </p:txBody>
        </p:sp>
        <p:sp>
          <p:nvSpPr>
            <p:cNvPr id="29" name="shape_76">
              <a:extLst>
                <a:ext uri="{FF2B5EF4-FFF2-40B4-BE49-F238E27FC236}">
                  <a16:creationId xmlns:a16="http://schemas.microsoft.com/office/drawing/2014/main" id="{DA6A711C-CE5D-FCD3-048E-D6EB9CEA3BFE}"/>
                </a:ext>
              </a:extLst>
            </p:cNvPr>
            <p:cNvSpPr/>
            <p:nvPr>
              <p:custDataLst>
                <p:tags r:id="rId48"/>
              </p:custDataLst>
            </p:nvPr>
          </p:nvSpPr>
          <p:spPr>
            <a:xfrm>
              <a:off x="6853767" y="2590228"/>
              <a:ext cx="424148" cy="2608316"/>
            </a:xfrm>
            <a:prstGeom prst="rect">
              <a:avLst/>
            </a:prstGeom>
            <a:noFill/>
            <a:ln w="3175">
              <a:solidFill>
                <a:sysClr val="window" lastClr="FFFFFF">
                  <a:lumMod val="75000"/>
                </a:sys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0" lang="en-US" sz="900" b="0" i="0" u="none" strike="noStrike" kern="0" cap="none" spc="0" normalizeH="0" baseline="0" noProof="0">
                <a:ln>
                  <a:noFill/>
                </a:ln>
                <a:solidFill>
                  <a:prstClr val="black"/>
                </a:solidFill>
                <a:effectLst/>
                <a:uLnTx/>
                <a:uFillTx/>
                <a:latin typeface="Meiryo UI"/>
                <a:ea typeface="Meiryo UI"/>
                <a:cs typeface="+mn-cs"/>
              </a:endParaRPr>
            </a:p>
          </p:txBody>
        </p:sp>
        <p:sp>
          <p:nvSpPr>
            <p:cNvPr id="30" name="shape_76">
              <a:extLst>
                <a:ext uri="{FF2B5EF4-FFF2-40B4-BE49-F238E27FC236}">
                  <a16:creationId xmlns:a16="http://schemas.microsoft.com/office/drawing/2014/main" id="{C2287A4A-B165-8A8B-1350-F46F7060BF66}"/>
                </a:ext>
              </a:extLst>
            </p:cNvPr>
            <p:cNvSpPr/>
            <p:nvPr>
              <p:custDataLst>
                <p:tags r:id="rId49"/>
              </p:custDataLst>
            </p:nvPr>
          </p:nvSpPr>
          <p:spPr>
            <a:xfrm>
              <a:off x="6429616" y="2590228"/>
              <a:ext cx="424148" cy="2608316"/>
            </a:xfrm>
            <a:prstGeom prst="rect">
              <a:avLst/>
            </a:prstGeom>
            <a:noFill/>
            <a:ln w="3175">
              <a:solidFill>
                <a:sysClr val="window" lastClr="FFFFFF">
                  <a:lumMod val="75000"/>
                </a:sys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0" lang="en-US" sz="900" b="0" i="0" u="none" strike="noStrike" kern="0" cap="none" spc="0" normalizeH="0" baseline="0" noProof="0">
                <a:ln>
                  <a:noFill/>
                </a:ln>
                <a:solidFill>
                  <a:prstClr val="black"/>
                </a:solidFill>
                <a:effectLst/>
                <a:uLnTx/>
                <a:uFillTx/>
                <a:latin typeface="Meiryo UI"/>
                <a:ea typeface="Meiryo UI"/>
                <a:cs typeface="+mn-cs"/>
              </a:endParaRPr>
            </a:p>
          </p:txBody>
        </p:sp>
        <p:sp>
          <p:nvSpPr>
            <p:cNvPr id="31" name="shape_76">
              <a:extLst>
                <a:ext uri="{FF2B5EF4-FFF2-40B4-BE49-F238E27FC236}">
                  <a16:creationId xmlns:a16="http://schemas.microsoft.com/office/drawing/2014/main" id="{CB4E9CE0-4E3B-15A7-D996-A1671A1AA5E0}"/>
                </a:ext>
              </a:extLst>
            </p:cNvPr>
            <p:cNvSpPr/>
            <p:nvPr>
              <p:custDataLst>
                <p:tags r:id="rId50"/>
              </p:custDataLst>
            </p:nvPr>
          </p:nvSpPr>
          <p:spPr>
            <a:xfrm>
              <a:off x="8974513" y="2590228"/>
              <a:ext cx="424148" cy="2608316"/>
            </a:xfrm>
            <a:prstGeom prst="rect">
              <a:avLst/>
            </a:prstGeom>
            <a:noFill/>
            <a:ln w="3175">
              <a:solidFill>
                <a:sysClr val="window" lastClr="FFFFFF">
                  <a:lumMod val="75000"/>
                </a:sys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0" lang="en-US" sz="900" b="0" i="0" u="none" strike="noStrike" kern="0" cap="none" spc="0" normalizeH="0" baseline="0" noProof="0">
                <a:ln>
                  <a:noFill/>
                </a:ln>
                <a:solidFill>
                  <a:prstClr val="black"/>
                </a:solidFill>
                <a:effectLst/>
                <a:uLnTx/>
                <a:uFillTx/>
                <a:latin typeface="Meiryo UI"/>
                <a:ea typeface="Meiryo UI"/>
                <a:cs typeface="+mn-cs"/>
              </a:endParaRPr>
            </a:p>
          </p:txBody>
        </p:sp>
      </p:grpSp>
      <p:sp>
        <p:nvSpPr>
          <p:cNvPr id="34" name="テキスト ボックス 33">
            <a:extLst>
              <a:ext uri="{FF2B5EF4-FFF2-40B4-BE49-F238E27FC236}">
                <a16:creationId xmlns:a16="http://schemas.microsoft.com/office/drawing/2014/main" id="{ADC11BC2-77EA-EB67-FA4D-81FCDE2B1780}"/>
              </a:ext>
            </a:extLst>
          </p:cNvPr>
          <p:cNvSpPr txBox="1"/>
          <p:nvPr/>
        </p:nvSpPr>
        <p:spPr>
          <a:xfrm>
            <a:off x="4139381" y="2910611"/>
            <a:ext cx="1907856" cy="215444"/>
          </a:xfrm>
          <a:prstGeom prst="rect">
            <a:avLst/>
          </a:prstGeom>
          <a:noFill/>
        </p:spPr>
        <p:txBody>
          <a:bodyPr wrap="square" rtlCol="0">
            <a:spAutoFit/>
          </a:bodyPr>
          <a:lstStyle/>
          <a:p>
            <a:pPr marL="0" marR="0" lvl="0" indent="0" algn="ctr" defTabSz="914400" rtl="0" eaLnBrk="1" fontAlgn="base" latinLnBrk="0" hangingPunct="1">
              <a:lnSpc>
                <a:spcPct val="80000"/>
              </a:lnSpc>
              <a:spcBef>
                <a:spcPct val="0"/>
              </a:spcBef>
              <a:spcAft>
                <a:spcPct val="0"/>
              </a:spcAft>
              <a:buClrTx/>
              <a:buSzTx/>
              <a:buFontTx/>
              <a:buNone/>
              <a:tabLst/>
              <a:defRPr noProof="1"/>
            </a:pPr>
            <a:r>
              <a:rPr kumimoji="1" lang="ja-JP" altLang="en-US"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▼利活用</a:t>
            </a:r>
            <a:r>
              <a:rPr kumimoji="1" lang="en-US" altLang="ja-JP"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WG</a:t>
            </a:r>
            <a:endParaRPr kumimoji="1" lang="ja-JP" altLang="en-US"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
        <p:nvSpPr>
          <p:cNvPr id="47" name="テキスト ボックス 46">
            <a:extLst>
              <a:ext uri="{FF2B5EF4-FFF2-40B4-BE49-F238E27FC236}">
                <a16:creationId xmlns:a16="http://schemas.microsoft.com/office/drawing/2014/main" id="{EB005B6B-5F4A-DAF9-749A-012935906B69}"/>
              </a:ext>
            </a:extLst>
          </p:cNvPr>
          <p:cNvSpPr txBox="1"/>
          <p:nvPr/>
        </p:nvSpPr>
        <p:spPr>
          <a:xfrm>
            <a:off x="2845034" y="2910611"/>
            <a:ext cx="1907856" cy="215444"/>
          </a:xfrm>
          <a:prstGeom prst="rect">
            <a:avLst/>
          </a:prstGeom>
          <a:noFill/>
        </p:spPr>
        <p:txBody>
          <a:bodyPr wrap="square" rtlCol="0">
            <a:spAutoFit/>
          </a:bodyPr>
          <a:lstStyle/>
          <a:p>
            <a:pPr marL="0" marR="0" lvl="0" indent="0" algn="ctr" defTabSz="914400" rtl="0" eaLnBrk="1" fontAlgn="base" latinLnBrk="0" hangingPunct="1">
              <a:lnSpc>
                <a:spcPct val="80000"/>
              </a:lnSpc>
              <a:spcBef>
                <a:spcPct val="0"/>
              </a:spcBef>
              <a:spcAft>
                <a:spcPct val="0"/>
              </a:spcAft>
              <a:buClrTx/>
              <a:buSzTx/>
              <a:buFontTx/>
              <a:buNone/>
              <a:tabLst/>
              <a:defRPr noProof="1"/>
            </a:pPr>
            <a:r>
              <a:rPr kumimoji="1" lang="en-US" altLang="ja-JP"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JAHIS</a:t>
            </a:r>
            <a:r>
              <a:rPr kumimoji="1" lang="ja-JP" altLang="en-US"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説明▼</a:t>
            </a:r>
          </a:p>
        </p:txBody>
      </p:sp>
      <p:sp>
        <p:nvSpPr>
          <p:cNvPr id="58" name="テキスト ボックス 57">
            <a:extLst>
              <a:ext uri="{FF2B5EF4-FFF2-40B4-BE49-F238E27FC236}">
                <a16:creationId xmlns:a16="http://schemas.microsoft.com/office/drawing/2014/main" id="{2411E2EB-F44E-31F8-05A7-F4826EBCEFBB}"/>
              </a:ext>
            </a:extLst>
          </p:cNvPr>
          <p:cNvSpPr txBox="1"/>
          <p:nvPr/>
        </p:nvSpPr>
        <p:spPr>
          <a:xfrm>
            <a:off x="1364766" y="4692716"/>
            <a:ext cx="1907856" cy="215444"/>
          </a:xfrm>
          <a:prstGeom prst="rect">
            <a:avLst/>
          </a:prstGeom>
          <a:noFill/>
        </p:spPr>
        <p:txBody>
          <a:bodyPr wrap="square" rtlCol="0">
            <a:spAutoFit/>
          </a:bodyPr>
          <a:lstStyle/>
          <a:p>
            <a:pPr marL="0" marR="0" lvl="0" indent="0" algn="ctr" defTabSz="914400" rtl="0" eaLnBrk="1" fontAlgn="base" latinLnBrk="0" hangingPunct="1">
              <a:lnSpc>
                <a:spcPct val="80000"/>
              </a:lnSpc>
              <a:spcBef>
                <a:spcPct val="0"/>
              </a:spcBef>
              <a:spcAft>
                <a:spcPct val="0"/>
              </a:spcAft>
              <a:buClrTx/>
              <a:buSzTx/>
              <a:buFontTx/>
              <a:buNone/>
              <a:tabLst/>
              <a:defRPr noProof="1"/>
            </a:pPr>
            <a:r>
              <a:rPr kumimoji="1" lang="ja-JP" altLang="en-US"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調達▼</a:t>
            </a:r>
          </a:p>
        </p:txBody>
      </p:sp>
      <p:sp>
        <p:nvSpPr>
          <p:cNvPr id="101" name="矢印: 五方向 100">
            <a:extLst>
              <a:ext uri="{FF2B5EF4-FFF2-40B4-BE49-F238E27FC236}">
                <a16:creationId xmlns:a16="http://schemas.microsoft.com/office/drawing/2014/main" id="{CDF962C3-AD60-D057-9CEC-CD4B8C355C8C}"/>
              </a:ext>
            </a:extLst>
          </p:cNvPr>
          <p:cNvSpPr/>
          <p:nvPr/>
        </p:nvSpPr>
        <p:spPr>
          <a:xfrm>
            <a:off x="5007071" y="6419615"/>
            <a:ext cx="4665601" cy="166706"/>
          </a:xfrm>
          <a:prstGeom prst="homePlate">
            <a:avLst/>
          </a:prstGeom>
          <a:solidFill>
            <a:schemeClr val="bg1">
              <a:lumMod val="95000"/>
            </a:schemeClr>
          </a:solidFill>
          <a:ln>
            <a:solidFill>
              <a:schemeClr val="bg1"/>
            </a:solidFill>
          </a:ln>
        </p:spPr>
        <p:txBody>
          <a:bodyPr wrap="none" lIns="36000" tIns="36000" rIns="36000" b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900" b="0" i="0" u="none" strike="noStrike" kern="1200" cap="none" spc="0" normalizeH="0" baseline="0" noProof="0">
                <a:ln>
                  <a:noFill/>
                </a:ln>
                <a:solidFill>
                  <a:prstClr val="black"/>
                </a:solidFill>
                <a:effectLst/>
                <a:uLnTx/>
                <a:uFillTx/>
                <a:latin typeface="Meiryo UI"/>
                <a:ea typeface="Meiryo UI"/>
                <a:cs typeface="Meiryo UI" charset="0"/>
              </a:rPr>
              <a:t>開発等</a:t>
            </a:r>
          </a:p>
        </p:txBody>
      </p:sp>
      <p:sp>
        <p:nvSpPr>
          <p:cNvPr id="111" name="shape_92">
            <a:extLst>
              <a:ext uri="{FF2B5EF4-FFF2-40B4-BE49-F238E27FC236}">
                <a16:creationId xmlns:a16="http://schemas.microsoft.com/office/drawing/2014/main" id="{E86F7FD6-DA8B-0316-9FE6-4DA500340C09}"/>
              </a:ext>
            </a:extLst>
          </p:cNvPr>
          <p:cNvSpPr/>
          <p:nvPr>
            <p:custDataLst>
              <p:tags r:id="rId1"/>
            </p:custDataLst>
          </p:nvPr>
        </p:nvSpPr>
        <p:spPr>
          <a:xfrm>
            <a:off x="260341" y="6351856"/>
            <a:ext cx="929414" cy="284835"/>
          </a:xfrm>
          <a:prstGeom prst="rect">
            <a:avLst/>
          </a:prstGeom>
          <a:solidFill>
            <a:schemeClr val="bg1">
              <a:lumMod val="95000"/>
            </a:schemeClr>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100" b="0" i="0" u="none" strike="noStrike" kern="0" cap="none" spc="0" normalizeH="0" baseline="0" noProof="0">
                <a:ln>
                  <a:noFill/>
                </a:ln>
                <a:solidFill>
                  <a:prstClr val="black"/>
                </a:solidFill>
                <a:effectLst/>
                <a:uLnTx/>
                <a:uFillTx/>
                <a:latin typeface="Meiryo UI"/>
                <a:ea typeface="Meiryo UI"/>
                <a:cs typeface="+mn-cs"/>
              </a:rPr>
              <a:t>介護側</a:t>
            </a:r>
            <a:endParaRPr kumimoji="0" lang="en-US" altLang="ja-JP" sz="1100" b="0" i="0" u="none" strike="noStrike" kern="0" cap="none" spc="0" normalizeH="0" baseline="0" noProof="0">
              <a:ln>
                <a:noFill/>
              </a:ln>
              <a:solidFill>
                <a:prstClr val="black"/>
              </a:solidFill>
              <a:effectLst/>
              <a:uLnTx/>
              <a:uFillTx/>
              <a:latin typeface="Meiryo UI"/>
              <a:ea typeface="Meiryo UI"/>
              <a:cs typeface="+mn-cs"/>
            </a:endParaRPr>
          </a:p>
        </p:txBody>
      </p:sp>
      <p:sp>
        <p:nvSpPr>
          <p:cNvPr id="44" name="shape_92">
            <a:extLst>
              <a:ext uri="{FF2B5EF4-FFF2-40B4-BE49-F238E27FC236}">
                <a16:creationId xmlns:a16="http://schemas.microsoft.com/office/drawing/2014/main" id="{ED8220C2-0168-196D-3BBB-5242BAF1546C}"/>
              </a:ext>
            </a:extLst>
          </p:cNvPr>
          <p:cNvSpPr/>
          <p:nvPr>
            <p:custDataLst>
              <p:tags r:id="rId2"/>
            </p:custDataLst>
          </p:nvPr>
        </p:nvSpPr>
        <p:spPr>
          <a:xfrm>
            <a:off x="536207" y="3139931"/>
            <a:ext cx="648982" cy="1397882"/>
          </a:xfrm>
          <a:prstGeom prst="rect">
            <a:avLst/>
          </a:prstGeom>
          <a:solidFill>
            <a:schemeClr val="accent1">
              <a:lumMod val="20000"/>
              <a:lumOff val="80000"/>
            </a:schemeClr>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100" b="0" i="0" u="none" strike="noStrike" kern="0" cap="none" spc="0" normalizeH="0" baseline="0" noProof="0">
                <a:ln>
                  <a:noFill/>
                </a:ln>
                <a:solidFill>
                  <a:prstClr val="black"/>
                </a:solidFill>
                <a:effectLst/>
                <a:uLnTx/>
                <a:uFillTx/>
                <a:latin typeface="Meiryo UI"/>
                <a:ea typeface="Meiryo UI"/>
                <a:cs typeface="+mn-cs"/>
              </a:rPr>
              <a:t>厚労省</a:t>
            </a:r>
            <a:endParaRPr kumimoji="0" lang="en-US" sz="1100" b="0" i="0" u="none" strike="noStrike" kern="0" cap="none" spc="0" normalizeH="0" baseline="0" noProof="0">
              <a:ln>
                <a:noFill/>
              </a:ln>
              <a:solidFill>
                <a:prstClr val="black"/>
              </a:solidFill>
              <a:effectLst/>
              <a:uLnTx/>
              <a:uFillTx/>
              <a:latin typeface="Meiryo UI"/>
              <a:ea typeface="Meiryo UI"/>
              <a:cs typeface="+mn-cs"/>
            </a:endParaRPr>
          </a:p>
        </p:txBody>
      </p:sp>
      <p:sp>
        <p:nvSpPr>
          <p:cNvPr id="110" name="shape_92">
            <a:extLst>
              <a:ext uri="{FF2B5EF4-FFF2-40B4-BE49-F238E27FC236}">
                <a16:creationId xmlns:a16="http://schemas.microsoft.com/office/drawing/2014/main" id="{0682990F-8218-05B8-16A9-8FF4F1BB8BBD}"/>
              </a:ext>
            </a:extLst>
          </p:cNvPr>
          <p:cNvSpPr/>
          <p:nvPr>
            <p:custDataLst>
              <p:tags r:id="rId3"/>
            </p:custDataLst>
          </p:nvPr>
        </p:nvSpPr>
        <p:spPr>
          <a:xfrm>
            <a:off x="243243" y="3135492"/>
            <a:ext cx="253801" cy="3195336"/>
          </a:xfrm>
          <a:prstGeom prst="rect">
            <a:avLst/>
          </a:prstGeom>
          <a:solidFill>
            <a:schemeClr val="accent4">
              <a:lumMod val="40000"/>
              <a:lumOff val="60000"/>
            </a:schemeClr>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100" b="0" i="0" u="none" strike="noStrike" kern="0" cap="none" spc="0" normalizeH="0" baseline="0" noProof="0">
                <a:ln>
                  <a:noFill/>
                </a:ln>
                <a:solidFill>
                  <a:prstClr val="black"/>
                </a:solidFill>
                <a:effectLst/>
                <a:uLnTx/>
                <a:uFillTx/>
                <a:latin typeface="Meiryo UI"/>
                <a:ea typeface="Meiryo UI"/>
                <a:cs typeface="+mn-cs"/>
              </a:rPr>
              <a:t>医療側</a:t>
            </a:r>
            <a:endParaRPr kumimoji="0" lang="en-US" sz="1100" b="0" i="0" u="none" strike="noStrike" kern="0" cap="none" spc="0" normalizeH="0" baseline="0" noProof="0">
              <a:ln>
                <a:noFill/>
              </a:ln>
              <a:solidFill>
                <a:prstClr val="black"/>
              </a:solidFill>
              <a:effectLst/>
              <a:uLnTx/>
              <a:uFillTx/>
              <a:latin typeface="Meiryo UI"/>
              <a:ea typeface="Meiryo UI"/>
              <a:cs typeface="+mn-cs"/>
            </a:endParaRPr>
          </a:p>
        </p:txBody>
      </p:sp>
      <p:sp>
        <p:nvSpPr>
          <p:cNvPr id="224" name="shape_92">
            <a:extLst>
              <a:ext uri="{FF2B5EF4-FFF2-40B4-BE49-F238E27FC236}">
                <a16:creationId xmlns:a16="http://schemas.microsoft.com/office/drawing/2014/main" id="{F25541B0-FBAC-687D-C1BC-D3FC7018C0A0}"/>
              </a:ext>
            </a:extLst>
          </p:cNvPr>
          <p:cNvSpPr/>
          <p:nvPr>
            <p:custDataLst>
              <p:tags r:id="rId4"/>
            </p:custDataLst>
          </p:nvPr>
        </p:nvSpPr>
        <p:spPr>
          <a:xfrm>
            <a:off x="536207" y="4565565"/>
            <a:ext cx="648982" cy="1098560"/>
          </a:xfrm>
          <a:prstGeom prst="rect">
            <a:avLst/>
          </a:prstGeom>
          <a:solidFill>
            <a:schemeClr val="accent3">
              <a:lumMod val="20000"/>
              <a:lumOff val="80000"/>
            </a:schemeClr>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en-US" sz="1100" b="0" i="0" u="none" strike="noStrike" kern="0" cap="none" spc="0" normalizeH="0" baseline="0" noProof="0">
                <a:ln>
                  <a:noFill/>
                </a:ln>
                <a:solidFill>
                  <a:prstClr val="black"/>
                </a:solidFill>
                <a:effectLst/>
                <a:uLnTx/>
                <a:uFillTx/>
                <a:latin typeface="Meiryo UI"/>
                <a:ea typeface="Meiryo UI"/>
                <a:cs typeface="+mn-cs"/>
              </a:rPr>
              <a:t>ND</a:t>
            </a:r>
          </a:p>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100" b="0" i="0" u="none" strike="noStrike" kern="0" cap="none" spc="0" normalizeH="0" baseline="0" noProof="0">
                <a:ln>
                  <a:noFill/>
                </a:ln>
                <a:solidFill>
                  <a:prstClr val="black"/>
                </a:solidFill>
                <a:effectLst/>
                <a:uLnTx/>
                <a:uFillTx/>
                <a:latin typeface="Meiryo UI"/>
                <a:ea typeface="Meiryo UI"/>
                <a:cs typeface="+mn-cs"/>
              </a:rPr>
              <a:t>基金</a:t>
            </a:r>
            <a:endParaRPr kumimoji="0" lang="en-US" sz="1100" b="0" i="0" u="none" strike="noStrike" kern="0" cap="none" spc="0" normalizeH="0" baseline="0" noProof="0">
              <a:ln>
                <a:noFill/>
              </a:ln>
              <a:solidFill>
                <a:prstClr val="black"/>
              </a:solidFill>
              <a:effectLst/>
              <a:uLnTx/>
              <a:uFillTx/>
              <a:latin typeface="Meiryo UI"/>
              <a:ea typeface="Meiryo UI"/>
              <a:cs typeface="+mn-cs"/>
            </a:endParaRPr>
          </a:p>
        </p:txBody>
      </p:sp>
      <p:sp>
        <p:nvSpPr>
          <p:cNvPr id="232" name="テキスト ボックス 231">
            <a:extLst>
              <a:ext uri="{FF2B5EF4-FFF2-40B4-BE49-F238E27FC236}">
                <a16:creationId xmlns:a16="http://schemas.microsoft.com/office/drawing/2014/main" id="{DBC41344-8D39-C359-B252-2A3E188A338D}"/>
              </a:ext>
            </a:extLst>
          </p:cNvPr>
          <p:cNvSpPr txBox="1"/>
          <p:nvPr/>
        </p:nvSpPr>
        <p:spPr>
          <a:xfrm>
            <a:off x="5775537" y="5297036"/>
            <a:ext cx="959256" cy="215444"/>
          </a:xfrm>
          <a:prstGeom prst="rect">
            <a:avLst/>
          </a:prstGeom>
          <a:noFill/>
        </p:spPr>
        <p:txBody>
          <a:bodyPr wrap="square" rtlCol="0">
            <a:spAutoFit/>
          </a:bodyPr>
          <a:lstStyle/>
          <a:p>
            <a:pPr marL="0" marR="0" lvl="0" indent="0" algn="ctr" defTabSz="914400" rtl="0" eaLnBrk="1" fontAlgn="base" latinLnBrk="0" hangingPunct="1">
              <a:lnSpc>
                <a:spcPct val="80000"/>
              </a:lnSpc>
              <a:spcBef>
                <a:spcPct val="0"/>
              </a:spcBef>
              <a:spcAft>
                <a:spcPct val="0"/>
              </a:spcAft>
              <a:buClrTx/>
              <a:buSzTx/>
              <a:buFontTx/>
              <a:buNone/>
              <a:tabLst/>
              <a:defRPr noProof="1"/>
            </a:pPr>
            <a:r>
              <a:rPr kumimoji="1" lang="ja-JP" altLang="en-US"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▼調達</a:t>
            </a:r>
          </a:p>
        </p:txBody>
      </p:sp>
      <p:sp>
        <p:nvSpPr>
          <p:cNvPr id="36" name="矢印: 五方向 35">
            <a:extLst>
              <a:ext uri="{FF2B5EF4-FFF2-40B4-BE49-F238E27FC236}">
                <a16:creationId xmlns:a16="http://schemas.microsoft.com/office/drawing/2014/main" id="{ED2A4542-1940-28BC-181B-C4D5F6752C18}"/>
              </a:ext>
            </a:extLst>
          </p:cNvPr>
          <p:cNvSpPr/>
          <p:nvPr/>
        </p:nvSpPr>
        <p:spPr>
          <a:xfrm>
            <a:off x="1251601" y="3452562"/>
            <a:ext cx="1589694" cy="278511"/>
          </a:xfrm>
          <a:prstGeom prst="homePlate">
            <a:avLst/>
          </a:prstGeom>
          <a:solidFill>
            <a:schemeClr val="tx2">
              <a:lumMod val="20000"/>
              <a:lumOff val="80000"/>
            </a:schemeClr>
          </a:solidFill>
          <a:ln>
            <a:solidFill>
              <a:schemeClr val="bg1">
                <a:lumMod val="75000"/>
              </a:schemeClr>
            </a:solidFill>
          </a:ln>
        </p:spPr>
        <p:txBody>
          <a:bodyPr wrap="none" lIns="36000" tIns="36000" rIns="36000" b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1050" b="0" i="0" u="none" strike="noStrike" kern="1200" cap="none" spc="0" normalizeH="0" baseline="0" noProof="0">
                <a:ln>
                  <a:noFill/>
                </a:ln>
                <a:solidFill>
                  <a:prstClr val="black"/>
                </a:solidFill>
                <a:effectLst/>
                <a:uLnTx/>
                <a:uFillTx/>
                <a:latin typeface="Meiryo UI"/>
                <a:ea typeface="Meiryo UI"/>
                <a:cs typeface="Meiryo UI" charset="0"/>
              </a:rPr>
              <a:t>要件整理(業務・機能)</a:t>
            </a:r>
          </a:p>
        </p:txBody>
      </p:sp>
      <p:sp>
        <p:nvSpPr>
          <p:cNvPr id="37" name="矢印: 五方向 36">
            <a:extLst>
              <a:ext uri="{FF2B5EF4-FFF2-40B4-BE49-F238E27FC236}">
                <a16:creationId xmlns:a16="http://schemas.microsoft.com/office/drawing/2014/main" id="{50961BF3-C3F7-3E86-9958-E66983189B3B}"/>
              </a:ext>
            </a:extLst>
          </p:cNvPr>
          <p:cNvSpPr/>
          <p:nvPr/>
        </p:nvSpPr>
        <p:spPr>
          <a:xfrm>
            <a:off x="1251601" y="4019199"/>
            <a:ext cx="2872341" cy="266321"/>
          </a:xfrm>
          <a:prstGeom prst="homePlate">
            <a:avLst/>
          </a:prstGeom>
          <a:solidFill>
            <a:schemeClr val="tx2">
              <a:lumMod val="20000"/>
              <a:lumOff val="80000"/>
            </a:schemeClr>
          </a:solidFill>
          <a:ln>
            <a:solidFill>
              <a:schemeClr val="bg1">
                <a:lumMod val="75000"/>
              </a:schemeClr>
            </a:solidFill>
          </a:ln>
        </p:spPr>
        <p:txBody>
          <a:bodyPr wrap="none" lIns="36000" tIns="36000" rIns="36000" b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1050" b="0" i="0" u="none" strike="noStrike" kern="1200" cap="none" spc="0" normalizeH="0" baseline="0" noProof="0">
                <a:ln>
                  <a:noFill/>
                </a:ln>
                <a:solidFill>
                  <a:prstClr val="black"/>
                </a:solidFill>
                <a:effectLst/>
                <a:uLnTx/>
                <a:uFillTx/>
                <a:latin typeface="Meiryo UI"/>
                <a:ea typeface="Meiryo UI"/>
                <a:cs typeface="Meiryo UI" charset="0"/>
              </a:rPr>
              <a:t>要件整理(非機能)・その他</a:t>
            </a:r>
            <a:endParaRPr kumimoji="1" lang="en-US" altLang="ja-JP" sz="1050" b="0" i="0" u="none" strike="noStrike" kern="1200" cap="none" spc="0" normalizeH="0" baseline="0" noProof="0">
              <a:ln>
                <a:noFill/>
              </a:ln>
              <a:solidFill>
                <a:prstClr val="black"/>
              </a:solidFill>
              <a:effectLst/>
              <a:uLnTx/>
              <a:uFillTx/>
              <a:latin typeface="Meiryo UI"/>
              <a:ea typeface="Meiryo UI"/>
              <a:cs typeface="Meiryo UI" charset="0"/>
            </a:endParaRPr>
          </a:p>
        </p:txBody>
      </p:sp>
      <p:sp>
        <p:nvSpPr>
          <p:cNvPr id="41" name="矢印: 五方向 40">
            <a:extLst>
              <a:ext uri="{FF2B5EF4-FFF2-40B4-BE49-F238E27FC236}">
                <a16:creationId xmlns:a16="http://schemas.microsoft.com/office/drawing/2014/main" id="{87A002AD-4F68-8E53-BF5E-2A4858D45D95}"/>
              </a:ext>
            </a:extLst>
          </p:cNvPr>
          <p:cNvSpPr/>
          <p:nvPr/>
        </p:nvSpPr>
        <p:spPr>
          <a:xfrm>
            <a:off x="4148553" y="5226123"/>
            <a:ext cx="1282666" cy="266887"/>
          </a:xfrm>
          <a:prstGeom prst="homePlate">
            <a:avLst/>
          </a:prstGeom>
          <a:solidFill>
            <a:schemeClr val="accent3">
              <a:lumMod val="20000"/>
              <a:lumOff val="80000"/>
            </a:schemeClr>
          </a:solidFill>
          <a:ln>
            <a:solidFill>
              <a:schemeClr val="bg1">
                <a:lumMod val="75000"/>
              </a:schemeClr>
            </a:solidFill>
          </a:ln>
        </p:spPr>
        <p:txBody>
          <a:bodyPr wrap="none" lIns="36000" tIns="36000" rIns="36000" b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1050" b="0" i="0" u="none" strike="noStrike" kern="1200" cap="none" spc="0" normalizeH="0" baseline="0" noProof="0">
                <a:ln>
                  <a:noFill/>
                </a:ln>
                <a:solidFill>
                  <a:prstClr val="black"/>
                </a:solidFill>
                <a:effectLst/>
                <a:uLnTx/>
                <a:uFillTx/>
                <a:latin typeface="Meiryo UI"/>
                <a:ea typeface="Meiryo UI"/>
                <a:cs typeface="Meiryo UI" charset="0"/>
              </a:rPr>
              <a:t>見積</a:t>
            </a:r>
          </a:p>
        </p:txBody>
      </p:sp>
      <p:sp>
        <p:nvSpPr>
          <p:cNvPr id="45" name="矢印: 五方向 44">
            <a:extLst>
              <a:ext uri="{FF2B5EF4-FFF2-40B4-BE49-F238E27FC236}">
                <a16:creationId xmlns:a16="http://schemas.microsoft.com/office/drawing/2014/main" id="{76F3F5EF-AD32-AF90-BF46-7D84B11D5789}"/>
              </a:ext>
            </a:extLst>
          </p:cNvPr>
          <p:cNvSpPr/>
          <p:nvPr/>
        </p:nvSpPr>
        <p:spPr>
          <a:xfrm>
            <a:off x="2950109" y="4787131"/>
            <a:ext cx="2481109" cy="266887"/>
          </a:xfrm>
          <a:prstGeom prst="homePlate">
            <a:avLst/>
          </a:prstGeom>
          <a:solidFill>
            <a:schemeClr val="accent3">
              <a:lumMod val="20000"/>
              <a:lumOff val="80000"/>
            </a:schemeClr>
          </a:solidFill>
          <a:ln>
            <a:solidFill>
              <a:schemeClr val="bg1">
                <a:lumMod val="75000"/>
              </a:schemeClr>
            </a:solidFill>
          </a:ln>
        </p:spPr>
        <p:txBody>
          <a:bodyPr wrap="none" lIns="36000" tIns="36000" rIns="36000" b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1100" b="0" i="0" u="none" strike="noStrike" kern="1200" cap="none" spc="0" normalizeH="0" baseline="0" noProof="0">
                <a:ln>
                  <a:noFill/>
                </a:ln>
                <a:solidFill>
                  <a:prstClr val="black"/>
                </a:solidFill>
                <a:effectLst/>
                <a:uLnTx/>
                <a:uFillTx/>
                <a:latin typeface="Meiryo UI"/>
                <a:ea typeface="Meiryo UI"/>
                <a:cs typeface="Meiryo UI" charset="0"/>
              </a:rPr>
              <a:t>要件定義</a:t>
            </a:r>
            <a:endParaRPr kumimoji="1" lang="en-US" altLang="ja-JP" sz="1100" b="0" i="0" u="none" strike="noStrike" kern="1200" cap="none" spc="0" normalizeH="0" baseline="0" noProof="0">
              <a:ln>
                <a:noFill/>
              </a:ln>
              <a:solidFill>
                <a:prstClr val="black"/>
              </a:solidFill>
              <a:effectLst/>
              <a:uLnTx/>
              <a:uFillTx/>
              <a:latin typeface="Meiryo UI"/>
              <a:ea typeface="Meiryo UI"/>
              <a:cs typeface="Meiryo UI" charset="0"/>
            </a:endParaRPr>
          </a:p>
        </p:txBody>
      </p:sp>
      <p:sp>
        <p:nvSpPr>
          <p:cNvPr id="48" name="矢印: 五方向 47">
            <a:extLst>
              <a:ext uri="{FF2B5EF4-FFF2-40B4-BE49-F238E27FC236}">
                <a16:creationId xmlns:a16="http://schemas.microsoft.com/office/drawing/2014/main" id="{027D631E-95E0-5F71-388B-9831219DD215}"/>
              </a:ext>
            </a:extLst>
          </p:cNvPr>
          <p:cNvSpPr/>
          <p:nvPr/>
        </p:nvSpPr>
        <p:spPr>
          <a:xfrm>
            <a:off x="6765898" y="5274965"/>
            <a:ext cx="2958485" cy="266887"/>
          </a:xfrm>
          <a:prstGeom prst="homePlate">
            <a:avLst/>
          </a:prstGeom>
          <a:solidFill>
            <a:schemeClr val="accent3">
              <a:lumMod val="20000"/>
              <a:lumOff val="80000"/>
            </a:schemeClr>
          </a:solidFill>
          <a:ln>
            <a:solidFill>
              <a:schemeClr val="bg1">
                <a:lumMod val="75000"/>
              </a:schemeClr>
            </a:solidFill>
          </a:ln>
        </p:spPr>
        <p:txBody>
          <a:bodyPr wrap="none" lIns="36000" tIns="36000" rIns="36000" b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1050" b="0" i="0" u="none" strike="noStrike" kern="1200" cap="none" spc="0" normalizeH="0" baseline="0" noProof="0">
                <a:ln>
                  <a:noFill/>
                </a:ln>
                <a:solidFill>
                  <a:prstClr val="black"/>
                </a:solidFill>
                <a:effectLst/>
                <a:uLnTx/>
                <a:uFillTx/>
                <a:latin typeface="Meiryo UI"/>
                <a:ea typeface="Meiryo UI"/>
                <a:cs typeface="Meiryo UI" charset="0"/>
              </a:rPr>
              <a:t>開発等</a:t>
            </a:r>
          </a:p>
        </p:txBody>
      </p:sp>
      <p:sp>
        <p:nvSpPr>
          <p:cNvPr id="235" name="矢印: 五方向 234">
            <a:extLst>
              <a:ext uri="{FF2B5EF4-FFF2-40B4-BE49-F238E27FC236}">
                <a16:creationId xmlns:a16="http://schemas.microsoft.com/office/drawing/2014/main" id="{BB9C5590-7A58-FDB5-5A8E-47AC5A7D3328}"/>
              </a:ext>
            </a:extLst>
          </p:cNvPr>
          <p:cNvSpPr/>
          <p:nvPr/>
        </p:nvSpPr>
        <p:spPr>
          <a:xfrm>
            <a:off x="6347650" y="5844565"/>
            <a:ext cx="1523605" cy="266887"/>
          </a:xfrm>
          <a:prstGeom prst="homePlate">
            <a:avLst/>
          </a:prstGeom>
          <a:solidFill>
            <a:schemeClr val="accent6">
              <a:lumMod val="20000"/>
              <a:lumOff val="80000"/>
            </a:schemeClr>
          </a:solidFill>
          <a:ln>
            <a:solidFill>
              <a:schemeClr val="bg1">
                <a:lumMod val="75000"/>
              </a:schemeClr>
            </a:solidFill>
          </a:ln>
        </p:spPr>
        <p:txBody>
          <a:bodyPr wrap="none" lIns="36000" tIns="36000" rIns="36000" b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1050" b="0" i="0" u="none" strike="noStrike" kern="1200" cap="none" spc="0" normalizeH="0" baseline="0" noProof="0">
                <a:ln>
                  <a:noFill/>
                </a:ln>
                <a:solidFill>
                  <a:prstClr val="black"/>
                </a:solidFill>
                <a:effectLst/>
                <a:uLnTx/>
                <a:uFillTx/>
                <a:latin typeface="Meiryo UI"/>
                <a:ea typeface="Meiryo UI"/>
                <a:cs typeface="Meiryo UI" charset="0"/>
              </a:rPr>
              <a:t>見積</a:t>
            </a:r>
          </a:p>
        </p:txBody>
      </p:sp>
      <p:sp>
        <p:nvSpPr>
          <p:cNvPr id="236" name="矢印: 五方向 235">
            <a:extLst>
              <a:ext uri="{FF2B5EF4-FFF2-40B4-BE49-F238E27FC236}">
                <a16:creationId xmlns:a16="http://schemas.microsoft.com/office/drawing/2014/main" id="{8613574F-68F3-DEDF-79F0-FBF939D609E5}"/>
              </a:ext>
            </a:extLst>
          </p:cNvPr>
          <p:cNvSpPr/>
          <p:nvPr/>
        </p:nvSpPr>
        <p:spPr>
          <a:xfrm>
            <a:off x="8824404" y="5814284"/>
            <a:ext cx="887158" cy="266887"/>
          </a:xfrm>
          <a:prstGeom prst="homePlate">
            <a:avLst/>
          </a:prstGeom>
          <a:solidFill>
            <a:schemeClr val="accent6">
              <a:lumMod val="20000"/>
              <a:lumOff val="80000"/>
            </a:schemeClr>
          </a:solidFill>
          <a:ln>
            <a:solidFill>
              <a:schemeClr val="bg1">
                <a:lumMod val="75000"/>
              </a:schemeClr>
            </a:solidFill>
          </a:ln>
        </p:spPr>
        <p:txBody>
          <a:bodyPr wrap="none" lIns="36000" tIns="36000" rIns="36000" b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1000" b="0" i="0" u="none" strike="noStrike" kern="1200" cap="none" spc="0" normalizeH="0" baseline="0" noProof="0">
                <a:ln>
                  <a:noFill/>
                </a:ln>
                <a:solidFill>
                  <a:prstClr val="black"/>
                </a:solidFill>
                <a:effectLst/>
                <a:uLnTx/>
                <a:uFillTx/>
                <a:latin typeface="Meiryo UI"/>
                <a:ea typeface="Meiryo UI"/>
                <a:cs typeface="Meiryo UI" charset="0"/>
              </a:rPr>
              <a:t>要件定義</a:t>
            </a:r>
            <a:br>
              <a:rPr kumimoji="1" lang="en-US" altLang="ja-JP" sz="1000" b="0" i="0" u="none" strike="noStrike" kern="1200" cap="none" spc="0" normalizeH="0" baseline="0" noProof="0">
                <a:ln>
                  <a:noFill/>
                </a:ln>
                <a:solidFill>
                  <a:prstClr val="black"/>
                </a:solidFill>
                <a:effectLst/>
                <a:uLnTx/>
                <a:uFillTx/>
                <a:latin typeface="Meiryo UI"/>
                <a:ea typeface="Meiryo UI"/>
                <a:cs typeface="Meiryo UI" charset="0"/>
              </a:rPr>
            </a:br>
            <a:r>
              <a:rPr kumimoji="1" lang="ja-JP" altLang="en-US" sz="1000" b="0" i="0" u="none" strike="noStrike" kern="1200" cap="none" spc="0" normalizeH="0" baseline="0" noProof="0">
                <a:ln>
                  <a:noFill/>
                </a:ln>
                <a:solidFill>
                  <a:prstClr val="black"/>
                </a:solidFill>
                <a:effectLst/>
                <a:uLnTx/>
                <a:uFillTx/>
                <a:latin typeface="Meiryo UI"/>
                <a:ea typeface="Meiryo UI"/>
                <a:cs typeface="Meiryo UI" charset="0"/>
              </a:rPr>
              <a:t>開発等</a:t>
            </a:r>
          </a:p>
        </p:txBody>
      </p:sp>
      <p:sp>
        <p:nvSpPr>
          <p:cNvPr id="241" name="矢印: 五方向 240">
            <a:extLst>
              <a:ext uri="{FF2B5EF4-FFF2-40B4-BE49-F238E27FC236}">
                <a16:creationId xmlns:a16="http://schemas.microsoft.com/office/drawing/2014/main" id="{66CEF8FB-A39F-C0F9-0A29-0F314AE5ABE5}"/>
              </a:ext>
            </a:extLst>
          </p:cNvPr>
          <p:cNvSpPr/>
          <p:nvPr/>
        </p:nvSpPr>
        <p:spPr>
          <a:xfrm>
            <a:off x="5476295" y="4787131"/>
            <a:ext cx="1227368" cy="266887"/>
          </a:xfrm>
          <a:prstGeom prst="homePlate">
            <a:avLst/>
          </a:prstGeom>
          <a:solidFill>
            <a:schemeClr val="accent3">
              <a:lumMod val="20000"/>
              <a:lumOff val="80000"/>
            </a:schemeClr>
          </a:solidFill>
          <a:ln>
            <a:solidFill>
              <a:schemeClr val="bg1">
                <a:lumMod val="75000"/>
              </a:schemeClr>
            </a:solidFill>
          </a:ln>
        </p:spPr>
        <p:txBody>
          <a:bodyPr wrap="none" lIns="36000" tIns="36000" rIns="36000" b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1100" b="0" i="0" u="none" strike="noStrike" kern="1200" cap="none" spc="0" normalizeH="0" baseline="0" noProof="0">
                <a:ln>
                  <a:noFill/>
                </a:ln>
                <a:solidFill>
                  <a:prstClr val="black"/>
                </a:solidFill>
                <a:effectLst/>
                <a:uLnTx/>
                <a:uFillTx/>
                <a:latin typeface="Meiryo UI"/>
                <a:ea typeface="Meiryo UI"/>
                <a:cs typeface="Meiryo UI" charset="0"/>
              </a:rPr>
              <a:t>先行開発</a:t>
            </a:r>
            <a:endParaRPr kumimoji="1" lang="en-US" altLang="ja-JP" sz="1100" b="0" i="0" u="none" strike="noStrike" kern="1200" cap="none" spc="0" normalizeH="0" baseline="0" noProof="0">
              <a:ln>
                <a:noFill/>
              </a:ln>
              <a:solidFill>
                <a:prstClr val="black"/>
              </a:solidFill>
              <a:effectLst/>
              <a:uLnTx/>
              <a:uFillTx/>
              <a:latin typeface="Meiryo UI"/>
              <a:ea typeface="Meiryo UI"/>
              <a:cs typeface="Meiryo UI" charset="0"/>
            </a:endParaRPr>
          </a:p>
        </p:txBody>
      </p:sp>
      <p:sp>
        <p:nvSpPr>
          <p:cNvPr id="245" name="正方形/長方形 244">
            <a:extLst>
              <a:ext uri="{FF2B5EF4-FFF2-40B4-BE49-F238E27FC236}">
                <a16:creationId xmlns:a16="http://schemas.microsoft.com/office/drawing/2014/main" id="{1B92C863-C062-EFA3-7973-E19F00494C69}"/>
              </a:ext>
            </a:extLst>
          </p:cNvPr>
          <p:cNvSpPr/>
          <p:nvPr/>
        </p:nvSpPr>
        <p:spPr>
          <a:xfrm>
            <a:off x="4433097" y="3383021"/>
            <a:ext cx="4665601" cy="833776"/>
          </a:xfrm>
          <a:prstGeom prst="rect">
            <a:avLst/>
          </a:prstGeom>
          <a:solidFill>
            <a:srgbClr val="FFFF8B"/>
          </a:solidFill>
          <a:ln>
            <a:solidFill>
              <a:schemeClr val="accent6">
                <a:lumMod val="75000"/>
              </a:schemeClr>
            </a:solidFill>
            <a:prstDash val="solid"/>
          </a:ln>
        </p:spPr>
        <p:txBody>
          <a:bodyPr wrap="none" lIns="36000" tIns="108000" rIns="36000" bIns="3600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noProof="1"/>
            </a:pPr>
            <a:r>
              <a:rPr kumimoji="1" lang="en-US" altLang="ja-JP" sz="1050" b="1" i="0" u="none" strike="noStrike" kern="0" cap="none" spc="0" normalizeH="0" baseline="0" noProof="0">
                <a:ln>
                  <a:noFill/>
                </a:ln>
                <a:solidFill>
                  <a:prstClr val="black"/>
                </a:solidFill>
                <a:effectLst/>
                <a:uLnTx/>
                <a:uFillTx/>
                <a:latin typeface="Meiryo UI"/>
                <a:ea typeface="Meiryo UI"/>
                <a:cs typeface="Meiryo UI" charset="0"/>
              </a:rPr>
              <a:t>&lt;</a:t>
            </a:r>
            <a:r>
              <a:rPr kumimoji="1" lang="ja-JP" altLang="en-US" sz="1050" b="1" i="0" u="none" strike="noStrike" kern="0" cap="none" spc="0" normalizeH="0" baseline="0" noProof="0">
                <a:ln>
                  <a:noFill/>
                </a:ln>
                <a:solidFill>
                  <a:prstClr val="black"/>
                </a:solidFill>
                <a:effectLst/>
                <a:uLnTx/>
                <a:uFillTx/>
                <a:latin typeface="Meiryo UI"/>
                <a:ea typeface="Meiryo UI"/>
                <a:cs typeface="Meiryo UI" charset="0"/>
              </a:rPr>
              <a:t>アウトプット</a:t>
            </a:r>
            <a:r>
              <a:rPr kumimoji="1" lang="en-US" altLang="ja-JP" sz="1050" b="1" i="0" u="none" strike="noStrike" kern="0" cap="none" spc="0" normalizeH="0" baseline="0" noProof="0">
                <a:ln>
                  <a:noFill/>
                </a:ln>
                <a:solidFill>
                  <a:prstClr val="black"/>
                </a:solidFill>
                <a:effectLst/>
                <a:uLnTx/>
                <a:uFillTx/>
                <a:latin typeface="Meiryo UI"/>
                <a:ea typeface="Meiryo UI"/>
                <a:cs typeface="Meiryo UI" charset="0"/>
              </a:rPr>
              <a:t>(</a:t>
            </a:r>
            <a:r>
              <a:rPr kumimoji="1" lang="ja-JP" altLang="en-US" sz="1050" b="1" i="0" u="none" strike="noStrike" kern="0" cap="none" spc="0" normalizeH="0" baseline="0" noProof="0">
                <a:ln>
                  <a:noFill/>
                </a:ln>
                <a:solidFill>
                  <a:prstClr val="black"/>
                </a:solidFill>
                <a:effectLst/>
                <a:uLnTx/>
                <a:uFillTx/>
                <a:latin typeface="Meiryo UI"/>
                <a:ea typeface="Meiryo UI"/>
                <a:cs typeface="Meiryo UI" charset="0"/>
              </a:rPr>
              <a:t>想定</a:t>
            </a:r>
            <a:r>
              <a:rPr kumimoji="1" lang="en-US" altLang="ja-JP" sz="1050" b="1" i="0" u="none" strike="noStrike" kern="0" cap="none" spc="0" normalizeH="0" baseline="0" noProof="0">
                <a:ln>
                  <a:noFill/>
                </a:ln>
                <a:solidFill>
                  <a:prstClr val="black"/>
                </a:solidFill>
                <a:effectLst/>
                <a:uLnTx/>
                <a:uFillTx/>
                <a:latin typeface="Meiryo UI"/>
                <a:ea typeface="Meiryo UI"/>
                <a:cs typeface="Meiryo UI" charset="0"/>
              </a:rPr>
              <a:t>)&gt;</a:t>
            </a:r>
          </a:p>
          <a:p>
            <a:pPr marL="0" marR="0" lvl="0" indent="0" algn="l" defTabSz="914400" rtl="0" eaLnBrk="1" fontAlgn="auto" latinLnBrk="0" hangingPunct="1">
              <a:lnSpc>
                <a:spcPct val="100000"/>
              </a:lnSpc>
              <a:spcBef>
                <a:spcPts val="0"/>
              </a:spcBef>
              <a:spcAft>
                <a:spcPts val="0"/>
              </a:spcAft>
              <a:buClrTx/>
              <a:buSzTx/>
              <a:buFontTx/>
              <a:buNone/>
              <a:tabLst/>
              <a:defRPr noProof="1"/>
            </a:pPr>
            <a:r>
              <a:rPr kumimoji="1" lang="ja-JP" altLang="en-US" sz="1050" b="0" i="0" u="none" strike="noStrike" kern="0" cap="none" spc="0" normalizeH="0" baseline="0" noProof="0">
                <a:ln>
                  <a:noFill/>
                </a:ln>
                <a:solidFill>
                  <a:prstClr val="black"/>
                </a:solidFill>
                <a:effectLst/>
                <a:uLnTx/>
                <a:uFillTx/>
                <a:latin typeface="Meiryo UI"/>
                <a:ea typeface="Meiryo UI"/>
                <a:cs typeface="Meiryo UI" charset="0"/>
              </a:rPr>
              <a:t>・機能設計</a:t>
            </a:r>
            <a:r>
              <a:rPr kumimoji="1" lang="en-US" altLang="ja-JP" sz="1050" b="0" i="0" u="none" strike="noStrike" kern="0" cap="none" spc="0" normalizeH="0" baseline="0" noProof="0">
                <a:ln>
                  <a:noFill/>
                </a:ln>
                <a:solidFill>
                  <a:prstClr val="black"/>
                </a:solidFill>
                <a:effectLst/>
                <a:uLnTx/>
                <a:uFillTx/>
                <a:latin typeface="Meiryo UI"/>
                <a:ea typeface="Meiryo UI"/>
                <a:cs typeface="Meiryo UI" charset="0"/>
              </a:rPr>
              <a:t>(</a:t>
            </a:r>
            <a:r>
              <a:rPr kumimoji="1" lang="ja-JP" altLang="en-US" sz="1050" b="0" i="0" u="none" strike="noStrike" kern="0" cap="none" spc="0" normalizeH="0" baseline="0" noProof="0">
                <a:ln>
                  <a:noFill/>
                </a:ln>
                <a:solidFill>
                  <a:prstClr val="black"/>
                </a:solidFill>
                <a:effectLst/>
                <a:uLnTx/>
                <a:uFillTx/>
                <a:latin typeface="Meiryo UI"/>
                <a:ea typeface="Meiryo UI"/>
                <a:cs typeface="Meiryo UI" charset="0"/>
              </a:rPr>
              <a:t>機能一覧、テーブル・ファイル一覧、外部</a:t>
            </a:r>
            <a:r>
              <a:rPr kumimoji="1" lang="en-US" altLang="ja-JP" sz="1050" b="0" i="0" u="none" strike="noStrike" kern="0" cap="none" spc="0" normalizeH="0" baseline="0" noProof="0">
                <a:ln>
                  <a:noFill/>
                </a:ln>
                <a:solidFill>
                  <a:prstClr val="black"/>
                </a:solidFill>
                <a:effectLst/>
                <a:uLnTx/>
                <a:uFillTx/>
                <a:latin typeface="Meiryo UI"/>
                <a:ea typeface="Meiryo UI"/>
                <a:cs typeface="Meiryo UI" charset="0"/>
              </a:rPr>
              <a:t>IF</a:t>
            </a:r>
            <a:r>
              <a:rPr kumimoji="1" lang="ja-JP" altLang="en-US" sz="1050" b="0" i="0" u="none" strike="noStrike" kern="0" cap="none" spc="0" normalizeH="0" baseline="0" noProof="0">
                <a:ln>
                  <a:noFill/>
                </a:ln>
                <a:solidFill>
                  <a:prstClr val="black"/>
                </a:solidFill>
                <a:effectLst/>
                <a:uLnTx/>
                <a:uFillTx/>
                <a:latin typeface="Meiryo UI"/>
                <a:ea typeface="Meiryo UI"/>
                <a:cs typeface="Meiryo UI" charset="0"/>
              </a:rPr>
              <a:t>一覧</a:t>
            </a:r>
            <a:r>
              <a:rPr kumimoji="1" lang="en-US" altLang="ja-JP" sz="1050" b="0" i="0" u="none" strike="noStrike" kern="0" cap="none" spc="0" normalizeH="0" baseline="0" noProof="0">
                <a:ln>
                  <a:noFill/>
                </a:ln>
                <a:solidFill>
                  <a:prstClr val="black"/>
                </a:solidFill>
                <a:effectLst/>
                <a:uLnTx/>
                <a:uFillTx/>
                <a:latin typeface="Meiryo UI"/>
                <a:ea typeface="Meiryo UI"/>
                <a:cs typeface="Meiryo UI" charset="0"/>
              </a:rPr>
              <a:t>)</a:t>
            </a:r>
            <a:r>
              <a:rPr kumimoji="1" lang="ja-JP" altLang="en-US" sz="1050" b="0" i="0" u="none" strike="noStrike" kern="0" cap="none" spc="0" normalizeH="0" baseline="0" noProof="0">
                <a:ln>
                  <a:noFill/>
                </a:ln>
                <a:solidFill>
                  <a:prstClr val="black"/>
                </a:solidFill>
                <a:effectLst/>
                <a:uLnTx/>
                <a:uFillTx/>
                <a:latin typeface="Meiryo UI"/>
                <a:ea typeface="Meiryo UI"/>
                <a:cs typeface="Meiryo UI" charset="0"/>
              </a:rPr>
              <a:t>、非機能設計</a:t>
            </a:r>
            <a:endParaRPr kumimoji="1" lang="en-US" altLang="ja-JP" sz="1050" b="0" i="0" u="none" strike="noStrike" kern="0" cap="none" spc="0" normalizeH="0" baseline="0" noProof="0">
              <a:ln>
                <a:noFill/>
              </a:ln>
              <a:solidFill>
                <a:prstClr val="black"/>
              </a:solidFill>
              <a:effectLst/>
              <a:uLnTx/>
              <a:uFillTx/>
              <a:latin typeface="Meiryo UI"/>
              <a:ea typeface="Meiryo UI"/>
              <a:cs typeface="Meiryo UI" charset="0"/>
            </a:endParaRPr>
          </a:p>
          <a:p>
            <a:pPr marL="0" marR="0" lvl="0" indent="0" algn="l" defTabSz="914400" rtl="0" eaLnBrk="1" fontAlgn="auto" latinLnBrk="0" hangingPunct="1">
              <a:lnSpc>
                <a:spcPct val="100000"/>
              </a:lnSpc>
              <a:spcBef>
                <a:spcPts val="0"/>
              </a:spcBef>
              <a:spcAft>
                <a:spcPts val="0"/>
              </a:spcAft>
              <a:buClrTx/>
              <a:buSzTx/>
              <a:buFontTx/>
              <a:buNone/>
              <a:tabLst/>
              <a:defRPr noProof="1"/>
            </a:pPr>
            <a:r>
              <a:rPr kumimoji="1" lang="ja-JP" altLang="en-US" sz="1050" b="0" i="0" u="none" strike="noStrike" kern="0" cap="none" spc="0" normalizeH="0" baseline="0" noProof="0">
                <a:ln>
                  <a:noFill/>
                </a:ln>
                <a:solidFill>
                  <a:prstClr val="black"/>
                </a:solidFill>
                <a:effectLst/>
                <a:uLnTx/>
                <a:uFillTx/>
                <a:latin typeface="Meiryo UI"/>
                <a:ea typeface="Meiryo UI"/>
                <a:cs typeface="Meiryo UI" charset="0"/>
              </a:rPr>
              <a:t>・プロダクトバックログ</a:t>
            </a:r>
            <a:endParaRPr kumimoji="1" lang="en-US" altLang="ja-JP" sz="1050" b="0" i="0" u="none" strike="noStrike" kern="0" cap="none" spc="0" normalizeH="0" baseline="0" noProof="0">
              <a:ln>
                <a:noFill/>
              </a:ln>
              <a:solidFill>
                <a:prstClr val="black"/>
              </a:solidFill>
              <a:effectLst/>
              <a:uLnTx/>
              <a:uFillTx/>
              <a:latin typeface="Meiryo UI"/>
              <a:ea typeface="Meiryo UI"/>
              <a:cs typeface="Meiryo UI" charset="0"/>
            </a:endParaRPr>
          </a:p>
          <a:p>
            <a:pPr marL="0" marR="0" lvl="0" indent="0" algn="l" defTabSz="914400" rtl="0" eaLnBrk="1" fontAlgn="auto" latinLnBrk="0" hangingPunct="1">
              <a:lnSpc>
                <a:spcPct val="100000"/>
              </a:lnSpc>
              <a:spcBef>
                <a:spcPts val="0"/>
              </a:spcBef>
              <a:spcAft>
                <a:spcPts val="0"/>
              </a:spcAft>
              <a:buClrTx/>
              <a:buSzTx/>
              <a:buFontTx/>
              <a:buNone/>
              <a:tabLst/>
              <a:defRPr noProof="1"/>
            </a:pPr>
            <a:r>
              <a:rPr kumimoji="1" lang="ja-JP" altLang="en-US" sz="1050" b="0" i="0" u="none" strike="noStrike" kern="0" cap="none" spc="0" normalizeH="0" baseline="0" noProof="0">
                <a:ln>
                  <a:noFill/>
                </a:ln>
                <a:solidFill>
                  <a:prstClr val="black"/>
                </a:solidFill>
                <a:effectLst/>
                <a:uLnTx/>
                <a:uFillTx/>
                <a:latin typeface="Meiryo UI"/>
                <a:ea typeface="Meiryo UI"/>
                <a:cs typeface="Meiryo UI" charset="0"/>
              </a:rPr>
              <a:t>・外部</a:t>
            </a:r>
            <a:r>
              <a:rPr kumimoji="1" lang="en-US" altLang="ja-JP" sz="1050" b="0" i="0" u="none" strike="noStrike" kern="0" cap="none" spc="0" normalizeH="0" baseline="0" noProof="0">
                <a:ln>
                  <a:noFill/>
                </a:ln>
                <a:solidFill>
                  <a:prstClr val="black"/>
                </a:solidFill>
                <a:effectLst/>
                <a:uLnTx/>
                <a:uFillTx/>
                <a:latin typeface="Meiryo UI"/>
                <a:ea typeface="Meiryo UI"/>
                <a:cs typeface="Meiryo UI" charset="0"/>
              </a:rPr>
              <a:t>IF</a:t>
            </a:r>
            <a:r>
              <a:rPr kumimoji="1" lang="ja-JP" altLang="en-US" sz="1050" b="0" i="0" u="none" strike="noStrike" kern="0" cap="none" spc="0" normalizeH="0" baseline="0" noProof="0">
                <a:ln>
                  <a:noFill/>
                </a:ln>
                <a:solidFill>
                  <a:prstClr val="black"/>
                </a:solidFill>
                <a:effectLst/>
                <a:uLnTx/>
                <a:uFillTx/>
                <a:latin typeface="Meiryo UI"/>
                <a:ea typeface="Meiryo UI"/>
                <a:cs typeface="Meiryo UI" charset="0"/>
              </a:rPr>
              <a:t>仕様書　</a:t>
            </a:r>
            <a:r>
              <a:rPr kumimoji="1" lang="en-US" altLang="ja-JP" sz="1050" b="0" i="0" u="none" strike="noStrike" kern="0" cap="none" spc="0" normalizeH="0" baseline="0" noProof="0">
                <a:ln>
                  <a:noFill/>
                </a:ln>
                <a:solidFill>
                  <a:prstClr val="black"/>
                </a:solidFill>
                <a:effectLst/>
                <a:uLnTx/>
                <a:uFillTx/>
                <a:latin typeface="Meiryo UI"/>
                <a:ea typeface="Meiryo UI"/>
                <a:cs typeface="Meiryo UI" charset="0"/>
              </a:rPr>
              <a:t>※</a:t>
            </a:r>
            <a:r>
              <a:rPr kumimoji="1" lang="ja-JP" altLang="en-US" sz="1050" b="0" i="0" u="none" strike="noStrike" kern="0" cap="none" spc="0" normalizeH="0" baseline="0" noProof="0">
                <a:ln>
                  <a:noFill/>
                </a:ln>
                <a:solidFill>
                  <a:prstClr val="black"/>
                </a:solidFill>
                <a:effectLst/>
                <a:uLnTx/>
                <a:uFillTx/>
                <a:latin typeface="Meiryo UI"/>
                <a:ea typeface="Meiryo UI"/>
                <a:cs typeface="Meiryo UI" charset="0"/>
              </a:rPr>
              <a:t>医療機関、オン資、</a:t>
            </a:r>
            <a:r>
              <a:rPr kumimoji="1" lang="ja-JP" altLang="en-US" sz="1050" b="0" i="0" u="none" strike="noStrike" kern="0" cap="none" spc="0" normalizeH="0" baseline="0" noProof="1">
                <a:ln>
                  <a:noFill/>
                </a:ln>
                <a:solidFill>
                  <a:prstClr val="black"/>
                </a:solidFill>
                <a:effectLst/>
                <a:uLnTx/>
                <a:uFillTx/>
                <a:latin typeface="Meiryo UI"/>
                <a:ea typeface="Meiryo UI"/>
                <a:cs typeface="Meiryo UI" charset="0"/>
              </a:rPr>
              <a:t>介護情報基盤</a:t>
            </a:r>
            <a:r>
              <a:rPr kumimoji="1" lang="ja-JP" altLang="en-US" sz="1050" b="0" i="0" u="none" strike="noStrike" kern="0" cap="none" spc="0" normalizeH="0" baseline="0" noProof="0">
                <a:ln>
                  <a:noFill/>
                </a:ln>
                <a:solidFill>
                  <a:prstClr val="black"/>
                </a:solidFill>
                <a:effectLst/>
                <a:uLnTx/>
                <a:uFillTx/>
                <a:latin typeface="Meiryo UI"/>
                <a:ea typeface="Meiryo UI"/>
                <a:cs typeface="Meiryo UI" charset="0"/>
              </a:rPr>
              <a:t>等との連携</a:t>
            </a:r>
            <a:endParaRPr kumimoji="1" lang="en-US" altLang="ja-JP" sz="1050" b="0" i="0" u="none" strike="noStrike" kern="0" cap="none" spc="0" normalizeH="0" baseline="0" noProof="0">
              <a:ln>
                <a:noFill/>
              </a:ln>
              <a:solidFill>
                <a:prstClr val="black"/>
              </a:solidFill>
              <a:effectLst/>
              <a:uLnTx/>
              <a:uFillTx/>
              <a:latin typeface="Meiryo UI"/>
              <a:ea typeface="Meiryo UI"/>
              <a:cs typeface="Meiryo UI" charset="0"/>
            </a:endParaRPr>
          </a:p>
        </p:txBody>
      </p:sp>
      <p:cxnSp>
        <p:nvCxnSpPr>
          <p:cNvPr id="247" name="コネクタ: 曲線 246">
            <a:extLst>
              <a:ext uri="{FF2B5EF4-FFF2-40B4-BE49-F238E27FC236}">
                <a16:creationId xmlns:a16="http://schemas.microsoft.com/office/drawing/2014/main" id="{52C81F32-3999-A4BC-9712-6609F24E009B}"/>
              </a:ext>
              <a:ext uri="{C183D7F6-B498-43B3-948B-1728B52AA6E4}">
                <adec:decorative xmlns:adec="http://schemas.microsoft.com/office/drawing/2017/decorative" val="1"/>
              </a:ext>
            </a:extLst>
          </p:cNvPr>
          <p:cNvCxnSpPr>
            <a:cxnSpLocks/>
            <a:stCxn id="45" idx="3"/>
            <a:endCxn id="235" idx="1"/>
          </p:cNvCxnSpPr>
          <p:nvPr/>
        </p:nvCxnSpPr>
        <p:spPr bwMode="auto">
          <a:xfrm>
            <a:off x="5431218" y="4920575"/>
            <a:ext cx="916432" cy="1057434"/>
          </a:xfrm>
          <a:prstGeom prst="curvedConnector3">
            <a:avLst>
              <a:gd name="adj1" fmla="val 50000"/>
            </a:avLst>
          </a:prstGeom>
          <a:solidFill>
            <a:schemeClr val="bg1"/>
          </a:solidFill>
          <a:ln w="12700" cap="flat" cmpd="sng" algn="ctr">
            <a:solidFill>
              <a:schemeClr val="tx1">
                <a:lumMod val="50000"/>
                <a:lumOff val="50000"/>
              </a:schemeClr>
            </a:solidFill>
            <a:prstDash val="solid"/>
            <a:round/>
            <a:headEnd type="none" w="med" len="med"/>
            <a:tailEnd type="triangle"/>
          </a:ln>
          <a:effectLst/>
        </p:spPr>
      </p:cxnSp>
      <p:sp>
        <p:nvSpPr>
          <p:cNvPr id="250" name="矢印: 五方向 249">
            <a:extLst>
              <a:ext uri="{FF2B5EF4-FFF2-40B4-BE49-F238E27FC236}">
                <a16:creationId xmlns:a16="http://schemas.microsoft.com/office/drawing/2014/main" id="{CF265ADA-4AB4-E0C9-740E-AE22C619998F}"/>
              </a:ext>
            </a:extLst>
          </p:cNvPr>
          <p:cNvSpPr/>
          <p:nvPr/>
        </p:nvSpPr>
        <p:spPr>
          <a:xfrm>
            <a:off x="1490369" y="6419615"/>
            <a:ext cx="3472333" cy="166706"/>
          </a:xfrm>
          <a:prstGeom prst="homePlate">
            <a:avLst/>
          </a:prstGeom>
          <a:solidFill>
            <a:schemeClr val="bg1">
              <a:lumMod val="95000"/>
            </a:schemeClr>
          </a:solidFill>
          <a:ln>
            <a:solidFill>
              <a:schemeClr val="bg1"/>
            </a:solidFill>
          </a:ln>
        </p:spPr>
        <p:txBody>
          <a:bodyPr wrap="none" lIns="36000" tIns="36000" rIns="36000" b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900" b="0" i="0" u="none" strike="noStrike" kern="1200" cap="none" spc="0" normalizeH="0" baseline="0" noProof="0">
                <a:ln>
                  <a:noFill/>
                </a:ln>
                <a:solidFill>
                  <a:prstClr val="black"/>
                </a:solidFill>
                <a:effectLst/>
                <a:uLnTx/>
                <a:uFillTx/>
                <a:latin typeface="Meiryo UI"/>
                <a:ea typeface="Meiryo UI"/>
                <a:cs typeface="Meiryo UI" charset="0"/>
              </a:rPr>
              <a:t>要件定義</a:t>
            </a:r>
          </a:p>
        </p:txBody>
      </p:sp>
      <p:cxnSp>
        <p:nvCxnSpPr>
          <p:cNvPr id="59" name="直線コネクタ 58">
            <a:extLst>
              <a:ext uri="{FF2B5EF4-FFF2-40B4-BE49-F238E27FC236}">
                <a16:creationId xmlns:a16="http://schemas.microsoft.com/office/drawing/2014/main" id="{49931D86-EF90-F285-23E7-1BAF0F87C513}"/>
              </a:ext>
              <a:ext uri="{C183D7F6-B498-43B3-948B-1728B52AA6E4}">
                <adec:decorative xmlns:adec="http://schemas.microsoft.com/office/drawing/2017/decorative" val="1"/>
              </a:ext>
            </a:extLst>
          </p:cNvPr>
          <p:cNvCxnSpPr>
            <a:cxnSpLocks/>
          </p:cNvCxnSpPr>
          <p:nvPr/>
        </p:nvCxnSpPr>
        <p:spPr bwMode="auto">
          <a:xfrm>
            <a:off x="1189749" y="3139931"/>
            <a:ext cx="8482923" cy="0"/>
          </a:xfrm>
          <a:prstGeom prst="line">
            <a:avLst/>
          </a:prstGeom>
          <a:solidFill>
            <a:schemeClr val="bg1"/>
          </a:solidFill>
          <a:ln w="3175" cap="flat" cmpd="sng" algn="ctr">
            <a:solidFill>
              <a:schemeClr val="bg1">
                <a:lumMod val="85000"/>
              </a:schemeClr>
            </a:solidFill>
            <a:prstDash val="sysDash"/>
            <a:round/>
            <a:headEnd type="none" w="med" len="med"/>
            <a:tailEnd type="none" w="med" len="med"/>
          </a:ln>
          <a:effectLst/>
        </p:spPr>
      </p:cxnSp>
      <p:cxnSp>
        <p:nvCxnSpPr>
          <p:cNvPr id="252" name="直線コネクタ 251">
            <a:extLst>
              <a:ext uri="{FF2B5EF4-FFF2-40B4-BE49-F238E27FC236}">
                <a16:creationId xmlns:a16="http://schemas.microsoft.com/office/drawing/2014/main" id="{D7BB3283-D89F-0938-5CF9-32470EB33B75}"/>
              </a:ext>
              <a:ext uri="{C183D7F6-B498-43B3-948B-1728B52AA6E4}">
                <adec:decorative xmlns:adec="http://schemas.microsoft.com/office/drawing/2017/decorative" val="1"/>
              </a:ext>
            </a:extLst>
          </p:cNvPr>
          <p:cNvCxnSpPr>
            <a:cxnSpLocks/>
          </p:cNvCxnSpPr>
          <p:nvPr/>
        </p:nvCxnSpPr>
        <p:spPr bwMode="auto">
          <a:xfrm>
            <a:off x="1189749" y="4551689"/>
            <a:ext cx="8482923" cy="0"/>
          </a:xfrm>
          <a:prstGeom prst="line">
            <a:avLst/>
          </a:prstGeom>
          <a:solidFill>
            <a:schemeClr val="bg1"/>
          </a:solidFill>
          <a:ln w="3175" cap="flat" cmpd="sng" algn="ctr">
            <a:solidFill>
              <a:schemeClr val="bg1">
                <a:lumMod val="85000"/>
              </a:schemeClr>
            </a:solidFill>
            <a:prstDash val="sysDash"/>
            <a:round/>
            <a:headEnd type="none" w="med" len="med"/>
            <a:tailEnd type="none" w="med" len="med"/>
          </a:ln>
          <a:effectLst/>
        </p:spPr>
      </p:cxnSp>
      <p:grpSp>
        <p:nvGrpSpPr>
          <p:cNvPr id="269" name="グループ化 268">
            <a:extLst>
              <a:ext uri="{FF2B5EF4-FFF2-40B4-BE49-F238E27FC236}">
                <a16:creationId xmlns:a16="http://schemas.microsoft.com/office/drawing/2014/main" id="{BF56FD1F-B009-887C-7225-D23E6570C92D}"/>
              </a:ext>
            </a:extLst>
          </p:cNvPr>
          <p:cNvGrpSpPr/>
          <p:nvPr/>
        </p:nvGrpSpPr>
        <p:grpSpPr>
          <a:xfrm>
            <a:off x="536207" y="5691878"/>
            <a:ext cx="9136465" cy="632225"/>
            <a:chOff x="429672" y="5012360"/>
            <a:chExt cx="9136465" cy="879269"/>
          </a:xfrm>
        </p:grpSpPr>
        <p:sp>
          <p:nvSpPr>
            <p:cNvPr id="225" name="shape_92">
              <a:extLst>
                <a:ext uri="{FF2B5EF4-FFF2-40B4-BE49-F238E27FC236}">
                  <a16:creationId xmlns:a16="http://schemas.microsoft.com/office/drawing/2014/main" id="{CA58F4B3-B37B-1D0D-BE4F-A806B28EC349}"/>
                </a:ext>
              </a:extLst>
            </p:cNvPr>
            <p:cNvSpPr/>
            <p:nvPr>
              <p:custDataLst>
                <p:tags r:id="rId30"/>
              </p:custDataLst>
            </p:nvPr>
          </p:nvSpPr>
          <p:spPr>
            <a:xfrm>
              <a:off x="429672" y="5026236"/>
              <a:ext cx="648982" cy="865393"/>
            </a:xfrm>
            <a:prstGeom prst="rect">
              <a:avLst/>
            </a:prstGeom>
            <a:solidFill>
              <a:schemeClr val="accent6">
                <a:lumMod val="20000"/>
                <a:lumOff val="80000"/>
              </a:schemeClr>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en-US" sz="1100" b="0" i="0" u="none" strike="noStrike" kern="0" cap="none" spc="0" normalizeH="0" baseline="0" noProof="0">
                  <a:ln>
                    <a:noFill/>
                  </a:ln>
                  <a:solidFill>
                    <a:prstClr val="black"/>
                  </a:solidFill>
                  <a:effectLst/>
                  <a:uLnTx/>
                  <a:uFillTx/>
                  <a:latin typeface="Meiryo UI"/>
                  <a:ea typeface="Meiryo UI"/>
                  <a:cs typeface="+mn-cs"/>
                </a:rPr>
                <a:t>FJ</a:t>
              </a:r>
            </a:p>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100" b="0" i="0" u="none" strike="noStrike" kern="0" cap="none" spc="0" normalizeH="0" baseline="0" noProof="0">
                  <a:ln>
                    <a:noFill/>
                  </a:ln>
                  <a:solidFill>
                    <a:prstClr val="black"/>
                  </a:solidFill>
                  <a:effectLst/>
                  <a:uLnTx/>
                  <a:uFillTx/>
                  <a:latin typeface="Meiryo UI"/>
                  <a:ea typeface="Meiryo UI"/>
                  <a:cs typeface="+mn-cs"/>
                </a:rPr>
                <a:t>基金</a:t>
              </a:r>
              <a:endParaRPr kumimoji="0" lang="en-US" sz="1100" b="0" i="0" u="none" strike="noStrike" kern="0" cap="none" spc="0" normalizeH="0" baseline="0" noProof="0">
                <a:ln>
                  <a:noFill/>
                </a:ln>
                <a:solidFill>
                  <a:prstClr val="black"/>
                </a:solidFill>
                <a:effectLst/>
                <a:uLnTx/>
                <a:uFillTx/>
                <a:latin typeface="Meiryo UI"/>
                <a:ea typeface="Meiryo UI"/>
                <a:cs typeface="+mn-cs"/>
              </a:endParaRPr>
            </a:p>
          </p:txBody>
        </p:sp>
        <p:cxnSp>
          <p:nvCxnSpPr>
            <p:cNvPr id="253" name="直線コネクタ 252">
              <a:extLst>
                <a:ext uri="{FF2B5EF4-FFF2-40B4-BE49-F238E27FC236}">
                  <a16:creationId xmlns:a16="http://schemas.microsoft.com/office/drawing/2014/main" id="{5670819F-293E-4E26-D7BD-79A2B4301F7B}"/>
                </a:ext>
              </a:extLst>
            </p:cNvPr>
            <p:cNvCxnSpPr>
              <a:cxnSpLocks/>
            </p:cNvCxnSpPr>
            <p:nvPr/>
          </p:nvCxnSpPr>
          <p:spPr bwMode="auto">
            <a:xfrm>
              <a:off x="1083214" y="5012360"/>
              <a:ext cx="8482923" cy="0"/>
            </a:xfrm>
            <a:prstGeom prst="line">
              <a:avLst/>
            </a:prstGeom>
            <a:solidFill>
              <a:schemeClr val="bg1"/>
            </a:solidFill>
            <a:ln w="3175" cap="flat" cmpd="sng" algn="ctr">
              <a:solidFill>
                <a:schemeClr val="bg1">
                  <a:lumMod val="85000"/>
                </a:schemeClr>
              </a:solidFill>
              <a:prstDash val="sysDash"/>
              <a:round/>
              <a:headEnd type="none" w="med" len="med"/>
              <a:tailEnd type="none" w="med" len="med"/>
            </a:ln>
            <a:effectLst/>
          </p:spPr>
        </p:cxnSp>
      </p:grpSp>
      <p:cxnSp>
        <p:nvCxnSpPr>
          <p:cNvPr id="254" name="直線コネクタ 253">
            <a:extLst>
              <a:ext uri="{FF2B5EF4-FFF2-40B4-BE49-F238E27FC236}">
                <a16:creationId xmlns:a16="http://schemas.microsoft.com/office/drawing/2014/main" id="{EEE63A7A-82BC-834C-6787-09A203D83CCA}"/>
              </a:ext>
              <a:ext uri="{C183D7F6-B498-43B3-948B-1728B52AA6E4}">
                <adec:decorative xmlns:adec="http://schemas.microsoft.com/office/drawing/2017/decorative" val="1"/>
              </a:ext>
            </a:extLst>
          </p:cNvPr>
          <p:cNvCxnSpPr>
            <a:cxnSpLocks/>
          </p:cNvCxnSpPr>
          <p:nvPr/>
        </p:nvCxnSpPr>
        <p:spPr bwMode="auto">
          <a:xfrm>
            <a:off x="1189749" y="6337979"/>
            <a:ext cx="8482923" cy="0"/>
          </a:xfrm>
          <a:prstGeom prst="line">
            <a:avLst/>
          </a:prstGeom>
          <a:solidFill>
            <a:schemeClr val="bg1"/>
          </a:solidFill>
          <a:ln w="3175" cap="flat" cmpd="sng" algn="ctr">
            <a:solidFill>
              <a:schemeClr val="bg1">
                <a:lumMod val="85000"/>
              </a:schemeClr>
            </a:solidFill>
            <a:prstDash val="sysDash"/>
            <a:round/>
            <a:headEnd type="none" w="med" len="med"/>
            <a:tailEnd type="none" w="med" len="med"/>
          </a:ln>
          <a:effectLst/>
        </p:spPr>
      </p:cxnSp>
      <p:cxnSp>
        <p:nvCxnSpPr>
          <p:cNvPr id="186" name="コネクタ: 曲線 185">
            <a:extLst>
              <a:ext uri="{FF2B5EF4-FFF2-40B4-BE49-F238E27FC236}">
                <a16:creationId xmlns:a16="http://schemas.microsoft.com/office/drawing/2014/main" id="{7AA4EB8D-8DAC-79FA-BA0C-FC2CB66EB874}"/>
              </a:ext>
              <a:ext uri="{C183D7F6-B498-43B3-948B-1728B52AA6E4}">
                <adec:decorative xmlns:adec="http://schemas.microsoft.com/office/drawing/2017/decorative" val="1"/>
              </a:ext>
            </a:extLst>
          </p:cNvPr>
          <p:cNvCxnSpPr>
            <a:cxnSpLocks/>
            <a:stCxn id="36" idx="3"/>
            <a:endCxn id="45" idx="1"/>
          </p:cNvCxnSpPr>
          <p:nvPr/>
        </p:nvCxnSpPr>
        <p:spPr bwMode="auto">
          <a:xfrm>
            <a:off x="2841295" y="3591818"/>
            <a:ext cx="108814" cy="1328757"/>
          </a:xfrm>
          <a:prstGeom prst="curvedConnector3">
            <a:avLst>
              <a:gd name="adj1" fmla="val 50000"/>
            </a:avLst>
          </a:prstGeom>
          <a:solidFill>
            <a:schemeClr val="bg1"/>
          </a:solidFill>
          <a:ln w="12700" cap="flat" cmpd="sng" algn="ctr">
            <a:solidFill>
              <a:schemeClr val="tx1">
                <a:lumMod val="50000"/>
                <a:lumOff val="50000"/>
              </a:schemeClr>
            </a:solidFill>
            <a:prstDash val="solid"/>
            <a:round/>
            <a:headEnd type="none" w="med" len="med"/>
            <a:tailEnd type="triangle"/>
          </a:ln>
          <a:effectLst/>
        </p:spPr>
      </p:cxnSp>
      <p:cxnSp>
        <p:nvCxnSpPr>
          <p:cNvPr id="262" name="コネクタ: 曲線 261">
            <a:extLst>
              <a:ext uri="{FF2B5EF4-FFF2-40B4-BE49-F238E27FC236}">
                <a16:creationId xmlns:a16="http://schemas.microsoft.com/office/drawing/2014/main" id="{94B47F9B-C5BD-35C7-8975-DF7B5D394CAF}"/>
              </a:ext>
              <a:ext uri="{C183D7F6-B498-43B3-948B-1728B52AA6E4}">
                <adec:decorative xmlns:adec="http://schemas.microsoft.com/office/drawing/2017/decorative" val="1"/>
              </a:ext>
            </a:extLst>
          </p:cNvPr>
          <p:cNvCxnSpPr>
            <a:cxnSpLocks/>
            <a:stCxn id="37" idx="3"/>
            <a:endCxn id="45" idx="0"/>
          </p:cNvCxnSpPr>
          <p:nvPr/>
        </p:nvCxnSpPr>
        <p:spPr bwMode="auto">
          <a:xfrm>
            <a:off x="4123942" y="4152360"/>
            <a:ext cx="12700" cy="634771"/>
          </a:xfrm>
          <a:prstGeom prst="curvedConnector4">
            <a:avLst>
              <a:gd name="adj1" fmla="val 2580000"/>
              <a:gd name="adj2" fmla="val 60489"/>
            </a:avLst>
          </a:prstGeom>
          <a:solidFill>
            <a:schemeClr val="bg1"/>
          </a:solidFill>
          <a:ln w="12700" cap="flat" cmpd="sng" algn="ctr">
            <a:solidFill>
              <a:schemeClr val="tx1">
                <a:lumMod val="50000"/>
                <a:lumOff val="50000"/>
              </a:schemeClr>
            </a:solidFill>
            <a:prstDash val="solid"/>
            <a:round/>
            <a:headEnd type="none" w="med" len="med"/>
            <a:tailEnd type="triangle"/>
          </a:ln>
          <a:effectLst/>
        </p:spPr>
      </p:cxnSp>
      <p:cxnSp>
        <p:nvCxnSpPr>
          <p:cNvPr id="266" name="コネクタ: 曲線 265">
            <a:extLst>
              <a:ext uri="{FF2B5EF4-FFF2-40B4-BE49-F238E27FC236}">
                <a16:creationId xmlns:a16="http://schemas.microsoft.com/office/drawing/2014/main" id="{FC99B13E-DB72-E939-DFBF-3AF783467023}"/>
              </a:ext>
              <a:ext uri="{C183D7F6-B498-43B3-948B-1728B52AA6E4}">
                <adec:decorative xmlns:adec="http://schemas.microsoft.com/office/drawing/2017/decorative" val="1"/>
              </a:ext>
            </a:extLst>
          </p:cNvPr>
          <p:cNvCxnSpPr>
            <a:cxnSpLocks/>
            <a:stCxn id="45" idx="2"/>
            <a:endCxn id="41" idx="0"/>
          </p:cNvCxnSpPr>
          <p:nvPr/>
        </p:nvCxnSpPr>
        <p:spPr bwMode="auto">
          <a:xfrm rot="16200000" flipH="1">
            <a:off x="4337501" y="4840459"/>
            <a:ext cx="172105" cy="599222"/>
          </a:xfrm>
          <a:prstGeom prst="curvedConnector3">
            <a:avLst>
              <a:gd name="adj1" fmla="val 50000"/>
            </a:avLst>
          </a:prstGeom>
          <a:solidFill>
            <a:schemeClr val="bg1"/>
          </a:solidFill>
          <a:ln w="12700" cap="flat" cmpd="sng" algn="ctr">
            <a:solidFill>
              <a:schemeClr val="tx1">
                <a:lumMod val="50000"/>
                <a:lumOff val="50000"/>
              </a:schemeClr>
            </a:solidFill>
            <a:prstDash val="solid"/>
            <a:round/>
            <a:headEnd type="none" w="med" len="med"/>
            <a:tailEnd type="triangle"/>
          </a:ln>
          <a:effectLst/>
        </p:spPr>
      </p:cxnSp>
      <p:grpSp>
        <p:nvGrpSpPr>
          <p:cNvPr id="300" name="グループ化 299">
            <a:extLst>
              <a:ext uri="{FF2B5EF4-FFF2-40B4-BE49-F238E27FC236}">
                <a16:creationId xmlns:a16="http://schemas.microsoft.com/office/drawing/2014/main" id="{FA0633B7-185C-8513-1370-1EB0C1A0875E}"/>
              </a:ext>
            </a:extLst>
          </p:cNvPr>
          <p:cNvGrpSpPr/>
          <p:nvPr/>
        </p:nvGrpSpPr>
        <p:grpSpPr>
          <a:xfrm>
            <a:off x="1189754" y="2546409"/>
            <a:ext cx="8482964" cy="359299"/>
            <a:chOff x="1101944" y="1985423"/>
            <a:chExt cx="8482964" cy="359299"/>
          </a:xfrm>
        </p:grpSpPr>
        <p:sp>
          <p:nvSpPr>
            <p:cNvPr id="272" name="shape_92">
              <a:extLst>
                <a:ext uri="{FF2B5EF4-FFF2-40B4-BE49-F238E27FC236}">
                  <a16:creationId xmlns:a16="http://schemas.microsoft.com/office/drawing/2014/main" id="{A39C01D1-0E7B-CB4C-66BE-C5BD4B4B15E2}"/>
                </a:ext>
              </a:extLst>
            </p:cNvPr>
            <p:cNvSpPr/>
            <p:nvPr>
              <p:custDataLst>
                <p:tags r:id="rId5"/>
              </p:custDataLst>
            </p:nvPr>
          </p:nvSpPr>
          <p:spPr>
            <a:xfrm>
              <a:off x="1101949" y="1985423"/>
              <a:ext cx="1696594" cy="215900"/>
            </a:xfrm>
            <a:prstGeom prst="rect">
              <a:avLst/>
            </a:prstGeom>
            <a:solidFill>
              <a:srgbClr val="8064A2">
                <a:lumMod val="75000"/>
              </a:srgbClr>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100" b="0" i="0" u="none" strike="noStrike" kern="0" cap="none" spc="0" normalizeH="0" baseline="0" noProof="0">
                  <a:ln>
                    <a:noFill/>
                  </a:ln>
                  <a:solidFill>
                    <a:srgbClr val="FFFFFF"/>
                  </a:solidFill>
                  <a:effectLst/>
                  <a:uLnTx/>
                  <a:uFillTx/>
                  <a:latin typeface="Meiryo UI" pitchFamily="34" charset="0"/>
                  <a:ea typeface="Meiryo UI"/>
                  <a:cs typeface="Meiryo UI" pitchFamily="34" charset="-120"/>
                </a:rPr>
                <a:t>5月</a:t>
              </a:r>
              <a:endParaRPr kumimoji="0" lang="en-US" sz="1100" b="0" i="0" u="none" strike="noStrike" kern="0" cap="none" spc="0" normalizeH="0" baseline="0" noProof="0">
                <a:ln>
                  <a:noFill/>
                </a:ln>
                <a:solidFill>
                  <a:prstClr val="black"/>
                </a:solidFill>
                <a:effectLst/>
                <a:uLnTx/>
                <a:uFillTx/>
                <a:latin typeface="Meiryo UI"/>
                <a:ea typeface="Meiryo UI"/>
                <a:cs typeface="+mn-cs"/>
              </a:endParaRPr>
            </a:p>
          </p:txBody>
        </p:sp>
        <p:sp>
          <p:nvSpPr>
            <p:cNvPr id="273" name="shape_93">
              <a:extLst>
                <a:ext uri="{FF2B5EF4-FFF2-40B4-BE49-F238E27FC236}">
                  <a16:creationId xmlns:a16="http://schemas.microsoft.com/office/drawing/2014/main" id="{07875CAC-8C9C-A3ED-F18A-16A7EE517DED}"/>
                </a:ext>
              </a:extLst>
            </p:cNvPr>
            <p:cNvSpPr/>
            <p:nvPr>
              <p:custDataLst>
                <p:tags r:id="rId6"/>
              </p:custDataLst>
            </p:nvPr>
          </p:nvSpPr>
          <p:spPr>
            <a:xfrm>
              <a:off x="2798546" y="1985423"/>
              <a:ext cx="2120746" cy="215900"/>
            </a:xfrm>
            <a:prstGeom prst="rect">
              <a:avLst/>
            </a:prstGeom>
            <a:solidFill>
              <a:srgbClr val="8064A2">
                <a:lumMod val="75000"/>
              </a:srgbClr>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100" b="0" i="0" u="none" strike="noStrike" kern="0" cap="none" spc="0" normalizeH="0" baseline="0" noProof="0">
                  <a:ln>
                    <a:noFill/>
                  </a:ln>
                  <a:solidFill>
                    <a:srgbClr val="FFFFFF"/>
                  </a:solidFill>
                  <a:effectLst/>
                  <a:uLnTx/>
                  <a:uFillTx/>
                  <a:latin typeface="Meiryo UI" pitchFamily="34" charset="0"/>
                  <a:ea typeface="Meiryo UI"/>
                  <a:cs typeface="Meiryo UI" pitchFamily="34" charset="-120"/>
                </a:rPr>
                <a:t>6月</a:t>
              </a:r>
              <a:endParaRPr kumimoji="0" lang="en-US" sz="1100" b="0" i="0" u="none" strike="noStrike" kern="0" cap="none" spc="0" normalizeH="0" baseline="0" noProof="0">
                <a:ln>
                  <a:noFill/>
                </a:ln>
                <a:solidFill>
                  <a:prstClr val="black"/>
                </a:solidFill>
                <a:effectLst/>
                <a:uLnTx/>
                <a:uFillTx/>
                <a:latin typeface="Meiryo UI"/>
                <a:ea typeface="Meiryo UI"/>
                <a:cs typeface="+mn-cs"/>
              </a:endParaRPr>
            </a:p>
          </p:txBody>
        </p:sp>
        <p:sp>
          <p:nvSpPr>
            <p:cNvPr id="274" name="shape_94">
              <a:extLst>
                <a:ext uri="{FF2B5EF4-FFF2-40B4-BE49-F238E27FC236}">
                  <a16:creationId xmlns:a16="http://schemas.microsoft.com/office/drawing/2014/main" id="{E8280A0A-7EF3-3611-5A68-A4DD4CBBBEAF}"/>
                </a:ext>
              </a:extLst>
            </p:cNvPr>
            <p:cNvSpPr/>
            <p:nvPr>
              <p:custDataLst>
                <p:tags r:id="rId7"/>
              </p:custDataLst>
            </p:nvPr>
          </p:nvSpPr>
          <p:spPr>
            <a:xfrm>
              <a:off x="4919292" y="1985423"/>
              <a:ext cx="1696594" cy="215900"/>
            </a:xfrm>
            <a:prstGeom prst="rect">
              <a:avLst/>
            </a:prstGeom>
            <a:solidFill>
              <a:srgbClr val="8064A2">
                <a:lumMod val="75000"/>
              </a:srgbClr>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100" b="0" i="0" u="none" strike="noStrike" kern="0" cap="none" spc="0" normalizeH="0" baseline="0" noProof="0">
                  <a:ln>
                    <a:noFill/>
                  </a:ln>
                  <a:solidFill>
                    <a:srgbClr val="FFFFFF"/>
                  </a:solidFill>
                  <a:effectLst/>
                  <a:uLnTx/>
                  <a:uFillTx/>
                  <a:latin typeface="Meiryo UI" pitchFamily="34" charset="0"/>
                  <a:ea typeface="Meiryo UI"/>
                  <a:cs typeface="Meiryo UI" pitchFamily="34" charset="-120"/>
                </a:rPr>
                <a:t>7月</a:t>
              </a:r>
              <a:endParaRPr kumimoji="0" lang="en-US" sz="1100" b="0" i="0" u="none" strike="noStrike" kern="0" cap="none" spc="0" normalizeH="0" baseline="0" noProof="0">
                <a:ln>
                  <a:noFill/>
                </a:ln>
                <a:solidFill>
                  <a:prstClr val="black"/>
                </a:solidFill>
                <a:effectLst/>
                <a:uLnTx/>
                <a:uFillTx/>
                <a:latin typeface="Meiryo UI"/>
                <a:ea typeface="Meiryo UI"/>
                <a:cs typeface="+mn-cs"/>
              </a:endParaRPr>
            </a:p>
          </p:txBody>
        </p:sp>
        <p:sp>
          <p:nvSpPr>
            <p:cNvPr id="275" name="shape_95">
              <a:extLst>
                <a:ext uri="{FF2B5EF4-FFF2-40B4-BE49-F238E27FC236}">
                  <a16:creationId xmlns:a16="http://schemas.microsoft.com/office/drawing/2014/main" id="{8DD1A181-9873-C5C8-270F-4548DD7780F6}"/>
                </a:ext>
              </a:extLst>
            </p:cNvPr>
            <p:cNvSpPr/>
            <p:nvPr>
              <p:custDataLst>
                <p:tags r:id="rId8"/>
              </p:custDataLst>
            </p:nvPr>
          </p:nvSpPr>
          <p:spPr>
            <a:xfrm>
              <a:off x="6615886" y="1985423"/>
              <a:ext cx="2120746" cy="215900"/>
            </a:xfrm>
            <a:prstGeom prst="rect">
              <a:avLst/>
            </a:prstGeom>
            <a:solidFill>
              <a:srgbClr val="8064A2">
                <a:lumMod val="75000"/>
              </a:srgbClr>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100" b="0" i="0" u="none" strike="noStrike" kern="0" cap="none" spc="0" normalizeH="0" baseline="0" noProof="0">
                  <a:ln>
                    <a:noFill/>
                  </a:ln>
                  <a:solidFill>
                    <a:srgbClr val="FFFFFF"/>
                  </a:solidFill>
                  <a:effectLst/>
                  <a:uLnTx/>
                  <a:uFillTx/>
                  <a:latin typeface="Meiryo UI" pitchFamily="34" charset="0"/>
                  <a:ea typeface="Meiryo UI"/>
                  <a:cs typeface="Meiryo UI" pitchFamily="34" charset="-120"/>
                </a:rPr>
                <a:t>8月</a:t>
              </a:r>
              <a:endParaRPr kumimoji="0" lang="en-US" sz="1100" b="0" i="0" u="none" strike="noStrike" kern="0" cap="none" spc="0" normalizeH="0" baseline="0" noProof="0">
                <a:ln>
                  <a:noFill/>
                </a:ln>
                <a:solidFill>
                  <a:prstClr val="black"/>
                </a:solidFill>
                <a:effectLst/>
                <a:uLnTx/>
                <a:uFillTx/>
                <a:latin typeface="Meiryo UI"/>
                <a:ea typeface="Meiryo UI"/>
                <a:cs typeface="+mn-cs"/>
              </a:endParaRPr>
            </a:p>
          </p:txBody>
        </p:sp>
        <p:sp>
          <p:nvSpPr>
            <p:cNvPr id="276" name="shape_96">
              <a:extLst>
                <a:ext uri="{FF2B5EF4-FFF2-40B4-BE49-F238E27FC236}">
                  <a16:creationId xmlns:a16="http://schemas.microsoft.com/office/drawing/2014/main" id="{CBCD5FA6-CBE0-363A-E45A-6B6EB0972F0C}"/>
                </a:ext>
              </a:extLst>
            </p:cNvPr>
            <p:cNvSpPr/>
            <p:nvPr>
              <p:custDataLst>
                <p:tags r:id="rId9"/>
              </p:custDataLst>
            </p:nvPr>
          </p:nvSpPr>
          <p:spPr>
            <a:xfrm>
              <a:off x="8736632" y="1985423"/>
              <a:ext cx="848276" cy="215900"/>
            </a:xfrm>
            <a:prstGeom prst="rect">
              <a:avLst/>
            </a:prstGeom>
            <a:solidFill>
              <a:srgbClr val="8064A2">
                <a:lumMod val="75000"/>
              </a:srgbClr>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100" b="0" i="0" u="none" strike="noStrike" kern="0" cap="none" spc="0" normalizeH="0" baseline="0" noProof="0">
                  <a:ln>
                    <a:noFill/>
                  </a:ln>
                  <a:solidFill>
                    <a:srgbClr val="FFFFFF"/>
                  </a:solidFill>
                  <a:effectLst/>
                  <a:uLnTx/>
                  <a:uFillTx/>
                  <a:latin typeface="Meiryo UI" pitchFamily="34" charset="0"/>
                  <a:ea typeface="Meiryo UI"/>
                  <a:cs typeface="Meiryo UI" pitchFamily="34" charset="-120"/>
                </a:rPr>
                <a:t>9月</a:t>
              </a:r>
              <a:endParaRPr kumimoji="0" lang="en-US" sz="1100" b="0" i="0" u="none" strike="noStrike" kern="0" cap="none" spc="0" normalizeH="0" baseline="0" noProof="0">
                <a:ln>
                  <a:noFill/>
                </a:ln>
                <a:solidFill>
                  <a:prstClr val="black"/>
                </a:solidFill>
                <a:effectLst/>
                <a:uLnTx/>
                <a:uFillTx/>
                <a:latin typeface="Meiryo UI"/>
                <a:ea typeface="Meiryo UI"/>
                <a:cs typeface="+mn-cs"/>
              </a:endParaRPr>
            </a:p>
          </p:txBody>
        </p:sp>
        <p:sp>
          <p:nvSpPr>
            <p:cNvPr id="277" name="shape_102">
              <a:extLst>
                <a:ext uri="{FF2B5EF4-FFF2-40B4-BE49-F238E27FC236}">
                  <a16:creationId xmlns:a16="http://schemas.microsoft.com/office/drawing/2014/main" id="{B5E49762-7E96-8F67-0839-6016DEEB1F17}"/>
                </a:ext>
              </a:extLst>
            </p:cNvPr>
            <p:cNvSpPr/>
            <p:nvPr>
              <p:custDataLst>
                <p:tags r:id="rId10"/>
              </p:custDataLst>
            </p:nvPr>
          </p:nvSpPr>
          <p:spPr>
            <a:xfrm>
              <a:off x="1101944" y="2201324"/>
              <a:ext cx="424145" cy="143398"/>
            </a:xfrm>
            <a:prstGeom prst="rect">
              <a:avLst/>
            </a:prstGeom>
            <a:solidFill>
              <a:srgbClr val="FFFFFF"/>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000" b="0" i="0" u="none" strike="noStrike" kern="0" cap="none" spc="0" normalizeH="0" baseline="0" noProof="0">
                  <a:ln>
                    <a:noFill/>
                  </a:ln>
                  <a:solidFill>
                    <a:srgbClr val="000000"/>
                  </a:solidFill>
                  <a:effectLst/>
                  <a:uLnTx/>
                  <a:uFillTx/>
                  <a:latin typeface="Meiryo UI" pitchFamily="34" charset="0"/>
                  <a:ea typeface="Meiryo UI"/>
                  <a:cs typeface="Meiryo UI" pitchFamily="34" charset="-120"/>
                </a:rPr>
                <a:t>4</a:t>
              </a:r>
              <a:endParaRPr kumimoji="0" lang="en-US" sz="1000" b="0" i="0" u="none" strike="noStrike" kern="0" cap="none" spc="0" normalizeH="0" baseline="0" noProof="0">
                <a:ln>
                  <a:noFill/>
                </a:ln>
                <a:solidFill>
                  <a:prstClr val="black"/>
                </a:solidFill>
                <a:effectLst/>
                <a:uLnTx/>
                <a:uFillTx/>
                <a:latin typeface="Meiryo UI"/>
                <a:ea typeface="Meiryo UI"/>
                <a:cs typeface="+mn-cs"/>
              </a:endParaRPr>
            </a:p>
          </p:txBody>
        </p:sp>
        <p:sp>
          <p:nvSpPr>
            <p:cNvPr id="278" name="shape_103">
              <a:extLst>
                <a:ext uri="{FF2B5EF4-FFF2-40B4-BE49-F238E27FC236}">
                  <a16:creationId xmlns:a16="http://schemas.microsoft.com/office/drawing/2014/main" id="{B9B2232F-8D0C-6C3B-CB00-AF77AE8DBE92}"/>
                </a:ext>
              </a:extLst>
            </p:cNvPr>
            <p:cNvSpPr/>
            <p:nvPr>
              <p:custDataLst>
                <p:tags r:id="rId11"/>
              </p:custDataLst>
            </p:nvPr>
          </p:nvSpPr>
          <p:spPr>
            <a:xfrm>
              <a:off x="1526092" y="2201324"/>
              <a:ext cx="424145" cy="143398"/>
            </a:xfrm>
            <a:prstGeom prst="rect">
              <a:avLst/>
            </a:prstGeom>
            <a:solidFill>
              <a:srgbClr val="FFFFFF"/>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000" b="0" i="0" u="none" strike="noStrike" kern="0" cap="none" spc="0" normalizeH="0" baseline="0" noProof="0">
                  <a:ln>
                    <a:noFill/>
                  </a:ln>
                  <a:solidFill>
                    <a:srgbClr val="000000"/>
                  </a:solidFill>
                  <a:effectLst/>
                  <a:uLnTx/>
                  <a:uFillTx/>
                  <a:latin typeface="Meiryo UI" pitchFamily="34" charset="0"/>
                  <a:ea typeface="Meiryo UI"/>
                  <a:cs typeface="Meiryo UI" pitchFamily="34" charset="-120"/>
                </a:rPr>
                <a:t>11</a:t>
              </a:r>
              <a:endParaRPr kumimoji="0" lang="en-US" sz="1000" b="0" i="0" u="none" strike="noStrike" kern="0" cap="none" spc="0" normalizeH="0" baseline="0" noProof="0">
                <a:ln>
                  <a:noFill/>
                </a:ln>
                <a:solidFill>
                  <a:prstClr val="black"/>
                </a:solidFill>
                <a:effectLst/>
                <a:uLnTx/>
                <a:uFillTx/>
                <a:latin typeface="Meiryo UI"/>
                <a:ea typeface="Meiryo UI"/>
                <a:cs typeface="+mn-cs"/>
              </a:endParaRPr>
            </a:p>
          </p:txBody>
        </p:sp>
        <p:sp>
          <p:nvSpPr>
            <p:cNvPr id="279" name="shape_104">
              <a:extLst>
                <a:ext uri="{FF2B5EF4-FFF2-40B4-BE49-F238E27FC236}">
                  <a16:creationId xmlns:a16="http://schemas.microsoft.com/office/drawing/2014/main" id="{881749D5-5A60-EE3D-07BD-0737F422266E}"/>
                </a:ext>
              </a:extLst>
            </p:cNvPr>
            <p:cNvSpPr/>
            <p:nvPr>
              <p:custDataLst>
                <p:tags r:id="rId12"/>
              </p:custDataLst>
            </p:nvPr>
          </p:nvSpPr>
          <p:spPr>
            <a:xfrm>
              <a:off x="1950237" y="2201324"/>
              <a:ext cx="424145" cy="143398"/>
            </a:xfrm>
            <a:prstGeom prst="rect">
              <a:avLst/>
            </a:prstGeom>
            <a:solidFill>
              <a:srgbClr val="FFFFFF"/>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000" b="0" i="0" u="none" strike="noStrike" kern="0" cap="none" spc="0" normalizeH="0" baseline="0" noProof="0">
                  <a:ln>
                    <a:noFill/>
                  </a:ln>
                  <a:solidFill>
                    <a:srgbClr val="000000"/>
                  </a:solidFill>
                  <a:effectLst/>
                  <a:uLnTx/>
                  <a:uFillTx/>
                  <a:latin typeface="Meiryo UI" pitchFamily="34" charset="0"/>
                  <a:ea typeface="Meiryo UI"/>
                  <a:cs typeface="Meiryo UI" pitchFamily="34" charset="-120"/>
                </a:rPr>
                <a:t>18</a:t>
              </a:r>
              <a:endParaRPr kumimoji="0" lang="en-US" sz="1000" b="0" i="0" u="none" strike="noStrike" kern="0" cap="none" spc="0" normalizeH="0" baseline="0" noProof="0">
                <a:ln>
                  <a:noFill/>
                </a:ln>
                <a:solidFill>
                  <a:prstClr val="black"/>
                </a:solidFill>
                <a:effectLst/>
                <a:uLnTx/>
                <a:uFillTx/>
                <a:latin typeface="Meiryo UI"/>
                <a:ea typeface="Meiryo UI"/>
                <a:cs typeface="+mn-cs"/>
              </a:endParaRPr>
            </a:p>
          </p:txBody>
        </p:sp>
        <p:sp>
          <p:nvSpPr>
            <p:cNvPr id="280" name="shape_105">
              <a:extLst>
                <a:ext uri="{FF2B5EF4-FFF2-40B4-BE49-F238E27FC236}">
                  <a16:creationId xmlns:a16="http://schemas.microsoft.com/office/drawing/2014/main" id="{CA978FEB-2758-E3DA-7EEF-99E017E289E0}"/>
                </a:ext>
              </a:extLst>
            </p:cNvPr>
            <p:cNvSpPr/>
            <p:nvPr>
              <p:custDataLst>
                <p:tags r:id="rId13"/>
              </p:custDataLst>
            </p:nvPr>
          </p:nvSpPr>
          <p:spPr>
            <a:xfrm>
              <a:off x="2374385" y="2201324"/>
              <a:ext cx="424145" cy="143398"/>
            </a:xfrm>
            <a:prstGeom prst="rect">
              <a:avLst/>
            </a:prstGeom>
            <a:solidFill>
              <a:srgbClr val="FFFFFF"/>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000" b="0" i="0" u="none" strike="noStrike" kern="0" cap="none" spc="0" normalizeH="0" baseline="0" noProof="0">
                  <a:ln>
                    <a:noFill/>
                  </a:ln>
                  <a:solidFill>
                    <a:srgbClr val="000000"/>
                  </a:solidFill>
                  <a:effectLst/>
                  <a:uLnTx/>
                  <a:uFillTx/>
                  <a:latin typeface="Meiryo UI" pitchFamily="34" charset="0"/>
                  <a:ea typeface="Meiryo UI"/>
                  <a:cs typeface="Meiryo UI" pitchFamily="34" charset="-120"/>
                </a:rPr>
                <a:t>25</a:t>
              </a:r>
              <a:endParaRPr kumimoji="0" lang="en-US" sz="1000" b="0" i="0" u="none" strike="noStrike" kern="0" cap="none" spc="0" normalizeH="0" baseline="0" noProof="0">
                <a:ln>
                  <a:noFill/>
                </a:ln>
                <a:solidFill>
                  <a:prstClr val="black"/>
                </a:solidFill>
                <a:effectLst/>
                <a:uLnTx/>
                <a:uFillTx/>
                <a:latin typeface="Meiryo UI"/>
                <a:ea typeface="Meiryo UI"/>
                <a:cs typeface="+mn-cs"/>
              </a:endParaRPr>
            </a:p>
          </p:txBody>
        </p:sp>
        <p:sp>
          <p:nvSpPr>
            <p:cNvPr id="281" name="shape_106">
              <a:extLst>
                <a:ext uri="{FF2B5EF4-FFF2-40B4-BE49-F238E27FC236}">
                  <a16:creationId xmlns:a16="http://schemas.microsoft.com/office/drawing/2014/main" id="{8B4893B6-D987-E14F-FE58-ED382B6D6476}"/>
                </a:ext>
              </a:extLst>
            </p:cNvPr>
            <p:cNvSpPr/>
            <p:nvPr>
              <p:custDataLst>
                <p:tags r:id="rId14"/>
              </p:custDataLst>
            </p:nvPr>
          </p:nvSpPr>
          <p:spPr>
            <a:xfrm>
              <a:off x="2798533" y="2201324"/>
              <a:ext cx="424145" cy="143398"/>
            </a:xfrm>
            <a:prstGeom prst="rect">
              <a:avLst/>
            </a:prstGeom>
            <a:solidFill>
              <a:srgbClr val="FFFFFF"/>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000" b="0" i="0" u="none" strike="noStrike" kern="0" cap="none" spc="0" normalizeH="0" baseline="0" noProof="0">
                  <a:ln>
                    <a:noFill/>
                  </a:ln>
                  <a:solidFill>
                    <a:srgbClr val="000000"/>
                  </a:solidFill>
                  <a:effectLst/>
                  <a:uLnTx/>
                  <a:uFillTx/>
                  <a:latin typeface="Meiryo UI" pitchFamily="34" charset="0"/>
                  <a:ea typeface="Meiryo UI"/>
                  <a:cs typeface="Meiryo UI" pitchFamily="34" charset="-120"/>
                </a:rPr>
                <a:t>1</a:t>
              </a:r>
              <a:endParaRPr kumimoji="0" lang="en-US" sz="1000" b="0" i="0" u="none" strike="noStrike" kern="0" cap="none" spc="0" normalizeH="0" baseline="0" noProof="0">
                <a:ln>
                  <a:noFill/>
                </a:ln>
                <a:solidFill>
                  <a:prstClr val="black"/>
                </a:solidFill>
                <a:effectLst/>
                <a:uLnTx/>
                <a:uFillTx/>
                <a:latin typeface="Meiryo UI"/>
                <a:ea typeface="Meiryo UI"/>
                <a:cs typeface="+mn-cs"/>
              </a:endParaRPr>
            </a:p>
          </p:txBody>
        </p:sp>
        <p:sp>
          <p:nvSpPr>
            <p:cNvPr id="282" name="shape_107">
              <a:extLst>
                <a:ext uri="{FF2B5EF4-FFF2-40B4-BE49-F238E27FC236}">
                  <a16:creationId xmlns:a16="http://schemas.microsoft.com/office/drawing/2014/main" id="{FA190065-E528-AD91-9166-8005FE1DDD9C}"/>
                </a:ext>
              </a:extLst>
            </p:cNvPr>
            <p:cNvSpPr/>
            <p:nvPr>
              <p:custDataLst>
                <p:tags r:id="rId15"/>
              </p:custDataLst>
            </p:nvPr>
          </p:nvSpPr>
          <p:spPr>
            <a:xfrm>
              <a:off x="3222681" y="2201324"/>
              <a:ext cx="424145" cy="143398"/>
            </a:xfrm>
            <a:prstGeom prst="rect">
              <a:avLst/>
            </a:prstGeom>
            <a:solidFill>
              <a:srgbClr val="FFFFFF"/>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000" b="0" i="0" u="none" strike="noStrike" kern="0" cap="none" spc="0" normalizeH="0" baseline="0" noProof="0">
                  <a:ln>
                    <a:noFill/>
                  </a:ln>
                  <a:solidFill>
                    <a:srgbClr val="000000"/>
                  </a:solidFill>
                  <a:effectLst/>
                  <a:uLnTx/>
                  <a:uFillTx/>
                  <a:latin typeface="Meiryo UI" pitchFamily="34" charset="0"/>
                  <a:ea typeface="Meiryo UI"/>
                  <a:cs typeface="Meiryo UI" pitchFamily="34" charset="-120"/>
                </a:rPr>
                <a:t>8</a:t>
              </a:r>
              <a:endParaRPr kumimoji="0" lang="en-US" sz="1000" b="0" i="0" u="none" strike="noStrike" kern="0" cap="none" spc="0" normalizeH="0" baseline="0" noProof="0">
                <a:ln>
                  <a:noFill/>
                </a:ln>
                <a:solidFill>
                  <a:prstClr val="black"/>
                </a:solidFill>
                <a:effectLst/>
                <a:uLnTx/>
                <a:uFillTx/>
                <a:latin typeface="Meiryo UI"/>
                <a:ea typeface="Meiryo UI"/>
                <a:cs typeface="+mn-cs"/>
              </a:endParaRPr>
            </a:p>
          </p:txBody>
        </p:sp>
        <p:sp>
          <p:nvSpPr>
            <p:cNvPr id="283" name="shape_108">
              <a:extLst>
                <a:ext uri="{FF2B5EF4-FFF2-40B4-BE49-F238E27FC236}">
                  <a16:creationId xmlns:a16="http://schemas.microsoft.com/office/drawing/2014/main" id="{5EBE1DF5-3CE6-4861-32CC-68D27D179343}"/>
                </a:ext>
              </a:extLst>
            </p:cNvPr>
            <p:cNvSpPr/>
            <p:nvPr>
              <p:custDataLst>
                <p:tags r:id="rId16"/>
              </p:custDataLst>
            </p:nvPr>
          </p:nvSpPr>
          <p:spPr>
            <a:xfrm>
              <a:off x="3646826" y="2201324"/>
              <a:ext cx="424145" cy="143398"/>
            </a:xfrm>
            <a:prstGeom prst="rect">
              <a:avLst/>
            </a:prstGeom>
            <a:solidFill>
              <a:srgbClr val="FFFFFF"/>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000" b="0" i="0" u="none" strike="noStrike" kern="0" cap="none" spc="0" normalizeH="0" baseline="0" noProof="0">
                  <a:ln>
                    <a:noFill/>
                  </a:ln>
                  <a:solidFill>
                    <a:srgbClr val="000000"/>
                  </a:solidFill>
                  <a:effectLst/>
                  <a:uLnTx/>
                  <a:uFillTx/>
                  <a:latin typeface="Meiryo UI" pitchFamily="34" charset="0"/>
                  <a:ea typeface="Meiryo UI"/>
                  <a:cs typeface="Meiryo UI" pitchFamily="34" charset="-120"/>
                </a:rPr>
                <a:t>15</a:t>
              </a:r>
              <a:endParaRPr kumimoji="0" lang="en-US" sz="1000" b="0" i="0" u="none" strike="noStrike" kern="0" cap="none" spc="0" normalizeH="0" baseline="0" noProof="0">
                <a:ln>
                  <a:noFill/>
                </a:ln>
                <a:solidFill>
                  <a:prstClr val="black"/>
                </a:solidFill>
                <a:effectLst/>
                <a:uLnTx/>
                <a:uFillTx/>
                <a:latin typeface="Meiryo UI"/>
                <a:ea typeface="Meiryo UI"/>
                <a:cs typeface="+mn-cs"/>
              </a:endParaRPr>
            </a:p>
          </p:txBody>
        </p:sp>
        <p:sp>
          <p:nvSpPr>
            <p:cNvPr id="284" name="shape_109">
              <a:extLst>
                <a:ext uri="{FF2B5EF4-FFF2-40B4-BE49-F238E27FC236}">
                  <a16:creationId xmlns:a16="http://schemas.microsoft.com/office/drawing/2014/main" id="{12CFE749-7819-C01B-6A9D-E7D00BAFC377}"/>
                </a:ext>
              </a:extLst>
            </p:cNvPr>
            <p:cNvSpPr/>
            <p:nvPr>
              <p:custDataLst>
                <p:tags r:id="rId17"/>
              </p:custDataLst>
            </p:nvPr>
          </p:nvSpPr>
          <p:spPr>
            <a:xfrm>
              <a:off x="4070974" y="2201324"/>
              <a:ext cx="424145" cy="143398"/>
            </a:xfrm>
            <a:prstGeom prst="rect">
              <a:avLst/>
            </a:prstGeom>
            <a:solidFill>
              <a:srgbClr val="FFFFFF"/>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000" b="0" i="0" u="none" strike="noStrike" kern="0" cap="none" spc="0" normalizeH="0" baseline="0" noProof="0">
                  <a:ln>
                    <a:noFill/>
                  </a:ln>
                  <a:solidFill>
                    <a:srgbClr val="000000"/>
                  </a:solidFill>
                  <a:effectLst/>
                  <a:uLnTx/>
                  <a:uFillTx/>
                  <a:latin typeface="Meiryo UI" pitchFamily="34" charset="0"/>
                  <a:ea typeface="Meiryo UI"/>
                  <a:cs typeface="Meiryo UI" pitchFamily="34" charset="-120"/>
                </a:rPr>
                <a:t>22</a:t>
              </a:r>
              <a:endParaRPr kumimoji="0" lang="en-US" sz="1000" b="0" i="0" u="none" strike="noStrike" kern="0" cap="none" spc="0" normalizeH="0" baseline="0" noProof="0">
                <a:ln>
                  <a:noFill/>
                </a:ln>
                <a:solidFill>
                  <a:prstClr val="black"/>
                </a:solidFill>
                <a:effectLst/>
                <a:uLnTx/>
                <a:uFillTx/>
                <a:latin typeface="Meiryo UI"/>
                <a:ea typeface="Meiryo UI"/>
                <a:cs typeface="+mn-cs"/>
              </a:endParaRPr>
            </a:p>
          </p:txBody>
        </p:sp>
        <p:sp>
          <p:nvSpPr>
            <p:cNvPr id="285" name="shape_110">
              <a:extLst>
                <a:ext uri="{FF2B5EF4-FFF2-40B4-BE49-F238E27FC236}">
                  <a16:creationId xmlns:a16="http://schemas.microsoft.com/office/drawing/2014/main" id="{32A28673-9B29-2D8F-D0AA-48B5A6DCC055}"/>
                </a:ext>
              </a:extLst>
            </p:cNvPr>
            <p:cNvSpPr/>
            <p:nvPr>
              <p:custDataLst>
                <p:tags r:id="rId18"/>
              </p:custDataLst>
            </p:nvPr>
          </p:nvSpPr>
          <p:spPr>
            <a:xfrm>
              <a:off x="4495122" y="2201324"/>
              <a:ext cx="424145" cy="143398"/>
            </a:xfrm>
            <a:prstGeom prst="rect">
              <a:avLst/>
            </a:prstGeom>
            <a:solidFill>
              <a:srgbClr val="FFFFFF"/>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000" b="0" i="0" u="none" strike="noStrike" kern="0" cap="none" spc="0" normalizeH="0" baseline="0" noProof="0">
                  <a:ln>
                    <a:noFill/>
                  </a:ln>
                  <a:solidFill>
                    <a:srgbClr val="000000"/>
                  </a:solidFill>
                  <a:effectLst/>
                  <a:uLnTx/>
                  <a:uFillTx/>
                  <a:latin typeface="Meiryo UI" pitchFamily="34" charset="0"/>
                  <a:ea typeface="Meiryo UI"/>
                  <a:cs typeface="Meiryo UI" pitchFamily="34" charset="-120"/>
                </a:rPr>
                <a:t>29</a:t>
              </a:r>
              <a:endParaRPr kumimoji="0" lang="en-US" sz="1000" b="0" i="0" u="none" strike="noStrike" kern="0" cap="none" spc="0" normalizeH="0" baseline="0" noProof="0">
                <a:ln>
                  <a:noFill/>
                </a:ln>
                <a:solidFill>
                  <a:prstClr val="black"/>
                </a:solidFill>
                <a:effectLst/>
                <a:uLnTx/>
                <a:uFillTx/>
                <a:latin typeface="Meiryo UI"/>
                <a:ea typeface="Meiryo UI"/>
                <a:cs typeface="+mn-cs"/>
              </a:endParaRPr>
            </a:p>
          </p:txBody>
        </p:sp>
        <p:sp>
          <p:nvSpPr>
            <p:cNvPr id="286" name="shape_111">
              <a:extLst>
                <a:ext uri="{FF2B5EF4-FFF2-40B4-BE49-F238E27FC236}">
                  <a16:creationId xmlns:a16="http://schemas.microsoft.com/office/drawing/2014/main" id="{C3C2A9F0-05D1-C3CE-A0FE-47760F06BFB0}"/>
                </a:ext>
              </a:extLst>
            </p:cNvPr>
            <p:cNvSpPr/>
            <p:nvPr>
              <p:custDataLst>
                <p:tags r:id="rId19"/>
              </p:custDataLst>
            </p:nvPr>
          </p:nvSpPr>
          <p:spPr>
            <a:xfrm>
              <a:off x="4919268" y="2201324"/>
              <a:ext cx="424145" cy="143398"/>
            </a:xfrm>
            <a:prstGeom prst="rect">
              <a:avLst/>
            </a:prstGeom>
            <a:solidFill>
              <a:srgbClr val="FFFFFF"/>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000" b="0" i="0" u="none" strike="noStrike" kern="0" cap="none" spc="0" normalizeH="0" baseline="0" noProof="0">
                  <a:ln>
                    <a:noFill/>
                  </a:ln>
                  <a:solidFill>
                    <a:srgbClr val="000000"/>
                  </a:solidFill>
                  <a:effectLst/>
                  <a:uLnTx/>
                  <a:uFillTx/>
                  <a:latin typeface="Meiryo UI" pitchFamily="34" charset="0"/>
                  <a:ea typeface="Meiryo UI"/>
                  <a:cs typeface="Meiryo UI" pitchFamily="34" charset="-120"/>
                </a:rPr>
                <a:t>6</a:t>
              </a:r>
              <a:endParaRPr kumimoji="0" lang="en-US" sz="1000" b="0" i="0" u="none" strike="noStrike" kern="0" cap="none" spc="0" normalizeH="0" baseline="0" noProof="0">
                <a:ln>
                  <a:noFill/>
                </a:ln>
                <a:solidFill>
                  <a:prstClr val="black"/>
                </a:solidFill>
                <a:effectLst/>
                <a:uLnTx/>
                <a:uFillTx/>
                <a:latin typeface="Meiryo UI"/>
                <a:ea typeface="Meiryo UI"/>
                <a:cs typeface="+mn-cs"/>
              </a:endParaRPr>
            </a:p>
          </p:txBody>
        </p:sp>
        <p:sp>
          <p:nvSpPr>
            <p:cNvPr id="287" name="shape_112">
              <a:extLst>
                <a:ext uri="{FF2B5EF4-FFF2-40B4-BE49-F238E27FC236}">
                  <a16:creationId xmlns:a16="http://schemas.microsoft.com/office/drawing/2014/main" id="{63D1D520-DF3B-A702-23CA-F74B01848041}"/>
                </a:ext>
              </a:extLst>
            </p:cNvPr>
            <p:cNvSpPr/>
            <p:nvPr>
              <p:custDataLst>
                <p:tags r:id="rId20"/>
              </p:custDataLst>
            </p:nvPr>
          </p:nvSpPr>
          <p:spPr>
            <a:xfrm>
              <a:off x="5343419" y="2201324"/>
              <a:ext cx="424145" cy="143398"/>
            </a:xfrm>
            <a:prstGeom prst="rect">
              <a:avLst/>
            </a:prstGeom>
            <a:solidFill>
              <a:srgbClr val="FFFFFF"/>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000" b="0" i="0" u="none" strike="noStrike" kern="0" cap="none" spc="0" normalizeH="0" baseline="0" noProof="0">
                  <a:ln>
                    <a:noFill/>
                  </a:ln>
                  <a:solidFill>
                    <a:srgbClr val="000000"/>
                  </a:solidFill>
                  <a:effectLst/>
                  <a:uLnTx/>
                  <a:uFillTx/>
                  <a:latin typeface="Meiryo UI" pitchFamily="34" charset="0"/>
                  <a:ea typeface="Meiryo UI"/>
                  <a:cs typeface="Meiryo UI" pitchFamily="34" charset="-120"/>
                </a:rPr>
                <a:t>13</a:t>
              </a:r>
              <a:endParaRPr kumimoji="0" lang="en-US" sz="1000" b="0" i="0" u="none" strike="noStrike" kern="0" cap="none" spc="0" normalizeH="0" baseline="0" noProof="0">
                <a:ln>
                  <a:noFill/>
                </a:ln>
                <a:solidFill>
                  <a:prstClr val="black"/>
                </a:solidFill>
                <a:effectLst/>
                <a:uLnTx/>
                <a:uFillTx/>
                <a:latin typeface="Meiryo UI"/>
                <a:ea typeface="Meiryo UI"/>
                <a:cs typeface="+mn-cs"/>
              </a:endParaRPr>
            </a:p>
          </p:txBody>
        </p:sp>
        <p:sp>
          <p:nvSpPr>
            <p:cNvPr id="288" name="shape_113">
              <a:extLst>
                <a:ext uri="{FF2B5EF4-FFF2-40B4-BE49-F238E27FC236}">
                  <a16:creationId xmlns:a16="http://schemas.microsoft.com/office/drawing/2014/main" id="{10FCBC88-2BA0-70D3-6DC4-DC8B9B78BECC}"/>
                </a:ext>
              </a:extLst>
            </p:cNvPr>
            <p:cNvSpPr/>
            <p:nvPr>
              <p:custDataLst>
                <p:tags r:id="rId21"/>
              </p:custDataLst>
            </p:nvPr>
          </p:nvSpPr>
          <p:spPr>
            <a:xfrm>
              <a:off x="5767564" y="2201324"/>
              <a:ext cx="424145" cy="143398"/>
            </a:xfrm>
            <a:prstGeom prst="rect">
              <a:avLst/>
            </a:prstGeom>
            <a:solidFill>
              <a:srgbClr val="FFFFFF"/>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000" b="0" i="0" u="none" strike="noStrike" kern="0" cap="none" spc="0" normalizeH="0" baseline="0" noProof="0">
                  <a:ln>
                    <a:noFill/>
                  </a:ln>
                  <a:solidFill>
                    <a:srgbClr val="000000"/>
                  </a:solidFill>
                  <a:effectLst/>
                  <a:uLnTx/>
                  <a:uFillTx/>
                  <a:latin typeface="Meiryo UI" pitchFamily="34" charset="0"/>
                  <a:ea typeface="Meiryo UI"/>
                  <a:cs typeface="Meiryo UI" pitchFamily="34" charset="-120"/>
                </a:rPr>
                <a:t>20</a:t>
              </a:r>
              <a:endParaRPr kumimoji="0" lang="en-US" sz="1000" b="0" i="0" u="none" strike="noStrike" kern="0" cap="none" spc="0" normalizeH="0" baseline="0" noProof="0">
                <a:ln>
                  <a:noFill/>
                </a:ln>
                <a:solidFill>
                  <a:prstClr val="black"/>
                </a:solidFill>
                <a:effectLst/>
                <a:uLnTx/>
                <a:uFillTx/>
                <a:latin typeface="Meiryo UI"/>
                <a:ea typeface="Meiryo UI"/>
                <a:cs typeface="+mn-cs"/>
              </a:endParaRPr>
            </a:p>
          </p:txBody>
        </p:sp>
        <p:sp>
          <p:nvSpPr>
            <p:cNvPr id="289" name="shape_114">
              <a:extLst>
                <a:ext uri="{FF2B5EF4-FFF2-40B4-BE49-F238E27FC236}">
                  <a16:creationId xmlns:a16="http://schemas.microsoft.com/office/drawing/2014/main" id="{E12B3B67-014F-145A-24C2-F556E5AFE8B3}"/>
                </a:ext>
              </a:extLst>
            </p:cNvPr>
            <p:cNvSpPr/>
            <p:nvPr>
              <p:custDataLst>
                <p:tags r:id="rId22"/>
              </p:custDataLst>
            </p:nvPr>
          </p:nvSpPr>
          <p:spPr>
            <a:xfrm>
              <a:off x="6191712" y="2201324"/>
              <a:ext cx="424145" cy="143398"/>
            </a:xfrm>
            <a:prstGeom prst="rect">
              <a:avLst/>
            </a:prstGeom>
            <a:solidFill>
              <a:srgbClr val="FFFFFF"/>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000" b="0" i="0" u="none" strike="noStrike" kern="0" cap="none" spc="0" normalizeH="0" baseline="0" noProof="0">
                  <a:ln>
                    <a:noFill/>
                  </a:ln>
                  <a:solidFill>
                    <a:srgbClr val="000000"/>
                  </a:solidFill>
                  <a:effectLst/>
                  <a:uLnTx/>
                  <a:uFillTx/>
                  <a:latin typeface="Meiryo UI" pitchFamily="34" charset="0"/>
                  <a:ea typeface="Meiryo UI"/>
                  <a:cs typeface="Meiryo UI" pitchFamily="34" charset="-120"/>
                </a:rPr>
                <a:t>27</a:t>
              </a:r>
              <a:endParaRPr kumimoji="0" lang="en-US" sz="1000" b="0" i="0" u="none" strike="noStrike" kern="0" cap="none" spc="0" normalizeH="0" baseline="0" noProof="0">
                <a:ln>
                  <a:noFill/>
                </a:ln>
                <a:solidFill>
                  <a:prstClr val="black"/>
                </a:solidFill>
                <a:effectLst/>
                <a:uLnTx/>
                <a:uFillTx/>
                <a:latin typeface="Meiryo UI"/>
                <a:ea typeface="Meiryo UI"/>
                <a:cs typeface="+mn-cs"/>
              </a:endParaRPr>
            </a:p>
          </p:txBody>
        </p:sp>
        <p:sp>
          <p:nvSpPr>
            <p:cNvPr id="290" name="shape_115">
              <a:extLst>
                <a:ext uri="{FF2B5EF4-FFF2-40B4-BE49-F238E27FC236}">
                  <a16:creationId xmlns:a16="http://schemas.microsoft.com/office/drawing/2014/main" id="{FE90BA54-59B5-FF2D-DA46-45531BCE9827}"/>
                </a:ext>
              </a:extLst>
            </p:cNvPr>
            <p:cNvSpPr/>
            <p:nvPr>
              <p:custDataLst>
                <p:tags r:id="rId23"/>
              </p:custDataLst>
            </p:nvPr>
          </p:nvSpPr>
          <p:spPr>
            <a:xfrm>
              <a:off x="6615860" y="2201324"/>
              <a:ext cx="424145" cy="143398"/>
            </a:xfrm>
            <a:prstGeom prst="rect">
              <a:avLst/>
            </a:prstGeom>
            <a:solidFill>
              <a:srgbClr val="FFFFFF"/>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000" b="0" i="0" u="none" strike="noStrike" kern="0" cap="none" spc="0" normalizeH="0" baseline="0" noProof="0">
                  <a:ln>
                    <a:noFill/>
                  </a:ln>
                  <a:solidFill>
                    <a:srgbClr val="000000"/>
                  </a:solidFill>
                  <a:effectLst/>
                  <a:uLnTx/>
                  <a:uFillTx/>
                  <a:latin typeface="Meiryo UI" pitchFamily="34" charset="0"/>
                  <a:ea typeface="Meiryo UI"/>
                  <a:cs typeface="Meiryo UI" pitchFamily="34" charset="-120"/>
                </a:rPr>
                <a:t>3</a:t>
              </a:r>
              <a:endParaRPr kumimoji="0" lang="en-US" sz="1000" b="0" i="0" u="none" strike="noStrike" kern="0" cap="none" spc="0" normalizeH="0" baseline="0" noProof="0">
                <a:ln>
                  <a:noFill/>
                </a:ln>
                <a:solidFill>
                  <a:prstClr val="black"/>
                </a:solidFill>
                <a:effectLst/>
                <a:uLnTx/>
                <a:uFillTx/>
                <a:latin typeface="Meiryo UI"/>
                <a:ea typeface="Meiryo UI"/>
                <a:cs typeface="+mn-cs"/>
              </a:endParaRPr>
            </a:p>
          </p:txBody>
        </p:sp>
        <p:sp>
          <p:nvSpPr>
            <p:cNvPr id="291" name="shape_116">
              <a:extLst>
                <a:ext uri="{FF2B5EF4-FFF2-40B4-BE49-F238E27FC236}">
                  <a16:creationId xmlns:a16="http://schemas.microsoft.com/office/drawing/2014/main" id="{50B987F0-2237-F9D5-5E4A-F4FD4D5C0160}"/>
                </a:ext>
              </a:extLst>
            </p:cNvPr>
            <p:cNvSpPr/>
            <p:nvPr>
              <p:custDataLst>
                <p:tags r:id="rId24"/>
              </p:custDataLst>
            </p:nvPr>
          </p:nvSpPr>
          <p:spPr>
            <a:xfrm>
              <a:off x="7040006" y="2201324"/>
              <a:ext cx="424145" cy="143398"/>
            </a:xfrm>
            <a:prstGeom prst="rect">
              <a:avLst/>
            </a:prstGeom>
            <a:solidFill>
              <a:srgbClr val="FFFFFF"/>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000" b="0" i="0" u="none" strike="noStrike" kern="0" cap="none" spc="0" normalizeH="0" baseline="0" noProof="0">
                  <a:ln>
                    <a:noFill/>
                  </a:ln>
                  <a:solidFill>
                    <a:srgbClr val="000000"/>
                  </a:solidFill>
                  <a:effectLst/>
                  <a:uLnTx/>
                  <a:uFillTx/>
                  <a:latin typeface="Meiryo UI" pitchFamily="34" charset="0"/>
                  <a:ea typeface="Meiryo UI"/>
                  <a:cs typeface="Meiryo UI" pitchFamily="34" charset="-120"/>
                </a:rPr>
                <a:t>10</a:t>
              </a:r>
              <a:endParaRPr kumimoji="0" lang="en-US" sz="1000" b="0" i="0" u="none" strike="noStrike" kern="0" cap="none" spc="0" normalizeH="0" baseline="0" noProof="0">
                <a:ln>
                  <a:noFill/>
                </a:ln>
                <a:solidFill>
                  <a:prstClr val="black"/>
                </a:solidFill>
                <a:effectLst/>
                <a:uLnTx/>
                <a:uFillTx/>
                <a:latin typeface="Meiryo UI"/>
                <a:ea typeface="Meiryo UI"/>
                <a:cs typeface="+mn-cs"/>
              </a:endParaRPr>
            </a:p>
          </p:txBody>
        </p:sp>
        <p:sp>
          <p:nvSpPr>
            <p:cNvPr id="292" name="shape_117">
              <a:extLst>
                <a:ext uri="{FF2B5EF4-FFF2-40B4-BE49-F238E27FC236}">
                  <a16:creationId xmlns:a16="http://schemas.microsoft.com/office/drawing/2014/main" id="{072DECF2-A438-F3B0-CE09-176ECFD039F2}"/>
                </a:ext>
              </a:extLst>
            </p:cNvPr>
            <p:cNvSpPr/>
            <p:nvPr>
              <p:custDataLst>
                <p:tags r:id="rId25"/>
              </p:custDataLst>
            </p:nvPr>
          </p:nvSpPr>
          <p:spPr>
            <a:xfrm>
              <a:off x="7464154" y="2201324"/>
              <a:ext cx="424145" cy="143398"/>
            </a:xfrm>
            <a:prstGeom prst="rect">
              <a:avLst/>
            </a:prstGeom>
            <a:solidFill>
              <a:srgbClr val="FFFFFF"/>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000" b="0" i="0" u="none" strike="noStrike" kern="0" cap="none" spc="0" normalizeH="0" baseline="0" noProof="0">
                  <a:ln>
                    <a:noFill/>
                  </a:ln>
                  <a:solidFill>
                    <a:srgbClr val="000000"/>
                  </a:solidFill>
                  <a:effectLst/>
                  <a:uLnTx/>
                  <a:uFillTx/>
                  <a:latin typeface="Meiryo UI" pitchFamily="34" charset="0"/>
                  <a:ea typeface="Meiryo UI"/>
                  <a:cs typeface="Meiryo UI" pitchFamily="34" charset="-120"/>
                </a:rPr>
                <a:t>17</a:t>
              </a:r>
              <a:endParaRPr kumimoji="0" lang="en-US" sz="1000" b="0" i="0" u="none" strike="noStrike" kern="0" cap="none" spc="0" normalizeH="0" baseline="0" noProof="0">
                <a:ln>
                  <a:noFill/>
                </a:ln>
                <a:solidFill>
                  <a:prstClr val="black"/>
                </a:solidFill>
                <a:effectLst/>
                <a:uLnTx/>
                <a:uFillTx/>
                <a:latin typeface="Meiryo UI"/>
                <a:ea typeface="Meiryo UI"/>
                <a:cs typeface="+mn-cs"/>
              </a:endParaRPr>
            </a:p>
          </p:txBody>
        </p:sp>
        <p:sp>
          <p:nvSpPr>
            <p:cNvPr id="293" name="shape_118">
              <a:extLst>
                <a:ext uri="{FF2B5EF4-FFF2-40B4-BE49-F238E27FC236}">
                  <a16:creationId xmlns:a16="http://schemas.microsoft.com/office/drawing/2014/main" id="{F0903F0D-CF2A-66EE-6ABA-D3819650976A}"/>
                </a:ext>
              </a:extLst>
            </p:cNvPr>
            <p:cNvSpPr/>
            <p:nvPr>
              <p:custDataLst>
                <p:tags r:id="rId26"/>
              </p:custDataLst>
            </p:nvPr>
          </p:nvSpPr>
          <p:spPr>
            <a:xfrm>
              <a:off x="7888301" y="2201324"/>
              <a:ext cx="424145" cy="143398"/>
            </a:xfrm>
            <a:prstGeom prst="rect">
              <a:avLst/>
            </a:prstGeom>
            <a:solidFill>
              <a:srgbClr val="FFFFFF"/>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000" b="0" i="0" u="none" strike="noStrike" kern="0" cap="none" spc="0" normalizeH="0" baseline="0" noProof="0">
                  <a:ln>
                    <a:noFill/>
                  </a:ln>
                  <a:solidFill>
                    <a:srgbClr val="000000"/>
                  </a:solidFill>
                  <a:effectLst/>
                  <a:uLnTx/>
                  <a:uFillTx/>
                  <a:latin typeface="Meiryo UI" pitchFamily="34" charset="0"/>
                  <a:ea typeface="Meiryo UI"/>
                  <a:cs typeface="Meiryo UI" pitchFamily="34" charset="-120"/>
                </a:rPr>
                <a:t>24</a:t>
              </a:r>
              <a:endParaRPr kumimoji="0" lang="en-US" sz="1000" b="0" i="0" u="none" strike="noStrike" kern="0" cap="none" spc="0" normalizeH="0" baseline="0" noProof="0">
                <a:ln>
                  <a:noFill/>
                </a:ln>
                <a:solidFill>
                  <a:prstClr val="black"/>
                </a:solidFill>
                <a:effectLst/>
                <a:uLnTx/>
                <a:uFillTx/>
                <a:latin typeface="Meiryo UI"/>
                <a:ea typeface="Meiryo UI"/>
                <a:cs typeface="+mn-cs"/>
              </a:endParaRPr>
            </a:p>
          </p:txBody>
        </p:sp>
        <p:sp>
          <p:nvSpPr>
            <p:cNvPr id="294" name="shape_119">
              <a:extLst>
                <a:ext uri="{FF2B5EF4-FFF2-40B4-BE49-F238E27FC236}">
                  <a16:creationId xmlns:a16="http://schemas.microsoft.com/office/drawing/2014/main" id="{50734F3D-FB64-CDC9-B48B-427799222326}"/>
                </a:ext>
              </a:extLst>
            </p:cNvPr>
            <p:cNvSpPr/>
            <p:nvPr>
              <p:custDataLst>
                <p:tags r:id="rId27"/>
              </p:custDataLst>
            </p:nvPr>
          </p:nvSpPr>
          <p:spPr>
            <a:xfrm>
              <a:off x="8312449" y="2201324"/>
              <a:ext cx="424145" cy="143398"/>
            </a:xfrm>
            <a:prstGeom prst="rect">
              <a:avLst/>
            </a:prstGeom>
            <a:solidFill>
              <a:srgbClr val="FFFFFF"/>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000" b="0" i="0" u="none" strike="noStrike" kern="0" cap="none" spc="0" normalizeH="0" baseline="0" noProof="0">
                  <a:ln>
                    <a:noFill/>
                  </a:ln>
                  <a:solidFill>
                    <a:srgbClr val="000000"/>
                  </a:solidFill>
                  <a:effectLst/>
                  <a:uLnTx/>
                  <a:uFillTx/>
                  <a:latin typeface="Meiryo UI" pitchFamily="34" charset="0"/>
                  <a:ea typeface="Meiryo UI"/>
                  <a:cs typeface="Meiryo UI" pitchFamily="34" charset="-120"/>
                </a:rPr>
                <a:t>31</a:t>
              </a:r>
              <a:endParaRPr kumimoji="0" lang="en-US" sz="1000" b="0" i="0" u="none" strike="noStrike" kern="0" cap="none" spc="0" normalizeH="0" baseline="0" noProof="0">
                <a:ln>
                  <a:noFill/>
                </a:ln>
                <a:solidFill>
                  <a:prstClr val="black"/>
                </a:solidFill>
                <a:effectLst/>
                <a:uLnTx/>
                <a:uFillTx/>
                <a:latin typeface="Meiryo UI"/>
                <a:ea typeface="Meiryo UI"/>
                <a:cs typeface="+mn-cs"/>
              </a:endParaRPr>
            </a:p>
          </p:txBody>
        </p:sp>
        <p:sp>
          <p:nvSpPr>
            <p:cNvPr id="295" name="shape_120">
              <a:extLst>
                <a:ext uri="{FF2B5EF4-FFF2-40B4-BE49-F238E27FC236}">
                  <a16:creationId xmlns:a16="http://schemas.microsoft.com/office/drawing/2014/main" id="{53C5B339-8DDF-503C-7D74-4DDDF012F47C}"/>
                </a:ext>
              </a:extLst>
            </p:cNvPr>
            <p:cNvSpPr/>
            <p:nvPr>
              <p:custDataLst>
                <p:tags r:id="rId28"/>
              </p:custDataLst>
            </p:nvPr>
          </p:nvSpPr>
          <p:spPr>
            <a:xfrm>
              <a:off x="8736595" y="2201324"/>
              <a:ext cx="424145" cy="143398"/>
            </a:xfrm>
            <a:prstGeom prst="rect">
              <a:avLst/>
            </a:prstGeom>
            <a:solidFill>
              <a:srgbClr val="FFFFFF"/>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000" b="0" i="0" u="none" strike="noStrike" kern="0" cap="none" spc="0" normalizeH="0" baseline="0" noProof="0">
                  <a:ln>
                    <a:noFill/>
                  </a:ln>
                  <a:solidFill>
                    <a:srgbClr val="000000"/>
                  </a:solidFill>
                  <a:effectLst/>
                  <a:uLnTx/>
                  <a:uFillTx/>
                  <a:latin typeface="Meiryo UI" pitchFamily="34" charset="0"/>
                  <a:ea typeface="Meiryo UI"/>
                  <a:cs typeface="Meiryo UI" pitchFamily="34" charset="-120"/>
                </a:rPr>
                <a:t>7</a:t>
              </a:r>
              <a:endParaRPr kumimoji="0" lang="en-US" sz="1000" b="0" i="0" u="none" strike="noStrike" kern="0" cap="none" spc="0" normalizeH="0" baseline="0" noProof="0">
                <a:ln>
                  <a:noFill/>
                </a:ln>
                <a:solidFill>
                  <a:prstClr val="black"/>
                </a:solidFill>
                <a:effectLst/>
                <a:uLnTx/>
                <a:uFillTx/>
                <a:latin typeface="Meiryo UI"/>
                <a:ea typeface="Meiryo UI"/>
                <a:cs typeface="+mn-cs"/>
              </a:endParaRPr>
            </a:p>
          </p:txBody>
        </p:sp>
        <p:sp>
          <p:nvSpPr>
            <p:cNvPr id="296" name="shape_121">
              <a:extLst>
                <a:ext uri="{FF2B5EF4-FFF2-40B4-BE49-F238E27FC236}">
                  <a16:creationId xmlns:a16="http://schemas.microsoft.com/office/drawing/2014/main" id="{B9E1DAA1-1EEC-46DC-6D27-3307E98F9507}"/>
                </a:ext>
              </a:extLst>
            </p:cNvPr>
            <p:cNvSpPr/>
            <p:nvPr>
              <p:custDataLst>
                <p:tags r:id="rId29"/>
              </p:custDataLst>
            </p:nvPr>
          </p:nvSpPr>
          <p:spPr>
            <a:xfrm>
              <a:off x="9160740" y="2201324"/>
              <a:ext cx="424145" cy="143398"/>
            </a:xfrm>
            <a:prstGeom prst="rect">
              <a:avLst/>
            </a:prstGeom>
            <a:solidFill>
              <a:srgbClr val="FFFFFF"/>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000" b="0" i="0" u="none" strike="noStrike" kern="0" cap="none" spc="0" normalizeH="0" baseline="0" noProof="0">
                  <a:ln>
                    <a:noFill/>
                  </a:ln>
                  <a:solidFill>
                    <a:srgbClr val="000000"/>
                  </a:solidFill>
                  <a:effectLst/>
                  <a:uLnTx/>
                  <a:uFillTx/>
                  <a:latin typeface="Meiryo UI" pitchFamily="34" charset="0"/>
                  <a:ea typeface="Meiryo UI"/>
                  <a:cs typeface="Meiryo UI" pitchFamily="34" charset="-120"/>
                </a:rPr>
                <a:t>14</a:t>
              </a:r>
              <a:endParaRPr kumimoji="0" lang="en-US" sz="1000" b="0" i="0" u="none" strike="noStrike" kern="0" cap="none" spc="0" normalizeH="0" baseline="0" noProof="0">
                <a:ln>
                  <a:noFill/>
                </a:ln>
                <a:solidFill>
                  <a:prstClr val="black"/>
                </a:solidFill>
                <a:effectLst/>
                <a:uLnTx/>
                <a:uFillTx/>
                <a:latin typeface="Meiryo UI"/>
                <a:ea typeface="Meiryo UI"/>
                <a:cs typeface="+mn-cs"/>
              </a:endParaRPr>
            </a:p>
          </p:txBody>
        </p:sp>
      </p:grpSp>
      <p:sp>
        <p:nvSpPr>
          <p:cNvPr id="303" name="テキスト ボックス 302">
            <a:extLst>
              <a:ext uri="{FF2B5EF4-FFF2-40B4-BE49-F238E27FC236}">
                <a16:creationId xmlns:a16="http://schemas.microsoft.com/office/drawing/2014/main" id="{0DE623E5-36F7-4C9A-C8F5-6F80FB9644FF}"/>
              </a:ext>
            </a:extLst>
          </p:cNvPr>
          <p:cNvSpPr txBox="1"/>
          <p:nvPr/>
        </p:nvSpPr>
        <p:spPr>
          <a:xfrm>
            <a:off x="7797039" y="5874592"/>
            <a:ext cx="959256" cy="215444"/>
          </a:xfrm>
          <a:prstGeom prst="rect">
            <a:avLst/>
          </a:prstGeom>
          <a:noFill/>
        </p:spPr>
        <p:txBody>
          <a:bodyPr wrap="square" rtlCol="0">
            <a:spAutoFit/>
          </a:bodyPr>
          <a:lstStyle/>
          <a:p>
            <a:pPr marL="0" marR="0" lvl="0" indent="0" algn="ctr" defTabSz="914400" rtl="0" eaLnBrk="1" fontAlgn="base" latinLnBrk="0" hangingPunct="1">
              <a:lnSpc>
                <a:spcPct val="80000"/>
              </a:lnSpc>
              <a:spcBef>
                <a:spcPct val="0"/>
              </a:spcBef>
              <a:spcAft>
                <a:spcPct val="0"/>
              </a:spcAft>
              <a:buClrTx/>
              <a:buSzTx/>
              <a:buFontTx/>
              <a:buNone/>
              <a:tabLst/>
              <a:defRPr noProof="1"/>
            </a:pPr>
            <a:r>
              <a:rPr kumimoji="1" lang="ja-JP" altLang="en-US"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▼調達</a:t>
            </a:r>
          </a:p>
        </p:txBody>
      </p:sp>
      <p:cxnSp>
        <p:nvCxnSpPr>
          <p:cNvPr id="306" name="直線コネクタ 305">
            <a:extLst>
              <a:ext uri="{FF2B5EF4-FFF2-40B4-BE49-F238E27FC236}">
                <a16:creationId xmlns:a16="http://schemas.microsoft.com/office/drawing/2014/main" id="{93894BBE-804F-0AB6-B3A5-64785E49E953}"/>
              </a:ext>
              <a:ext uri="{C183D7F6-B498-43B3-948B-1728B52AA6E4}">
                <adec:decorative xmlns:adec="http://schemas.microsoft.com/office/drawing/2017/decorative" val="1"/>
              </a:ext>
            </a:extLst>
          </p:cNvPr>
          <p:cNvCxnSpPr>
            <a:cxnSpLocks/>
          </p:cNvCxnSpPr>
          <p:nvPr/>
        </p:nvCxnSpPr>
        <p:spPr bwMode="auto">
          <a:xfrm flipH="1">
            <a:off x="5431210" y="4230673"/>
            <a:ext cx="692713" cy="689901"/>
          </a:xfrm>
          <a:prstGeom prst="line">
            <a:avLst/>
          </a:prstGeom>
          <a:solidFill>
            <a:schemeClr val="bg1"/>
          </a:solidFill>
          <a:ln w="9525" cap="flat" cmpd="sng" algn="ctr">
            <a:solidFill>
              <a:schemeClr val="accent6">
                <a:lumMod val="75000"/>
              </a:schemeClr>
            </a:solidFill>
            <a:prstDash val="solid"/>
            <a:round/>
            <a:headEnd type="none" w="med" len="med"/>
            <a:tailEnd type="oval" w="med" len="med"/>
          </a:ln>
          <a:effectLst/>
        </p:spPr>
      </p:cxnSp>
      <p:sp>
        <p:nvSpPr>
          <p:cNvPr id="309" name="タイトル 308">
            <a:extLst>
              <a:ext uri="{FF2B5EF4-FFF2-40B4-BE49-F238E27FC236}">
                <a16:creationId xmlns:a16="http://schemas.microsoft.com/office/drawing/2014/main" id="{1D66D662-36BD-C7DA-805C-F4E65AAF0DBB}"/>
              </a:ext>
            </a:extLst>
          </p:cNvPr>
          <p:cNvSpPr>
            <a:spLocks noGrp="1"/>
          </p:cNvSpPr>
          <p:nvPr>
            <p:ph type="title"/>
          </p:nvPr>
        </p:nvSpPr>
        <p:spPr/>
        <p:txBody>
          <a:bodyPr/>
          <a:lstStyle/>
          <a:p>
            <a:r>
              <a:rPr lang="ja-JP" altLang="en-US" noProof="1"/>
              <a:t>参考：介護連携</a:t>
            </a:r>
            <a:r>
              <a:rPr lang="en-US" altLang="ja-JP" noProof="1"/>
              <a:t>(</a:t>
            </a:r>
            <a:r>
              <a:rPr lang="ja-JP" altLang="en-US" noProof="1"/>
              <a:t>文書情報</a:t>
            </a:r>
            <a:r>
              <a:rPr lang="en-US" altLang="ja-JP" noProof="1"/>
              <a:t>)</a:t>
            </a:r>
            <a:r>
              <a:rPr lang="ja-JP" altLang="en-US" noProof="1"/>
              <a:t>のスケジュール</a:t>
            </a:r>
          </a:p>
        </p:txBody>
      </p:sp>
      <p:sp>
        <p:nvSpPr>
          <p:cNvPr id="2" name="コンテンツ プレースホルダー 2">
            <a:extLst>
              <a:ext uri="{FF2B5EF4-FFF2-40B4-BE49-F238E27FC236}">
                <a16:creationId xmlns:a16="http://schemas.microsoft.com/office/drawing/2014/main" id="{638CF823-9132-6C3D-32A1-DCDC2E16585E}"/>
              </a:ext>
            </a:extLst>
          </p:cNvPr>
          <p:cNvSpPr txBox="1">
            <a:spLocks/>
          </p:cNvSpPr>
          <p:nvPr/>
        </p:nvSpPr>
        <p:spPr>
          <a:xfrm>
            <a:off x="144931" y="774373"/>
            <a:ext cx="9558365" cy="1690359"/>
          </a:xfrm>
          <a:prstGeom prst="rect">
            <a:avLst/>
          </a:prstGeom>
        </p:spPr>
        <p:txBody>
          <a:bodyPr/>
          <a:lstStyle>
            <a:lvl1pPr marL="0" indent="0" algn="l" rtl="0" eaLnBrk="1" fontAlgn="base" hangingPunct="1">
              <a:spcBef>
                <a:spcPct val="20000"/>
              </a:spcBef>
              <a:spcAft>
                <a:spcPct val="0"/>
              </a:spcAft>
              <a:defRPr kumimoji="1" sz="1050" noProof="1">
                <a:solidFill>
                  <a:schemeClr val="tx1"/>
                </a:solidFill>
                <a:latin typeface="+mj-ea"/>
                <a:ea typeface="+mj-ea"/>
                <a:cs typeface="+mn-cs"/>
              </a:defRPr>
            </a:lvl1pPr>
            <a:lvl2pPr marL="573775" indent="-214273" algn="l" rtl="0" eaLnBrk="1" fontAlgn="base" hangingPunct="1">
              <a:spcBef>
                <a:spcPct val="20000"/>
              </a:spcBef>
              <a:spcAft>
                <a:spcPct val="0"/>
              </a:spcAft>
              <a:buChar char="–"/>
              <a:defRPr kumimoji="1" sz="2101" noProof="1">
                <a:solidFill>
                  <a:schemeClr val="tx1"/>
                </a:solidFill>
                <a:latin typeface="Meiryo UI" pitchFamily="18" charset="0"/>
                <a:ea typeface="+mn-ea"/>
              </a:defRPr>
            </a:lvl2pPr>
            <a:lvl3pPr marL="888042" indent="-171418" algn="l" rtl="0" eaLnBrk="1" fontAlgn="base" hangingPunct="1">
              <a:spcBef>
                <a:spcPct val="20000"/>
              </a:spcBef>
              <a:spcAft>
                <a:spcPct val="0"/>
              </a:spcAft>
              <a:buChar char="•"/>
              <a:defRPr kumimoji="1" sz="1799" noProof="1">
                <a:solidFill>
                  <a:schemeClr val="tx1"/>
                </a:solidFill>
                <a:latin typeface="Meiryo UI" pitchFamily="18" charset="0"/>
                <a:ea typeface="+mn-ea"/>
              </a:defRPr>
            </a:lvl3pPr>
            <a:lvl4pPr marL="1202308"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4pPr>
            <a:lvl5pPr marL="1542762" indent="-172609" algn="l" rtl="0" eaLnBrk="1" fontAlgn="base" hangingPunct="1">
              <a:spcBef>
                <a:spcPct val="20000"/>
              </a:spcBef>
              <a:spcAft>
                <a:spcPct val="0"/>
              </a:spcAft>
              <a:buChar char="»"/>
              <a:defRPr kumimoji="1" sz="1500" noProof="1">
                <a:solidFill>
                  <a:schemeClr val="tx1"/>
                </a:solidFill>
                <a:latin typeface="Meiryo UI" pitchFamily="18" charset="0"/>
                <a:ea typeface="+mn-ea"/>
              </a:defRPr>
            </a:lvl5pPr>
            <a:lvl6pPr marL="1885600"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6pPr>
            <a:lvl7pPr marL="2228436"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7pPr>
            <a:lvl8pPr marL="2571271"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8pPr>
            <a:lvl9pPr marL="2914107"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9pPr>
          </a:lstStyle>
          <a:p>
            <a:pPr marL="266700" marR="0" lvl="0" indent="-266700" algn="l" defTabSz="914400" rtl="0" eaLnBrk="1" fontAlgn="base" latinLnBrk="0" hangingPunct="1">
              <a:lnSpc>
                <a:spcPct val="100000"/>
              </a:lnSpc>
              <a:spcBef>
                <a:spcPct val="20000"/>
              </a:spcBef>
              <a:spcAft>
                <a:spcPct val="0"/>
              </a:spcAft>
              <a:buClrTx/>
              <a:buSzTx/>
              <a:buFont typeface="Meiryo UI" panose="020B0604030504040204" pitchFamily="50" charset="-128"/>
              <a:buChar char="○"/>
              <a:tabLst/>
              <a:defRPr/>
            </a:pPr>
            <a:r>
              <a:rPr kumimoji="1" lang="ja-JP" altLang="en-US" sz="1200" b="1" i="0" u="none" strike="noStrike" kern="0" cap="none" spc="0" normalizeH="0" baseline="0" noProof="1">
                <a:ln>
                  <a:noFill/>
                </a:ln>
                <a:solidFill>
                  <a:prstClr val="black"/>
                </a:solidFill>
                <a:effectLst/>
                <a:uLnTx/>
                <a:uFillTx/>
                <a:latin typeface="Meiryo UI"/>
                <a:ea typeface="Meiryo UI"/>
                <a:cs typeface="+mn-cs"/>
              </a:rPr>
              <a:t>(状況)</a:t>
            </a:r>
            <a:r>
              <a:rPr kumimoji="1" lang="ja-JP" altLang="en-US" sz="1200" b="0" i="0" u="none" strike="noStrike" kern="0" cap="none" spc="0" normalizeH="0" baseline="0" noProof="1">
                <a:ln>
                  <a:noFill/>
                </a:ln>
                <a:solidFill>
                  <a:prstClr val="black"/>
                </a:solidFill>
                <a:effectLst/>
                <a:uLnTx/>
                <a:uFillTx/>
                <a:latin typeface="Meiryo UI"/>
                <a:ea typeface="Meiryo UI"/>
                <a:cs typeface="+mn-cs"/>
              </a:rPr>
              <a:t>電カル共有サービスにおいては、</a:t>
            </a:r>
            <a:r>
              <a:rPr kumimoji="1" lang="en-US" altLang="ja-JP" sz="1200" b="0" i="0" u="none" strike="noStrike" kern="0" cap="none" spc="0" normalizeH="0" baseline="0" noProof="1">
                <a:ln>
                  <a:noFill/>
                </a:ln>
                <a:solidFill>
                  <a:prstClr val="black"/>
                </a:solidFill>
                <a:effectLst/>
                <a:uLnTx/>
                <a:uFillTx/>
                <a:latin typeface="Meiryo UI"/>
                <a:ea typeface="Meiryo UI"/>
                <a:cs typeface="+mn-cs"/>
              </a:rPr>
              <a:t>9</a:t>
            </a:r>
            <a:r>
              <a:rPr kumimoji="1" lang="ja-JP" altLang="en-US" sz="1200" b="0" i="0" u="none" strike="noStrike" kern="0" cap="none" spc="0" normalizeH="0" baseline="0" noProof="1">
                <a:ln>
                  <a:noFill/>
                </a:ln>
                <a:solidFill>
                  <a:prstClr val="black"/>
                </a:solidFill>
                <a:effectLst/>
                <a:uLnTx/>
                <a:uFillTx/>
                <a:latin typeface="Meiryo UI"/>
                <a:ea typeface="Meiryo UI"/>
                <a:cs typeface="+mn-cs"/>
              </a:rPr>
              <a:t>月以降に要件定義・開発を着手する予定であった。一方で、</a:t>
            </a:r>
            <a:r>
              <a:rPr kumimoji="1" lang="en-US" altLang="ja-JP" sz="1200" b="0" i="0" u="none" strike="noStrike" kern="0" cap="none" spc="0" normalizeH="0" baseline="0" noProof="1">
                <a:ln>
                  <a:noFill/>
                </a:ln>
                <a:solidFill>
                  <a:prstClr val="black"/>
                </a:solidFill>
                <a:effectLst/>
                <a:uLnTx/>
                <a:uFillTx/>
                <a:latin typeface="Meiryo UI"/>
                <a:ea typeface="Meiryo UI"/>
                <a:cs typeface="+mn-cs"/>
              </a:rPr>
              <a:t>4/30(</a:t>
            </a:r>
            <a:r>
              <a:rPr kumimoji="1" lang="ja-JP" altLang="en-US" sz="1200" b="0" i="0" u="none" strike="noStrike" kern="0" cap="none" spc="0" normalizeH="0" baseline="0" noProof="1">
                <a:ln>
                  <a:noFill/>
                </a:ln>
                <a:solidFill>
                  <a:prstClr val="black"/>
                </a:solidFill>
                <a:effectLst/>
                <a:uLnTx/>
                <a:uFillTx/>
                <a:latin typeface="Meiryo UI"/>
                <a:ea typeface="Meiryo UI"/>
                <a:cs typeface="+mn-cs"/>
              </a:rPr>
              <a:t>木</a:t>
            </a:r>
            <a:r>
              <a:rPr kumimoji="1" lang="en-US" altLang="ja-JP" sz="1200" b="0" i="0" u="none" strike="noStrike" kern="0" cap="none" spc="0" normalizeH="0" baseline="0" noProof="1">
                <a:ln>
                  <a:noFill/>
                </a:ln>
                <a:solidFill>
                  <a:prstClr val="black"/>
                </a:solidFill>
                <a:effectLst/>
                <a:uLnTx/>
                <a:uFillTx/>
                <a:latin typeface="Meiryo UI"/>
                <a:ea typeface="Meiryo UI"/>
                <a:cs typeface="+mn-cs"/>
              </a:rPr>
              <a:t>)</a:t>
            </a:r>
            <a:r>
              <a:rPr kumimoji="1" lang="ja-JP" altLang="en-US" sz="1200" b="0" i="0" u="none" strike="noStrike" kern="0" cap="none" spc="0" normalizeH="0" baseline="0" noProof="1">
                <a:ln>
                  <a:noFill/>
                </a:ln>
                <a:solidFill>
                  <a:prstClr val="black"/>
                </a:solidFill>
                <a:effectLst/>
                <a:uLnTx/>
                <a:uFillTx/>
                <a:latin typeface="Meiryo UI"/>
                <a:ea typeface="Meiryo UI"/>
                <a:cs typeface="+mn-cs"/>
              </a:rPr>
              <a:t>医療・介護</a:t>
            </a:r>
            <a:r>
              <a:rPr kumimoji="1" lang="en-US" altLang="ja-JP" sz="1200" b="0" i="0" u="none" strike="noStrike" kern="0" cap="none" spc="0" normalizeH="0" baseline="0" noProof="1">
                <a:ln>
                  <a:noFill/>
                </a:ln>
                <a:solidFill>
                  <a:prstClr val="black"/>
                </a:solidFill>
                <a:effectLst/>
                <a:uLnTx/>
                <a:uFillTx/>
                <a:latin typeface="Meiryo UI"/>
                <a:ea typeface="Meiryo UI"/>
                <a:cs typeface="+mn-cs"/>
              </a:rPr>
              <a:t>MTG</a:t>
            </a:r>
            <a:r>
              <a:rPr kumimoji="1" lang="ja-JP" altLang="en-US" sz="1200" b="0" i="0" u="none" strike="noStrike" kern="0" cap="none" spc="0" normalizeH="0" baseline="0" noProof="1">
                <a:ln>
                  <a:noFill/>
                </a:ln>
                <a:solidFill>
                  <a:prstClr val="black"/>
                </a:solidFill>
                <a:effectLst/>
                <a:uLnTx/>
                <a:uFillTx/>
                <a:latin typeface="Meiryo UI"/>
                <a:ea typeface="Meiryo UI"/>
                <a:cs typeface="+mn-cs"/>
              </a:rPr>
              <a:t>にて、介護側より介護情報基盤側では</a:t>
            </a:r>
            <a:r>
              <a:rPr kumimoji="1" lang="en-US" altLang="ja-JP" sz="1200" b="0" i="0" u="none" strike="noStrike" kern="0" cap="none" spc="0" normalizeH="0" baseline="0" noProof="1">
                <a:ln>
                  <a:noFill/>
                </a:ln>
                <a:solidFill>
                  <a:prstClr val="black"/>
                </a:solidFill>
                <a:effectLst/>
                <a:uLnTx/>
                <a:uFillTx/>
                <a:latin typeface="Meiryo UI"/>
                <a:ea typeface="Meiryo UI"/>
                <a:cs typeface="+mn-cs"/>
              </a:rPr>
              <a:t>6</a:t>
            </a:r>
            <a:r>
              <a:rPr kumimoji="1" lang="ja-JP" altLang="en-US" sz="1200" b="0" i="0" u="none" strike="noStrike" kern="0" cap="none" spc="0" normalizeH="0" baseline="0" noProof="1">
                <a:ln>
                  <a:noFill/>
                </a:ln>
                <a:solidFill>
                  <a:prstClr val="black"/>
                </a:solidFill>
                <a:effectLst/>
                <a:uLnTx/>
                <a:uFillTx/>
                <a:latin typeface="Meiryo UI"/>
                <a:ea typeface="Meiryo UI"/>
                <a:cs typeface="+mn-cs"/>
              </a:rPr>
              <a:t>月中に要件定義を完了し、</a:t>
            </a:r>
            <a:r>
              <a:rPr kumimoji="1" lang="en-US" altLang="ja-JP" sz="1200" b="0" i="0" u="none" strike="noStrike" kern="0" cap="none" spc="0" normalizeH="0" baseline="0" noProof="1">
                <a:ln>
                  <a:noFill/>
                </a:ln>
                <a:solidFill>
                  <a:prstClr val="black"/>
                </a:solidFill>
                <a:effectLst/>
                <a:uLnTx/>
                <a:uFillTx/>
                <a:latin typeface="Meiryo UI"/>
                <a:ea typeface="Meiryo UI"/>
                <a:cs typeface="+mn-cs"/>
              </a:rPr>
              <a:t>7</a:t>
            </a:r>
            <a:r>
              <a:rPr kumimoji="1" lang="ja-JP" altLang="en-US" sz="1200" b="0" i="0" u="none" strike="noStrike" kern="0" cap="none" spc="0" normalizeH="0" baseline="0" noProof="1">
                <a:ln>
                  <a:noFill/>
                </a:ln>
                <a:solidFill>
                  <a:prstClr val="black"/>
                </a:solidFill>
                <a:effectLst/>
                <a:uLnTx/>
                <a:uFillTx/>
                <a:latin typeface="Meiryo UI"/>
                <a:ea typeface="Meiryo UI"/>
                <a:cs typeface="+mn-cs"/>
              </a:rPr>
              <a:t>月より開発に着手するとのスケジュールが示された。</a:t>
            </a:r>
            <a:endParaRPr kumimoji="1" lang="en-US" altLang="ja-JP" sz="1200" b="0" i="0" u="none" strike="noStrike" kern="0" cap="none" spc="0" normalizeH="0" baseline="0" noProof="1">
              <a:ln>
                <a:noFill/>
              </a:ln>
              <a:solidFill>
                <a:prstClr val="black"/>
              </a:solidFill>
              <a:effectLst/>
              <a:uLnTx/>
              <a:uFillTx/>
              <a:latin typeface="Meiryo UI"/>
              <a:ea typeface="Meiryo UI"/>
              <a:cs typeface="+mn-cs"/>
            </a:endParaRPr>
          </a:p>
          <a:p>
            <a:pPr marL="266700" marR="0" lvl="0" indent="-266700" algn="l" defTabSz="914400" rtl="0" eaLnBrk="1" fontAlgn="base" latinLnBrk="0" hangingPunct="1">
              <a:lnSpc>
                <a:spcPct val="100000"/>
              </a:lnSpc>
              <a:spcBef>
                <a:spcPct val="20000"/>
              </a:spcBef>
              <a:spcAft>
                <a:spcPct val="0"/>
              </a:spcAft>
              <a:buClrTx/>
              <a:buSzTx/>
              <a:buFont typeface="Meiryo UI" panose="020B0604030504040204" pitchFamily="50" charset="-128"/>
              <a:buChar char="○"/>
              <a:tabLst/>
              <a:defRPr/>
            </a:pPr>
            <a:r>
              <a:rPr kumimoji="1" lang="ja-JP" altLang="en-US" sz="1200" b="1" i="0" u="none" strike="noStrike" kern="0" cap="none" spc="0" normalizeH="0" baseline="0" noProof="1">
                <a:ln>
                  <a:noFill/>
                </a:ln>
                <a:solidFill>
                  <a:prstClr val="black"/>
                </a:solidFill>
                <a:effectLst/>
                <a:uLnTx/>
                <a:uFillTx/>
                <a:latin typeface="Meiryo UI"/>
                <a:ea typeface="Meiryo UI"/>
                <a:cs typeface="+mn-cs"/>
              </a:rPr>
              <a:t>(課題)</a:t>
            </a:r>
            <a:r>
              <a:rPr kumimoji="1" lang="ja-JP" altLang="en-US" sz="1200" b="0" i="0" u="none" strike="noStrike" kern="0" cap="none" spc="0" normalizeH="0" baseline="0" noProof="1">
                <a:ln>
                  <a:noFill/>
                </a:ln>
                <a:solidFill>
                  <a:prstClr val="black"/>
                </a:solidFill>
                <a:effectLst/>
                <a:uLnTx/>
                <a:uFillTx/>
                <a:latin typeface="Meiryo UI"/>
                <a:ea typeface="Meiryo UI"/>
                <a:cs typeface="+mn-cs"/>
              </a:rPr>
              <a:t>これにより、システム間での要件定義が実施できないままで、開発が進んでしまい、</a:t>
            </a:r>
            <a:r>
              <a:rPr kumimoji="1" lang="ja-JP" altLang="en-US" sz="1200" b="1" i="0" u="sng" strike="noStrike" kern="0" cap="none" spc="0" normalizeH="0" baseline="0" noProof="1">
                <a:ln>
                  <a:noFill/>
                </a:ln>
                <a:solidFill>
                  <a:prstClr val="black"/>
                </a:solidFill>
                <a:effectLst/>
                <a:uLnTx/>
                <a:uFillTx/>
                <a:latin typeface="Meiryo UI"/>
                <a:ea typeface="Meiryo UI"/>
                <a:cs typeface="+mn-cs"/>
              </a:rPr>
              <a:t>手戻り・遅延等が発生することがリスクとして顕在化</a:t>
            </a:r>
            <a:r>
              <a:rPr kumimoji="1" lang="ja-JP" altLang="en-US" sz="1200" b="0" i="0" u="none" strike="noStrike" kern="0" cap="none" spc="0" normalizeH="0" baseline="0" noProof="1">
                <a:ln>
                  <a:noFill/>
                </a:ln>
                <a:solidFill>
                  <a:prstClr val="black"/>
                </a:solidFill>
                <a:effectLst/>
                <a:uLnTx/>
                <a:uFillTx/>
                <a:latin typeface="Meiryo UI"/>
                <a:ea typeface="Meiryo UI"/>
                <a:cs typeface="+mn-cs"/>
              </a:rPr>
              <a:t>した。</a:t>
            </a:r>
            <a:endParaRPr kumimoji="1" lang="en-US" altLang="ja-JP" sz="1200" b="0" i="0" u="none" strike="noStrike" kern="0" cap="none" spc="0" normalizeH="0" baseline="0" noProof="1">
              <a:ln>
                <a:noFill/>
              </a:ln>
              <a:solidFill>
                <a:prstClr val="black"/>
              </a:solidFill>
              <a:effectLst/>
              <a:uLnTx/>
              <a:uFillTx/>
              <a:latin typeface="Meiryo UI"/>
              <a:ea typeface="Meiryo UI"/>
              <a:cs typeface="+mn-cs"/>
            </a:endParaRPr>
          </a:p>
          <a:p>
            <a:pPr marL="266700" marR="0" lvl="0" indent="-266700" algn="l" defTabSz="914400" rtl="0" eaLnBrk="1" fontAlgn="base" latinLnBrk="0" hangingPunct="1">
              <a:lnSpc>
                <a:spcPct val="100000"/>
              </a:lnSpc>
              <a:spcBef>
                <a:spcPct val="20000"/>
              </a:spcBef>
              <a:spcAft>
                <a:spcPct val="0"/>
              </a:spcAft>
              <a:buClrTx/>
              <a:buSzTx/>
              <a:buFont typeface="Meiryo UI" panose="020B0604030504040204" pitchFamily="50" charset="-128"/>
              <a:buChar char="○"/>
              <a:tabLst/>
              <a:defRPr/>
            </a:pPr>
            <a:r>
              <a:rPr kumimoji="1" lang="ja-JP" altLang="en-US" sz="1200" b="1" i="0" u="none" strike="noStrike" kern="0" cap="none" spc="0" normalizeH="0" baseline="0" noProof="1">
                <a:ln>
                  <a:noFill/>
                </a:ln>
                <a:solidFill>
                  <a:prstClr val="black"/>
                </a:solidFill>
                <a:effectLst/>
                <a:uLnTx/>
                <a:uFillTx/>
                <a:latin typeface="Meiryo UI"/>
                <a:ea typeface="Meiryo UI"/>
                <a:cs typeface="+mn-cs"/>
              </a:rPr>
              <a:t>(対応</a:t>
            </a:r>
            <a:r>
              <a:rPr kumimoji="1" lang="en-US" altLang="ja-JP" sz="1200" b="1" i="0" u="none" strike="noStrike" kern="0" cap="none" spc="0" normalizeH="0" baseline="0" noProof="1">
                <a:ln>
                  <a:noFill/>
                </a:ln>
                <a:solidFill>
                  <a:prstClr val="black"/>
                </a:solidFill>
                <a:effectLst/>
                <a:uLnTx/>
                <a:uFillTx/>
                <a:latin typeface="Meiryo UI"/>
                <a:ea typeface="Meiryo UI"/>
                <a:cs typeface="+mn-cs"/>
              </a:rPr>
              <a:t>1</a:t>
            </a:r>
            <a:r>
              <a:rPr kumimoji="1" lang="ja-JP" altLang="en-US" sz="1200" b="1" i="0" u="none" strike="noStrike" kern="0" cap="none" spc="0" normalizeH="0" baseline="0" noProof="1">
                <a:ln>
                  <a:noFill/>
                </a:ln>
                <a:solidFill>
                  <a:prstClr val="black"/>
                </a:solidFill>
                <a:effectLst/>
                <a:uLnTx/>
                <a:uFillTx/>
                <a:latin typeface="Meiryo UI"/>
                <a:ea typeface="Meiryo UI"/>
                <a:cs typeface="+mn-cs"/>
              </a:rPr>
              <a:t>)</a:t>
            </a:r>
            <a:r>
              <a:rPr kumimoji="1" lang="ja-JP" altLang="en-US" sz="1200" b="0" i="0" u="none" strike="noStrike" kern="0" cap="none" spc="0" normalizeH="0" baseline="0" noProof="1">
                <a:ln>
                  <a:noFill/>
                </a:ln>
                <a:solidFill>
                  <a:prstClr val="black"/>
                </a:solidFill>
                <a:effectLst/>
                <a:uLnTx/>
                <a:uFillTx/>
                <a:latin typeface="Meiryo UI"/>
                <a:ea typeface="Meiryo UI"/>
                <a:cs typeface="+mn-cs"/>
              </a:rPr>
              <a:t>上記を踏まえて、</a:t>
            </a:r>
            <a:r>
              <a:rPr kumimoji="1" lang="en-US" altLang="ja-JP" sz="1200" b="0" i="0" u="none" strike="noStrike" kern="0" cap="none" spc="0" normalizeH="0" baseline="0" noProof="1">
                <a:ln>
                  <a:noFill/>
                </a:ln>
                <a:solidFill>
                  <a:prstClr val="black"/>
                </a:solidFill>
                <a:effectLst/>
                <a:uLnTx/>
                <a:uFillTx/>
                <a:latin typeface="Meiryo UI"/>
                <a:ea typeface="Meiryo UI"/>
                <a:cs typeface="+mn-cs"/>
              </a:rPr>
              <a:t>5/1(</a:t>
            </a:r>
            <a:r>
              <a:rPr kumimoji="1" lang="ja-JP" altLang="en-US" sz="1200" b="0" i="0" u="none" strike="noStrike" kern="0" cap="none" spc="0" normalizeH="0" baseline="0" noProof="1">
                <a:ln>
                  <a:noFill/>
                </a:ln>
                <a:solidFill>
                  <a:prstClr val="black"/>
                </a:solidFill>
                <a:effectLst/>
                <a:uLnTx/>
                <a:uFillTx/>
                <a:latin typeface="Meiryo UI"/>
                <a:ea typeface="Meiryo UI"/>
                <a:cs typeface="+mn-cs"/>
              </a:rPr>
              <a:t>金</a:t>
            </a:r>
            <a:r>
              <a:rPr kumimoji="1" lang="en-US" altLang="ja-JP" sz="1200" b="0" i="0" u="none" strike="noStrike" kern="0" cap="none" spc="0" normalizeH="0" baseline="0" noProof="1">
                <a:ln>
                  <a:noFill/>
                </a:ln>
                <a:solidFill>
                  <a:prstClr val="black"/>
                </a:solidFill>
                <a:effectLst/>
                <a:uLnTx/>
                <a:uFillTx/>
                <a:latin typeface="Meiryo UI"/>
                <a:ea typeface="Meiryo UI"/>
                <a:cs typeface="+mn-cs"/>
              </a:rPr>
              <a:t>)</a:t>
            </a:r>
            <a:r>
              <a:rPr kumimoji="1" lang="ja-JP" altLang="en-US" sz="1200" b="0" i="0" u="none" strike="noStrike" kern="0" cap="none" spc="0" normalizeH="0" baseline="0" noProof="1">
                <a:ln>
                  <a:noFill/>
                </a:ln>
                <a:solidFill>
                  <a:prstClr val="black"/>
                </a:solidFill>
                <a:effectLst/>
                <a:uLnTx/>
                <a:uFillTx/>
                <a:latin typeface="Meiryo UI"/>
                <a:ea typeface="Meiryo UI"/>
                <a:cs typeface="+mn-cs"/>
              </a:rPr>
              <a:t>三者定例後、厚労省・基金間で電カル共有においても、</a:t>
            </a:r>
            <a:r>
              <a:rPr kumimoji="1" lang="en-US" altLang="ja-JP" sz="1200" b="1" i="0" u="sng" strike="noStrike" kern="0" cap="none" spc="0" normalizeH="0" baseline="0" noProof="1">
                <a:ln>
                  <a:noFill/>
                </a:ln>
                <a:solidFill>
                  <a:prstClr val="black"/>
                </a:solidFill>
                <a:effectLst/>
                <a:uLnTx/>
                <a:uFillTx/>
                <a:latin typeface="Meiryo UI"/>
                <a:ea typeface="Meiryo UI"/>
                <a:cs typeface="+mn-cs"/>
              </a:rPr>
              <a:t>6</a:t>
            </a:r>
            <a:r>
              <a:rPr kumimoji="1" lang="ja-JP" altLang="en-US" sz="1200" b="1" i="0" u="sng" strike="noStrike" kern="0" cap="none" spc="0" normalizeH="0" baseline="0" noProof="1">
                <a:ln>
                  <a:noFill/>
                </a:ln>
                <a:solidFill>
                  <a:prstClr val="black"/>
                </a:solidFill>
                <a:effectLst/>
                <a:uLnTx/>
                <a:uFillTx/>
                <a:latin typeface="Meiryo UI"/>
                <a:ea typeface="Meiryo UI"/>
                <a:cs typeface="+mn-cs"/>
              </a:rPr>
              <a:t>月中に介護情報基盤側との要件定義が実施できる</a:t>
            </a:r>
            <a:br>
              <a:rPr kumimoji="1" lang="en-US" altLang="ja-JP" sz="1200" b="1" i="0" u="sng" strike="noStrike" kern="0" cap="none" spc="0" normalizeH="0" baseline="0" noProof="1">
                <a:ln>
                  <a:noFill/>
                </a:ln>
                <a:solidFill>
                  <a:prstClr val="black"/>
                </a:solidFill>
                <a:effectLst/>
                <a:uLnTx/>
                <a:uFillTx/>
                <a:latin typeface="Meiryo UI"/>
                <a:ea typeface="Meiryo UI"/>
                <a:cs typeface="+mn-cs"/>
              </a:rPr>
            </a:br>
            <a:r>
              <a:rPr kumimoji="1" lang="ja-JP" altLang="en-US" sz="1200" b="1" i="0" u="sng" strike="noStrike" kern="0" cap="none" spc="0" normalizeH="0" baseline="0" noProof="1">
                <a:ln>
                  <a:noFill/>
                </a:ln>
                <a:solidFill>
                  <a:prstClr val="black"/>
                </a:solidFill>
                <a:effectLst/>
                <a:uLnTx/>
                <a:uFillTx/>
                <a:latin typeface="Meiryo UI"/>
                <a:ea typeface="Meiryo UI"/>
                <a:cs typeface="+mn-cs"/>
              </a:rPr>
              <a:t>体制を確保できるよう、スケジュールを見直す方針</a:t>
            </a:r>
            <a:r>
              <a:rPr kumimoji="1" lang="ja-JP" altLang="en-US" sz="1200" b="0" i="0" u="none" strike="noStrike" kern="0" cap="none" spc="0" normalizeH="0" baseline="0" noProof="1">
                <a:ln>
                  <a:noFill/>
                </a:ln>
                <a:solidFill>
                  <a:prstClr val="black"/>
                </a:solidFill>
                <a:effectLst/>
                <a:uLnTx/>
                <a:uFillTx/>
                <a:latin typeface="Meiryo UI"/>
                <a:ea typeface="Meiryo UI"/>
                <a:cs typeface="+mn-cs"/>
              </a:rPr>
              <a:t>で合意済み。以下が、スケジュールの見直し案となる。</a:t>
            </a:r>
            <a:endParaRPr kumimoji="1" lang="en-US" altLang="ja-JP" sz="1200" b="0" i="0" u="none" strike="noStrike" kern="0" cap="none" spc="0" normalizeH="0" baseline="0" noProof="1">
              <a:ln>
                <a:noFill/>
              </a:ln>
              <a:solidFill>
                <a:prstClr val="black"/>
              </a:solidFill>
              <a:effectLst/>
              <a:uLnTx/>
              <a:uFillTx/>
              <a:latin typeface="Meiryo UI"/>
              <a:ea typeface="Meiryo UI"/>
              <a:cs typeface="+mn-cs"/>
            </a:endParaRPr>
          </a:p>
          <a:p>
            <a:pPr marL="266700" marR="0" lvl="0" indent="-266700" algn="l" defTabSz="914400" rtl="0" eaLnBrk="1" fontAlgn="base" latinLnBrk="0" hangingPunct="1">
              <a:lnSpc>
                <a:spcPct val="100000"/>
              </a:lnSpc>
              <a:spcBef>
                <a:spcPct val="20000"/>
              </a:spcBef>
              <a:spcAft>
                <a:spcPct val="0"/>
              </a:spcAft>
              <a:buClrTx/>
              <a:buSzTx/>
              <a:buFont typeface="Meiryo UI" panose="020B0604030504040204" pitchFamily="50" charset="-128"/>
              <a:buChar char="○"/>
              <a:tabLst/>
              <a:defRPr/>
            </a:pPr>
            <a:r>
              <a:rPr kumimoji="1" lang="ja-JP" altLang="en-US" sz="1200" b="1" i="0" u="none" strike="noStrike" kern="0" cap="none" spc="0" normalizeH="0" baseline="0" noProof="1">
                <a:ln>
                  <a:noFill/>
                </a:ln>
                <a:solidFill>
                  <a:prstClr val="black"/>
                </a:solidFill>
                <a:effectLst/>
                <a:uLnTx/>
                <a:uFillTx/>
                <a:latin typeface="Meiryo UI"/>
                <a:ea typeface="Meiryo UI"/>
                <a:cs typeface="+mn-cs"/>
              </a:rPr>
              <a:t>(対応</a:t>
            </a:r>
            <a:r>
              <a:rPr kumimoji="1" lang="en-US" altLang="ja-JP" sz="1200" b="1" i="0" u="none" strike="noStrike" kern="0" cap="none" spc="0" normalizeH="0" baseline="0" noProof="1">
                <a:ln>
                  <a:noFill/>
                </a:ln>
                <a:solidFill>
                  <a:prstClr val="black"/>
                </a:solidFill>
                <a:effectLst/>
                <a:uLnTx/>
                <a:uFillTx/>
                <a:latin typeface="Meiryo UI"/>
                <a:ea typeface="Meiryo UI"/>
                <a:cs typeface="+mn-cs"/>
              </a:rPr>
              <a:t>2</a:t>
            </a:r>
            <a:r>
              <a:rPr kumimoji="1" lang="ja-JP" altLang="en-US" sz="1200" b="1" i="0" u="none" strike="noStrike" kern="0" cap="none" spc="0" normalizeH="0" baseline="0" noProof="1">
                <a:ln>
                  <a:noFill/>
                </a:ln>
                <a:solidFill>
                  <a:prstClr val="black"/>
                </a:solidFill>
                <a:effectLst/>
                <a:uLnTx/>
                <a:uFillTx/>
                <a:latin typeface="Meiryo UI"/>
                <a:ea typeface="Meiryo UI"/>
                <a:cs typeface="+mn-cs"/>
              </a:rPr>
              <a:t>)</a:t>
            </a:r>
            <a:r>
              <a:rPr kumimoji="1" lang="ja-JP" altLang="en-US" sz="1200" b="0" i="0" u="none" strike="noStrike" kern="0" cap="none" spc="0" normalizeH="0" baseline="0" noProof="1">
                <a:ln>
                  <a:noFill/>
                </a:ln>
                <a:solidFill>
                  <a:prstClr val="black"/>
                </a:solidFill>
                <a:effectLst/>
                <a:uLnTx/>
                <a:uFillTx/>
                <a:latin typeface="Meiryo UI"/>
                <a:ea typeface="Meiryo UI"/>
                <a:cs typeface="+mn-cs"/>
              </a:rPr>
              <a:t>なお、介護連携については、</a:t>
            </a:r>
            <a:r>
              <a:rPr kumimoji="1" lang="en-US" altLang="ja-JP" sz="1200" b="0" i="0" u="none" strike="noStrike" kern="0" cap="none" spc="0" normalizeH="0" baseline="0" noProof="1">
                <a:ln>
                  <a:noFill/>
                </a:ln>
                <a:solidFill>
                  <a:prstClr val="black"/>
                </a:solidFill>
                <a:effectLst/>
                <a:uLnTx/>
                <a:uFillTx/>
                <a:latin typeface="Meiryo UI"/>
                <a:ea typeface="Meiryo UI"/>
                <a:cs typeface="+mn-cs"/>
              </a:rPr>
              <a:t>1/13(</a:t>
            </a:r>
            <a:r>
              <a:rPr kumimoji="1" lang="ja-JP" altLang="en-US" sz="1200" b="0" i="0" u="none" strike="noStrike" kern="0" cap="none" spc="0" normalizeH="0" baseline="0" noProof="1">
                <a:ln>
                  <a:noFill/>
                </a:ln>
                <a:solidFill>
                  <a:prstClr val="black"/>
                </a:solidFill>
                <a:effectLst/>
                <a:uLnTx/>
                <a:uFillTx/>
                <a:latin typeface="Meiryo UI"/>
                <a:ea typeface="Meiryo UI"/>
                <a:cs typeface="+mn-cs"/>
              </a:rPr>
              <a:t>月</a:t>
            </a:r>
            <a:r>
              <a:rPr kumimoji="1" lang="en-US" altLang="ja-JP" sz="1200" b="0" i="0" u="none" strike="noStrike" kern="0" cap="none" spc="0" normalizeH="0" baseline="0" noProof="1">
                <a:ln>
                  <a:noFill/>
                </a:ln>
                <a:solidFill>
                  <a:prstClr val="black"/>
                </a:solidFill>
                <a:effectLst/>
                <a:uLnTx/>
                <a:uFillTx/>
                <a:latin typeface="Meiryo UI"/>
                <a:ea typeface="Meiryo UI"/>
                <a:cs typeface="+mn-cs"/>
              </a:rPr>
              <a:t>)</a:t>
            </a:r>
            <a:r>
              <a:rPr kumimoji="1" lang="ja-JP" altLang="en-US" sz="1200" b="0" i="0" u="none" strike="noStrike" kern="0" cap="none" spc="0" normalizeH="0" baseline="0" noProof="1">
                <a:ln>
                  <a:noFill/>
                </a:ln>
                <a:solidFill>
                  <a:prstClr val="black"/>
                </a:solidFill>
                <a:effectLst/>
                <a:uLnTx/>
                <a:uFillTx/>
                <a:latin typeface="Meiryo UI"/>
                <a:ea typeface="Meiryo UI"/>
                <a:cs typeface="+mn-cs"/>
              </a:rPr>
              <a:t>開発課題検討会にて付議したとおり、マルチベンダープロジェクトとなるため、システム横断での工程管理が重要であると考えているため、</a:t>
            </a:r>
            <a:r>
              <a:rPr kumimoji="1" lang="ja-JP" altLang="en-US" sz="1200" b="1" i="0" u="sng" strike="noStrike" kern="0" cap="none" spc="0" normalizeH="0" baseline="0" noProof="1">
                <a:ln>
                  <a:noFill/>
                </a:ln>
                <a:solidFill>
                  <a:prstClr val="black"/>
                </a:solidFill>
                <a:effectLst/>
                <a:uLnTx/>
                <a:uFillTx/>
                <a:latin typeface="Meiryo UI"/>
                <a:ea typeface="Meiryo UI"/>
                <a:cs typeface="+mn-cs"/>
              </a:rPr>
              <a:t>介護側との工程管理の実施方法やスケジュール等のすり合わせを早急に実施いただきたい</a:t>
            </a:r>
            <a:r>
              <a:rPr kumimoji="1" lang="ja-JP" altLang="en-US" sz="1200" b="0" i="0" u="none" strike="noStrike" kern="0" cap="none" spc="0" normalizeH="0" baseline="0" noProof="1">
                <a:ln>
                  <a:noFill/>
                </a:ln>
                <a:solidFill>
                  <a:prstClr val="black"/>
                </a:solidFill>
                <a:effectLst/>
                <a:uLnTx/>
                <a:uFillTx/>
                <a:latin typeface="Meiryo UI"/>
                <a:ea typeface="Meiryo UI"/>
                <a:cs typeface="+mn-cs"/>
              </a:rPr>
              <a:t>。</a:t>
            </a:r>
            <a:endParaRPr kumimoji="1" lang="en-US" altLang="ja-JP" sz="1200" b="0" i="0" u="none" strike="noStrike" kern="0" cap="none" spc="0" normalizeH="0" baseline="0" noProof="1">
              <a:ln>
                <a:noFill/>
              </a:ln>
              <a:solidFill>
                <a:prstClr val="black"/>
              </a:solidFill>
              <a:effectLst/>
              <a:uLnTx/>
              <a:uFillTx/>
              <a:latin typeface="Meiryo UI"/>
              <a:ea typeface="Meiryo UI"/>
              <a:cs typeface="+mn-cs"/>
            </a:endParaRPr>
          </a:p>
        </p:txBody>
      </p:sp>
      <p:sp>
        <p:nvSpPr>
          <p:cNvPr id="3" name="正方形/長方形 2">
            <a:extLst>
              <a:ext uri="{FF2B5EF4-FFF2-40B4-BE49-F238E27FC236}">
                <a16:creationId xmlns:a16="http://schemas.microsoft.com/office/drawing/2014/main" id="{0EA99B7D-97F4-3D28-AF6A-E5616FBC82D1}"/>
              </a:ext>
            </a:extLst>
          </p:cNvPr>
          <p:cNvSpPr/>
          <p:nvPr/>
        </p:nvSpPr>
        <p:spPr>
          <a:xfrm>
            <a:off x="8038011" y="79675"/>
            <a:ext cx="1796181" cy="566200"/>
          </a:xfrm>
          <a:prstGeom prst="rect">
            <a:avLst/>
          </a:prstGeom>
          <a:solidFill>
            <a:srgbClr val="FFFF00"/>
          </a:solidFill>
          <a:ln>
            <a:solidFill>
              <a:schemeClr val="tx1"/>
            </a:solidFill>
          </a:ln>
        </p:spPr>
        <p:txBody>
          <a:bodyPr wrap="square" rtlCol="0" anchor="ctr"/>
          <a:lstStyle/>
          <a:p>
            <a:pPr marL="0" marR="0" lvl="0" indent="0" algn="l" defTabSz="914400" rtl="0" eaLnBrk="0" fontAlgn="auto" latinLnBrk="0" hangingPunct="0">
              <a:lnSpc>
                <a:spcPct val="100000"/>
              </a:lnSpc>
              <a:spcBef>
                <a:spcPts val="0"/>
              </a:spcBef>
              <a:spcAft>
                <a:spcPts val="0"/>
              </a:spcAft>
              <a:buClrTx/>
              <a:buSzTx/>
              <a:buFontTx/>
              <a:buNone/>
              <a:tabLst/>
              <a:defRPr noProof="1"/>
            </a:pPr>
            <a:r>
              <a:rPr kumimoji="0" lang="en-US" altLang="ja-JP" sz="900" b="0" i="0" u="none" strike="noStrike" kern="0" cap="none" spc="0" normalizeH="0" baseline="0" noProof="1">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5/11 </a:t>
            </a:r>
            <a:r>
              <a:rPr kumimoji="0" lang="ja-JP" altLang="en-US" sz="900" b="0" i="0" u="none" strike="noStrike" kern="0" cap="none" spc="0" normalizeH="0" baseline="0" noProof="1">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開発課題検討会資料</a:t>
            </a:r>
            <a:endParaRPr kumimoji="0" lang="en-US" altLang="ja-JP" sz="900" b="0" i="0" u="none" strike="noStrike" kern="0" cap="none" spc="0" normalizeH="0" baseline="0" noProof="1">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34140848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76C3A-7C68-8E9D-9C0C-A237F569ED8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5AE0539-477B-2768-D83F-6853020488DC}"/>
              </a:ext>
            </a:extLst>
          </p:cNvPr>
          <p:cNvSpPr>
            <a:spLocks noGrp="1"/>
          </p:cNvSpPr>
          <p:nvPr>
            <p:ph type="title"/>
          </p:nvPr>
        </p:nvSpPr>
        <p:spPr>
          <a:xfrm>
            <a:off x="506663" y="112648"/>
            <a:ext cx="8892000" cy="576000"/>
          </a:xfrm>
        </p:spPr>
        <p:txBody>
          <a:bodyPr vert="horz" wrap="square" lIns="36000" tIns="36000" rIns="36000" bIns="36000" anchor="b" anchorCtr="0">
            <a:noAutofit/>
          </a:bodyPr>
          <a:lstStyle/>
          <a:p>
            <a:r>
              <a:rPr lang="en-US" altLang="ja-JP" sz="1800" noProof="1">
                <a:solidFill>
                  <a:srgbClr val="324F71"/>
                </a:solidFill>
              </a:rPr>
              <a:t>1</a:t>
            </a:r>
            <a:r>
              <a:rPr lang="ja-JP" altLang="en-US" sz="1800" noProof="1">
                <a:solidFill>
                  <a:srgbClr val="324F71"/>
                </a:solidFill>
              </a:rPr>
              <a:t>．マスタスケジュールの確認</a:t>
            </a:r>
            <a:br>
              <a:rPr lang="en-US" altLang="ja-JP" sz="1800" noProof="1">
                <a:solidFill>
                  <a:srgbClr val="324F71"/>
                </a:solidFill>
              </a:rPr>
            </a:br>
            <a:r>
              <a:rPr lang="ja-JP" altLang="en-US" sz="1800" noProof="1">
                <a:solidFill>
                  <a:srgbClr val="324F71"/>
                </a:solidFill>
              </a:rPr>
              <a:t>②　文書・資材公開スケジュール</a:t>
            </a:r>
            <a:r>
              <a:rPr lang="en-US" altLang="ja-JP" sz="1800" noProof="1">
                <a:solidFill>
                  <a:srgbClr val="324F71"/>
                </a:solidFill>
              </a:rPr>
              <a:t>(12</a:t>
            </a:r>
            <a:r>
              <a:rPr lang="ja-JP" altLang="en-US" sz="1800" noProof="1">
                <a:solidFill>
                  <a:srgbClr val="324F71"/>
                </a:solidFill>
              </a:rPr>
              <a:t>月リリース</a:t>
            </a:r>
            <a:r>
              <a:rPr lang="en-US" altLang="ja-JP" sz="1800" noProof="1">
                <a:solidFill>
                  <a:srgbClr val="324F71"/>
                </a:solidFill>
              </a:rPr>
              <a:t>)</a:t>
            </a:r>
            <a:endParaRPr lang="ja-JP" altLang="en-US" sz="1800" noProof="1">
              <a:solidFill>
                <a:srgbClr val="324F71"/>
              </a:solidFill>
            </a:endParaRPr>
          </a:p>
        </p:txBody>
      </p:sp>
      <p:sp>
        <p:nvSpPr>
          <p:cNvPr id="4" name="テキスト ボックス 3">
            <a:extLst>
              <a:ext uri="{FF2B5EF4-FFF2-40B4-BE49-F238E27FC236}">
                <a16:creationId xmlns:a16="http://schemas.microsoft.com/office/drawing/2014/main" id="{392288F3-A57E-81E1-F15B-1377B4E47601}"/>
              </a:ext>
            </a:extLst>
          </p:cNvPr>
          <p:cNvSpPr txBox="1"/>
          <p:nvPr/>
        </p:nvSpPr>
        <p:spPr>
          <a:xfrm>
            <a:off x="7946800" y="119860"/>
            <a:ext cx="1677310" cy="195814"/>
          </a:xfrm>
          <a:prstGeom prst="rect">
            <a:avLst/>
          </a:prstGeom>
          <a:noFill/>
        </p:spPr>
        <p:txBody>
          <a:bodyPr vert="horz" wrap="none" lIns="36000" tIns="36000" rIns="36000" bIns="36000" rtlCol="0" anchor="ctr">
            <a:spAutoFit/>
          </a:bodyPr>
          <a:lstStyle/>
          <a:p>
            <a:pPr marL="0" marR="0" lvl="0" indent="0" algn="l" defTabSz="914400" rtl="0" eaLnBrk="1" fontAlgn="base" latinLnBrk="0" hangingPunct="1">
              <a:lnSpc>
                <a:spcPct val="80000"/>
              </a:lnSpc>
              <a:spcBef>
                <a:spcPct val="0"/>
              </a:spcBef>
              <a:spcAft>
                <a:spcPct val="0"/>
              </a:spcAft>
              <a:buClrTx/>
              <a:buSzTx/>
              <a:buFontTx/>
              <a:buNone/>
              <a:tabLst/>
              <a:defRPr noProof="1"/>
            </a:pPr>
            <a:r>
              <a:rPr kumimoji="1" lang="en-US" altLang="ja-JP" sz="1000" b="0" i="0" u="none" strike="noStrike" kern="1200" cap="none" spc="0" normalizeH="0" baseline="0" noProof="0">
                <a:ln>
                  <a:noFill/>
                </a:ln>
                <a:solidFill>
                  <a:prstClr val="black"/>
                </a:solidFill>
                <a:effectLst/>
                <a:highlight>
                  <a:srgbClr val="FFFF99"/>
                </a:highlight>
                <a:uLnTx/>
                <a:uFillTx/>
                <a:latin typeface="Meiryo UI" panose="020B0604030504040204" pitchFamily="50" charset="-128"/>
                <a:ea typeface="Meiryo UI" panose="020B0604030504040204" pitchFamily="50" charset="-128"/>
                <a:cs typeface="+mn-cs"/>
              </a:rPr>
              <a:t>※</a:t>
            </a:r>
            <a:r>
              <a:rPr kumimoji="1" lang="ja-JP" altLang="en-US" sz="1000" b="0" i="0" u="none" strike="noStrike" kern="1200" cap="none" spc="0" normalizeH="0" baseline="0" noProof="0">
                <a:ln>
                  <a:noFill/>
                </a:ln>
                <a:solidFill>
                  <a:prstClr val="black"/>
                </a:solidFill>
                <a:effectLst/>
                <a:highlight>
                  <a:srgbClr val="FFFF99"/>
                </a:highlight>
                <a:uLnTx/>
                <a:uFillTx/>
                <a:latin typeface="Meiryo UI" panose="020B0604030504040204" pitchFamily="50" charset="-128"/>
                <a:ea typeface="Meiryo UI" panose="020B0604030504040204" pitchFamily="50" charset="-128"/>
                <a:cs typeface="+mn-cs"/>
              </a:rPr>
              <a:t>黄色ハイライトは日程調整中</a:t>
            </a:r>
          </a:p>
        </p:txBody>
      </p:sp>
      <p:grpSp>
        <p:nvGrpSpPr>
          <p:cNvPr id="128" name="グループ化 127">
            <a:extLst>
              <a:ext uri="{FF2B5EF4-FFF2-40B4-BE49-F238E27FC236}">
                <a16:creationId xmlns:a16="http://schemas.microsoft.com/office/drawing/2014/main" id="{F27145E3-3C8B-A2AC-7233-3F878F426BDC}"/>
              </a:ext>
            </a:extLst>
          </p:cNvPr>
          <p:cNvGrpSpPr/>
          <p:nvPr/>
        </p:nvGrpSpPr>
        <p:grpSpPr>
          <a:xfrm>
            <a:off x="5444830" y="328614"/>
            <a:ext cx="4417440" cy="354689"/>
            <a:chOff x="4826556" y="302001"/>
            <a:chExt cx="4417440" cy="354689"/>
          </a:xfrm>
        </p:grpSpPr>
        <p:sp>
          <p:nvSpPr>
            <p:cNvPr id="11" name="矢印: 五方向 10">
              <a:extLst>
                <a:ext uri="{FF2B5EF4-FFF2-40B4-BE49-F238E27FC236}">
                  <a16:creationId xmlns:a16="http://schemas.microsoft.com/office/drawing/2014/main" id="{BDECD8A4-6AAC-EC01-72A5-64CF4965CEC3}"/>
                </a:ext>
              </a:extLst>
            </p:cNvPr>
            <p:cNvSpPr/>
            <p:nvPr/>
          </p:nvSpPr>
          <p:spPr bwMode="gray">
            <a:xfrm>
              <a:off x="5526411" y="504610"/>
              <a:ext cx="649541" cy="117094"/>
            </a:xfrm>
            <a:prstGeom prst="homePlate">
              <a:avLst>
                <a:gd name="adj" fmla="val 13397"/>
              </a:avLst>
            </a:prstGeom>
            <a:solidFill>
              <a:srgbClr val="D1E7F6"/>
            </a:solidFill>
            <a:ln w="3175">
              <a:solidFill>
                <a:schemeClr val="bg1">
                  <a:lumMod val="50000"/>
                </a:schemeClr>
              </a:solidFill>
            </a:ln>
            <a:effectLst/>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altLang="ja-JP" sz="600" b="0" i="0" u="none" strike="noStrike" kern="1200" cap="all"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DX</a:t>
              </a:r>
              <a:r>
                <a:rPr kumimoji="1" lang="ja-JP" altLang="en-US" sz="600" b="0" i="0" u="none" strike="noStrike" kern="1200" cap="all"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機構作業</a:t>
              </a:r>
            </a:p>
          </p:txBody>
        </p:sp>
        <p:sp>
          <p:nvSpPr>
            <p:cNvPr id="15" name="矢印: 五方向 14">
              <a:extLst>
                <a:ext uri="{FF2B5EF4-FFF2-40B4-BE49-F238E27FC236}">
                  <a16:creationId xmlns:a16="http://schemas.microsoft.com/office/drawing/2014/main" id="{A4D45D0E-A497-716B-71DE-AFCF01A7E0A5}"/>
                </a:ext>
              </a:extLst>
            </p:cNvPr>
            <p:cNvSpPr/>
            <p:nvPr/>
          </p:nvSpPr>
          <p:spPr bwMode="gray">
            <a:xfrm>
              <a:off x="4826556" y="504610"/>
              <a:ext cx="649541" cy="117094"/>
            </a:xfrm>
            <a:prstGeom prst="homePlate">
              <a:avLst>
                <a:gd name="adj" fmla="val 13397"/>
              </a:avLst>
            </a:prstGeom>
            <a:solidFill>
              <a:srgbClr val="D7E4BD"/>
            </a:solidFill>
            <a:ln w="3175">
              <a:solidFill>
                <a:schemeClr val="bg1">
                  <a:lumMod val="50000"/>
                </a:schemeClr>
              </a:solidFill>
            </a:ln>
            <a:effectLst/>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all"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厚労省作業</a:t>
              </a:r>
            </a:p>
          </p:txBody>
        </p:sp>
        <p:sp>
          <p:nvSpPr>
            <p:cNvPr id="16" name="矢印: 五方向 15">
              <a:extLst>
                <a:ext uri="{FF2B5EF4-FFF2-40B4-BE49-F238E27FC236}">
                  <a16:creationId xmlns:a16="http://schemas.microsoft.com/office/drawing/2014/main" id="{1A36941A-7D51-015B-1B92-F75B8314CD7A}"/>
                </a:ext>
              </a:extLst>
            </p:cNvPr>
            <p:cNvSpPr/>
            <p:nvPr/>
          </p:nvSpPr>
          <p:spPr bwMode="gray">
            <a:xfrm>
              <a:off x="6226266" y="504610"/>
              <a:ext cx="649541" cy="117094"/>
            </a:xfrm>
            <a:prstGeom prst="homePlate">
              <a:avLst>
                <a:gd name="adj" fmla="val 13397"/>
              </a:avLst>
            </a:prstGeom>
            <a:solidFill>
              <a:srgbClr val="DDD9C3"/>
            </a:solidFill>
            <a:ln w="3175">
              <a:solidFill>
                <a:schemeClr val="bg1">
                  <a:lumMod val="50000"/>
                </a:schemeClr>
              </a:solidFill>
            </a:ln>
            <a:effectLst/>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all"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開発事業者作業</a:t>
              </a:r>
            </a:p>
          </p:txBody>
        </p:sp>
        <p:sp>
          <p:nvSpPr>
            <p:cNvPr id="18" name="矢印: 五方向 17">
              <a:extLst>
                <a:ext uri="{FF2B5EF4-FFF2-40B4-BE49-F238E27FC236}">
                  <a16:creationId xmlns:a16="http://schemas.microsoft.com/office/drawing/2014/main" id="{E4D32626-026B-BE50-F488-0407894C43CC}"/>
                </a:ext>
              </a:extLst>
            </p:cNvPr>
            <p:cNvSpPr/>
            <p:nvPr/>
          </p:nvSpPr>
          <p:spPr bwMode="gray">
            <a:xfrm>
              <a:off x="6926121" y="504610"/>
              <a:ext cx="649541" cy="117094"/>
            </a:xfrm>
            <a:prstGeom prst="homePlate">
              <a:avLst>
                <a:gd name="adj" fmla="val 13397"/>
              </a:avLst>
            </a:prstGeom>
            <a:solidFill>
              <a:srgbClr val="FCD5B5"/>
            </a:solidFill>
            <a:ln w="3175">
              <a:solidFill>
                <a:schemeClr val="bg1">
                  <a:lumMod val="50000"/>
                </a:schemeClr>
              </a:solidFill>
            </a:ln>
            <a:effectLst/>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altLang="ja-JP" sz="600" b="0" i="0" u="none" strike="noStrike" kern="1200" cap="all"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JAHIS</a:t>
              </a:r>
              <a:r>
                <a:rPr kumimoji="1" lang="ja-JP" altLang="en-US" sz="600" b="0" i="0" u="none" strike="noStrike" kern="1200" cap="all"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作業</a:t>
              </a:r>
              <a:endParaRPr kumimoji="1" lang="en-US" altLang="ja-JP" sz="600" b="0" i="0" u="none" strike="noStrike" kern="1200" cap="all"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
          <p:nvSpPr>
            <p:cNvPr id="19" name="矢印: 五方向 18">
              <a:extLst>
                <a:ext uri="{FF2B5EF4-FFF2-40B4-BE49-F238E27FC236}">
                  <a16:creationId xmlns:a16="http://schemas.microsoft.com/office/drawing/2014/main" id="{4107AC65-5ECE-1B3E-7D1E-C8A33296A8BD}"/>
                </a:ext>
              </a:extLst>
            </p:cNvPr>
            <p:cNvSpPr/>
            <p:nvPr/>
          </p:nvSpPr>
          <p:spPr bwMode="gray">
            <a:xfrm>
              <a:off x="4841340" y="302001"/>
              <a:ext cx="941197" cy="191905"/>
            </a:xfrm>
            <a:prstGeom prst="homePlate">
              <a:avLst>
                <a:gd name="adj" fmla="val 0"/>
              </a:avLst>
            </a:prstGeom>
            <a:noFill/>
            <a:ln>
              <a:noFill/>
            </a:ln>
            <a:effectLst/>
          </p:spPr>
          <p:txBody>
            <a:bodyPr wrap="non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noProof="1"/>
              </a:pPr>
              <a:r>
                <a:rPr kumimoji="1" lang="ja-JP" altLang="en-US" sz="800" b="0" i="0" u="none" strike="noStrike" kern="1200" cap="all"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■凡例</a:t>
              </a:r>
              <a:endParaRPr kumimoji="1" lang="en-US" altLang="ja-JP" sz="800" b="0" i="0" u="none" strike="noStrike" kern="1200" cap="all"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
          <p:nvSpPr>
            <p:cNvPr id="20" name="矢印: 五方向 19">
              <a:extLst>
                <a:ext uri="{FF2B5EF4-FFF2-40B4-BE49-F238E27FC236}">
                  <a16:creationId xmlns:a16="http://schemas.microsoft.com/office/drawing/2014/main" id="{E2134CF5-A553-53DC-A447-F2133F26DCCC}"/>
                </a:ext>
              </a:extLst>
            </p:cNvPr>
            <p:cNvSpPr/>
            <p:nvPr/>
          </p:nvSpPr>
          <p:spPr bwMode="gray">
            <a:xfrm>
              <a:off x="8302799" y="464785"/>
              <a:ext cx="941197" cy="191905"/>
            </a:xfrm>
            <a:prstGeom prst="homePlate">
              <a:avLst>
                <a:gd name="adj" fmla="val 0"/>
              </a:avLst>
            </a:prstGeom>
            <a:noFill/>
            <a:ln>
              <a:noFill/>
            </a:ln>
            <a:effectLst/>
          </p:spPr>
          <p:txBody>
            <a:bodyPr wrap="non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all" spc="0" normalizeH="0" baseline="0" noProof="0">
                  <a:ln>
                    <a:noFill/>
                  </a:ln>
                  <a:solidFill>
                    <a:srgbClr val="C00000"/>
                  </a:solidFill>
                  <a:effectLst/>
                  <a:uLnTx/>
                  <a:uFillTx/>
                  <a:latin typeface="Meiryo UI" panose="020B0604030504040204" pitchFamily="50" charset="-128"/>
                  <a:ea typeface="Meiryo UI" panose="020B0604030504040204" pitchFamily="50" charset="-128"/>
                  <a:cs typeface="+mn-cs"/>
                </a:rPr>
                <a:t>★：ドキュメント公開</a:t>
              </a:r>
              <a:endParaRPr kumimoji="1" lang="en-US" altLang="ja-JP" sz="600" b="0" i="0" u="none" strike="noStrike" kern="1200" cap="all" spc="0" normalizeH="0" baseline="0" noProof="0">
                <a:ln>
                  <a:noFill/>
                </a:ln>
                <a:solidFill>
                  <a:srgbClr val="C00000"/>
                </a:solidFill>
                <a:effectLst/>
                <a:uLnTx/>
                <a:uFillTx/>
                <a:latin typeface="Meiryo UI" panose="020B0604030504040204" pitchFamily="50" charset="-128"/>
                <a:ea typeface="Meiryo UI" panose="020B0604030504040204" pitchFamily="50" charset="-128"/>
                <a:cs typeface="+mn-cs"/>
              </a:endParaRPr>
            </a:p>
          </p:txBody>
        </p:sp>
        <p:sp>
          <p:nvSpPr>
            <p:cNvPr id="127" name="矢印: 五方向 126">
              <a:extLst>
                <a:ext uri="{FF2B5EF4-FFF2-40B4-BE49-F238E27FC236}">
                  <a16:creationId xmlns:a16="http://schemas.microsoft.com/office/drawing/2014/main" id="{4794BEF0-6A36-A011-6EE4-ED0E0FC47F18}"/>
                </a:ext>
              </a:extLst>
            </p:cNvPr>
            <p:cNvSpPr/>
            <p:nvPr/>
          </p:nvSpPr>
          <p:spPr bwMode="gray">
            <a:xfrm>
              <a:off x="7625975" y="504610"/>
              <a:ext cx="649541" cy="117094"/>
            </a:xfrm>
            <a:prstGeom prst="homePlate">
              <a:avLst>
                <a:gd name="adj" fmla="val 13397"/>
              </a:avLst>
            </a:prstGeom>
            <a:solidFill>
              <a:srgbClr val="F5C8FC"/>
            </a:solidFill>
            <a:ln w="3175">
              <a:solidFill>
                <a:schemeClr val="bg1">
                  <a:lumMod val="50000"/>
                </a:schemeClr>
              </a:solidFill>
            </a:ln>
            <a:effectLst/>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altLang="ja-JP" sz="600" b="0" i="0" u="none" strike="noStrike" kern="1200" cap="all"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DX</a:t>
              </a:r>
              <a:r>
                <a:rPr kumimoji="1" lang="ja-JP" altLang="en-US" sz="600" b="0" i="0" u="none" strike="noStrike" kern="1200" cap="all"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機構</a:t>
              </a:r>
              <a:r>
                <a:rPr kumimoji="1" lang="en-US" altLang="ja-JP" sz="600" b="0" i="0" u="none" strike="noStrike" kern="1200" cap="all"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ACN</a:t>
              </a:r>
              <a:r>
                <a:rPr kumimoji="1" lang="ja-JP" altLang="en-US" sz="600" b="0" i="0" u="none" strike="noStrike" kern="1200" cap="all"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作業</a:t>
              </a:r>
            </a:p>
          </p:txBody>
        </p:sp>
      </p:grpSp>
      <p:graphicFrame>
        <p:nvGraphicFramePr>
          <p:cNvPr id="10" name="表 9">
            <a:extLst>
              <a:ext uri="{FF2B5EF4-FFF2-40B4-BE49-F238E27FC236}">
                <a16:creationId xmlns:a16="http://schemas.microsoft.com/office/drawing/2014/main" id="{CD0DB983-6659-99C6-4BC7-FEA4A975B340}"/>
              </a:ext>
            </a:extLst>
          </p:cNvPr>
          <p:cNvGraphicFramePr>
            <a:graphicFrameLocks noGrp="1"/>
          </p:cNvGraphicFramePr>
          <p:nvPr/>
        </p:nvGraphicFramePr>
        <p:xfrm>
          <a:off x="178240" y="1066892"/>
          <a:ext cx="9549520" cy="5541365"/>
        </p:xfrm>
        <a:graphic>
          <a:graphicData uri="http://schemas.openxmlformats.org/drawingml/2006/table">
            <a:tbl>
              <a:tblPr/>
              <a:tblGrid>
                <a:gridCol w="708394">
                  <a:extLst>
                    <a:ext uri="{9D8B030D-6E8A-4147-A177-3AD203B41FA5}">
                      <a16:colId xmlns:a16="http://schemas.microsoft.com/office/drawing/2014/main" val="983553098"/>
                    </a:ext>
                  </a:extLst>
                </a:gridCol>
                <a:gridCol w="708394">
                  <a:extLst>
                    <a:ext uri="{9D8B030D-6E8A-4147-A177-3AD203B41FA5}">
                      <a16:colId xmlns:a16="http://schemas.microsoft.com/office/drawing/2014/main" val="2224587597"/>
                    </a:ext>
                  </a:extLst>
                </a:gridCol>
                <a:gridCol w="478396">
                  <a:extLst>
                    <a:ext uri="{9D8B030D-6E8A-4147-A177-3AD203B41FA5}">
                      <a16:colId xmlns:a16="http://schemas.microsoft.com/office/drawing/2014/main" val="4022186137"/>
                    </a:ext>
                  </a:extLst>
                </a:gridCol>
                <a:gridCol w="478396">
                  <a:extLst>
                    <a:ext uri="{9D8B030D-6E8A-4147-A177-3AD203B41FA5}">
                      <a16:colId xmlns:a16="http://schemas.microsoft.com/office/drawing/2014/main" val="492107453"/>
                    </a:ext>
                  </a:extLst>
                </a:gridCol>
                <a:gridCol w="478396">
                  <a:extLst>
                    <a:ext uri="{9D8B030D-6E8A-4147-A177-3AD203B41FA5}">
                      <a16:colId xmlns:a16="http://schemas.microsoft.com/office/drawing/2014/main" val="910602197"/>
                    </a:ext>
                  </a:extLst>
                </a:gridCol>
                <a:gridCol w="478396">
                  <a:extLst>
                    <a:ext uri="{9D8B030D-6E8A-4147-A177-3AD203B41FA5}">
                      <a16:colId xmlns:a16="http://schemas.microsoft.com/office/drawing/2014/main" val="2839068280"/>
                    </a:ext>
                  </a:extLst>
                </a:gridCol>
                <a:gridCol w="478396">
                  <a:extLst>
                    <a:ext uri="{9D8B030D-6E8A-4147-A177-3AD203B41FA5}">
                      <a16:colId xmlns:a16="http://schemas.microsoft.com/office/drawing/2014/main" val="2144273209"/>
                    </a:ext>
                  </a:extLst>
                </a:gridCol>
                <a:gridCol w="478396">
                  <a:extLst>
                    <a:ext uri="{9D8B030D-6E8A-4147-A177-3AD203B41FA5}">
                      <a16:colId xmlns:a16="http://schemas.microsoft.com/office/drawing/2014/main" val="524054386"/>
                    </a:ext>
                  </a:extLst>
                </a:gridCol>
                <a:gridCol w="478396">
                  <a:extLst>
                    <a:ext uri="{9D8B030D-6E8A-4147-A177-3AD203B41FA5}">
                      <a16:colId xmlns:a16="http://schemas.microsoft.com/office/drawing/2014/main" val="3261549109"/>
                    </a:ext>
                  </a:extLst>
                </a:gridCol>
                <a:gridCol w="478396">
                  <a:extLst>
                    <a:ext uri="{9D8B030D-6E8A-4147-A177-3AD203B41FA5}">
                      <a16:colId xmlns:a16="http://schemas.microsoft.com/office/drawing/2014/main" val="1715877760"/>
                    </a:ext>
                  </a:extLst>
                </a:gridCol>
                <a:gridCol w="478396">
                  <a:extLst>
                    <a:ext uri="{9D8B030D-6E8A-4147-A177-3AD203B41FA5}">
                      <a16:colId xmlns:a16="http://schemas.microsoft.com/office/drawing/2014/main" val="2852966445"/>
                    </a:ext>
                  </a:extLst>
                </a:gridCol>
                <a:gridCol w="478396">
                  <a:extLst>
                    <a:ext uri="{9D8B030D-6E8A-4147-A177-3AD203B41FA5}">
                      <a16:colId xmlns:a16="http://schemas.microsoft.com/office/drawing/2014/main" val="1700435194"/>
                    </a:ext>
                  </a:extLst>
                </a:gridCol>
                <a:gridCol w="478396">
                  <a:extLst>
                    <a:ext uri="{9D8B030D-6E8A-4147-A177-3AD203B41FA5}">
                      <a16:colId xmlns:a16="http://schemas.microsoft.com/office/drawing/2014/main" val="3834586187"/>
                    </a:ext>
                  </a:extLst>
                </a:gridCol>
                <a:gridCol w="478396">
                  <a:extLst>
                    <a:ext uri="{9D8B030D-6E8A-4147-A177-3AD203B41FA5}">
                      <a16:colId xmlns:a16="http://schemas.microsoft.com/office/drawing/2014/main" val="400549939"/>
                    </a:ext>
                  </a:extLst>
                </a:gridCol>
                <a:gridCol w="478396">
                  <a:extLst>
                    <a:ext uri="{9D8B030D-6E8A-4147-A177-3AD203B41FA5}">
                      <a16:colId xmlns:a16="http://schemas.microsoft.com/office/drawing/2014/main" val="3794609824"/>
                    </a:ext>
                  </a:extLst>
                </a:gridCol>
                <a:gridCol w="478396">
                  <a:extLst>
                    <a:ext uri="{9D8B030D-6E8A-4147-A177-3AD203B41FA5}">
                      <a16:colId xmlns:a16="http://schemas.microsoft.com/office/drawing/2014/main" val="1894480928"/>
                    </a:ext>
                  </a:extLst>
                </a:gridCol>
                <a:gridCol w="478396">
                  <a:extLst>
                    <a:ext uri="{9D8B030D-6E8A-4147-A177-3AD203B41FA5}">
                      <a16:colId xmlns:a16="http://schemas.microsoft.com/office/drawing/2014/main" val="731230726"/>
                    </a:ext>
                  </a:extLst>
                </a:gridCol>
                <a:gridCol w="478396">
                  <a:extLst>
                    <a:ext uri="{9D8B030D-6E8A-4147-A177-3AD203B41FA5}">
                      <a16:colId xmlns:a16="http://schemas.microsoft.com/office/drawing/2014/main" val="3434057794"/>
                    </a:ext>
                  </a:extLst>
                </a:gridCol>
                <a:gridCol w="478396">
                  <a:extLst>
                    <a:ext uri="{9D8B030D-6E8A-4147-A177-3AD203B41FA5}">
                      <a16:colId xmlns:a16="http://schemas.microsoft.com/office/drawing/2014/main" val="3137454263"/>
                    </a:ext>
                  </a:extLst>
                </a:gridCol>
              </a:tblGrid>
              <a:tr h="166186">
                <a:tc rowSpan="2" gridSpan="2">
                  <a:txBody>
                    <a:bodyPr/>
                    <a:lstStyle/>
                    <a:p>
                      <a:pPr algn="ctr" rtl="0" fontAlgn="ctr">
                        <a:buNone/>
                      </a:pPr>
                      <a:endParaRPr lang="ja-JP" sz="800" b="1" i="0" u="none" strike="noStrike">
                        <a:solidFill>
                          <a:srgbClr val="FFFFFF"/>
                        </a:solidFill>
                        <a:effectLst/>
                        <a:latin typeface="Meiryo UI" panose="020B0604030504040204" pitchFamily="50" charset="-128"/>
                        <a:ea typeface="Meiryo UI" panose="020B0604030504040204" pitchFamily="50" charset="-128"/>
                      </a:endParaRPr>
                    </a:p>
                  </a:txBody>
                  <a:tcPr marL="0" marR="0" marT="0" marB="0" anchor="ctr">
                    <a:lnL>
                      <a:noFill/>
                    </a:lnL>
                    <a:lnR w="19050" cap="flat" cmpd="sng" algn="ctr">
                      <a:solidFill>
                        <a:srgbClr val="7F7F7F"/>
                      </a:solidFill>
                      <a:prstDash val="solid"/>
                      <a:round/>
                      <a:headEnd type="none" w="med" len="med"/>
                      <a:tailEnd type="none" w="med" len="med"/>
                    </a:lnR>
                    <a:lnT>
                      <a:noFill/>
                    </a:lnT>
                    <a:lnB>
                      <a:noFill/>
                    </a:lnB>
                    <a:noFill/>
                  </a:tcPr>
                </a:tc>
                <a:tc rowSpan="2" hMerge="1">
                  <a:txBody>
                    <a:bodyPr/>
                    <a:lstStyle/>
                    <a:p>
                      <a:endParaRPr kumimoji="1" lang="ja-JP" altLang="en-US"/>
                    </a:p>
                  </a:txBody>
                  <a:tcPr/>
                </a:tc>
                <a:tc gridSpan="4">
                  <a:txBody>
                    <a:bodyPr/>
                    <a:lstStyle/>
                    <a:p>
                      <a:pPr algn="ctr" rtl="0" fontAlgn="ctr">
                        <a:buNone/>
                      </a:pPr>
                      <a:r>
                        <a:rPr lang="ja-JP" sz="800" b="1" i="0" u="none" strike="noStrike">
                          <a:solidFill>
                            <a:srgbClr val="FFFFFF"/>
                          </a:solidFill>
                          <a:effectLst/>
                          <a:latin typeface="Meiryo UI" panose="020B0604030504040204" pitchFamily="50" charset="-128"/>
                          <a:ea typeface="Meiryo UI" panose="020B0604030504040204" pitchFamily="50" charset="-128"/>
                        </a:rPr>
                        <a:t>9月</a:t>
                      </a:r>
                    </a:p>
                  </a:txBody>
                  <a:tcPr marL="0" marR="0" marT="0" marB="0" anchor="ctr">
                    <a:lnL w="190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a:noFill/>
                    </a:lnT>
                    <a:lnB w="6350" cap="flat" cmpd="sng" algn="ctr">
                      <a:solidFill>
                        <a:srgbClr val="7F7F7F"/>
                      </a:solidFill>
                      <a:prstDash val="solid"/>
                      <a:round/>
                      <a:headEnd type="none" w="med" len="med"/>
                      <a:tailEnd type="none" w="med" len="med"/>
                    </a:lnB>
                    <a:solidFill>
                      <a:srgbClr val="4F81BD"/>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4">
                  <a:txBody>
                    <a:bodyPr/>
                    <a:lstStyle/>
                    <a:p>
                      <a:pPr algn="ctr" rtl="0" fontAlgn="ctr">
                        <a:buNone/>
                      </a:pPr>
                      <a:r>
                        <a:rPr lang="ja-JP" sz="800" b="1" i="0" u="none" strike="noStrike">
                          <a:solidFill>
                            <a:srgbClr val="FFFFFF"/>
                          </a:solidFill>
                          <a:effectLst/>
                          <a:latin typeface="Meiryo UI" panose="020B0604030504040204" pitchFamily="50" charset="-128"/>
                          <a:ea typeface="Meiryo UI" panose="020B0604030504040204" pitchFamily="50" charset="-128"/>
                        </a:rPr>
                        <a:t>10月</a:t>
                      </a:r>
                    </a:p>
                  </a:txBody>
                  <a:tcPr marL="0" marR="0" marT="0" marB="0" anchor="ctr">
                    <a:lnL w="190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a:noFill/>
                    </a:lnT>
                    <a:lnB w="6350" cap="flat" cmpd="sng" algn="ctr">
                      <a:solidFill>
                        <a:srgbClr val="7F7F7F"/>
                      </a:solidFill>
                      <a:prstDash val="solid"/>
                      <a:round/>
                      <a:headEnd type="none" w="med" len="med"/>
                      <a:tailEnd type="none" w="med" len="med"/>
                    </a:lnB>
                    <a:solidFill>
                      <a:srgbClr val="4F81BD"/>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5">
                  <a:txBody>
                    <a:bodyPr/>
                    <a:lstStyle/>
                    <a:p>
                      <a:pPr algn="ctr" rtl="0" fontAlgn="ctr">
                        <a:buNone/>
                      </a:pPr>
                      <a:r>
                        <a:rPr lang="ja-JP" sz="800" b="1" i="0" u="none" strike="noStrike">
                          <a:solidFill>
                            <a:srgbClr val="FFFFFF"/>
                          </a:solidFill>
                          <a:effectLst/>
                          <a:latin typeface="Meiryo UI" panose="020B0604030504040204" pitchFamily="50" charset="-128"/>
                          <a:ea typeface="Meiryo UI" panose="020B0604030504040204" pitchFamily="50" charset="-128"/>
                        </a:rPr>
                        <a:t>11月</a:t>
                      </a:r>
                    </a:p>
                  </a:txBody>
                  <a:tcPr marL="0" marR="0" marT="0" marB="0" anchor="ctr">
                    <a:lnL w="190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a:noFill/>
                    </a:lnT>
                    <a:lnB w="6350" cap="flat" cmpd="sng" algn="ctr">
                      <a:solidFill>
                        <a:srgbClr val="7F7F7F"/>
                      </a:solidFill>
                      <a:prstDash val="solid"/>
                      <a:round/>
                      <a:headEnd type="none" w="med" len="med"/>
                      <a:tailEnd type="none" w="med" len="med"/>
                    </a:lnB>
                    <a:solidFill>
                      <a:srgbClr val="4F81BD"/>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4">
                  <a:txBody>
                    <a:bodyPr/>
                    <a:lstStyle/>
                    <a:p>
                      <a:pPr algn="ctr" rtl="0" fontAlgn="ctr">
                        <a:buNone/>
                      </a:pPr>
                      <a:r>
                        <a:rPr lang="en-US" altLang="ja-JP" sz="800" b="1" i="0" u="none" strike="noStrike">
                          <a:solidFill>
                            <a:srgbClr val="FFFFFF"/>
                          </a:solidFill>
                          <a:effectLst/>
                          <a:latin typeface="Meiryo UI" panose="020B0604030504040204" pitchFamily="50" charset="-128"/>
                          <a:ea typeface="Meiryo UI" panose="020B0604030504040204" pitchFamily="50" charset="-128"/>
                        </a:rPr>
                        <a:t>12</a:t>
                      </a:r>
                      <a:r>
                        <a:rPr lang="ja-JP" altLang="en-US" sz="800" b="1" i="0" u="none" strike="noStrike">
                          <a:solidFill>
                            <a:srgbClr val="FFFFFF"/>
                          </a:solidFill>
                          <a:effectLst/>
                          <a:latin typeface="Meiryo UI" panose="020B0604030504040204" pitchFamily="50" charset="-128"/>
                          <a:ea typeface="Meiryo UI" panose="020B0604030504040204" pitchFamily="50" charset="-128"/>
                        </a:rPr>
                        <a:t>月</a:t>
                      </a:r>
                      <a:endParaRPr lang="ja-JP" sz="800" b="1" i="0" u="none" strike="noStrike">
                        <a:solidFill>
                          <a:srgbClr val="FFFFFF"/>
                        </a:solidFill>
                        <a:effectLst/>
                        <a:latin typeface="Meiryo UI" panose="020B0604030504040204" pitchFamily="50" charset="-128"/>
                        <a:ea typeface="Meiryo UI" panose="020B0604030504040204" pitchFamily="50" charset="-128"/>
                      </a:endParaRPr>
                    </a:p>
                  </a:txBody>
                  <a:tcPr marL="0" marR="0" marT="0" marB="0" anchor="ctr">
                    <a:lnL w="190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a:noFill/>
                    </a:lnT>
                    <a:lnB w="6350" cap="flat" cmpd="sng" algn="ctr">
                      <a:solidFill>
                        <a:srgbClr val="7F7F7F"/>
                      </a:solidFill>
                      <a:prstDash val="solid"/>
                      <a:round/>
                      <a:headEnd type="none" w="med" len="med"/>
                      <a:tailEnd type="none" w="med" len="med"/>
                    </a:lnB>
                    <a:solidFill>
                      <a:srgbClr val="4F81BD"/>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696485751"/>
                  </a:ext>
                </a:extLst>
              </a:tr>
              <a:tr h="166186">
                <a:tc gridSpan="2" vMerge="1">
                  <a:txBody>
                    <a:bodyPr/>
                    <a:lstStyle/>
                    <a:p>
                      <a:endParaRPr kumimoji="1" lang="ja-JP" altLang="en-US"/>
                    </a:p>
                  </a:txBody>
                  <a:tcPr/>
                </a:tc>
                <a:tc hMerge="1" vMerge="1">
                  <a:txBody>
                    <a:bodyPr/>
                    <a:lstStyle/>
                    <a:p>
                      <a:endParaRPr kumimoji="1" lang="ja-JP" altLang="en-US"/>
                    </a:p>
                  </a:txBody>
                  <a:tcPr/>
                </a:tc>
                <a:tc>
                  <a:txBody>
                    <a:bodyPr/>
                    <a:lstStyle/>
                    <a:p>
                      <a:pPr algn="ctr"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7</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CE6F2"/>
                    </a:solidFill>
                  </a:tcPr>
                </a:tc>
                <a:tc>
                  <a:txBody>
                    <a:bodyPr/>
                    <a:lstStyle/>
                    <a:p>
                      <a:pPr algn="ctr"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14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CE6F2"/>
                    </a:solidFill>
                  </a:tcPr>
                </a:tc>
                <a:tc>
                  <a:txBody>
                    <a:bodyPr/>
                    <a:lstStyle/>
                    <a:p>
                      <a:pPr algn="ctr"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21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CE6F2"/>
                    </a:solidFill>
                  </a:tcPr>
                </a:tc>
                <a:tc>
                  <a:txBody>
                    <a:bodyPr/>
                    <a:lstStyle/>
                    <a:p>
                      <a:pPr algn="ctr"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28</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CE6F2"/>
                    </a:solidFill>
                  </a:tcPr>
                </a:tc>
                <a:tc>
                  <a:txBody>
                    <a:bodyPr/>
                    <a:lstStyle/>
                    <a:p>
                      <a:pPr algn="ctr"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5</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CE6F2"/>
                    </a:solidFill>
                  </a:tcPr>
                </a:tc>
                <a:tc>
                  <a:txBody>
                    <a:bodyPr/>
                    <a:lstStyle/>
                    <a:p>
                      <a:pPr algn="ctr"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12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CE6F2"/>
                    </a:solidFill>
                  </a:tcPr>
                </a:tc>
                <a:tc>
                  <a:txBody>
                    <a:bodyPr/>
                    <a:lstStyle/>
                    <a:p>
                      <a:pPr algn="ctr"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19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CE6F2"/>
                    </a:solidFill>
                  </a:tcPr>
                </a:tc>
                <a:tc>
                  <a:txBody>
                    <a:bodyPr/>
                    <a:lstStyle/>
                    <a:p>
                      <a:pPr algn="ctr"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26</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CE6F2"/>
                    </a:solidFill>
                  </a:tcPr>
                </a:tc>
                <a:tc>
                  <a:txBody>
                    <a:bodyPr/>
                    <a:lstStyle/>
                    <a:p>
                      <a:pPr algn="ctr"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2</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CE6F2"/>
                    </a:solidFill>
                  </a:tcPr>
                </a:tc>
                <a:tc>
                  <a:txBody>
                    <a:bodyPr/>
                    <a:lstStyle/>
                    <a:p>
                      <a:pPr algn="ctr"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CE6F2"/>
                    </a:solidFill>
                  </a:tcPr>
                </a:tc>
                <a:tc>
                  <a:txBody>
                    <a:bodyPr/>
                    <a:lstStyle/>
                    <a:p>
                      <a:pPr algn="ctr"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16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CE6F2"/>
                    </a:solidFill>
                  </a:tcPr>
                </a:tc>
                <a:tc>
                  <a:txBody>
                    <a:bodyPr/>
                    <a:lstStyle/>
                    <a:p>
                      <a:pPr algn="ctr"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23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CE6F2"/>
                    </a:solidFill>
                  </a:tcPr>
                </a:tc>
                <a:tc>
                  <a:txBody>
                    <a:bodyPr/>
                    <a:lstStyle/>
                    <a:p>
                      <a:pPr algn="ctr"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30</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CE6F2"/>
                    </a:solidFill>
                  </a:tcPr>
                </a:tc>
                <a:tc>
                  <a:txBody>
                    <a:bodyPr/>
                    <a:lstStyle/>
                    <a:p>
                      <a:pPr algn="ctr"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7</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CE6F2"/>
                    </a:solidFill>
                  </a:tcPr>
                </a:tc>
                <a:tc>
                  <a:txBody>
                    <a:bodyPr/>
                    <a:lstStyle/>
                    <a:p>
                      <a:pPr algn="ctr"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14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CE6F2"/>
                    </a:solidFill>
                  </a:tcPr>
                </a:tc>
                <a:tc>
                  <a:txBody>
                    <a:bodyPr/>
                    <a:lstStyle/>
                    <a:p>
                      <a:pPr algn="ctr"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21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CE6F2"/>
                    </a:solidFill>
                  </a:tcPr>
                </a:tc>
                <a:tc>
                  <a:txBody>
                    <a:bodyPr/>
                    <a:lstStyle/>
                    <a:p>
                      <a:pPr algn="ctr"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28</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CE6F2"/>
                    </a:solidFill>
                  </a:tcPr>
                </a:tc>
                <a:extLst>
                  <a:ext uri="{0D108BD9-81ED-4DB2-BD59-A6C34878D82A}">
                    <a16:rowId xmlns:a16="http://schemas.microsoft.com/office/drawing/2014/main" val="2605299471"/>
                  </a:ext>
                </a:extLst>
              </a:tr>
              <a:tr h="1355878">
                <a:tc gridSpan="2">
                  <a:txBody>
                    <a:bodyPr/>
                    <a:lstStyle/>
                    <a:p>
                      <a:pPr algn="ctr" rtl="0" fontAlgn="ctr">
                        <a:buNone/>
                      </a:pPr>
                      <a:r>
                        <a:rPr lang="ja-JP" sz="800" b="1" i="0" u="none" strike="noStrike">
                          <a:solidFill>
                            <a:srgbClr val="FFFFFF"/>
                          </a:solidFill>
                          <a:effectLst/>
                          <a:latin typeface="Meiryo UI" panose="020B0604030504040204" pitchFamily="50" charset="-128"/>
                          <a:ea typeface="Meiryo UI" panose="020B0604030504040204" pitchFamily="50" charset="-128"/>
                        </a:rPr>
                        <a:t>マイルストーン</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a:noFill/>
                    </a:lnT>
                    <a:lnB w="6350" cap="flat" cmpd="sng" algn="ctr">
                      <a:solidFill>
                        <a:srgbClr val="7F7F7F"/>
                      </a:solidFill>
                      <a:prstDash val="solid"/>
                      <a:round/>
                      <a:headEnd type="none" w="med" len="med"/>
                      <a:tailEnd type="none" w="med" len="med"/>
                    </a:lnB>
                    <a:solidFill>
                      <a:srgbClr val="4F81BD"/>
                    </a:solidFill>
                  </a:tcPr>
                </a:tc>
                <a:tc hMerge="1">
                  <a:txBody>
                    <a:bodyPr/>
                    <a:lstStyle/>
                    <a:p>
                      <a:endParaRPr kumimoji="1" lang="ja-JP" altLang="en-US"/>
                    </a:p>
                  </a:txBody>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extLst>
                  <a:ext uri="{0D108BD9-81ED-4DB2-BD59-A6C34878D82A}">
                    <a16:rowId xmlns:a16="http://schemas.microsoft.com/office/drawing/2014/main" val="2032659790"/>
                  </a:ext>
                </a:extLst>
              </a:tr>
              <a:tr h="166186">
                <a:tc>
                  <a:txBody>
                    <a:bodyPr/>
                    <a:lstStyle/>
                    <a:p>
                      <a:pPr algn="ctr" rtl="0" fontAlgn="ctr">
                        <a:buNone/>
                      </a:pPr>
                      <a:r>
                        <a:rPr lang="ja-JP" sz="800" b="1" i="0" u="none" strike="noStrike">
                          <a:solidFill>
                            <a:srgbClr val="FFFFFF"/>
                          </a:solidFill>
                          <a:effectLst/>
                          <a:latin typeface="Meiryo UI" panose="020B0604030504040204" pitchFamily="50" charset="-128"/>
                          <a:ea typeface="Meiryo UI" panose="020B0604030504040204" pitchFamily="50" charset="-128"/>
                        </a:rPr>
                        <a:t>区分</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8064A2"/>
                    </a:solidFill>
                  </a:tcPr>
                </a:tc>
                <a:tc>
                  <a:txBody>
                    <a:bodyPr/>
                    <a:lstStyle/>
                    <a:p>
                      <a:pPr algn="ctr" rtl="0" fontAlgn="ctr">
                        <a:buNone/>
                      </a:pPr>
                      <a:r>
                        <a:rPr lang="ja-JP" sz="800" b="1" i="0" u="none" strike="noStrike">
                          <a:solidFill>
                            <a:srgbClr val="FFFFFF"/>
                          </a:solidFill>
                          <a:effectLst/>
                          <a:latin typeface="Meiryo UI" panose="020B0604030504040204" pitchFamily="50" charset="-128"/>
                          <a:ea typeface="Meiryo UI" panose="020B0604030504040204" pitchFamily="50" charset="-128"/>
                        </a:rPr>
                        <a:t>文書名</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8064A2"/>
                    </a:solid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extLst>
                  <a:ext uri="{0D108BD9-81ED-4DB2-BD59-A6C34878D82A}">
                    <a16:rowId xmlns:a16="http://schemas.microsoft.com/office/drawing/2014/main" val="3915967491"/>
                  </a:ext>
                </a:extLst>
              </a:tr>
              <a:tr h="389431">
                <a:tc>
                  <a:txBody>
                    <a:bodyPr/>
                    <a:lstStyle/>
                    <a:p>
                      <a:pPr algn="l"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リリース周知</a:t>
                      </a:r>
                    </a:p>
                  </a:txBody>
                  <a:tcPr marL="0" marR="0" marT="0"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リリースノート</a:t>
                      </a:r>
                    </a:p>
                  </a:txBody>
                  <a:tcPr marL="0" marR="0" marT="0"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A6A6A6"/>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4260912684"/>
                  </a:ext>
                </a:extLst>
              </a:tr>
              <a:tr h="389431">
                <a:tc rowSpan="3">
                  <a:txBody>
                    <a:bodyPr/>
                    <a:lstStyle/>
                    <a:p>
                      <a:pPr algn="l"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仕様書</a:t>
                      </a:r>
                    </a:p>
                  </a:txBody>
                  <a:tcPr marL="0" marR="0" marT="0"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技術解説書</a:t>
                      </a:r>
                    </a:p>
                  </a:txBody>
                  <a:tcPr marL="0" marR="0" marT="0"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A6A6A6"/>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extLst>
                  <a:ext uri="{0D108BD9-81ED-4DB2-BD59-A6C34878D82A}">
                    <a16:rowId xmlns:a16="http://schemas.microsoft.com/office/drawing/2014/main" val="933035075"/>
                  </a:ext>
                </a:extLst>
              </a:tr>
              <a:tr h="480456">
                <a:tc vMerge="1">
                  <a:txBody>
                    <a:bodyPr/>
                    <a:lstStyle/>
                    <a:p>
                      <a:endParaRPr kumimoji="1" lang="ja-JP" altLang="en-US"/>
                    </a:p>
                  </a:txBody>
                  <a:tcPr/>
                </a:tc>
                <a:tc>
                  <a:txBody>
                    <a:bodyPr/>
                    <a:lstStyle/>
                    <a:p>
                      <a:pPr algn="l"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外部IF仕様書</a:t>
                      </a:r>
                      <a:br>
                        <a:rPr lang="ja-JP" sz="800" b="0" i="0" u="none" strike="noStrike">
                          <a:solidFill>
                            <a:srgbClr val="000000"/>
                          </a:solidFill>
                          <a:effectLst/>
                          <a:latin typeface="Meiryo UI" panose="020B0604030504040204" pitchFamily="50" charset="-128"/>
                          <a:ea typeface="Meiryo UI" panose="020B0604030504040204" pitchFamily="50" charset="-128"/>
                        </a:rPr>
                      </a:br>
                      <a:r>
                        <a:rPr lang="ja-JP" sz="800" b="0" i="0" u="none" strike="noStrike">
                          <a:solidFill>
                            <a:srgbClr val="000000"/>
                          </a:solidFill>
                          <a:effectLst/>
                          <a:latin typeface="Meiryo UI" panose="020B0604030504040204" pitchFamily="50" charset="-128"/>
                          <a:ea typeface="Meiryo UI" panose="020B0604030504040204" pitchFamily="50" charset="-128"/>
                        </a:rPr>
                        <a:t>・バリデーションチェック表</a:t>
                      </a:r>
                    </a:p>
                  </a:txBody>
                  <a:tcPr marL="0" marR="0" marT="0"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A6A6A6"/>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l"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l"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extLst>
                  <a:ext uri="{0D108BD9-81ED-4DB2-BD59-A6C34878D82A}">
                    <a16:rowId xmlns:a16="http://schemas.microsoft.com/office/drawing/2014/main" val="991109247"/>
                  </a:ext>
                </a:extLst>
              </a:tr>
              <a:tr h="389431">
                <a:tc vMerge="1">
                  <a:txBody>
                    <a:bodyPr/>
                    <a:lstStyle/>
                    <a:p>
                      <a:endParaRPr kumimoji="1" lang="ja-JP" altLang="en-US"/>
                    </a:p>
                  </a:txBody>
                  <a:tcPr/>
                </a:tc>
                <a:tc>
                  <a:txBody>
                    <a:bodyPr/>
                    <a:lstStyle/>
                    <a:p>
                      <a:pPr algn="l"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プロファイル</a:t>
                      </a:r>
                    </a:p>
                  </a:txBody>
                  <a:tcPr marL="0" marR="0" marT="0"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A6A6A6"/>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1947338878"/>
                  </a:ext>
                </a:extLst>
              </a:tr>
              <a:tr h="389431">
                <a:tc rowSpan="2">
                  <a:txBody>
                    <a:bodyPr/>
                    <a:lstStyle/>
                    <a:p>
                      <a:pPr algn="l"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テスト資材　関連</a:t>
                      </a:r>
                    </a:p>
                  </a:txBody>
                  <a:tcPr marL="0" marR="0" marT="0"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テスト資材</a:t>
                      </a:r>
                    </a:p>
                  </a:txBody>
                  <a:tcPr marL="0" marR="0" marT="0"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A6A6A6"/>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l"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l"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extLst>
                  <a:ext uri="{0D108BD9-81ED-4DB2-BD59-A6C34878D82A}">
                    <a16:rowId xmlns:a16="http://schemas.microsoft.com/office/drawing/2014/main" val="3287249191"/>
                  </a:ext>
                </a:extLst>
              </a:tr>
              <a:tr h="480456">
                <a:tc vMerge="1">
                  <a:txBody>
                    <a:bodyPr/>
                    <a:lstStyle/>
                    <a:p>
                      <a:endParaRPr kumimoji="1" lang="ja-JP" altLang="en-US"/>
                    </a:p>
                  </a:txBody>
                  <a:tcPr/>
                </a:tc>
                <a:tc>
                  <a:txBody>
                    <a:bodyPr/>
                    <a:lstStyle/>
                    <a:p>
                      <a:pPr algn="l"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バリデータ(ソースコード)</a:t>
                      </a:r>
                      <a:br>
                        <a:rPr lang="ja-JP" sz="800" b="0" i="0" u="none" strike="noStrike">
                          <a:solidFill>
                            <a:srgbClr val="000000"/>
                          </a:solidFill>
                          <a:effectLst/>
                          <a:latin typeface="Meiryo UI" panose="020B0604030504040204" pitchFamily="50" charset="-128"/>
                          <a:ea typeface="Meiryo UI" panose="020B0604030504040204" pitchFamily="50" charset="-128"/>
                        </a:rPr>
                      </a:br>
                      <a:endParaRPr lang="ja-JP" sz="8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A6A6A6"/>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2702338603"/>
                  </a:ext>
                </a:extLst>
              </a:tr>
              <a:tr h="389431">
                <a:tc rowSpan="3">
                  <a:txBody>
                    <a:bodyPr/>
                    <a:lstStyle/>
                    <a:p>
                      <a:pPr algn="l"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マニュアル等</a:t>
                      </a:r>
                    </a:p>
                  </a:txBody>
                  <a:tcPr marL="0" marR="0" marT="0"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クイックガイド・運用マニュアル</a:t>
                      </a:r>
                    </a:p>
                  </a:txBody>
                  <a:tcPr marL="0" marR="0" marT="0"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A6A6A6"/>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extLst>
                  <a:ext uri="{0D108BD9-81ED-4DB2-BD59-A6C34878D82A}">
                    <a16:rowId xmlns:a16="http://schemas.microsoft.com/office/drawing/2014/main" val="128965206"/>
                  </a:ext>
                </a:extLst>
              </a:tr>
              <a:tr h="389431">
                <a:tc vMerge="1">
                  <a:txBody>
                    <a:bodyPr/>
                    <a:lstStyle/>
                    <a:p>
                      <a:endParaRPr kumimoji="1" lang="ja-JP" altLang="en-US"/>
                    </a:p>
                  </a:txBody>
                  <a:tcPr/>
                </a:tc>
                <a:tc>
                  <a:txBody>
                    <a:bodyPr/>
                    <a:lstStyle/>
                    <a:p>
                      <a:pPr algn="l"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操作マニュアル</a:t>
                      </a:r>
                    </a:p>
                  </a:txBody>
                  <a:tcPr marL="0" marR="0" marT="0"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A6A6A6"/>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l"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l"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extLst>
                  <a:ext uri="{0D108BD9-81ED-4DB2-BD59-A6C34878D82A}">
                    <a16:rowId xmlns:a16="http://schemas.microsoft.com/office/drawing/2014/main" val="794647154"/>
                  </a:ext>
                </a:extLst>
              </a:tr>
              <a:tr h="389431">
                <a:tc vMerge="1">
                  <a:txBody>
                    <a:bodyPr/>
                    <a:lstStyle/>
                    <a:p>
                      <a:endParaRPr kumimoji="1" lang="ja-JP" altLang="en-US"/>
                    </a:p>
                  </a:txBody>
                  <a:tcPr/>
                </a:tc>
                <a:tc>
                  <a:txBody>
                    <a:bodyPr/>
                    <a:lstStyle/>
                    <a:p>
                      <a:pPr algn="l"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利用規約</a:t>
                      </a:r>
                    </a:p>
                  </a:txBody>
                  <a:tcPr marL="0" marR="0" marT="0"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A6A6A6"/>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2427930183"/>
                  </a:ext>
                </a:extLst>
              </a:tr>
            </a:tbl>
          </a:graphicData>
        </a:graphic>
      </p:graphicFrame>
      <p:sp>
        <p:nvSpPr>
          <p:cNvPr id="43" name="テキスト ボックス 3">
            <a:extLst>
              <a:ext uri="{FF2B5EF4-FFF2-40B4-BE49-F238E27FC236}">
                <a16:creationId xmlns:a16="http://schemas.microsoft.com/office/drawing/2014/main" id="{912212B8-7878-14AF-A42B-8BE0A609CA35}"/>
              </a:ext>
            </a:extLst>
          </p:cNvPr>
          <p:cNvSpPr txBox="1"/>
          <p:nvPr/>
        </p:nvSpPr>
        <p:spPr>
          <a:xfrm>
            <a:off x="4671609" y="1432341"/>
            <a:ext cx="1974898" cy="216000"/>
          </a:xfrm>
          <a:prstGeom prst="rect">
            <a:avLst/>
          </a:prstGeom>
          <a:noFill/>
          <a:ln w="9525" cmpd="sng">
            <a:noFill/>
          </a:ln>
          <a:effectLst/>
        </p:spPr>
        <p:txBody>
          <a:bodyPr wrap="square" lIns="0" tIns="0" rIns="0" bIns="0"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▼接検第二リリース</a:t>
            </a:r>
            <a:r>
              <a:rPr kumimoji="1" lang="en-US" altLang="ja-JP"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(10/21)</a:t>
            </a:r>
          </a:p>
        </p:txBody>
      </p:sp>
      <p:sp>
        <p:nvSpPr>
          <p:cNvPr id="44" name="テキスト ボックス 4">
            <a:extLst>
              <a:ext uri="{FF2B5EF4-FFF2-40B4-BE49-F238E27FC236}">
                <a16:creationId xmlns:a16="http://schemas.microsoft.com/office/drawing/2014/main" id="{A940F81A-7F29-D843-02FE-B638DC9B9E85}"/>
              </a:ext>
            </a:extLst>
          </p:cNvPr>
          <p:cNvSpPr txBox="1"/>
          <p:nvPr/>
        </p:nvSpPr>
        <p:spPr>
          <a:xfrm>
            <a:off x="6449005" y="1441275"/>
            <a:ext cx="2336450" cy="216000"/>
          </a:xfrm>
          <a:prstGeom prst="rect">
            <a:avLst/>
          </a:prstGeom>
          <a:noFill/>
          <a:ln w="9525" cmpd="sng">
            <a:noFill/>
          </a:ln>
          <a:effectLst/>
        </p:spPr>
        <p:txBody>
          <a:bodyPr wrap="square" lIns="0" tIns="0" rIns="0" bIns="0"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▼接検第二公開</a:t>
            </a:r>
            <a:r>
              <a:rPr kumimoji="1" lang="en-US" altLang="ja-JP"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(11/24)</a:t>
            </a:r>
          </a:p>
        </p:txBody>
      </p:sp>
      <p:sp>
        <p:nvSpPr>
          <p:cNvPr id="45" name="テキスト ボックス 5">
            <a:extLst>
              <a:ext uri="{FF2B5EF4-FFF2-40B4-BE49-F238E27FC236}">
                <a16:creationId xmlns:a16="http://schemas.microsoft.com/office/drawing/2014/main" id="{855B32F7-B5C7-46BB-A28F-95ED78F23E90}"/>
              </a:ext>
            </a:extLst>
          </p:cNvPr>
          <p:cNvSpPr txBox="1"/>
          <p:nvPr/>
        </p:nvSpPr>
        <p:spPr>
          <a:xfrm>
            <a:off x="8016390" y="1886611"/>
            <a:ext cx="1976451" cy="216000"/>
          </a:xfrm>
          <a:prstGeom prst="rect">
            <a:avLst/>
          </a:prstGeom>
          <a:noFill/>
          <a:ln w="9525" cmpd="sng">
            <a:noFill/>
          </a:ln>
          <a:effectLst/>
        </p:spPr>
        <p:txBody>
          <a:bodyPr wrap="square" lIns="0" tIns="0" rIns="0" bIns="0"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▼接検公開</a:t>
            </a:r>
            <a:r>
              <a:rPr kumimoji="1" lang="en-US" altLang="ja-JP"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(12/10)</a:t>
            </a:r>
          </a:p>
        </p:txBody>
      </p:sp>
      <p:sp>
        <p:nvSpPr>
          <p:cNvPr id="46" name="テキスト ボックス 6">
            <a:extLst>
              <a:ext uri="{FF2B5EF4-FFF2-40B4-BE49-F238E27FC236}">
                <a16:creationId xmlns:a16="http://schemas.microsoft.com/office/drawing/2014/main" id="{318E704C-8F0E-584F-C528-86938424E511}"/>
              </a:ext>
            </a:extLst>
          </p:cNvPr>
          <p:cNvSpPr txBox="1"/>
          <p:nvPr/>
        </p:nvSpPr>
        <p:spPr>
          <a:xfrm>
            <a:off x="8268381" y="2554617"/>
            <a:ext cx="1976451" cy="216000"/>
          </a:xfrm>
          <a:prstGeom prst="rect">
            <a:avLst/>
          </a:prstGeom>
          <a:noFill/>
          <a:ln w="9525" cmpd="sng">
            <a:noFill/>
          </a:ln>
          <a:effectLst/>
        </p:spPr>
        <p:txBody>
          <a:bodyPr wrap="square" lIns="0" tIns="0" rIns="0" bIns="0"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★本番公開</a:t>
            </a:r>
            <a:r>
              <a:rPr kumimoji="1" lang="en-US" altLang="ja-JP"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(12/14)</a:t>
            </a:r>
          </a:p>
        </p:txBody>
      </p:sp>
      <p:sp>
        <p:nvSpPr>
          <p:cNvPr id="47" name="テキスト ボックス 7">
            <a:extLst>
              <a:ext uri="{FF2B5EF4-FFF2-40B4-BE49-F238E27FC236}">
                <a16:creationId xmlns:a16="http://schemas.microsoft.com/office/drawing/2014/main" id="{ACC7E49C-2AC0-9EE6-F4ED-275194605517}"/>
              </a:ext>
            </a:extLst>
          </p:cNvPr>
          <p:cNvSpPr txBox="1"/>
          <p:nvPr/>
        </p:nvSpPr>
        <p:spPr>
          <a:xfrm>
            <a:off x="7357803" y="1665333"/>
            <a:ext cx="1976451" cy="216000"/>
          </a:xfrm>
          <a:prstGeom prst="rect">
            <a:avLst/>
          </a:prstGeom>
          <a:noFill/>
          <a:ln w="9525" cmpd="sng">
            <a:noFill/>
          </a:ln>
          <a:effectLst/>
        </p:spPr>
        <p:txBody>
          <a:bodyPr wrap="square" lIns="0" tIns="0" rIns="0" bIns="0"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▼リリース判定</a:t>
            </a:r>
            <a:r>
              <a:rPr kumimoji="1" lang="en-US" altLang="ja-JP"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(11/30</a:t>
            </a:r>
            <a:r>
              <a:rPr kumimoji="1" lang="ja-JP" altLang="en-US"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予定</a:t>
            </a:r>
            <a:r>
              <a:rPr kumimoji="1" lang="en-US" altLang="ja-JP"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a:t>
            </a:r>
          </a:p>
        </p:txBody>
      </p:sp>
      <p:sp>
        <p:nvSpPr>
          <p:cNvPr id="48" name="テキスト ボックス 8">
            <a:extLst>
              <a:ext uri="{FF2B5EF4-FFF2-40B4-BE49-F238E27FC236}">
                <a16:creationId xmlns:a16="http://schemas.microsoft.com/office/drawing/2014/main" id="{AEA349A6-A9B2-1028-E75F-ED79D4D6D0E4}"/>
              </a:ext>
            </a:extLst>
          </p:cNvPr>
          <p:cNvSpPr txBox="1"/>
          <p:nvPr/>
        </p:nvSpPr>
        <p:spPr>
          <a:xfrm>
            <a:off x="4695380" y="3862602"/>
            <a:ext cx="1976450" cy="216000"/>
          </a:xfrm>
          <a:prstGeom prst="rect">
            <a:avLst/>
          </a:prstGeom>
          <a:noFill/>
          <a:ln w="9525" cmpd="sng">
            <a:noFill/>
          </a:ln>
          <a:effectLst/>
        </p:spPr>
        <p:txBody>
          <a:bodyPr wrap="square" lIns="0" tIns="0" rIns="0" bIns="0"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▼外部</a:t>
            </a:r>
            <a:r>
              <a:rPr kumimoji="1" lang="en-US" altLang="ja-JP"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IF</a:t>
            </a:r>
            <a:r>
              <a:rPr kumimoji="1" lang="ja-JP" altLang="en-US"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公開</a:t>
            </a:r>
            <a:r>
              <a:rPr kumimoji="1" lang="en-US" altLang="ja-JP"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(10/21</a:t>
            </a:r>
            <a:r>
              <a:rPr kumimoji="1" lang="ja-JP" altLang="en-US"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予定</a:t>
            </a:r>
            <a:r>
              <a:rPr kumimoji="1" lang="en-US" altLang="ja-JP"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a:t>
            </a:r>
          </a:p>
        </p:txBody>
      </p:sp>
      <p:sp>
        <p:nvSpPr>
          <p:cNvPr id="51" name="テキスト ボックス 11">
            <a:extLst>
              <a:ext uri="{FF2B5EF4-FFF2-40B4-BE49-F238E27FC236}">
                <a16:creationId xmlns:a16="http://schemas.microsoft.com/office/drawing/2014/main" id="{177C5465-A63C-FFF5-C590-D39A3FDD8686}"/>
              </a:ext>
            </a:extLst>
          </p:cNvPr>
          <p:cNvSpPr txBox="1"/>
          <p:nvPr/>
        </p:nvSpPr>
        <p:spPr>
          <a:xfrm>
            <a:off x="4257332" y="2118972"/>
            <a:ext cx="3674077" cy="216000"/>
          </a:xfrm>
          <a:prstGeom prst="rect">
            <a:avLst/>
          </a:prstGeom>
          <a:noFill/>
          <a:ln w="9525" cmpd="sng">
            <a:noFill/>
          </a:ln>
          <a:effectLst/>
        </p:spPr>
        <p:txBody>
          <a:bodyPr wrap="square" lIns="0" tIns="0" rIns="0" bIns="0"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ja-JP" altLang="en-US"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接検第二リリース</a:t>
            </a:r>
            <a:r>
              <a:rPr kumimoji="1" lang="en-US" altLang="ja-JP"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a:t>
            </a:r>
            <a:r>
              <a:rPr kumimoji="1" lang="ja-JP" altLang="en-US"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アプリ基盤バージョンアップ版 </a:t>
            </a:r>
            <a:r>
              <a:rPr kumimoji="1" lang="en-US" altLang="ja-JP"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12/7)</a:t>
            </a:r>
            <a:r>
              <a:rPr kumimoji="1" lang="ja-JP" altLang="en-US"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a:t>
            </a:r>
            <a:endParaRPr kumimoji="1" lang="en-US" altLang="ja-JP"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endParaRPr>
          </a:p>
        </p:txBody>
      </p:sp>
      <p:sp>
        <p:nvSpPr>
          <p:cNvPr id="52" name="テキスト ボックス 12">
            <a:extLst>
              <a:ext uri="{FF2B5EF4-FFF2-40B4-BE49-F238E27FC236}">
                <a16:creationId xmlns:a16="http://schemas.microsoft.com/office/drawing/2014/main" id="{6BEF59F3-836C-98BC-1702-A050F5B8C0FC}"/>
              </a:ext>
            </a:extLst>
          </p:cNvPr>
          <p:cNvSpPr txBox="1"/>
          <p:nvPr/>
        </p:nvSpPr>
        <p:spPr>
          <a:xfrm>
            <a:off x="4810761" y="2365578"/>
            <a:ext cx="4083029" cy="216000"/>
          </a:xfrm>
          <a:prstGeom prst="rect">
            <a:avLst/>
          </a:prstGeom>
          <a:noFill/>
          <a:ln w="9525" cmpd="sng">
            <a:noFill/>
          </a:ln>
          <a:effectLst/>
        </p:spPr>
        <p:txBody>
          <a:bodyPr wrap="square" lIns="0" tIns="0" rIns="0" bIns="0"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ja-JP" altLang="en-US"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接検・本番 リリース</a:t>
            </a:r>
            <a:r>
              <a:rPr kumimoji="1" lang="en-US" altLang="ja-JP"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a:t>
            </a:r>
            <a:r>
              <a:rPr kumimoji="1" lang="ja-JP" altLang="en-US"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アプリ基盤バージョンアップ版 </a:t>
            </a:r>
            <a:r>
              <a:rPr kumimoji="1" lang="en-US" altLang="ja-JP"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12/21)</a:t>
            </a:r>
            <a:r>
              <a:rPr kumimoji="1" lang="ja-JP" altLang="en-US"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 ▼</a:t>
            </a:r>
            <a:endParaRPr kumimoji="1" lang="en-US" altLang="ja-JP"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endParaRPr>
          </a:p>
        </p:txBody>
      </p:sp>
      <p:sp>
        <p:nvSpPr>
          <p:cNvPr id="56" name="テキスト ボックス 29">
            <a:extLst>
              <a:ext uri="{FF2B5EF4-FFF2-40B4-BE49-F238E27FC236}">
                <a16:creationId xmlns:a16="http://schemas.microsoft.com/office/drawing/2014/main" id="{A80AF903-E470-FEEC-13DA-1B96F77F7A78}"/>
              </a:ext>
            </a:extLst>
          </p:cNvPr>
          <p:cNvSpPr txBox="1"/>
          <p:nvPr/>
        </p:nvSpPr>
        <p:spPr>
          <a:xfrm>
            <a:off x="8268381" y="3089016"/>
            <a:ext cx="1976451" cy="216000"/>
          </a:xfrm>
          <a:prstGeom prst="rect">
            <a:avLst/>
          </a:prstGeom>
          <a:noFill/>
          <a:ln w="9525" cmpd="sng">
            <a:noFill/>
          </a:ln>
          <a:effectLst/>
        </p:spPr>
        <p:txBody>
          <a:bodyPr wrap="square" lIns="0" tIns="0" rIns="0" bIns="0"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▼リリースノート公開</a:t>
            </a:r>
            <a:r>
              <a:rPr kumimoji="1" lang="en-US" altLang="ja-JP"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(12/14)</a:t>
            </a:r>
          </a:p>
        </p:txBody>
      </p:sp>
      <p:grpSp>
        <p:nvGrpSpPr>
          <p:cNvPr id="66" name="グループ化 65">
            <a:extLst>
              <a:ext uri="{FF2B5EF4-FFF2-40B4-BE49-F238E27FC236}">
                <a16:creationId xmlns:a16="http://schemas.microsoft.com/office/drawing/2014/main" id="{0240EE74-0A8A-5395-56A1-F19EA50F2714}"/>
              </a:ext>
            </a:extLst>
          </p:cNvPr>
          <p:cNvGrpSpPr/>
          <p:nvPr/>
        </p:nvGrpSpPr>
        <p:grpSpPr>
          <a:xfrm>
            <a:off x="2368635" y="3761525"/>
            <a:ext cx="2326746" cy="360000"/>
            <a:chOff x="-825730" y="8557243"/>
            <a:chExt cx="2914797" cy="360000"/>
          </a:xfrm>
        </p:grpSpPr>
        <p:sp>
          <p:nvSpPr>
            <p:cNvPr id="49" name="矢印: 五方向 48">
              <a:extLst>
                <a:ext uri="{FF2B5EF4-FFF2-40B4-BE49-F238E27FC236}">
                  <a16:creationId xmlns:a16="http://schemas.microsoft.com/office/drawing/2014/main" id="{520F8868-5F40-44EF-94E1-BA31A8B685CC}"/>
                </a:ext>
              </a:extLst>
            </p:cNvPr>
            <p:cNvSpPr/>
            <p:nvPr/>
          </p:nvSpPr>
          <p:spPr bwMode="gray">
            <a:xfrm>
              <a:off x="1298768" y="8557243"/>
              <a:ext cx="790299" cy="360000"/>
            </a:xfrm>
            <a:prstGeom prst="homePlate">
              <a:avLst>
                <a:gd name="adj" fmla="val 14160"/>
              </a:avLst>
            </a:prstGeom>
            <a:solidFill>
              <a:srgbClr val="156082">
                <a:lumMod val="20000"/>
                <a:lumOff val="80000"/>
              </a:srgbClr>
            </a:solidFill>
            <a:ln>
              <a:solidFill>
                <a:sysClr val="window" lastClr="FFFFFF">
                  <a:lumMod val="75000"/>
                </a:sysClr>
              </a:solidFill>
            </a:ln>
            <a:effectLst/>
          </p:spPr>
          <p:txBody>
            <a:bodyPr wrap="square" lIns="0" tIns="36000" rIns="0" bIns="0" rtlCol="0" anchor="ctr">
              <a:noAutofit/>
            </a:bodyPr>
            <a:lstStyle>
              <a:defPPr>
                <a:defRPr lang="ja-JP"/>
              </a:defPPr>
              <a:lvl1pPr marL="0" indent="0" algn="l" defTabSz="914400" rtl="0" eaLnBrk="1" latinLnBrk="0" hangingPunct="1">
                <a:defRPr kumimoji="1" sz="1800" kern="1200">
                  <a:solidFill>
                    <a:schemeClr val="tx1"/>
                  </a:solidFill>
                  <a:latin typeface="+mn-lt"/>
                  <a:ea typeface="+mn-ea"/>
                  <a:cs typeface="+mn-cs"/>
                </a:defRPr>
              </a:lvl1pPr>
              <a:lvl2pPr marL="457200" indent="0" algn="l" defTabSz="914400" rtl="0" eaLnBrk="1" latinLnBrk="0" hangingPunct="1">
                <a:defRPr kumimoji="1" sz="1800" kern="1200">
                  <a:solidFill>
                    <a:schemeClr val="tx1"/>
                  </a:solidFill>
                  <a:latin typeface="+mn-lt"/>
                  <a:ea typeface="+mn-ea"/>
                  <a:cs typeface="+mn-cs"/>
                </a:defRPr>
              </a:lvl2pPr>
              <a:lvl3pPr marL="914400" indent="0" algn="l" defTabSz="914400" rtl="0" eaLnBrk="1" latinLnBrk="0" hangingPunct="1">
                <a:defRPr kumimoji="1" sz="1800" kern="1200">
                  <a:solidFill>
                    <a:schemeClr val="tx1"/>
                  </a:solidFill>
                  <a:latin typeface="+mn-lt"/>
                  <a:ea typeface="+mn-ea"/>
                  <a:cs typeface="+mn-cs"/>
                </a:defRPr>
              </a:lvl3pPr>
              <a:lvl4pPr marL="1371600" indent="0" algn="l" defTabSz="914400" rtl="0" eaLnBrk="1" latinLnBrk="0" hangingPunct="1">
                <a:defRPr kumimoji="1" sz="1800" kern="1200">
                  <a:solidFill>
                    <a:schemeClr val="tx1"/>
                  </a:solidFill>
                  <a:latin typeface="+mn-lt"/>
                  <a:ea typeface="+mn-ea"/>
                  <a:cs typeface="+mn-cs"/>
                </a:defRPr>
              </a:lvl4pPr>
              <a:lvl5pPr marL="1828800" indent="0" algn="l" defTabSz="914400" rtl="0" eaLnBrk="1" latinLnBrk="0" hangingPunct="1">
                <a:defRPr kumimoji="1" sz="1800" kern="1200">
                  <a:solidFill>
                    <a:schemeClr val="tx1"/>
                  </a:solidFill>
                  <a:latin typeface="+mn-lt"/>
                  <a:ea typeface="+mn-ea"/>
                  <a:cs typeface="+mn-cs"/>
                </a:defRPr>
              </a:lvl5pPr>
              <a:lvl6pPr marL="2286000" indent="0" algn="l" defTabSz="914400" rtl="0" eaLnBrk="1" latinLnBrk="0" hangingPunct="1">
                <a:defRPr kumimoji="1" sz="1800" kern="1200">
                  <a:solidFill>
                    <a:schemeClr val="tx1"/>
                  </a:solidFill>
                  <a:latin typeface="+mn-lt"/>
                  <a:ea typeface="+mn-ea"/>
                  <a:cs typeface="+mn-cs"/>
                </a:defRPr>
              </a:lvl6pPr>
              <a:lvl7pPr marL="2743200" indent="0" algn="l" defTabSz="914400" rtl="0" eaLnBrk="1" latinLnBrk="0" hangingPunct="1">
                <a:defRPr kumimoji="1" sz="1800" kern="1200">
                  <a:solidFill>
                    <a:schemeClr val="tx1"/>
                  </a:solidFill>
                  <a:latin typeface="+mn-lt"/>
                  <a:ea typeface="+mn-ea"/>
                  <a:cs typeface="+mn-cs"/>
                </a:defRPr>
              </a:lvl7pPr>
              <a:lvl8pPr marL="3200400" indent="0" algn="l" defTabSz="914400" rtl="0" eaLnBrk="1" latinLnBrk="0" hangingPunct="1">
                <a:defRPr kumimoji="1" sz="1800" kern="1200">
                  <a:solidFill>
                    <a:schemeClr val="tx1"/>
                  </a:solidFill>
                  <a:latin typeface="+mn-lt"/>
                  <a:ea typeface="+mn-ea"/>
                  <a:cs typeface="+mn-cs"/>
                </a:defRPr>
              </a:lvl8pPr>
              <a:lvl9pPr marL="3657600" indent="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ts val="1080"/>
                </a:lnSpc>
                <a:spcBef>
                  <a:spcPts val="0"/>
                </a:spcBef>
                <a:spcAft>
                  <a:spcPts val="0"/>
                </a:spcAft>
                <a:buClrTx/>
                <a:buSzTx/>
                <a:buFontTx/>
                <a:buNone/>
                <a:tabLst/>
                <a:defRPr/>
              </a:pPr>
              <a:r>
                <a:rPr kumimoji="1" lang="ja-JP" altLang="en-US" sz="800" b="0" i="0" u="none" strike="noStrike" kern="1200" cap="all"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n-cs"/>
                </a:rPr>
                <a:t>決裁</a:t>
              </a:r>
            </a:p>
          </p:txBody>
        </p:sp>
        <p:sp>
          <p:nvSpPr>
            <p:cNvPr id="50" name="矢印: 五方向 49">
              <a:extLst>
                <a:ext uri="{FF2B5EF4-FFF2-40B4-BE49-F238E27FC236}">
                  <a16:creationId xmlns:a16="http://schemas.microsoft.com/office/drawing/2014/main" id="{3E6E7125-F7A8-810B-F132-69DE50715EC7}"/>
                </a:ext>
              </a:extLst>
            </p:cNvPr>
            <p:cNvSpPr/>
            <p:nvPr/>
          </p:nvSpPr>
          <p:spPr bwMode="gray">
            <a:xfrm>
              <a:off x="616869" y="8557243"/>
              <a:ext cx="576000" cy="360000"/>
            </a:xfrm>
            <a:prstGeom prst="homePlate">
              <a:avLst>
                <a:gd name="adj" fmla="val 13397"/>
              </a:avLst>
            </a:prstGeom>
            <a:solidFill>
              <a:srgbClr val="D9D9D9"/>
            </a:solidFill>
            <a:ln>
              <a:solidFill>
                <a:sysClr val="window" lastClr="FFFFFF">
                  <a:lumMod val="75000"/>
                </a:sysClr>
              </a:solidFill>
            </a:ln>
            <a:effectLst/>
          </p:spPr>
          <p:txBody>
            <a:bodyPr wrap="square" lIns="0" tIns="36000" rIns="0" bIns="0" rtlCol="0" anchor="ctr">
              <a:noAutofit/>
            </a:bodyPr>
            <a:lstStyle>
              <a:defPPr>
                <a:defRPr lang="ja-JP"/>
              </a:defPPr>
              <a:lvl1pPr marL="0" indent="0" algn="l" defTabSz="914400" rtl="0" eaLnBrk="1" latinLnBrk="0" hangingPunct="1">
                <a:defRPr kumimoji="1" sz="1800" kern="1200">
                  <a:solidFill>
                    <a:schemeClr val="tx1"/>
                  </a:solidFill>
                  <a:latin typeface="+mn-lt"/>
                  <a:ea typeface="+mn-ea"/>
                  <a:cs typeface="+mn-cs"/>
                </a:defRPr>
              </a:lvl1pPr>
              <a:lvl2pPr marL="457200" indent="0" algn="l" defTabSz="914400" rtl="0" eaLnBrk="1" latinLnBrk="0" hangingPunct="1">
                <a:defRPr kumimoji="1" sz="1800" kern="1200">
                  <a:solidFill>
                    <a:schemeClr val="tx1"/>
                  </a:solidFill>
                  <a:latin typeface="+mn-lt"/>
                  <a:ea typeface="+mn-ea"/>
                  <a:cs typeface="+mn-cs"/>
                </a:defRPr>
              </a:lvl2pPr>
              <a:lvl3pPr marL="914400" indent="0" algn="l" defTabSz="914400" rtl="0" eaLnBrk="1" latinLnBrk="0" hangingPunct="1">
                <a:defRPr kumimoji="1" sz="1800" kern="1200">
                  <a:solidFill>
                    <a:schemeClr val="tx1"/>
                  </a:solidFill>
                  <a:latin typeface="+mn-lt"/>
                  <a:ea typeface="+mn-ea"/>
                  <a:cs typeface="+mn-cs"/>
                </a:defRPr>
              </a:lvl3pPr>
              <a:lvl4pPr marL="1371600" indent="0" algn="l" defTabSz="914400" rtl="0" eaLnBrk="1" latinLnBrk="0" hangingPunct="1">
                <a:defRPr kumimoji="1" sz="1800" kern="1200">
                  <a:solidFill>
                    <a:schemeClr val="tx1"/>
                  </a:solidFill>
                  <a:latin typeface="+mn-lt"/>
                  <a:ea typeface="+mn-ea"/>
                  <a:cs typeface="+mn-cs"/>
                </a:defRPr>
              </a:lvl4pPr>
              <a:lvl5pPr marL="1828800" indent="0" algn="l" defTabSz="914400" rtl="0" eaLnBrk="1" latinLnBrk="0" hangingPunct="1">
                <a:defRPr kumimoji="1" sz="1800" kern="1200">
                  <a:solidFill>
                    <a:schemeClr val="tx1"/>
                  </a:solidFill>
                  <a:latin typeface="+mn-lt"/>
                  <a:ea typeface="+mn-ea"/>
                  <a:cs typeface="+mn-cs"/>
                </a:defRPr>
              </a:lvl5pPr>
              <a:lvl6pPr marL="2286000" indent="0" algn="l" defTabSz="914400" rtl="0" eaLnBrk="1" latinLnBrk="0" hangingPunct="1">
                <a:defRPr kumimoji="1" sz="1800" kern="1200">
                  <a:solidFill>
                    <a:schemeClr val="tx1"/>
                  </a:solidFill>
                  <a:latin typeface="+mn-lt"/>
                  <a:ea typeface="+mn-ea"/>
                  <a:cs typeface="+mn-cs"/>
                </a:defRPr>
              </a:lvl6pPr>
              <a:lvl7pPr marL="2743200" indent="0" algn="l" defTabSz="914400" rtl="0" eaLnBrk="1" latinLnBrk="0" hangingPunct="1">
                <a:defRPr kumimoji="1" sz="1800" kern="1200">
                  <a:solidFill>
                    <a:schemeClr val="tx1"/>
                  </a:solidFill>
                  <a:latin typeface="+mn-lt"/>
                  <a:ea typeface="+mn-ea"/>
                  <a:cs typeface="+mn-cs"/>
                </a:defRPr>
              </a:lvl7pPr>
              <a:lvl8pPr marL="3200400" indent="0" algn="l" defTabSz="914400" rtl="0" eaLnBrk="1" latinLnBrk="0" hangingPunct="1">
                <a:defRPr kumimoji="1" sz="1800" kern="1200">
                  <a:solidFill>
                    <a:schemeClr val="tx1"/>
                  </a:solidFill>
                  <a:latin typeface="+mn-lt"/>
                  <a:ea typeface="+mn-ea"/>
                  <a:cs typeface="+mn-cs"/>
                </a:defRPr>
              </a:lvl8pPr>
              <a:lvl9pPr marL="3657600" indent="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ts val="1080"/>
                </a:lnSpc>
                <a:spcBef>
                  <a:spcPts val="0"/>
                </a:spcBef>
                <a:spcAft>
                  <a:spcPts val="0"/>
                </a:spcAft>
                <a:buClrTx/>
                <a:buSzTx/>
                <a:buFontTx/>
                <a:buNone/>
                <a:tabLst/>
                <a:defRPr/>
              </a:pPr>
              <a:r>
                <a:rPr kumimoji="1" lang="ja-JP" altLang="en-US" sz="800" b="0" i="0" u="none" strike="noStrike" kern="1200" cap="all"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n-cs"/>
                </a:rPr>
                <a:t>事前</a:t>
              </a:r>
              <a:endParaRPr kumimoji="1" lang="en-US" altLang="ja-JP" sz="800" b="0" i="0" u="none" strike="noStrike" kern="1200" cap="all"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n-cs"/>
              </a:endParaRPr>
            </a:p>
            <a:p>
              <a:pPr marL="0" marR="0" lvl="0" indent="0" algn="ctr" defTabSz="914400" rtl="0" eaLnBrk="1" fontAlgn="auto" latinLnBrk="0" hangingPunct="1">
                <a:lnSpc>
                  <a:spcPts val="1080"/>
                </a:lnSpc>
                <a:spcBef>
                  <a:spcPts val="0"/>
                </a:spcBef>
                <a:spcAft>
                  <a:spcPts val="0"/>
                </a:spcAft>
                <a:buClrTx/>
                <a:buSzTx/>
                <a:buFontTx/>
                <a:buNone/>
                <a:tabLst/>
                <a:defRPr/>
              </a:pPr>
              <a:r>
                <a:rPr kumimoji="1" lang="ja-JP" altLang="en-US" sz="800" b="0" i="0" u="none" strike="noStrike" kern="1200" cap="all"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n-cs"/>
                </a:rPr>
                <a:t>共有</a:t>
              </a:r>
              <a:endParaRPr kumimoji="1" lang="en-US" altLang="ja-JP" sz="800" b="0" i="0" u="none" strike="noStrike" kern="1200" cap="all"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n-cs"/>
              </a:endParaRPr>
            </a:p>
            <a:p>
              <a:pPr marL="0" marR="0" lvl="0" indent="0" algn="ctr" defTabSz="914400" rtl="0" eaLnBrk="1" fontAlgn="auto" latinLnBrk="0" hangingPunct="1">
                <a:lnSpc>
                  <a:spcPts val="1080"/>
                </a:lnSpc>
                <a:spcBef>
                  <a:spcPts val="0"/>
                </a:spcBef>
                <a:spcAft>
                  <a:spcPts val="0"/>
                </a:spcAft>
                <a:buClrTx/>
                <a:buSzTx/>
                <a:buFontTx/>
                <a:buNone/>
                <a:tabLst/>
                <a:defRPr/>
              </a:pPr>
              <a:r>
                <a:rPr kumimoji="1" lang="en-US" altLang="ja-JP" sz="800" b="0" i="0" u="none" strike="noStrike" kern="1200" cap="all"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n-cs"/>
                </a:rPr>
                <a:t>(JAHIS)</a:t>
              </a:r>
              <a:endParaRPr kumimoji="1" lang="ja-JP" altLang="en-US" sz="800" b="0" i="0" u="none" strike="noStrike" kern="1200" cap="all"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n-cs"/>
              </a:endParaRPr>
            </a:p>
          </p:txBody>
        </p:sp>
        <p:sp>
          <p:nvSpPr>
            <p:cNvPr id="57" name="矢印: 五方向 56">
              <a:extLst>
                <a:ext uri="{FF2B5EF4-FFF2-40B4-BE49-F238E27FC236}">
                  <a16:creationId xmlns:a16="http://schemas.microsoft.com/office/drawing/2014/main" id="{33BFBB1A-2EAA-AE21-EDEE-39CEE8B2081B}"/>
                </a:ext>
              </a:extLst>
            </p:cNvPr>
            <p:cNvSpPr/>
            <p:nvPr/>
          </p:nvSpPr>
          <p:spPr bwMode="gray">
            <a:xfrm>
              <a:off x="-825730" y="8557243"/>
              <a:ext cx="718817" cy="360000"/>
            </a:xfrm>
            <a:prstGeom prst="homePlate">
              <a:avLst>
                <a:gd name="adj" fmla="val 13397"/>
              </a:avLst>
            </a:prstGeom>
            <a:solidFill>
              <a:schemeClr val="bg1">
                <a:lumMod val="85000"/>
              </a:schemeClr>
            </a:solidFill>
            <a:ln>
              <a:solidFill>
                <a:sysClr val="window" lastClr="FFFFFF">
                  <a:lumMod val="75000"/>
                </a:sysClr>
              </a:solidFill>
            </a:ln>
            <a:effectLst/>
          </p:spPr>
          <p:txBody>
            <a:bodyPr wrap="square" lIns="0" tIns="36000" rIns="0" bIns="0" rtlCol="0" anchor="ctr">
              <a:noAutofit/>
            </a:bodyPr>
            <a:lstStyle>
              <a:defPPr>
                <a:defRPr lang="ja-JP"/>
              </a:defPPr>
              <a:lvl1pPr marL="0" indent="0" algn="l" defTabSz="914400" rtl="0" eaLnBrk="1" latinLnBrk="0" hangingPunct="1">
                <a:defRPr kumimoji="1" sz="1800" kern="1200">
                  <a:solidFill>
                    <a:schemeClr val="tx1"/>
                  </a:solidFill>
                  <a:latin typeface="+mn-lt"/>
                  <a:ea typeface="+mn-ea"/>
                  <a:cs typeface="+mn-cs"/>
                </a:defRPr>
              </a:lvl1pPr>
              <a:lvl2pPr marL="457200" indent="0" algn="l" defTabSz="914400" rtl="0" eaLnBrk="1" latinLnBrk="0" hangingPunct="1">
                <a:defRPr kumimoji="1" sz="1800" kern="1200">
                  <a:solidFill>
                    <a:schemeClr val="tx1"/>
                  </a:solidFill>
                  <a:latin typeface="+mn-lt"/>
                  <a:ea typeface="+mn-ea"/>
                  <a:cs typeface="+mn-cs"/>
                </a:defRPr>
              </a:lvl2pPr>
              <a:lvl3pPr marL="914400" indent="0" algn="l" defTabSz="914400" rtl="0" eaLnBrk="1" latinLnBrk="0" hangingPunct="1">
                <a:defRPr kumimoji="1" sz="1800" kern="1200">
                  <a:solidFill>
                    <a:schemeClr val="tx1"/>
                  </a:solidFill>
                  <a:latin typeface="+mn-lt"/>
                  <a:ea typeface="+mn-ea"/>
                  <a:cs typeface="+mn-cs"/>
                </a:defRPr>
              </a:lvl3pPr>
              <a:lvl4pPr marL="1371600" indent="0" algn="l" defTabSz="914400" rtl="0" eaLnBrk="1" latinLnBrk="0" hangingPunct="1">
                <a:defRPr kumimoji="1" sz="1800" kern="1200">
                  <a:solidFill>
                    <a:schemeClr val="tx1"/>
                  </a:solidFill>
                  <a:latin typeface="+mn-lt"/>
                  <a:ea typeface="+mn-ea"/>
                  <a:cs typeface="+mn-cs"/>
                </a:defRPr>
              </a:lvl4pPr>
              <a:lvl5pPr marL="1828800" indent="0" algn="l" defTabSz="914400" rtl="0" eaLnBrk="1" latinLnBrk="0" hangingPunct="1">
                <a:defRPr kumimoji="1" sz="1800" kern="1200">
                  <a:solidFill>
                    <a:schemeClr val="tx1"/>
                  </a:solidFill>
                  <a:latin typeface="+mn-lt"/>
                  <a:ea typeface="+mn-ea"/>
                  <a:cs typeface="+mn-cs"/>
                </a:defRPr>
              </a:lvl5pPr>
              <a:lvl6pPr marL="2286000" indent="0" algn="l" defTabSz="914400" rtl="0" eaLnBrk="1" latinLnBrk="0" hangingPunct="1">
                <a:defRPr kumimoji="1" sz="1800" kern="1200">
                  <a:solidFill>
                    <a:schemeClr val="tx1"/>
                  </a:solidFill>
                  <a:latin typeface="+mn-lt"/>
                  <a:ea typeface="+mn-ea"/>
                  <a:cs typeface="+mn-cs"/>
                </a:defRPr>
              </a:lvl6pPr>
              <a:lvl7pPr marL="2743200" indent="0" algn="l" defTabSz="914400" rtl="0" eaLnBrk="1" latinLnBrk="0" hangingPunct="1">
                <a:defRPr kumimoji="1" sz="1800" kern="1200">
                  <a:solidFill>
                    <a:schemeClr val="tx1"/>
                  </a:solidFill>
                  <a:latin typeface="+mn-lt"/>
                  <a:ea typeface="+mn-ea"/>
                  <a:cs typeface="+mn-cs"/>
                </a:defRPr>
              </a:lvl7pPr>
              <a:lvl8pPr marL="3200400" indent="0" algn="l" defTabSz="914400" rtl="0" eaLnBrk="1" latinLnBrk="0" hangingPunct="1">
                <a:defRPr kumimoji="1" sz="1800" kern="1200">
                  <a:solidFill>
                    <a:schemeClr val="tx1"/>
                  </a:solidFill>
                  <a:latin typeface="+mn-lt"/>
                  <a:ea typeface="+mn-ea"/>
                  <a:cs typeface="+mn-cs"/>
                </a:defRPr>
              </a:lvl8pPr>
              <a:lvl9pPr marL="3657600" indent="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ts val="1080"/>
                </a:lnSpc>
                <a:spcBef>
                  <a:spcPts val="0"/>
                </a:spcBef>
                <a:spcAft>
                  <a:spcPts val="0"/>
                </a:spcAft>
                <a:buClrTx/>
                <a:buSzTx/>
                <a:buFontTx/>
                <a:buNone/>
                <a:tabLst/>
                <a:defRPr/>
              </a:pPr>
              <a:r>
                <a:rPr kumimoji="1" lang="ja-JP" altLang="en-US" sz="800" b="0" i="0" u="none" strike="noStrike" kern="1200" cap="all"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n-cs"/>
                </a:rPr>
                <a:t>記載確認</a:t>
              </a:r>
              <a:endParaRPr kumimoji="1" lang="en-US" altLang="ja-JP" sz="800" b="0" i="0" u="none" strike="noStrike" kern="1200" cap="all"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n-cs"/>
              </a:endParaRPr>
            </a:p>
            <a:p>
              <a:pPr marL="0" marR="0" lvl="0" indent="0" algn="ctr" defTabSz="914400" rtl="0" eaLnBrk="1" fontAlgn="auto" latinLnBrk="0" hangingPunct="1">
                <a:lnSpc>
                  <a:spcPts val="1080"/>
                </a:lnSpc>
                <a:spcBef>
                  <a:spcPts val="0"/>
                </a:spcBef>
                <a:spcAft>
                  <a:spcPts val="0"/>
                </a:spcAft>
                <a:buClrTx/>
                <a:buSzTx/>
                <a:buFontTx/>
                <a:buNone/>
                <a:tabLst/>
                <a:defRPr/>
              </a:pPr>
              <a:r>
                <a:rPr kumimoji="1" lang="en-US" altLang="ja-JP" sz="800" b="0" i="0" u="none" strike="noStrike" kern="1200" cap="all"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n-cs"/>
                </a:rPr>
                <a:t>DX</a:t>
              </a:r>
              <a:r>
                <a:rPr kumimoji="1" lang="ja-JP" altLang="en-US" sz="800" b="0" i="0" u="none" strike="noStrike" kern="1200" cap="all"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n-cs"/>
                </a:rPr>
                <a:t>機構内</a:t>
              </a:r>
              <a:endParaRPr kumimoji="1" lang="en-US" altLang="ja-JP" sz="800" b="0" i="0" u="none" strike="noStrike" kern="1200" cap="all"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n-cs"/>
              </a:endParaRPr>
            </a:p>
            <a:p>
              <a:pPr marL="0" marR="0" lvl="0" indent="0" algn="ctr" defTabSz="914400" rtl="0" eaLnBrk="1" fontAlgn="auto" latinLnBrk="0" hangingPunct="1">
                <a:lnSpc>
                  <a:spcPts val="1080"/>
                </a:lnSpc>
                <a:spcBef>
                  <a:spcPts val="0"/>
                </a:spcBef>
                <a:spcAft>
                  <a:spcPts val="0"/>
                </a:spcAft>
                <a:buClrTx/>
                <a:buSzTx/>
                <a:buFontTx/>
                <a:buNone/>
                <a:tabLst/>
                <a:defRPr/>
              </a:pPr>
              <a:r>
                <a:rPr kumimoji="1" lang="ja-JP" altLang="en-US" sz="800" b="0" i="0" u="none" strike="noStrike" kern="1200" cap="all"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n-cs"/>
                </a:rPr>
                <a:t>レビュー</a:t>
              </a:r>
            </a:p>
          </p:txBody>
        </p:sp>
        <p:sp>
          <p:nvSpPr>
            <p:cNvPr id="58" name="矢印: 五方向 57">
              <a:extLst>
                <a:ext uri="{FF2B5EF4-FFF2-40B4-BE49-F238E27FC236}">
                  <a16:creationId xmlns:a16="http://schemas.microsoft.com/office/drawing/2014/main" id="{B2F93335-06E0-A0EC-CED2-B71B9ECB5E2B}"/>
                </a:ext>
              </a:extLst>
            </p:cNvPr>
            <p:cNvSpPr/>
            <p:nvPr/>
          </p:nvSpPr>
          <p:spPr bwMode="gray">
            <a:xfrm>
              <a:off x="45393" y="8557243"/>
              <a:ext cx="360000" cy="360000"/>
            </a:xfrm>
            <a:prstGeom prst="homePlate">
              <a:avLst>
                <a:gd name="adj" fmla="val 13397"/>
              </a:avLst>
            </a:prstGeom>
            <a:solidFill>
              <a:srgbClr val="D9D9D9"/>
            </a:solidFill>
            <a:ln>
              <a:solidFill>
                <a:sysClr val="window" lastClr="FFFFFF">
                  <a:lumMod val="75000"/>
                </a:sysClr>
              </a:solidFill>
            </a:ln>
            <a:effectLst/>
          </p:spPr>
          <p:txBody>
            <a:bodyPr wrap="none" lIns="0" tIns="36000" rIns="0" bIns="0" rtlCol="0" anchor="ctr">
              <a:noAutofit/>
            </a:bodyPr>
            <a:lstStyle>
              <a:defPPr>
                <a:defRPr lang="ja-JP"/>
              </a:defPPr>
              <a:lvl1pPr marL="0" indent="0" algn="l" defTabSz="914400" rtl="0" eaLnBrk="1" latinLnBrk="0" hangingPunct="1">
                <a:defRPr kumimoji="1" sz="1800" kern="1200">
                  <a:solidFill>
                    <a:schemeClr val="tx1"/>
                  </a:solidFill>
                  <a:latin typeface="+mn-lt"/>
                  <a:ea typeface="+mn-ea"/>
                  <a:cs typeface="+mn-cs"/>
                </a:defRPr>
              </a:lvl1pPr>
              <a:lvl2pPr marL="457200" indent="0" algn="l" defTabSz="914400" rtl="0" eaLnBrk="1" latinLnBrk="0" hangingPunct="1">
                <a:defRPr kumimoji="1" sz="1800" kern="1200">
                  <a:solidFill>
                    <a:schemeClr val="tx1"/>
                  </a:solidFill>
                  <a:latin typeface="+mn-lt"/>
                  <a:ea typeface="+mn-ea"/>
                  <a:cs typeface="+mn-cs"/>
                </a:defRPr>
              </a:lvl2pPr>
              <a:lvl3pPr marL="914400" indent="0" algn="l" defTabSz="914400" rtl="0" eaLnBrk="1" latinLnBrk="0" hangingPunct="1">
                <a:defRPr kumimoji="1" sz="1800" kern="1200">
                  <a:solidFill>
                    <a:schemeClr val="tx1"/>
                  </a:solidFill>
                  <a:latin typeface="+mn-lt"/>
                  <a:ea typeface="+mn-ea"/>
                  <a:cs typeface="+mn-cs"/>
                </a:defRPr>
              </a:lvl3pPr>
              <a:lvl4pPr marL="1371600" indent="0" algn="l" defTabSz="914400" rtl="0" eaLnBrk="1" latinLnBrk="0" hangingPunct="1">
                <a:defRPr kumimoji="1" sz="1800" kern="1200">
                  <a:solidFill>
                    <a:schemeClr val="tx1"/>
                  </a:solidFill>
                  <a:latin typeface="+mn-lt"/>
                  <a:ea typeface="+mn-ea"/>
                  <a:cs typeface="+mn-cs"/>
                </a:defRPr>
              </a:lvl4pPr>
              <a:lvl5pPr marL="1828800" indent="0" algn="l" defTabSz="914400" rtl="0" eaLnBrk="1" latinLnBrk="0" hangingPunct="1">
                <a:defRPr kumimoji="1" sz="1800" kern="1200">
                  <a:solidFill>
                    <a:schemeClr val="tx1"/>
                  </a:solidFill>
                  <a:latin typeface="+mn-lt"/>
                  <a:ea typeface="+mn-ea"/>
                  <a:cs typeface="+mn-cs"/>
                </a:defRPr>
              </a:lvl5pPr>
              <a:lvl6pPr marL="2286000" indent="0" algn="l" defTabSz="914400" rtl="0" eaLnBrk="1" latinLnBrk="0" hangingPunct="1">
                <a:defRPr kumimoji="1" sz="1800" kern="1200">
                  <a:solidFill>
                    <a:schemeClr val="tx1"/>
                  </a:solidFill>
                  <a:latin typeface="+mn-lt"/>
                  <a:ea typeface="+mn-ea"/>
                  <a:cs typeface="+mn-cs"/>
                </a:defRPr>
              </a:lvl6pPr>
              <a:lvl7pPr marL="2743200" indent="0" algn="l" defTabSz="914400" rtl="0" eaLnBrk="1" latinLnBrk="0" hangingPunct="1">
                <a:defRPr kumimoji="1" sz="1800" kern="1200">
                  <a:solidFill>
                    <a:schemeClr val="tx1"/>
                  </a:solidFill>
                  <a:latin typeface="+mn-lt"/>
                  <a:ea typeface="+mn-ea"/>
                  <a:cs typeface="+mn-cs"/>
                </a:defRPr>
              </a:lvl7pPr>
              <a:lvl8pPr marL="3200400" indent="0" algn="l" defTabSz="914400" rtl="0" eaLnBrk="1" latinLnBrk="0" hangingPunct="1">
                <a:defRPr kumimoji="1" sz="1800" kern="1200">
                  <a:solidFill>
                    <a:schemeClr val="tx1"/>
                  </a:solidFill>
                  <a:latin typeface="+mn-lt"/>
                  <a:ea typeface="+mn-ea"/>
                  <a:cs typeface="+mn-cs"/>
                </a:defRPr>
              </a:lvl8pPr>
              <a:lvl9pPr marL="3657600" indent="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ts val="1080"/>
                </a:lnSpc>
                <a:spcBef>
                  <a:spcPts val="0"/>
                </a:spcBef>
                <a:spcAft>
                  <a:spcPts val="0"/>
                </a:spcAft>
                <a:buClrTx/>
                <a:buSzTx/>
                <a:buFontTx/>
                <a:buNone/>
                <a:tabLst/>
                <a:defRPr/>
              </a:pPr>
              <a:r>
                <a:rPr kumimoji="1" lang="ja-JP" altLang="en-US" sz="800" b="0" i="0" u="none" strike="noStrike" kern="1200" cap="none"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n-cs"/>
                </a:rPr>
                <a:t>厚労省</a:t>
              </a:r>
              <a:br>
                <a:rPr kumimoji="1" lang="en-US" altLang="ja-JP" sz="800" b="0" i="0" u="none" strike="noStrike" kern="1200" cap="none"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n-cs"/>
                </a:rPr>
              </a:br>
              <a:r>
                <a:rPr kumimoji="1" lang="ja-JP" altLang="en-US" sz="800" b="0" i="0" u="none" strike="noStrike" kern="1200" cap="none"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n-cs"/>
                </a:rPr>
                <a:t>レビュー</a:t>
              </a:r>
              <a:endParaRPr kumimoji="1" lang="ja-JP" altLang="ja-JP" sz="800" b="0" i="0" u="none" strike="noStrike" kern="1200" cap="none"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n-cs"/>
              </a:endParaRPr>
            </a:p>
          </p:txBody>
        </p:sp>
      </p:grpSp>
      <p:grpSp>
        <p:nvGrpSpPr>
          <p:cNvPr id="67" name="グループ化 66">
            <a:extLst>
              <a:ext uri="{FF2B5EF4-FFF2-40B4-BE49-F238E27FC236}">
                <a16:creationId xmlns:a16="http://schemas.microsoft.com/office/drawing/2014/main" id="{AE2B8CEF-45B5-4161-3A20-32D3A3FBFB5A}"/>
              </a:ext>
            </a:extLst>
          </p:cNvPr>
          <p:cNvGrpSpPr/>
          <p:nvPr/>
        </p:nvGrpSpPr>
        <p:grpSpPr>
          <a:xfrm>
            <a:off x="6400811" y="4588112"/>
            <a:ext cx="1867567" cy="360000"/>
            <a:chOff x="4533147" y="9486645"/>
            <a:chExt cx="2516126" cy="360000"/>
          </a:xfrm>
        </p:grpSpPr>
        <p:sp>
          <p:nvSpPr>
            <p:cNvPr id="54" name="矢印: 五方向 53">
              <a:extLst>
                <a:ext uri="{FF2B5EF4-FFF2-40B4-BE49-F238E27FC236}">
                  <a16:creationId xmlns:a16="http://schemas.microsoft.com/office/drawing/2014/main" id="{2878495F-BD80-FD43-9228-D7F82425136E}"/>
                </a:ext>
              </a:extLst>
            </p:cNvPr>
            <p:cNvSpPr/>
            <p:nvPr/>
          </p:nvSpPr>
          <p:spPr bwMode="gray">
            <a:xfrm>
              <a:off x="4533147" y="9486645"/>
              <a:ext cx="1863835" cy="360000"/>
            </a:xfrm>
            <a:prstGeom prst="homePlate">
              <a:avLst>
                <a:gd name="adj" fmla="val 14160"/>
              </a:avLst>
            </a:prstGeom>
            <a:solidFill>
              <a:srgbClr val="156082">
                <a:lumMod val="20000"/>
                <a:lumOff val="80000"/>
              </a:srgbClr>
            </a:solidFill>
            <a:ln>
              <a:solidFill>
                <a:sysClr val="window" lastClr="FFFFFF">
                  <a:lumMod val="75000"/>
                </a:sysClr>
              </a:solidFill>
            </a:ln>
            <a:effectLst/>
          </p:spPr>
          <p:txBody>
            <a:bodyPr wrap="square" lIns="0" tIns="36000" rIns="0" bIns="0" rtlCol="0" anchor="ctr">
              <a:noAutofit/>
            </a:bodyPr>
            <a:lstStyle>
              <a:defPPr>
                <a:defRPr lang="ja-JP"/>
              </a:defPPr>
              <a:lvl1pPr marL="0" indent="0" algn="l" defTabSz="914400" rtl="0" eaLnBrk="1" latinLnBrk="0" hangingPunct="1">
                <a:defRPr kumimoji="1" sz="1800" kern="1200">
                  <a:solidFill>
                    <a:schemeClr val="tx1"/>
                  </a:solidFill>
                  <a:latin typeface="+mn-lt"/>
                  <a:ea typeface="+mn-ea"/>
                  <a:cs typeface="+mn-cs"/>
                </a:defRPr>
              </a:lvl1pPr>
              <a:lvl2pPr marL="457200" indent="0" algn="l" defTabSz="914400" rtl="0" eaLnBrk="1" latinLnBrk="0" hangingPunct="1">
                <a:defRPr kumimoji="1" sz="1800" kern="1200">
                  <a:solidFill>
                    <a:schemeClr val="tx1"/>
                  </a:solidFill>
                  <a:latin typeface="+mn-lt"/>
                  <a:ea typeface="+mn-ea"/>
                  <a:cs typeface="+mn-cs"/>
                </a:defRPr>
              </a:lvl2pPr>
              <a:lvl3pPr marL="914400" indent="0" algn="l" defTabSz="914400" rtl="0" eaLnBrk="1" latinLnBrk="0" hangingPunct="1">
                <a:defRPr kumimoji="1" sz="1800" kern="1200">
                  <a:solidFill>
                    <a:schemeClr val="tx1"/>
                  </a:solidFill>
                  <a:latin typeface="+mn-lt"/>
                  <a:ea typeface="+mn-ea"/>
                  <a:cs typeface="+mn-cs"/>
                </a:defRPr>
              </a:lvl3pPr>
              <a:lvl4pPr marL="1371600" indent="0" algn="l" defTabSz="914400" rtl="0" eaLnBrk="1" latinLnBrk="0" hangingPunct="1">
                <a:defRPr kumimoji="1" sz="1800" kern="1200">
                  <a:solidFill>
                    <a:schemeClr val="tx1"/>
                  </a:solidFill>
                  <a:latin typeface="+mn-lt"/>
                  <a:ea typeface="+mn-ea"/>
                  <a:cs typeface="+mn-cs"/>
                </a:defRPr>
              </a:lvl4pPr>
              <a:lvl5pPr marL="1828800" indent="0" algn="l" defTabSz="914400" rtl="0" eaLnBrk="1" latinLnBrk="0" hangingPunct="1">
                <a:defRPr kumimoji="1" sz="1800" kern="1200">
                  <a:solidFill>
                    <a:schemeClr val="tx1"/>
                  </a:solidFill>
                  <a:latin typeface="+mn-lt"/>
                  <a:ea typeface="+mn-ea"/>
                  <a:cs typeface="+mn-cs"/>
                </a:defRPr>
              </a:lvl5pPr>
              <a:lvl6pPr marL="2286000" indent="0" algn="l" defTabSz="914400" rtl="0" eaLnBrk="1" latinLnBrk="0" hangingPunct="1">
                <a:defRPr kumimoji="1" sz="1800" kern="1200">
                  <a:solidFill>
                    <a:schemeClr val="tx1"/>
                  </a:solidFill>
                  <a:latin typeface="+mn-lt"/>
                  <a:ea typeface="+mn-ea"/>
                  <a:cs typeface="+mn-cs"/>
                </a:defRPr>
              </a:lvl6pPr>
              <a:lvl7pPr marL="2743200" indent="0" algn="l" defTabSz="914400" rtl="0" eaLnBrk="1" latinLnBrk="0" hangingPunct="1">
                <a:defRPr kumimoji="1" sz="1800" kern="1200">
                  <a:solidFill>
                    <a:schemeClr val="tx1"/>
                  </a:solidFill>
                  <a:latin typeface="+mn-lt"/>
                  <a:ea typeface="+mn-ea"/>
                  <a:cs typeface="+mn-cs"/>
                </a:defRPr>
              </a:lvl7pPr>
              <a:lvl8pPr marL="3200400" indent="0" algn="l" defTabSz="914400" rtl="0" eaLnBrk="1" latinLnBrk="0" hangingPunct="1">
                <a:defRPr kumimoji="1" sz="1800" kern="1200">
                  <a:solidFill>
                    <a:schemeClr val="tx1"/>
                  </a:solidFill>
                  <a:latin typeface="+mn-lt"/>
                  <a:ea typeface="+mn-ea"/>
                  <a:cs typeface="+mn-cs"/>
                </a:defRPr>
              </a:lvl8pPr>
              <a:lvl9pPr marL="3657600" indent="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ts val="1080"/>
                </a:lnSpc>
                <a:spcBef>
                  <a:spcPts val="0"/>
                </a:spcBef>
                <a:spcAft>
                  <a:spcPts val="0"/>
                </a:spcAft>
                <a:buClrTx/>
                <a:buSzTx/>
                <a:buFontTx/>
                <a:buNone/>
                <a:tabLst/>
                <a:defRPr/>
              </a:pPr>
              <a:r>
                <a:rPr kumimoji="1" lang="ja-JP" altLang="en-US" sz="800" b="0" i="0" u="none" strike="noStrike" kern="1200" cap="all"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n-cs"/>
                </a:rPr>
                <a:t>作成</a:t>
              </a:r>
            </a:p>
          </p:txBody>
        </p:sp>
        <p:sp>
          <p:nvSpPr>
            <p:cNvPr id="59" name="矢印: 五方向 58">
              <a:extLst>
                <a:ext uri="{FF2B5EF4-FFF2-40B4-BE49-F238E27FC236}">
                  <a16:creationId xmlns:a16="http://schemas.microsoft.com/office/drawing/2014/main" id="{2CC27ADC-D0FC-6AC8-B270-B3E6DFE0DBF6}"/>
                </a:ext>
              </a:extLst>
            </p:cNvPr>
            <p:cNvSpPr/>
            <p:nvPr/>
          </p:nvSpPr>
          <p:spPr bwMode="gray">
            <a:xfrm>
              <a:off x="6545273" y="9486645"/>
              <a:ext cx="504000" cy="360000"/>
            </a:xfrm>
            <a:prstGeom prst="homePlate">
              <a:avLst>
                <a:gd name="adj" fmla="val 14160"/>
              </a:avLst>
            </a:prstGeom>
            <a:solidFill>
              <a:srgbClr val="156082">
                <a:lumMod val="20000"/>
                <a:lumOff val="80000"/>
              </a:srgbClr>
            </a:solidFill>
            <a:ln>
              <a:solidFill>
                <a:sysClr val="window" lastClr="FFFFFF">
                  <a:lumMod val="75000"/>
                </a:sysClr>
              </a:solidFill>
            </a:ln>
            <a:effectLst/>
          </p:spPr>
          <p:txBody>
            <a:bodyPr wrap="square" lIns="0" tIns="36000" rIns="0" bIns="0" rtlCol="0" anchor="ctr">
              <a:noAutofit/>
            </a:bodyPr>
            <a:lstStyle>
              <a:defPPr>
                <a:defRPr lang="ja-JP"/>
              </a:defPPr>
              <a:lvl1pPr marL="0" indent="0" algn="l" defTabSz="914400" rtl="0" eaLnBrk="1" latinLnBrk="0" hangingPunct="1">
                <a:defRPr kumimoji="1" sz="1800" kern="1200">
                  <a:solidFill>
                    <a:schemeClr val="tx1"/>
                  </a:solidFill>
                  <a:latin typeface="+mn-lt"/>
                  <a:ea typeface="+mn-ea"/>
                  <a:cs typeface="+mn-cs"/>
                </a:defRPr>
              </a:lvl1pPr>
              <a:lvl2pPr marL="457200" indent="0" algn="l" defTabSz="914400" rtl="0" eaLnBrk="1" latinLnBrk="0" hangingPunct="1">
                <a:defRPr kumimoji="1" sz="1800" kern="1200">
                  <a:solidFill>
                    <a:schemeClr val="tx1"/>
                  </a:solidFill>
                  <a:latin typeface="+mn-lt"/>
                  <a:ea typeface="+mn-ea"/>
                  <a:cs typeface="+mn-cs"/>
                </a:defRPr>
              </a:lvl2pPr>
              <a:lvl3pPr marL="914400" indent="0" algn="l" defTabSz="914400" rtl="0" eaLnBrk="1" latinLnBrk="0" hangingPunct="1">
                <a:defRPr kumimoji="1" sz="1800" kern="1200">
                  <a:solidFill>
                    <a:schemeClr val="tx1"/>
                  </a:solidFill>
                  <a:latin typeface="+mn-lt"/>
                  <a:ea typeface="+mn-ea"/>
                  <a:cs typeface="+mn-cs"/>
                </a:defRPr>
              </a:lvl3pPr>
              <a:lvl4pPr marL="1371600" indent="0" algn="l" defTabSz="914400" rtl="0" eaLnBrk="1" latinLnBrk="0" hangingPunct="1">
                <a:defRPr kumimoji="1" sz="1800" kern="1200">
                  <a:solidFill>
                    <a:schemeClr val="tx1"/>
                  </a:solidFill>
                  <a:latin typeface="+mn-lt"/>
                  <a:ea typeface="+mn-ea"/>
                  <a:cs typeface="+mn-cs"/>
                </a:defRPr>
              </a:lvl4pPr>
              <a:lvl5pPr marL="1828800" indent="0" algn="l" defTabSz="914400" rtl="0" eaLnBrk="1" latinLnBrk="0" hangingPunct="1">
                <a:defRPr kumimoji="1" sz="1800" kern="1200">
                  <a:solidFill>
                    <a:schemeClr val="tx1"/>
                  </a:solidFill>
                  <a:latin typeface="+mn-lt"/>
                  <a:ea typeface="+mn-ea"/>
                  <a:cs typeface="+mn-cs"/>
                </a:defRPr>
              </a:lvl5pPr>
              <a:lvl6pPr marL="2286000" indent="0" algn="l" defTabSz="914400" rtl="0" eaLnBrk="1" latinLnBrk="0" hangingPunct="1">
                <a:defRPr kumimoji="1" sz="1800" kern="1200">
                  <a:solidFill>
                    <a:schemeClr val="tx1"/>
                  </a:solidFill>
                  <a:latin typeface="+mn-lt"/>
                  <a:ea typeface="+mn-ea"/>
                  <a:cs typeface="+mn-cs"/>
                </a:defRPr>
              </a:lvl6pPr>
              <a:lvl7pPr marL="2743200" indent="0" algn="l" defTabSz="914400" rtl="0" eaLnBrk="1" latinLnBrk="0" hangingPunct="1">
                <a:defRPr kumimoji="1" sz="1800" kern="1200">
                  <a:solidFill>
                    <a:schemeClr val="tx1"/>
                  </a:solidFill>
                  <a:latin typeface="+mn-lt"/>
                  <a:ea typeface="+mn-ea"/>
                  <a:cs typeface="+mn-cs"/>
                </a:defRPr>
              </a:lvl7pPr>
              <a:lvl8pPr marL="3200400" indent="0" algn="l" defTabSz="914400" rtl="0" eaLnBrk="1" latinLnBrk="0" hangingPunct="1">
                <a:defRPr kumimoji="1" sz="1800" kern="1200">
                  <a:solidFill>
                    <a:schemeClr val="tx1"/>
                  </a:solidFill>
                  <a:latin typeface="+mn-lt"/>
                  <a:ea typeface="+mn-ea"/>
                  <a:cs typeface="+mn-cs"/>
                </a:defRPr>
              </a:lvl8pPr>
              <a:lvl9pPr marL="3657600" indent="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ts val="1080"/>
                </a:lnSpc>
                <a:spcBef>
                  <a:spcPts val="0"/>
                </a:spcBef>
                <a:spcAft>
                  <a:spcPts val="0"/>
                </a:spcAft>
                <a:buClrTx/>
                <a:buSzTx/>
                <a:buFontTx/>
                <a:buNone/>
                <a:tabLst/>
                <a:defRPr/>
              </a:pPr>
              <a:r>
                <a:rPr kumimoji="1" lang="ja-JP" altLang="en-US" sz="800" b="0" i="0" u="none" strike="noStrike" kern="1200" cap="all"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n-cs"/>
                </a:rPr>
                <a:t>決裁</a:t>
              </a:r>
            </a:p>
          </p:txBody>
        </p:sp>
      </p:grpSp>
      <p:sp>
        <p:nvSpPr>
          <p:cNvPr id="60" name="テキスト ボックス 34">
            <a:extLst>
              <a:ext uri="{FF2B5EF4-FFF2-40B4-BE49-F238E27FC236}">
                <a16:creationId xmlns:a16="http://schemas.microsoft.com/office/drawing/2014/main" id="{F9231C95-9A1F-AC41-3CAA-85500A9A43A5}"/>
              </a:ext>
            </a:extLst>
          </p:cNvPr>
          <p:cNvSpPr txBox="1"/>
          <p:nvPr/>
        </p:nvSpPr>
        <p:spPr>
          <a:xfrm>
            <a:off x="8281471" y="4734962"/>
            <a:ext cx="1976451" cy="216000"/>
          </a:xfrm>
          <a:prstGeom prst="rect">
            <a:avLst/>
          </a:prstGeom>
          <a:noFill/>
          <a:ln w="9525" cmpd="sng">
            <a:noFill/>
          </a:ln>
          <a:effectLst/>
        </p:spPr>
        <p:txBody>
          <a:bodyPr wrap="square" lIns="0" tIns="0" rIns="0" bIns="0"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▼テスト資材公開</a:t>
            </a:r>
            <a:r>
              <a:rPr kumimoji="1" lang="en-US" altLang="ja-JP"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(12/14)</a:t>
            </a:r>
          </a:p>
        </p:txBody>
      </p:sp>
      <p:grpSp>
        <p:nvGrpSpPr>
          <p:cNvPr id="68" name="グループ化 67">
            <a:extLst>
              <a:ext uri="{FF2B5EF4-FFF2-40B4-BE49-F238E27FC236}">
                <a16:creationId xmlns:a16="http://schemas.microsoft.com/office/drawing/2014/main" id="{B2B335D4-ED7D-2265-8B8F-782E0156A151}"/>
              </a:ext>
            </a:extLst>
          </p:cNvPr>
          <p:cNvGrpSpPr/>
          <p:nvPr/>
        </p:nvGrpSpPr>
        <p:grpSpPr>
          <a:xfrm>
            <a:off x="5444830" y="5854915"/>
            <a:ext cx="2823548" cy="360000"/>
            <a:chOff x="3865561" y="7237117"/>
            <a:chExt cx="3803362" cy="360000"/>
          </a:xfrm>
        </p:grpSpPr>
        <p:sp>
          <p:nvSpPr>
            <p:cNvPr id="61" name="矢印: 五方向 60">
              <a:extLst>
                <a:ext uri="{FF2B5EF4-FFF2-40B4-BE49-F238E27FC236}">
                  <a16:creationId xmlns:a16="http://schemas.microsoft.com/office/drawing/2014/main" id="{1994D95F-B73B-A327-ECE1-DE490AAA3195}"/>
                </a:ext>
              </a:extLst>
            </p:cNvPr>
            <p:cNvSpPr/>
            <p:nvPr/>
          </p:nvSpPr>
          <p:spPr bwMode="gray">
            <a:xfrm>
              <a:off x="3865561" y="7237117"/>
              <a:ext cx="2507753" cy="360000"/>
            </a:xfrm>
            <a:prstGeom prst="homePlate">
              <a:avLst>
                <a:gd name="adj" fmla="val 14160"/>
              </a:avLst>
            </a:prstGeom>
            <a:solidFill>
              <a:srgbClr val="156082">
                <a:lumMod val="20000"/>
                <a:lumOff val="80000"/>
              </a:srgbClr>
            </a:solidFill>
            <a:ln>
              <a:solidFill>
                <a:sysClr val="window" lastClr="FFFFFF">
                  <a:lumMod val="75000"/>
                </a:sysClr>
              </a:solidFill>
            </a:ln>
            <a:effectLst/>
          </p:spPr>
          <p:txBody>
            <a:bodyPr wrap="square" lIns="0" tIns="36000" rIns="0" bIns="0" rtlCol="0" anchor="ctr">
              <a:noAutofit/>
            </a:bodyPr>
            <a:lstStyle>
              <a:defPPr>
                <a:defRPr lang="ja-JP"/>
              </a:defPPr>
              <a:lvl1pPr marL="0" indent="0" algn="l" defTabSz="914400" rtl="0" eaLnBrk="1" latinLnBrk="0" hangingPunct="1">
                <a:defRPr kumimoji="1" sz="1800" kern="1200">
                  <a:solidFill>
                    <a:schemeClr val="tx1"/>
                  </a:solidFill>
                  <a:latin typeface="+mn-lt"/>
                  <a:ea typeface="+mn-ea"/>
                  <a:cs typeface="+mn-cs"/>
                </a:defRPr>
              </a:lvl1pPr>
              <a:lvl2pPr marL="457200" indent="0" algn="l" defTabSz="914400" rtl="0" eaLnBrk="1" latinLnBrk="0" hangingPunct="1">
                <a:defRPr kumimoji="1" sz="1800" kern="1200">
                  <a:solidFill>
                    <a:schemeClr val="tx1"/>
                  </a:solidFill>
                  <a:latin typeface="+mn-lt"/>
                  <a:ea typeface="+mn-ea"/>
                  <a:cs typeface="+mn-cs"/>
                </a:defRPr>
              </a:lvl2pPr>
              <a:lvl3pPr marL="914400" indent="0" algn="l" defTabSz="914400" rtl="0" eaLnBrk="1" latinLnBrk="0" hangingPunct="1">
                <a:defRPr kumimoji="1" sz="1800" kern="1200">
                  <a:solidFill>
                    <a:schemeClr val="tx1"/>
                  </a:solidFill>
                  <a:latin typeface="+mn-lt"/>
                  <a:ea typeface="+mn-ea"/>
                  <a:cs typeface="+mn-cs"/>
                </a:defRPr>
              </a:lvl3pPr>
              <a:lvl4pPr marL="1371600" indent="0" algn="l" defTabSz="914400" rtl="0" eaLnBrk="1" latinLnBrk="0" hangingPunct="1">
                <a:defRPr kumimoji="1" sz="1800" kern="1200">
                  <a:solidFill>
                    <a:schemeClr val="tx1"/>
                  </a:solidFill>
                  <a:latin typeface="+mn-lt"/>
                  <a:ea typeface="+mn-ea"/>
                  <a:cs typeface="+mn-cs"/>
                </a:defRPr>
              </a:lvl4pPr>
              <a:lvl5pPr marL="1828800" indent="0" algn="l" defTabSz="914400" rtl="0" eaLnBrk="1" latinLnBrk="0" hangingPunct="1">
                <a:defRPr kumimoji="1" sz="1800" kern="1200">
                  <a:solidFill>
                    <a:schemeClr val="tx1"/>
                  </a:solidFill>
                  <a:latin typeface="+mn-lt"/>
                  <a:ea typeface="+mn-ea"/>
                  <a:cs typeface="+mn-cs"/>
                </a:defRPr>
              </a:lvl5pPr>
              <a:lvl6pPr marL="2286000" indent="0" algn="l" defTabSz="914400" rtl="0" eaLnBrk="1" latinLnBrk="0" hangingPunct="1">
                <a:defRPr kumimoji="1" sz="1800" kern="1200">
                  <a:solidFill>
                    <a:schemeClr val="tx1"/>
                  </a:solidFill>
                  <a:latin typeface="+mn-lt"/>
                  <a:ea typeface="+mn-ea"/>
                  <a:cs typeface="+mn-cs"/>
                </a:defRPr>
              </a:lvl6pPr>
              <a:lvl7pPr marL="2743200" indent="0" algn="l" defTabSz="914400" rtl="0" eaLnBrk="1" latinLnBrk="0" hangingPunct="1">
                <a:defRPr kumimoji="1" sz="1800" kern="1200">
                  <a:solidFill>
                    <a:schemeClr val="tx1"/>
                  </a:solidFill>
                  <a:latin typeface="+mn-lt"/>
                  <a:ea typeface="+mn-ea"/>
                  <a:cs typeface="+mn-cs"/>
                </a:defRPr>
              </a:lvl7pPr>
              <a:lvl8pPr marL="3200400" indent="0" algn="l" defTabSz="914400" rtl="0" eaLnBrk="1" latinLnBrk="0" hangingPunct="1">
                <a:defRPr kumimoji="1" sz="1800" kern="1200">
                  <a:solidFill>
                    <a:schemeClr val="tx1"/>
                  </a:solidFill>
                  <a:latin typeface="+mn-lt"/>
                  <a:ea typeface="+mn-ea"/>
                  <a:cs typeface="+mn-cs"/>
                </a:defRPr>
              </a:lvl8pPr>
              <a:lvl9pPr marL="3657600" indent="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ts val="1080"/>
                </a:lnSpc>
                <a:spcBef>
                  <a:spcPts val="0"/>
                </a:spcBef>
                <a:spcAft>
                  <a:spcPts val="0"/>
                </a:spcAft>
                <a:buClrTx/>
                <a:buSzTx/>
                <a:buFontTx/>
                <a:buNone/>
                <a:tabLst/>
                <a:defRPr/>
              </a:pPr>
              <a:r>
                <a:rPr kumimoji="1" lang="ja-JP" altLang="en-US" sz="800" b="0" i="0" u="none" strike="noStrike" kern="1200" cap="all"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n-cs"/>
                </a:rPr>
                <a:t>記載確認</a:t>
              </a:r>
            </a:p>
            <a:p>
              <a:pPr marL="0" marR="0" lvl="0" indent="0" algn="ctr" defTabSz="914400" rtl="0" eaLnBrk="1" fontAlgn="auto" latinLnBrk="0" hangingPunct="1">
                <a:lnSpc>
                  <a:spcPts val="1080"/>
                </a:lnSpc>
                <a:spcBef>
                  <a:spcPts val="0"/>
                </a:spcBef>
                <a:spcAft>
                  <a:spcPts val="0"/>
                </a:spcAft>
                <a:buClrTx/>
                <a:buSzTx/>
                <a:buFontTx/>
                <a:buNone/>
                <a:tabLst/>
                <a:defRPr/>
              </a:pPr>
              <a:r>
                <a:rPr kumimoji="1" lang="en-US" altLang="ja-JP" sz="800" b="0" i="0" u="none" strike="noStrike" kern="1200" cap="all"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n-cs"/>
                </a:rPr>
                <a:t>DX</a:t>
              </a:r>
              <a:r>
                <a:rPr kumimoji="1" lang="ja-JP" altLang="en-US" sz="800" b="0" i="0" u="none" strike="noStrike" kern="1200" cap="all"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n-cs"/>
                </a:rPr>
                <a:t>機構内レビュー</a:t>
              </a:r>
            </a:p>
          </p:txBody>
        </p:sp>
        <p:sp>
          <p:nvSpPr>
            <p:cNvPr id="62" name="矢印: 五方向 61">
              <a:extLst>
                <a:ext uri="{FF2B5EF4-FFF2-40B4-BE49-F238E27FC236}">
                  <a16:creationId xmlns:a16="http://schemas.microsoft.com/office/drawing/2014/main" id="{A09B103A-554D-A137-12A4-B346A44FDB28}"/>
                </a:ext>
              </a:extLst>
            </p:cNvPr>
            <p:cNvSpPr/>
            <p:nvPr/>
          </p:nvSpPr>
          <p:spPr bwMode="gray">
            <a:xfrm>
              <a:off x="6449005" y="7237117"/>
              <a:ext cx="1219918" cy="360000"/>
            </a:xfrm>
            <a:prstGeom prst="homePlate">
              <a:avLst>
                <a:gd name="adj" fmla="val 14160"/>
              </a:avLst>
            </a:prstGeom>
            <a:solidFill>
              <a:srgbClr val="156082">
                <a:lumMod val="20000"/>
                <a:lumOff val="80000"/>
              </a:srgbClr>
            </a:solidFill>
            <a:ln>
              <a:solidFill>
                <a:sysClr val="window" lastClr="FFFFFF">
                  <a:lumMod val="75000"/>
                </a:sysClr>
              </a:solidFill>
            </a:ln>
            <a:effectLst/>
          </p:spPr>
          <p:txBody>
            <a:bodyPr wrap="square" lIns="0" tIns="36000" rIns="0" bIns="0" rtlCol="0" anchor="ctr">
              <a:noAutofit/>
            </a:bodyPr>
            <a:lstStyle>
              <a:defPPr>
                <a:defRPr lang="ja-JP"/>
              </a:defPPr>
              <a:lvl1pPr marL="0" indent="0" algn="l" defTabSz="914400" rtl="0" eaLnBrk="1" latinLnBrk="0" hangingPunct="1">
                <a:defRPr kumimoji="1" sz="1800" kern="1200">
                  <a:solidFill>
                    <a:schemeClr val="tx1"/>
                  </a:solidFill>
                  <a:latin typeface="+mn-lt"/>
                  <a:ea typeface="+mn-ea"/>
                  <a:cs typeface="+mn-cs"/>
                </a:defRPr>
              </a:lvl1pPr>
              <a:lvl2pPr marL="457200" indent="0" algn="l" defTabSz="914400" rtl="0" eaLnBrk="1" latinLnBrk="0" hangingPunct="1">
                <a:defRPr kumimoji="1" sz="1800" kern="1200">
                  <a:solidFill>
                    <a:schemeClr val="tx1"/>
                  </a:solidFill>
                  <a:latin typeface="+mn-lt"/>
                  <a:ea typeface="+mn-ea"/>
                  <a:cs typeface="+mn-cs"/>
                </a:defRPr>
              </a:lvl2pPr>
              <a:lvl3pPr marL="914400" indent="0" algn="l" defTabSz="914400" rtl="0" eaLnBrk="1" latinLnBrk="0" hangingPunct="1">
                <a:defRPr kumimoji="1" sz="1800" kern="1200">
                  <a:solidFill>
                    <a:schemeClr val="tx1"/>
                  </a:solidFill>
                  <a:latin typeface="+mn-lt"/>
                  <a:ea typeface="+mn-ea"/>
                  <a:cs typeface="+mn-cs"/>
                </a:defRPr>
              </a:lvl3pPr>
              <a:lvl4pPr marL="1371600" indent="0" algn="l" defTabSz="914400" rtl="0" eaLnBrk="1" latinLnBrk="0" hangingPunct="1">
                <a:defRPr kumimoji="1" sz="1800" kern="1200">
                  <a:solidFill>
                    <a:schemeClr val="tx1"/>
                  </a:solidFill>
                  <a:latin typeface="+mn-lt"/>
                  <a:ea typeface="+mn-ea"/>
                  <a:cs typeface="+mn-cs"/>
                </a:defRPr>
              </a:lvl4pPr>
              <a:lvl5pPr marL="1828800" indent="0" algn="l" defTabSz="914400" rtl="0" eaLnBrk="1" latinLnBrk="0" hangingPunct="1">
                <a:defRPr kumimoji="1" sz="1800" kern="1200">
                  <a:solidFill>
                    <a:schemeClr val="tx1"/>
                  </a:solidFill>
                  <a:latin typeface="+mn-lt"/>
                  <a:ea typeface="+mn-ea"/>
                  <a:cs typeface="+mn-cs"/>
                </a:defRPr>
              </a:lvl5pPr>
              <a:lvl6pPr marL="2286000" indent="0" algn="l" defTabSz="914400" rtl="0" eaLnBrk="1" latinLnBrk="0" hangingPunct="1">
                <a:defRPr kumimoji="1" sz="1800" kern="1200">
                  <a:solidFill>
                    <a:schemeClr val="tx1"/>
                  </a:solidFill>
                  <a:latin typeface="+mn-lt"/>
                  <a:ea typeface="+mn-ea"/>
                  <a:cs typeface="+mn-cs"/>
                </a:defRPr>
              </a:lvl6pPr>
              <a:lvl7pPr marL="2743200" indent="0" algn="l" defTabSz="914400" rtl="0" eaLnBrk="1" latinLnBrk="0" hangingPunct="1">
                <a:defRPr kumimoji="1" sz="1800" kern="1200">
                  <a:solidFill>
                    <a:schemeClr val="tx1"/>
                  </a:solidFill>
                  <a:latin typeface="+mn-lt"/>
                  <a:ea typeface="+mn-ea"/>
                  <a:cs typeface="+mn-cs"/>
                </a:defRPr>
              </a:lvl7pPr>
              <a:lvl8pPr marL="3200400" indent="0" algn="l" defTabSz="914400" rtl="0" eaLnBrk="1" latinLnBrk="0" hangingPunct="1">
                <a:defRPr kumimoji="1" sz="1800" kern="1200">
                  <a:solidFill>
                    <a:schemeClr val="tx1"/>
                  </a:solidFill>
                  <a:latin typeface="+mn-lt"/>
                  <a:ea typeface="+mn-ea"/>
                  <a:cs typeface="+mn-cs"/>
                </a:defRPr>
              </a:lvl8pPr>
              <a:lvl9pPr marL="3657600" indent="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ts val="1080"/>
                </a:lnSpc>
                <a:spcBef>
                  <a:spcPts val="0"/>
                </a:spcBef>
                <a:spcAft>
                  <a:spcPts val="0"/>
                </a:spcAft>
                <a:buClrTx/>
                <a:buSzTx/>
                <a:buFontTx/>
                <a:buNone/>
                <a:tabLst/>
                <a:defRPr/>
              </a:pPr>
              <a:r>
                <a:rPr kumimoji="1" lang="ja-JP" altLang="en-US" sz="800" b="0" i="0" u="none" strike="noStrike" kern="1200" cap="all"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n-cs"/>
                </a:rPr>
                <a:t>決裁</a:t>
              </a:r>
            </a:p>
          </p:txBody>
        </p:sp>
      </p:grpSp>
      <p:sp>
        <p:nvSpPr>
          <p:cNvPr id="63" name="テキスト ボックス 37">
            <a:extLst>
              <a:ext uri="{FF2B5EF4-FFF2-40B4-BE49-F238E27FC236}">
                <a16:creationId xmlns:a16="http://schemas.microsoft.com/office/drawing/2014/main" id="{C6349CC4-E66D-446D-BDE9-DA0D6316ACF6}"/>
              </a:ext>
            </a:extLst>
          </p:cNvPr>
          <p:cNvSpPr txBox="1"/>
          <p:nvPr/>
        </p:nvSpPr>
        <p:spPr>
          <a:xfrm>
            <a:off x="8281472" y="5966778"/>
            <a:ext cx="1446288" cy="359999"/>
          </a:xfrm>
          <a:prstGeom prst="rect">
            <a:avLst/>
          </a:prstGeom>
          <a:noFill/>
          <a:ln w="9525" cmpd="sng">
            <a:noFill/>
          </a:ln>
          <a:effectLst/>
        </p:spPr>
        <p:txBody>
          <a:bodyPr wrap="square" lIns="0" tIns="0" rIns="0" bIns="0"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▼操作マニュアル公開</a:t>
            </a:r>
            <a:endParaRPr kumimoji="1" lang="en-US" altLang="ja-JP"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(12/14)</a:t>
            </a:r>
          </a:p>
        </p:txBody>
      </p:sp>
      <p:grpSp>
        <p:nvGrpSpPr>
          <p:cNvPr id="65" name="グループ化 64">
            <a:extLst>
              <a:ext uri="{FF2B5EF4-FFF2-40B4-BE49-F238E27FC236}">
                <a16:creationId xmlns:a16="http://schemas.microsoft.com/office/drawing/2014/main" id="{9CD47D52-BDA1-4816-88D1-4D4DC4DA34B4}"/>
              </a:ext>
            </a:extLst>
          </p:cNvPr>
          <p:cNvGrpSpPr/>
          <p:nvPr/>
        </p:nvGrpSpPr>
        <p:grpSpPr>
          <a:xfrm>
            <a:off x="4495439" y="2962688"/>
            <a:ext cx="3772941" cy="324774"/>
            <a:chOff x="4495439" y="3090575"/>
            <a:chExt cx="5108082" cy="360000"/>
          </a:xfrm>
        </p:grpSpPr>
        <p:sp>
          <p:nvSpPr>
            <p:cNvPr id="42" name="矢印: 五方向 41">
              <a:extLst>
                <a:ext uri="{FF2B5EF4-FFF2-40B4-BE49-F238E27FC236}">
                  <a16:creationId xmlns:a16="http://schemas.microsoft.com/office/drawing/2014/main" id="{86C2911D-F386-C783-D995-2FE94F0A3EED}"/>
                </a:ext>
              </a:extLst>
            </p:cNvPr>
            <p:cNvSpPr/>
            <p:nvPr/>
          </p:nvSpPr>
          <p:spPr bwMode="gray">
            <a:xfrm>
              <a:off x="8383603" y="3090575"/>
              <a:ext cx="1219918" cy="360000"/>
            </a:xfrm>
            <a:prstGeom prst="homePlate">
              <a:avLst>
                <a:gd name="adj" fmla="val 13397"/>
              </a:avLst>
            </a:prstGeom>
            <a:solidFill>
              <a:srgbClr val="156082">
                <a:lumMod val="20000"/>
                <a:lumOff val="80000"/>
              </a:srgbClr>
            </a:solidFill>
            <a:ln>
              <a:solidFill>
                <a:sysClr val="window" lastClr="FFFFFF">
                  <a:lumMod val="75000"/>
                </a:sysClr>
              </a:solidFill>
            </a:ln>
            <a:effectLst/>
          </p:spPr>
          <p:txBody>
            <a:bodyPr wrap="square" lIns="0" tIns="36000" rIns="0" bIns="0" rtlCol="0" anchor="ctr">
              <a:noAutofit/>
            </a:bodyPr>
            <a:lstStyle>
              <a:defPPr>
                <a:defRPr lang="ja-JP"/>
              </a:defPPr>
              <a:lvl1pPr marL="0" indent="0" algn="l" defTabSz="914400" rtl="0" eaLnBrk="1" latinLnBrk="0" hangingPunct="1">
                <a:defRPr kumimoji="1" sz="1800" kern="1200">
                  <a:solidFill>
                    <a:schemeClr val="tx1"/>
                  </a:solidFill>
                  <a:latin typeface="+mn-lt"/>
                  <a:ea typeface="+mn-ea"/>
                  <a:cs typeface="+mn-cs"/>
                </a:defRPr>
              </a:lvl1pPr>
              <a:lvl2pPr marL="457200" indent="0" algn="l" defTabSz="914400" rtl="0" eaLnBrk="1" latinLnBrk="0" hangingPunct="1">
                <a:defRPr kumimoji="1" sz="1800" kern="1200">
                  <a:solidFill>
                    <a:schemeClr val="tx1"/>
                  </a:solidFill>
                  <a:latin typeface="+mn-lt"/>
                  <a:ea typeface="+mn-ea"/>
                  <a:cs typeface="+mn-cs"/>
                </a:defRPr>
              </a:lvl2pPr>
              <a:lvl3pPr marL="914400" indent="0" algn="l" defTabSz="914400" rtl="0" eaLnBrk="1" latinLnBrk="0" hangingPunct="1">
                <a:defRPr kumimoji="1" sz="1800" kern="1200">
                  <a:solidFill>
                    <a:schemeClr val="tx1"/>
                  </a:solidFill>
                  <a:latin typeface="+mn-lt"/>
                  <a:ea typeface="+mn-ea"/>
                  <a:cs typeface="+mn-cs"/>
                </a:defRPr>
              </a:lvl3pPr>
              <a:lvl4pPr marL="1371600" indent="0" algn="l" defTabSz="914400" rtl="0" eaLnBrk="1" latinLnBrk="0" hangingPunct="1">
                <a:defRPr kumimoji="1" sz="1800" kern="1200">
                  <a:solidFill>
                    <a:schemeClr val="tx1"/>
                  </a:solidFill>
                  <a:latin typeface="+mn-lt"/>
                  <a:ea typeface="+mn-ea"/>
                  <a:cs typeface="+mn-cs"/>
                </a:defRPr>
              </a:lvl4pPr>
              <a:lvl5pPr marL="1828800" indent="0" algn="l" defTabSz="914400" rtl="0" eaLnBrk="1" latinLnBrk="0" hangingPunct="1">
                <a:defRPr kumimoji="1" sz="1800" kern="1200">
                  <a:solidFill>
                    <a:schemeClr val="tx1"/>
                  </a:solidFill>
                  <a:latin typeface="+mn-lt"/>
                  <a:ea typeface="+mn-ea"/>
                  <a:cs typeface="+mn-cs"/>
                </a:defRPr>
              </a:lvl5pPr>
              <a:lvl6pPr marL="2286000" indent="0" algn="l" defTabSz="914400" rtl="0" eaLnBrk="1" latinLnBrk="0" hangingPunct="1">
                <a:defRPr kumimoji="1" sz="1800" kern="1200">
                  <a:solidFill>
                    <a:schemeClr val="tx1"/>
                  </a:solidFill>
                  <a:latin typeface="+mn-lt"/>
                  <a:ea typeface="+mn-ea"/>
                  <a:cs typeface="+mn-cs"/>
                </a:defRPr>
              </a:lvl6pPr>
              <a:lvl7pPr marL="2743200" indent="0" algn="l" defTabSz="914400" rtl="0" eaLnBrk="1" latinLnBrk="0" hangingPunct="1">
                <a:defRPr kumimoji="1" sz="1800" kern="1200">
                  <a:solidFill>
                    <a:schemeClr val="tx1"/>
                  </a:solidFill>
                  <a:latin typeface="+mn-lt"/>
                  <a:ea typeface="+mn-ea"/>
                  <a:cs typeface="+mn-cs"/>
                </a:defRPr>
              </a:lvl7pPr>
              <a:lvl8pPr marL="3200400" indent="0" algn="l" defTabSz="914400" rtl="0" eaLnBrk="1" latinLnBrk="0" hangingPunct="1">
                <a:defRPr kumimoji="1" sz="1800" kern="1200">
                  <a:solidFill>
                    <a:schemeClr val="tx1"/>
                  </a:solidFill>
                  <a:latin typeface="+mn-lt"/>
                  <a:ea typeface="+mn-ea"/>
                  <a:cs typeface="+mn-cs"/>
                </a:defRPr>
              </a:lvl8pPr>
              <a:lvl9pPr marL="3657600" indent="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ts val="1080"/>
                </a:lnSpc>
                <a:spcBef>
                  <a:spcPts val="0"/>
                </a:spcBef>
                <a:spcAft>
                  <a:spcPts val="0"/>
                </a:spcAft>
                <a:buClrTx/>
                <a:buSzTx/>
                <a:buFontTx/>
                <a:buNone/>
                <a:tabLst/>
                <a:defRPr/>
              </a:pPr>
              <a:r>
                <a:rPr kumimoji="1" lang="ja-JP" altLang="en-US" sz="800" b="0" i="0" u="none" strike="noStrike" kern="1200" cap="all"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n-cs"/>
                </a:rPr>
                <a:t>決裁</a:t>
              </a:r>
            </a:p>
          </p:txBody>
        </p:sp>
        <p:sp>
          <p:nvSpPr>
            <p:cNvPr id="53" name="矢印: 五方向 52">
              <a:extLst>
                <a:ext uri="{FF2B5EF4-FFF2-40B4-BE49-F238E27FC236}">
                  <a16:creationId xmlns:a16="http://schemas.microsoft.com/office/drawing/2014/main" id="{65C224AD-08F6-3ACC-8286-1E908D6F7DE6}"/>
                </a:ext>
              </a:extLst>
            </p:cNvPr>
            <p:cNvSpPr/>
            <p:nvPr/>
          </p:nvSpPr>
          <p:spPr bwMode="gray">
            <a:xfrm>
              <a:off x="4495439" y="3090575"/>
              <a:ext cx="2516450" cy="360000"/>
            </a:xfrm>
            <a:prstGeom prst="homePlate">
              <a:avLst>
                <a:gd name="adj" fmla="val 13397"/>
              </a:avLst>
            </a:prstGeom>
            <a:solidFill>
              <a:srgbClr val="156082">
                <a:lumMod val="20000"/>
                <a:lumOff val="80000"/>
              </a:srgbClr>
            </a:solidFill>
            <a:ln>
              <a:solidFill>
                <a:sysClr val="window" lastClr="FFFFFF">
                  <a:lumMod val="75000"/>
                </a:sysClr>
              </a:solidFill>
            </a:ln>
            <a:effectLst/>
          </p:spPr>
          <p:txBody>
            <a:bodyPr wrap="square" lIns="0" tIns="36000" rIns="0" bIns="0" rtlCol="0" anchor="ctr">
              <a:noAutofit/>
            </a:bodyPr>
            <a:lstStyle>
              <a:defPPr>
                <a:defRPr lang="ja-JP"/>
              </a:defPPr>
              <a:lvl1pPr marL="0" indent="0" algn="l" defTabSz="914400" rtl="0" eaLnBrk="1" latinLnBrk="0" hangingPunct="1">
                <a:defRPr kumimoji="1" sz="1800" kern="1200">
                  <a:solidFill>
                    <a:schemeClr val="tx1"/>
                  </a:solidFill>
                  <a:latin typeface="+mn-lt"/>
                  <a:ea typeface="+mn-ea"/>
                  <a:cs typeface="+mn-cs"/>
                </a:defRPr>
              </a:lvl1pPr>
              <a:lvl2pPr marL="457200" indent="0" algn="l" defTabSz="914400" rtl="0" eaLnBrk="1" latinLnBrk="0" hangingPunct="1">
                <a:defRPr kumimoji="1" sz="1800" kern="1200">
                  <a:solidFill>
                    <a:schemeClr val="tx1"/>
                  </a:solidFill>
                  <a:latin typeface="+mn-lt"/>
                  <a:ea typeface="+mn-ea"/>
                  <a:cs typeface="+mn-cs"/>
                </a:defRPr>
              </a:lvl2pPr>
              <a:lvl3pPr marL="914400" indent="0" algn="l" defTabSz="914400" rtl="0" eaLnBrk="1" latinLnBrk="0" hangingPunct="1">
                <a:defRPr kumimoji="1" sz="1800" kern="1200">
                  <a:solidFill>
                    <a:schemeClr val="tx1"/>
                  </a:solidFill>
                  <a:latin typeface="+mn-lt"/>
                  <a:ea typeface="+mn-ea"/>
                  <a:cs typeface="+mn-cs"/>
                </a:defRPr>
              </a:lvl3pPr>
              <a:lvl4pPr marL="1371600" indent="0" algn="l" defTabSz="914400" rtl="0" eaLnBrk="1" latinLnBrk="0" hangingPunct="1">
                <a:defRPr kumimoji="1" sz="1800" kern="1200">
                  <a:solidFill>
                    <a:schemeClr val="tx1"/>
                  </a:solidFill>
                  <a:latin typeface="+mn-lt"/>
                  <a:ea typeface="+mn-ea"/>
                  <a:cs typeface="+mn-cs"/>
                </a:defRPr>
              </a:lvl4pPr>
              <a:lvl5pPr marL="1828800" indent="0" algn="l" defTabSz="914400" rtl="0" eaLnBrk="1" latinLnBrk="0" hangingPunct="1">
                <a:defRPr kumimoji="1" sz="1800" kern="1200">
                  <a:solidFill>
                    <a:schemeClr val="tx1"/>
                  </a:solidFill>
                  <a:latin typeface="+mn-lt"/>
                  <a:ea typeface="+mn-ea"/>
                  <a:cs typeface="+mn-cs"/>
                </a:defRPr>
              </a:lvl5pPr>
              <a:lvl6pPr marL="2286000" indent="0" algn="l" defTabSz="914400" rtl="0" eaLnBrk="1" latinLnBrk="0" hangingPunct="1">
                <a:defRPr kumimoji="1" sz="1800" kern="1200">
                  <a:solidFill>
                    <a:schemeClr val="tx1"/>
                  </a:solidFill>
                  <a:latin typeface="+mn-lt"/>
                  <a:ea typeface="+mn-ea"/>
                  <a:cs typeface="+mn-cs"/>
                </a:defRPr>
              </a:lvl6pPr>
              <a:lvl7pPr marL="2743200" indent="0" algn="l" defTabSz="914400" rtl="0" eaLnBrk="1" latinLnBrk="0" hangingPunct="1">
                <a:defRPr kumimoji="1" sz="1800" kern="1200">
                  <a:solidFill>
                    <a:schemeClr val="tx1"/>
                  </a:solidFill>
                  <a:latin typeface="+mn-lt"/>
                  <a:ea typeface="+mn-ea"/>
                  <a:cs typeface="+mn-cs"/>
                </a:defRPr>
              </a:lvl7pPr>
              <a:lvl8pPr marL="3200400" indent="0" algn="l" defTabSz="914400" rtl="0" eaLnBrk="1" latinLnBrk="0" hangingPunct="1">
                <a:defRPr kumimoji="1" sz="1800" kern="1200">
                  <a:solidFill>
                    <a:schemeClr val="tx1"/>
                  </a:solidFill>
                  <a:latin typeface="+mn-lt"/>
                  <a:ea typeface="+mn-ea"/>
                  <a:cs typeface="+mn-cs"/>
                </a:defRPr>
              </a:lvl8pPr>
              <a:lvl9pPr marL="3657600" indent="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ts val="1080"/>
                </a:lnSpc>
                <a:spcBef>
                  <a:spcPts val="0"/>
                </a:spcBef>
                <a:spcAft>
                  <a:spcPts val="0"/>
                </a:spcAft>
                <a:buClrTx/>
                <a:buSzTx/>
                <a:buFontTx/>
                <a:buNone/>
                <a:tabLst/>
                <a:defRPr/>
              </a:pPr>
              <a:r>
                <a:rPr kumimoji="1" lang="ja-JP" altLang="en-US" sz="800" b="0" i="0" u="none" strike="noStrike" kern="1200" cap="all"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n-cs"/>
                </a:rPr>
                <a:t>作成・</a:t>
              </a:r>
              <a:r>
                <a:rPr kumimoji="1" lang="en-US" altLang="ja-JP" sz="800" b="0" i="0" u="none" strike="noStrike" kern="1200" cap="all"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n-cs"/>
                </a:rPr>
                <a:t>DX</a:t>
              </a:r>
              <a:r>
                <a:rPr kumimoji="1" lang="ja-JP" altLang="en-US" sz="800" b="0" i="0" u="none" strike="noStrike" kern="1200" cap="all"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n-cs"/>
                </a:rPr>
                <a:t>機構内レビュー</a:t>
              </a:r>
            </a:p>
          </p:txBody>
        </p:sp>
        <p:sp>
          <p:nvSpPr>
            <p:cNvPr id="64" name="矢印: 五方向 63">
              <a:extLst>
                <a:ext uri="{FF2B5EF4-FFF2-40B4-BE49-F238E27FC236}">
                  <a16:creationId xmlns:a16="http://schemas.microsoft.com/office/drawing/2014/main" id="{F083DB4F-C426-B73B-EFB5-BDAB151140D1}"/>
                </a:ext>
              </a:extLst>
            </p:cNvPr>
            <p:cNvSpPr/>
            <p:nvPr/>
          </p:nvSpPr>
          <p:spPr bwMode="auto">
            <a:xfrm>
              <a:off x="7087395" y="3090575"/>
              <a:ext cx="1219917" cy="360000"/>
            </a:xfrm>
            <a:prstGeom prst="homePlate">
              <a:avLst>
                <a:gd name="adj" fmla="val 15517"/>
              </a:avLst>
            </a:prstGeom>
            <a:gradFill flip="none" rotWithShape="1">
              <a:gsLst>
                <a:gs pos="53000">
                  <a:srgbClr val="4EA72E">
                    <a:lumMod val="20000"/>
                    <a:lumOff val="80000"/>
                  </a:srgbClr>
                </a:gs>
                <a:gs pos="53000">
                  <a:srgbClr val="156082">
                    <a:lumMod val="20000"/>
                    <a:lumOff val="80000"/>
                  </a:srgbClr>
                </a:gs>
              </a:gsLst>
              <a:lin ang="2700000" scaled="1"/>
              <a:tileRect/>
            </a:gradFill>
            <a:ln w="6350" cap="flat" cmpd="sng" algn="ctr">
              <a:solidFill>
                <a:sysClr val="window" lastClr="FFFFFF">
                  <a:lumMod val="65000"/>
                </a:sysClr>
              </a:solidFill>
              <a:prstDash val="solid"/>
              <a:round/>
              <a:headEnd type="none" w="med" len="med"/>
              <a:tailEnd type="none" w="med" len="med"/>
            </a:ln>
            <a:effectLst/>
          </p:spPr>
          <p:txBody>
            <a:bodyPr vert="horz" wrap="none" lIns="0" tIns="36000" rIns="0" bIns="0" numCol="1" rtlCol="0" anchor="ctr" anchorCtr="0" compatLnSpc="1">
              <a:prstTxWarp prst="textNoShape">
                <a:avLst/>
              </a:prstTxWarp>
            </a:bodyPr>
            <a:lstStyle>
              <a:defPPr>
                <a:defRPr lang="ja-JP"/>
              </a:defPPr>
              <a:lvl1pPr marL="0" indent="0" algn="l" defTabSz="914400" rtl="0" eaLnBrk="1" latinLnBrk="0" hangingPunct="1">
                <a:defRPr kumimoji="1" sz="1800" kern="1200">
                  <a:solidFill>
                    <a:schemeClr val="tx1"/>
                  </a:solidFill>
                  <a:latin typeface="+mn-lt"/>
                  <a:ea typeface="+mn-ea"/>
                  <a:cs typeface="+mn-cs"/>
                </a:defRPr>
              </a:lvl1pPr>
              <a:lvl2pPr marL="457200" indent="0" algn="l" defTabSz="914400" rtl="0" eaLnBrk="1" latinLnBrk="0" hangingPunct="1">
                <a:defRPr kumimoji="1" sz="1800" kern="1200">
                  <a:solidFill>
                    <a:schemeClr val="tx1"/>
                  </a:solidFill>
                  <a:latin typeface="+mn-lt"/>
                  <a:ea typeface="+mn-ea"/>
                  <a:cs typeface="+mn-cs"/>
                </a:defRPr>
              </a:lvl2pPr>
              <a:lvl3pPr marL="914400" indent="0" algn="l" defTabSz="914400" rtl="0" eaLnBrk="1" latinLnBrk="0" hangingPunct="1">
                <a:defRPr kumimoji="1" sz="1800" kern="1200">
                  <a:solidFill>
                    <a:schemeClr val="tx1"/>
                  </a:solidFill>
                  <a:latin typeface="+mn-lt"/>
                  <a:ea typeface="+mn-ea"/>
                  <a:cs typeface="+mn-cs"/>
                </a:defRPr>
              </a:lvl3pPr>
              <a:lvl4pPr marL="1371600" indent="0" algn="l" defTabSz="914400" rtl="0" eaLnBrk="1" latinLnBrk="0" hangingPunct="1">
                <a:defRPr kumimoji="1" sz="1800" kern="1200">
                  <a:solidFill>
                    <a:schemeClr val="tx1"/>
                  </a:solidFill>
                  <a:latin typeface="+mn-lt"/>
                  <a:ea typeface="+mn-ea"/>
                  <a:cs typeface="+mn-cs"/>
                </a:defRPr>
              </a:lvl4pPr>
              <a:lvl5pPr marL="1828800" indent="0" algn="l" defTabSz="914400" rtl="0" eaLnBrk="1" latinLnBrk="0" hangingPunct="1">
                <a:defRPr kumimoji="1" sz="1800" kern="1200">
                  <a:solidFill>
                    <a:schemeClr val="tx1"/>
                  </a:solidFill>
                  <a:latin typeface="+mn-lt"/>
                  <a:ea typeface="+mn-ea"/>
                  <a:cs typeface="+mn-cs"/>
                </a:defRPr>
              </a:lvl5pPr>
              <a:lvl6pPr marL="2286000" indent="0" algn="l" defTabSz="914400" rtl="0" eaLnBrk="1" latinLnBrk="0" hangingPunct="1">
                <a:defRPr kumimoji="1" sz="1800" kern="1200">
                  <a:solidFill>
                    <a:schemeClr val="tx1"/>
                  </a:solidFill>
                  <a:latin typeface="+mn-lt"/>
                  <a:ea typeface="+mn-ea"/>
                  <a:cs typeface="+mn-cs"/>
                </a:defRPr>
              </a:lvl6pPr>
              <a:lvl7pPr marL="2743200" indent="0" algn="l" defTabSz="914400" rtl="0" eaLnBrk="1" latinLnBrk="0" hangingPunct="1">
                <a:defRPr kumimoji="1" sz="1800" kern="1200">
                  <a:solidFill>
                    <a:schemeClr val="tx1"/>
                  </a:solidFill>
                  <a:latin typeface="+mn-lt"/>
                  <a:ea typeface="+mn-ea"/>
                  <a:cs typeface="+mn-cs"/>
                </a:defRPr>
              </a:lvl7pPr>
              <a:lvl8pPr marL="3200400" indent="0" algn="l" defTabSz="914400" rtl="0" eaLnBrk="1" latinLnBrk="0" hangingPunct="1">
                <a:defRPr kumimoji="1" sz="1800" kern="1200">
                  <a:solidFill>
                    <a:schemeClr val="tx1"/>
                  </a:solidFill>
                  <a:latin typeface="+mn-lt"/>
                  <a:ea typeface="+mn-ea"/>
                  <a:cs typeface="+mn-cs"/>
                </a:defRPr>
              </a:lvl8pPr>
              <a:lvl9pPr marL="3657600" indent="0" algn="l" defTabSz="914400" rtl="0" eaLnBrk="1" latinLnBrk="0" hangingPunct="1">
                <a:defRPr kumimoji="1" sz="1800" kern="1200">
                  <a:solidFill>
                    <a:schemeClr val="tx1"/>
                  </a:solidFill>
                  <a:latin typeface="+mn-lt"/>
                  <a:ea typeface="+mn-ea"/>
                  <a:cs typeface="+mn-cs"/>
                </a:defRPr>
              </a:lvl9pPr>
            </a:lstStyle>
            <a:p>
              <a:pPr marL="0" marR="0" lvl="0" indent="0" algn="ctr" defTabSz="1181679" rtl="0" eaLnBrk="1" fontAlgn="auto" latinLnBrk="0" hangingPunct="1">
                <a:lnSpc>
                  <a:spcPts val="1080"/>
                </a:lnSpc>
                <a:spcBef>
                  <a:spcPts val="0"/>
                </a:spcBef>
                <a:spcAft>
                  <a:spcPts val="0"/>
                </a:spcAft>
                <a:buClrTx/>
                <a:buSzTx/>
                <a:buFontTx/>
                <a:buNone/>
                <a:tabLst/>
                <a:defRPr/>
              </a:pPr>
              <a:r>
                <a:rPr kumimoji="0" lang="ja-JP" altLang="en-US" sz="800" b="0" i="0" u="none" strike="noStrike" kern="1200" cap="none" spc="0" normalizeH="0" baseline="0" noProof="0">
                  <a:ln>
                    <a:noFill/>
                  </a:ln>
                  <a:solidFill>
                    <a:srgbClr val="000000"/>
                  </a:solidFill>
                  <a:effectLst/>
                  <a:uLnTx/>
                  <a:uFillTx/>
                  <a:latin typeface="Meiryo UI"/>
                  <a:ea typeface="Meiryo UI"/>
                  <a:cs typeface="+mn-cs"/>
                </a:rPr>
                <a:t>厚労省</a:t>
              </a:r>
              <a:r>
                <a:rPr kumimoji="0" lang="en-US" altLang="ja-JP" sz="800" b="0" i="0" u="none" strike="noStrike" kern="1200" cap="none" spc="0" normalizeH="0" baseline="0" noProof="0" err="1">
                  <a:ln>
                    <a:noFill/>
                  </a:ln>
                  <a:solidFill>
                    <a:srgbClr val="000000"/>
                  </a:solidFill>
                  <a:effectLst/>
                  <a:uLnTx/>
                  <a:uFillTx/>
                  <a:latin typeface="Meiryo UI"/>
                  <a:ea typeface="Meiryo UI"/>
                  <a:cs typeface="+mn-cs"/>
                </a:rPr>
                <a:t>Rv</a:t>
              </a:r>
              <a:r>
                <a:rPr kumimoji="0" lang="en-US" altLang="ja-JP" sz="800" b="0" i="0" u="none" strike="noStrike" kern="1200" cap="none" spc="0" normalizeH="0" baseline="0" noProof="0">
                  <a:ln>
                    <a:noFill/>
                  </a:ln>
                  <a:solidFill>
                    <a:srgbClr val="000000"/>
                  </a:solidFill>
                  <a:effectLst/>
                  <a:uLnTx/>
                  <a:uFillTx/>
                  <a:latin typeface="Meiryo UI"/>
                  <a:ea typeface="Meiryo UI"/>
                  <a:cs typeface="+mn-cs"/>
                </a:rPr>
                <a:t>/</a:t>
              </a:r>
              <a:r>
                <a:rPr kumimoji="0" lang="en-US" altLang="ja-JP" sz="800" b="0" i="0" u="none" strike="noStrike" kern="1200" cap="none" spc="0" normalizeH="0" baseline="0" noProof="0" err="1">
                  <a:ln>
                    <a:noFill/>
                  </a:ln>
                  <a:solidFill>
                    <a:srgbClr val="000000"/>
                  </a:solidFill>
                  <a:effectLst/>
                  <a:uLnTx/>
                  <a:uFillTx/>
                  <a:latin typeface="Meiryo UI"/>
                  <a:ea typeface="Meiryo UI"/>
                  <a:cs typeface="+mn-cs"/>
                </a:rPr>
                <a:t>Rv</a:t>
              </a:r>
              <a:r>
                <a:rPr kumimoji="0" lang="ja-JP" altLang="en-US" sz="800" b="0" i="0" u="none" strike="noStrike" kern="1200" cap="none" spc="0" normalizeH="0" baseline="0" noProof="0">
                  <a:ln>
                    <a:noFill/>
                  </a:ln>
                  <a:solidFill>
                    <a:srgbClr val="000000"/>
                  </a:solidFill>
                  <a:effectLst/>
                  <a:uLnTx/>
                  <a:uFillTx/>
                  <a:latin typeface="Meiryo UI"/>
                  <a:ea typeface="Meiryo UI"/>
                  <a:cs typeface="+mn-cs"/>
                </a:rPr>
                <a:t>取り込み</a:t>
              </a:r>
              <a:endParaRPr kumimoji="0" lang="en-US" altLang="ja-JP" sz="800" b="0" i="0" u="none" strike="noStrike" kern="1200" cap="none" spc="0" normalizeH="0" baseline="0" noProof="0">
                <a:ln>
                  <a:noFill/>
                </a:ln>
                <a:solidFill>
                  <a:srgbClr val="000000"/>
                </a:solidFill>
                <a:effectLst/>
                <a:uLnTx/>
                <a:uFillTx/>
                <a:latin typeface="Meiryo UI"/>
                <a:ea typeface="Meiryo UI"/>
                <a:cs typeface="+mn-cs"/>
              </a:endParaRPr>
            </a:p>
          </p:txBody>
        </p:sp>
      </p:grpSp>
      <p:sp>
        <p:nvSpPr>
          <p:cNvPr id="8" name="四角形: 角を丸くする 7">
            <a:extLst>
              <a:ext uri="{FF2B5EF4-FFF2-40B4-BE49-F238E27FC236}">
                <a16:creationId xmlns:a16="http://schemas.microsoft.com/office/drawing/2014/main" id="{D5586CEF-8AF1-3DC9-588C-13817E6E94BC}"/>
              </a:ext>
            </a:extLst>
          </p:cNvPr>
          <p:cNvSpPr/>
          <p:nvPr/>
        </p:nvSpPr>
        <p:spPr>
          <a:xfrm>
            <a:off x="1607820" y="4188795"/>
            <a:ext cx="8119940" cy="359999"/>
          </a:xfrm>
          <a:prstGeom prst="roundRect">
            <a:avLst/>
          </a:prstGeom>
          <a:solidFill>
            <a:schemeClr val="bg1">
              <a:lumMod val="75000"/>
            </a:schemeClr>
          </a:solidFill>
          <a:ln>
            <a:noFill/>
          </a:ln>
        </p:spPr>
        <p:txBody>
          <a:bodyPr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1100" b="0" i="0" u="none" strike="noStrike" kern="1200" cap="none" spc="0" normalizeH="0" baseline="0" noProof="1">
                <a:ln>
                  <a:noFill/>
                </a:ln>
                <a:solidFill>
                  <a:prstClr val="white"/>
                </a:solidFill>
                <a:effectLst/>
                <a:uLnTx/>
                <a:uFillTx/>
                <a:latin typeface="Meiryo UI"/>
                <a:ea typeface="Meiryo UI"/>
                <a:cs typeface="+mn-cs"/>
              </a:rPr>
              <a:t>改訂予定</a:t>
            </a:r>
            <a:r>
              <a:rPr kumimoji="1" lang="ja-JP" altLang="en-US" sz="1100" b="0" i="0" u="none" strike="noStrike" kern="1200" cap="none" spc="0" normalizeH="0" baseline="0" noProof="0">
                <a:ln>
                  <a:noFill/>
                </a:ln>
                <a:solidFill>
                  <a:prstClr val="white"/>
                </a:solidFill>
                <a:effectLst/>
                <a:uLnTx/>
                <a:uFillTx/>
                <a:latin typeface="Meiryo UI"/>
                <a:ea typeface="Meiryo UI"/>
                <a:cs typeface="+mn-cs"/>
              </a:rPr>
              <a:t>なし</a:t>
            </a:r>
          </a:p>
        </p:txBody>
      </p:sp>
      <p:sp>
        <p:nvSpPr>
          <p:cNvPr id="9" name="四角形: 角を丸くする 8">
            <a:extLst>
              <a:ext uri="{FF2B5EF4-FFF2-40B4-BE49-F238E27FC236}">
                <a16:creationId xmlns:a16="http://schemas.microsoft.com/office/drawing/2014/main" id="{6D276789-A7A8-30E9-97C5-E0107DED8416}"/>
              </a:ext>
            </a:extLst>
          </p:cNvPr>
          <p:cNvSpPr/>
          <p:nvPr/>
        </p:nvSpPr>
        <p:spPr>
          <a:xfrm>
            <a:off x="1607820" y="4993689"/>
            <a:ext cx="8119940" cy="408860"/>
          </a:xfrm>
          <a:prstGeom prst="roundRect">
            <a:avLst/>
          </a:prstGeom>
          <a:solidFill>
            <a:schemeClr val="bg1">
              <a:lumMod val="75000"/>
            </a:schemeClr>
          </a:solidFill>
          <a:ln>
            <a:noFill/>
          </a:ln>
        </p:spPr>
        <p:txBody>
          <a:bodyPr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1100" b="0" i="0" u="none" strike="noStrike" kern="1200" cap="none" spc="0" normalizeH="0" baseline="0" noProof="1">
                <a:ln>
                  <a:noFill/>
                </a:ln>
                <a:solidFill>
                  <a:prstClr val="white"/>
                </a:solidFill>
                <a:effectLst/>
                <a:uLnTx/>
                <a:uFillTx/>
                <a:latin typeface="Meiryo UI"/>
                <a:ea typeface="Meiryo UI"/>
                <a:cs typeface="+mn-cs"/>
              </a:rPr>
              <a:t>改訂予定</a:t>
            </a:r>
            <a:r>
              <a:rPr kumimoji="1" lang="ja-JP" altLang="en-US" sz="1100" b="0" i="0" u="none" strike="noStrike" kern="1200" cap="none" spc="0" normalizeH="0" baseline="0" noProof="0">
                <a:ln>
                  <a:noFill/>
                </a:ln>
                <a:solidFill>
                  <a:prstClr val="white"/>
                </a:solidFill>
                <a:effectLst/>
                <a:uLnTx/>
                <a:uFillTx/>
                <a:latin typeface="Meiryo UI"/>
                <a:ea typeface="Meiryo UI"/>
                <a:cs typeface="+mn-cs"/>
              </a:rPr>
              <a:t>なし</a:t>
            </a:r>
          </a:p>
        </p:txBody>
      </p:sp>
      <p:sp>
        <p:nvSpPr>
          <p:cNvPr id="12" name="四角形: 角を丸くする 11">
            <a:extLst>
              <a:ext uri="{FF2B5EF4-FFF2-40B4-BE49-F238E27FC236}">
                <a16:creationId xmlns:a16="http://schemas.microsoft.com/office/drawing/2014/main" id="{923C3776-7AE0-3CE5-D837-569EEFC1899B}"/>
              </a:ext>
            </a:extLst>
          </p:cNvPr>
          <p:cNvSpPr/>
          <p:nvPr/>
        </p:nvSpPr>
        <p:spPr>
          <a:xfrm>
            <a:off x="1607820" y="5455464"/>
            <a:ext cx="8119940" cy="348189"/>
          </a:xfrm>
          <a:prstGeom prst="roundRect">
            <a:avLst/>
          </a:prstGeom>
          <a:solidFill>
            <a:schemeClr val="bg1">
              <a:lumMod val="75000"/>
            </a:schemeClr>
          </a:solidFill>
          <a:ln>
            <a:noFill/>
          </a:ln>
        </p:spPr>
        <p:txBody>
          <a:bodyPr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1100" b="0" i="0" u="none" strike="noStrike" kern="1200" cap="none" spc="0" normalizeH="0" baseline="0" noProof="1">
                <a:ln>
                  <a:noFill/>
                </a:ln>
                <a:solidFill>
                  <a:prstClr val="white"/>
                </a:solidFill>
                <a:effectLst/>
                <a:uLnTx/>
                <a:uFillTx/>
                <a:latin typeface="Meiryo UI"/>
                <a:ea typeface="Meiryo UI"/>
                <a:cs typeface="+mn-cs"/>
              </a:rPr>
              <a:t>改訂予定</a:t>
            </a:r>
            <a:r>
              <a:rPr kumimoji="1" lang="ja-JP" altLang="en-US" sz="1100" b="0" i="0" u="none" strike="noStrike" kern="1200" cap="none" spc="0" normalizeH="0" baseline="0" noProof="0">
                <a:ln>
                  <a:noFill/>
                </a:ln>
                <a:solidFill>
                  <a:prstClr val="white"/>
                </a:solidFill>
                <a:effectLst/>
                <a:uLnTx/>
                <a:uFillTx/>
                <a:latin typeface="Meiryo UI"/>
                <a:ea typeface="Meiryo UI"/>
                <a:cs typeface="+mn-cs"/>
              </a:rPr>
              <a:t>なし</a:t>
            </a:r>
          </a:p>
        </p:txBody>
      </p:sp>
      <p:sp>
        <p:nvSpPr>
          <p:cNvPr id="13" name="四角形: 角を丸くする 12">
            <a:extLst>
              <a:ext uri="{FF2B5EF4-FFF2-40B4-BE49-F238E27FC236}">
                <a16:creationId xmlns:a16="http://schemas.microsoft.com/office/drawing/2014/main" id="{D15A97F0-D815-2720-D96C-88C03F37D5C8}"/>
              </a:ext>
            </a:extLst>
          </p:cNvPr>
          <p:cNvSpPr/>
          <p:nvPr/>
        </p:nvSpPr>
        <p:spPr>
          <a:xfrm>
            <a:off x="1607820" y="3347743"/>
            <a:ext cx="8119940" cy="323535"/>
          </a:xfrm>
          <a:prstGeom prst="roundRect">
            <a:avLst/>
          </a:prstGeom>
          <a:solidFill>
            <a:schemeClr val="bg1">
              <a:lumMod val="75000"/>
            </a:schemeClr>
          </a:solidFill>
          <a:ln>
            <a:noFill/>
          </a:ln>
        </p:spPr>
        <p:txBody>
          <a:bodyPr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1100" b="0" i="0" u="none" strike="noStrike" kern="1200" cap="none" spc="0" normalizeH="0" baseline="0" noProof="0">
                <a:ln>
                  <a:noFill/>
                </a:ln>
                <a:solidFill>
                  <a:prstClr val="white"/>
                </a:solidFill>
                <a:effectLst/>
                <a:uLnTx/>
                <a:uFillTx/>
                <a:latin typeface="Meiryo UI"/>
                <a:ea typeface="Meiryo UI"/>
                <a:cs typeface="+mn-cs"/>
              </a:rPr>
              <a:t>改訂予定なし</a:t>
            </a:r>
          </a:p>
        </p:txBody>
      </p:sp>
      <p:sp>
        <p:nvSpPr>
          <p:cNvPr id="14" name="四角形: 角を丸くする 13">
            <a:extLst>
              <a:ext uri="{FF2B5EF4-FFF2-40B4-BE49-F238E27FC236}">
                <a16:creationId xmlns:a16="http://schemas.microsoft.com/office/drawing/2014/main" id="{3C80231A-B488-B7C6-1589-FC50DF2DA280}"/>
              </a:ext>
            </a:extLst>
          </p:cNvPr>
          <p:cNvSpPr/>
          <p:nvPr/>
        </p:nvSpPr>
        <p:spPr>
          <a:xfrm>
            <a:off x="1607820" y="6259102"/>
            <a:ext cx="8119940" cy="337901"/>
          </a:xfrm>
          <a:prstGeom prst="roundRect">
            <a:avLst/>
          </a:prstGeom>
          <a:solidFill>
            <a:schemeClr val="bg1">
              <a:lumMod val="75000"/>
            </a:schemeClr>
          </a:solidFill>
          <a:ln>
            <a:noFill/>
          </a:ln>
        </p:spPr>
        <p:txBody>
          <a:bodyPr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1100" b="0" i="0" u="none" strike="noStrike" kern="1200" cap="none" spc="0" normalizeH="0" baseline="0" noProof="1">
                <a:ln>
                  <a:noFill/>
                </a:ln>
                <a:solidFill>
                  <a:prstClr val="white"/>
                </a:solidFill>
                <a:effectLst/>
                <a:uLnTx/>
                <a:uFillTx/>
                <a:latin typeface="Meiryo UI"/>
                <a:ea typeface="Meiryo UI"/>
                <a:cs typeface="+mn-cs"/>
              </a:rPr>
              <a:t>改訂予定</a:t>
            </a:r>
            <a:r>
              <a:rPr kumimoji="1" lang="ja-JP" altLang="en-US" sz="1100" b="0" i="0" u="none" strike="noStrike" kern="1200" cap="none" spc="0" normalizeH="0" baseline="0" noProof="0">
                <a:ln>
                  <a:noFill/>
                </a:ln>
                <a:solidFill>
                  <a:prstClr val="white"/>
                </a:solidFill>
                <a:effectLst/>
                <a:uLnTx/>
                <a:uFillTx/>
                <a:latin typeface="Meiryo UI"/>
                <a:ea typeface="Meiryo UI"/>
                <a:cs typeface="+mn-cs"/>
              </a:rPr>
              <a:t>なし</a:t>
            </a:r>
          </a:p>
        </p:txBody>
      </p:sp>
      <p:grpSp>
        <p:nvGrpSpPr>
          <p:cNvPr id="3" name="グループ化 2">
            <a:extLst>
              <a:ext uri="{FF2B5EF4-FFF2-40B4-BE49-F238E27FC236}">
                <a16:creationId xmlns:a16="http://schemas.microsoft.com/office/drawing/2014/main" id="{98AF9F08-BCA1-DF7D-58CE-9B7C2A59A676}"/>
              </a:ext>
            </a:extLst>
          </p:cNvPr>
          <p:cNvGrpSpPr/>
          <p:nvPr/>
        </p:nvGrpSpPr>
        <p:grpSpPr>
          <a:xfrm>
            <a:off x="3727359" y="784569"/>
            <a:ext cx="662766" cy="5823696"/>
            <a:chOff x="8147149" y="721167"/>
            <a:chExt cx="662766" cy="5975377"/>
          </a:xfrm>
        </p:grpSpPr>
        <p:sp>
          <p:nvSpPr>
            <p:cNvPr id="150" name="楕円 149">
              <a:extLst>
                <a:ext uri="{FF2B5EF4-FFF2-40B4-BE49-F238E27FC236}">
                  <a16:creationId xmlns:a16="http://schemas.microsoft.com/office/drawing/2014/main" id="{670C69FE-EF2B-D46C-C91C-AD90DAC2C0E7}"/>
                </a:ext>
              </a:extLst>
            </p:cNvPr>
            <p:cNvSpPr/>
            <p:nvPr/>
          </p:nvSpPr>
          <p:spPr>
            <a:xfrm>
              <a:off x="8147149" y="721167"/>
              <a:ext cx="662766" cy="260555"/>
            </a:xfrm>
            <a:prstGeom prst="ellipse">
              <a:avLst/>
            </a:prstGeom>
            <a:solidFill>
              <a:srgbClr val="FF0000"/>
            </a:solidFill>
            <a:ln>
              <a:solidFill>
                <a:srgbClr val="FF0000"/>
              </a:solidFill>
            </a:ln>
          </p:spPr>
          <p:txBody>
            <a:bodyPr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1100" b="0" i="0" u="none" strike="noStrike" kern="1200" cap="none" spc="0" normalizeH="0" baseline="0" noProof="0">
                  <a:ln>
                    <a:noFill/>
                  </a:ln>
                  <a:solidFill>
                    <a:prstClr val="white"/>
                  </a:solidFill>
                  <a:effectLst/>
                  <a:uLnTx/>
                  <a:uFillTx/>
                  <a:latin typeface="Meiryo UI"/>
                  <a:ea typeface="Meiryo UI"/>
                  <a:cs typeface="+mn-cs"/>
                </a:rPr>
                <a:t>現在</a:t>
              </a:r>
            </a:p>
          </p:txBody>
        </p:sp>
        <p:cxnSp>
          <p:nvCxnSpPr>
            <p:cNvPr id="149" name="直線コネクタ 148">
              <a:extLst>
                <a:ext uri="{FF2B5EF4-FFF2-40B4-BE49-F238E27FC236}">
                  <a16:creationId xmlns:a16="http://schemas.microsoft.com/office/drawing/2014/main" id="{589FDB81-4793-40F1-6184-73B95835D1EC}"/>
                </a:ext>
              </a:extLst>
            </p:cNvPr>
            <p:cNvCxnSpPr>
              <a:cxnSpLocks/>
            </p:cNvCxnSpPr>
            <p:nvPr/>
          </p:nvCxnSpPr>
          <p:spPr bwMode="auto">
            <a:xfrm>
              <a:off x="8478532" y="958024"/>
              <a:ext cx="0" cy="5738520"/>
            </a:xfrm>
            <a:prstGeom prst="line">
              <a:avLst/>
            </a:prstGeom>
            <a:solidFill>
              <a:schemeClr val="bg1"/>
            </a:solidFill>
            <a:ln w="28575" cap="flat" cmpd="sng" algn="ctr">
              <a:solidFill>
                <a:srgbClr val="FF0000"/>
              </a:solidFill>
              <a:prstDash val="solid"/>
              <a:round/>
              <a:headEnd type="none" w="med" len="med"/>
              <a:tailEnd type="none" w="med" len="med"/>
            </a:ln>
            <a:effectLst/>
          </p:spPr>
        </p:cxnSp>
      </p:grpSp>
    </p:spTree>
    <p:extLst>
      <p:ext uri="{BB962C8B-B14F-4D97-AF65-F5344CB8AC3E}">
        <p14:creationId xmlns:p14="http://schemas.microsoft.com/office/powerpoint/2010/main" val="36062018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DE63D-260F-5C72-C9B1-A6171228C0B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4047BA2-0426-D99A-0C16-404B02846766}"/>
              </a:ext>
            </a:extLst>
          </p:cNvPr>
          <p:cNvSpPr>
            <a:spLocks noGrp="1"/>
          </p:cNvSpPr>
          <p:nvPr>
            <p:ph type="title"/>
          </p:nvPr>
        </p:nvSpPr>
        <p:spPr/>
        <p:txBody>
          <a:bodyPr vert="horz"/>
          <a:lstStyle/>
          <a:p>
            <a:r>
              <a:rPr lang="en-US" altLang="ja-JP" sz="1800" kern="1200" noProof="1">
                <a:solidFill>
                  <a:srgbClr val="324F71"/>
                </a:solidFill>
              </a:rPr>
              <a:t>2</a:t>
            </a:r>
            <a:r>
              <a:rPr lang="ja-JP" altLang="en-US" sz="1800" kern="1200" noProof="1">
                <a:solidFill>
                  <a:srgbClr val="324F71"/>
                </a:solidFill>
              </a:rPr>
              <a:t>．各種台帳の更新確認</a:t>
            </a:r>
            <a:endParaRPr kumimoji="1" lang="ja-JP" altLang="en-US" sz="1800" noProof="1">
              <a:solidFill>
                <a:srgbClr val="324F71"/>
              </a:solidFill>
            </a:endParaRPr>
          </a:p>
        </p:txBody>
      </p:sp>
      <p:sp>
        <p:nvSpPr>
          <p:cNvPr id="3" name="コンテンツ プレースホルダー 2">
            <a:extLst>
              <a:ext uri="{FF2B5EF4-FFF2-40B4-BE49-F238E27FC236}">
                <a16:creationId xmlns:a16="http://schemas.microsoft.com/office/drawing/2014/main" id="{3D68C042-971A-47A7-E1CB-8C646FA4D5EC}"/>
              </a:ext>
            </a:extLst>
          </p:cNvPr>
          <p:cNvSpPr>
            <a:spLocks noGrp="1"/>
          </p:cNvSpPr>
          <p:nvPr>
            <p:ph idx="1"/>
          </p:nvPr>
        </p:nvSpPr>
        <p:spPr>
          <a:noFill/>
          <a:ln w="12700">
            <a:noFill/>
            <a:miter lim="800000"/>
            <a:headEnd/>
            <a:tailEnd/>
          </a:ln>
        </p:spPr>
        <p:txBody>
          <a:bodyPr vert="horz" wrap="square" lIns="36000" tIns="36000" rIns="36000" bIns="36000" numCol="1" anchor="t" anchorCtr="0" compatLnSpc="1">
            <a:prstTxWarp prst="textNoShape">
              <a:avLst/>
            </a:prstTxWarp>
            <a:noAutofit/>
          </a:bodyPr>
          <a:lstStyle/>
          <a:p>
            <a:pPr marL="342900" indent="-342900">
              <a:buFont typeface="+mj-ea"/>
              <a:buAutoNum type="circleNumDbPlain"/>
            </a:pPr>
            <a:r>
              <a:rPr kumimoji="0" lang="en-US" altLang="ja-JP" sz="1600" noProof="1">
                <a:solidFill>
                  <a:prstClr val="black"/>
                </a:solidFill>
                <a:latin typeface="Meiryo UI"/>
                <a:ea typeface="Meiryo UI"/>
              </a:rPr>
              <a:t>課題・ToDo台帳</a:t>
            </a:r>
            <a:r>
              <a:rPr kumimoji="0" lang="ja-JP" altLang="en-US" sz="1600" noProof="1">
                <a:solidFill>
                  <a:prstClr val="black"/>
                </a:solidFill>
                <a:latin typeface="Meiryo UI"/>
                <a:ea typeface="Meiryo UI"/>
              </a:rPr>
              <a:t>：原本を確認する。​</a:t>
            </a:r>
            <a:endParaRPr kumimoji="0" lang="en-US" altLang="ja-JP" sz="1600" noProof="1">
              <a:solidFill>
                <a:prstClr val="black"/>
              </a:solidFill>
              <a:latin typeface="Meiryo UI"/>
              <a:ea typeface="Meiryo UI"/>
            </a:endParaRPr>
          </a:p>
          <a:p>
            <a:pPr marL="342900" indent="-342900">
              <a:buFont typeface="+mj-ea"/>
              <a:buAutoNum type="circleNumDbPlain"/>
            </a:pPr>
            <a:r>
              <a:rPr kumimoji="0" lang="ja-JP" altLang="en-US" sz="1600" noProof="1">
                <a:solidFill>
                  <a:prstClr val="black"/>
                </a:solidFill>
                <a:latin typeface="Meiryo UI"/>
                <a:ea typeface="Meiryo UI"/>
              </a:rPr>
              <a:t>案件台帳：下表が更新箇所の概況である。</a:t>
            </a:r>
            <a:endParaRPr lang="en-US" altLang="ja-JP" noProof="1">
              <a:solidFill>
                <a:prstClr val="black"/>
              </a:solidFill>
            </a:endParaRPr>
          </a:p>
        </p:txBody>
      </p:sp>
      <p:sp>
        <p:nvSpPr>
          <p:cNvPr id="5" name="コンテンツ プレースホルダー 2">
            <a:extLst>
              <a:ext uri="{FF2B5EF4-FFF2-40B4-BE49-F238E27FC236}">
                <a16:creationId xmlns:a16="http://schemas.microsoft.com/office/drawing/2014/main" id="{D187BF03-B6A7-2DE4-1B6E-AB932AA77D89}"/>
              </a:ext>
            </a:extLst>
          </p:cNvPr>
          <p:cNvSpPr txBox="1">
            <a:spLocks/>
          </p:cNvSpPr>
          <p:nvPr/>
        </p:nvSpPr>
        <p:spPr bwMode="auto">
          <a:xfrm>
            <a:off x="507000" y="1390038"/>
            <a:ext cx="8892000" cy="254831"/>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marL="0" indent="0" algn="l" rtl="0" eaLnBrk="1" fontAlgn="base" hangingPunct="1">
              <a:spcBef>
                <a:spcPts val="0"/>
              </a:spcBef>
              <a:spcAft>
                <a:spcPct val="0"/>
              </a:spcAft>
              <a:defRPr kumimoji="1" sz="1400" noProof="1">
                <a:solidFill>
                  <a:schemeClr val="tx1"/>
                </a:solidFill>
                <a:latin typeface="+mj-ea"/>
                <a:ea typeface="+mj-ea"/>
                <a:cs typeface="+mn-cs"/>
              </a:defRPr>
            </a:lvl1pPr>
            <a:lvl2pPr marL="573775" indent="-214273" algn="l" rtl="0" eaLnBrk="1" fontAlgn="base" hangingPunct="1">
              <a:spcBef>
                <a:spcPct val="20000"/>
              </a:spcBef>
              <a:spcAft>
                <a:spcPct val="0"/>
              </a:spcAft>
              <a:buChar char="–"/>
              <a:defRPr kumimoji="1" sz="2101" noProof="1">
                <a:solidFill>
                  <a:schemeClr val="tx1"/>
                </a:solidFill>
                <a:latin typeface="Meiryo UI" pitchFamily="18" charset="0"/>
                <a:ea typeface="+mn-ea"/>
              </a:defRPr>
            </a:lvl2pPr>
            <a:lvl3pPr marL="888042" indent="-171418" algn="l" rtl="0" eaLnBrk="1" fontAlgn="base" hangingPunct="1">
              <a:spcBef>
                <a:spcPct val="20000"/>
              </a:spcBef>
              <a:spcAft>
                <a:spcPct val="0"/>
              </a:spcAft>
              <a:buChar char="•"/>
              <a:defRPr kumimoji="1" sz="1799" noProof="1">
                <a:solidFill>
                  <a:schemeClr val="tx1"/>
                </a:solidFill>
                <a:latin typeface="Meiryo UI" pitchFamily="18" charset="0"/>
                <a:ea typeface="+mn-ea"/>
              </a:defRPr>
            </a:lvl3pPr>
            <a:lvl4pPr marL="1202308"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4pPr>
            <a:lvl5pPr marL="1542762" indent="-172609" algn="l" rtl="0" eaLnBrk="1" fontAlgn="base" hangingPunct="1">
              <a:spcBef>
                <a:spcPct val="20000"/>
              </a:spcBef>
              <a:spcAft>
                <a:spcPct val="0"/>
              </a:spcAft>
              <a:buChar char="»"/>
              <a:defRPr kumimoji="1" sz="1500" noProof="1">
                <a:solidFill>
                  <a:schemeClr val="tx1"/>
                </a:solidFill>
                <a:latin typeface="Meiryo UI" pitchFamily="18" charset="0"/>
                <a:ea typeface="+mn-ea"/>
              </a:defRPr>
            </a:lvl5pPr>
            <a:lvl6pPr marL="1885600"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6pPr>
            <a:lvl7pPr marL="2228436"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7pPr>
            <a:lvl8pPr marL="2571271"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8pPr>
            <a:lvl9pPr marL="2914107"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9pPr>
          </a:lstStyle>
          <a:p>
            <a:pPr marL="0" marR="0" lvl="0" indent="0" algn="l" defTabSz="914400" rtl="0" eaLnBrk="1" fontAlgn="base" latinLnBrk="0" hangingPunct="1">
              <a:lnSpc>
                <a:spcPct val="100000"/>
              </a:lnSpc>
              <a:spcBef>
                <a:spcPts val="0"/>
              </a:spcBef>
              <a:spcAft>
                <a:spcPct val="0"/>
              </a:spcAft>
              <a:buClrTx/>
              <a:buSzTx/>
              <a:buFontTx/>
              <a:buNone/>
              <a:tabLst/>
              <a:defRPr/>
            </a:pPr>
            <a:r>
              <a:rPr kumimoji="1" lang="ja-JP" altLang="en-US" sz="1400" b="0" i="0" u="none" strike="noStrike" kern="0" cap="none" spc="0" normalizeH="0" baseline="0" noProof="1">
                <a:ln>
                  <a:noFill/>
                </a:ln>
                <a:solidFill>
                  <a:prstClr val="black"/>
                </a:solidFill>
                <a:effectLst/>
                <a:uLnTx/>
                <a:uFillTx/>
                <a:latin typeface="Meiryo UI"/>
                <a:ea typeface="Meiryo UI"/>
                <a:cs typeface="+mn-cs"/>
              </a:rPr>
              <a:t>■</a:t>
            </a:r>
            <a:r>
              <a:rPr kumimoji="1" lang="en-US" altLang="ja-JP" sz="1400" b="0" i="0" u="none" strike="noStrike" kern="0" cap="none" spc="0" normalizeH="0" baseline="0" noProof="1">
                <a:ln>
                  <a:noFill/>
                </a:ln>
                <a:solidFill>
                  <a:prstClr val="black"/>
                </a:solidFill>
                <a:effectLst/>
                <a:uLnTx/>
                <a:uFillTx/>
                <a:latin typeface="Meiryo UI"/>
                <a:ea typeface="Meiryo UI"/>
                <a:cs typeface="+mn-cs"/>
              </a:rPr>
              <a:t>DX</a:t>
            </a:r>
            <a:r>
              <a:rPr kumimoji="1" lang="ja-JP" altLang="en-US" sz="1400" b="0" i="0" u="none" strike="noStrike" kern="0" cap="none" spc="0" normalizeH="0" baseline="0" noProof="1">
                <a:ln>
                  <a:noFill/>
                </a:ln>
                <a:solidFill>
                  <a:prstClr val="black"/>
                </a:solidFill>
                <a:effectLst/>
                <a:uLnTx/>
                <a:uFillTx/>
                <a:latin typeface="Meiryo UI"/>
                <a:ea typeface="Meiryo UI"/>
                <a:cs typeface="+mn-cs"/>
              </a:rPr>
              <a:t>機構側</a:t>
            </a:r>
          </a:p>
        </p:txBody>
      </p:sp>
      <p:graphicFrame>
        <p:nvGraphicFramePr>
          <p:cNvPr id="8" name="表 7">
            <a:extLst>
              <a:ext uri="{FF2B5EF4-FFF2-40B4-BE49-F238E27FC236}">
                <a16:creationId xmlns:a16="http://schemas.microsoft.com/office/drawing/2014/main" id="{DFEF9A2F-E457-9D1A-F727-CDA8C70CB58C}"/>
              </a:ext>
            </a:extLst>
          </p:cNvPr>
          <p:cNvGraphicFramePr>
            <a:graphicFrameLocks noGrp="1"/>
          </p:cNvGraphicFramePr>
          <p:nvPr/>
        </p:nvGraphicFramePr>
        <p:xfrm>
          <a:off x="524335" y="1679208"/>
          <a:ext cx="9039155" cy="642817"/>
        </p:xfrm>
        <a:graphic>
          <a:graphicData uri="http://schemas.openxmlformats.org/drawingml/2006/table">
            <a:tbl>
              <a:tblPr/>
              <a:tblGrid>
                <a:gridCol w="322331">
                  <a:extLst>
                    <a:ext uri="{9D8B030D-6E8A-4147-A177-3AD203B41FA5}">
                      <a16:colId xmlns:a16="http://schemas.microsoft.com/office/drawing/2014/main" val="1500314929"/>
                    </a:ext>
                  </a:extLst>
                </a:gridCol>
                <a:gridCol w="687936">
                  <a:extLst>
                    <a:ext uri="{9D8B030D-6E8A-4147-A177-3AD203B41FA5}">
                      <a16:colId xmlns:a16="http://schemas.microsoft.com/office/drawing/2014/main" val="1654099071"/>
                    </a:ext>
                  </a:extLst>
                </a:gridCol>
                <a:gridCol w="485156">
                  <a:extLst>
                    <a:ext uri="{9D8B030D-6E8A-4147-A177-3AD203B41FA5}">
                      <a16:colId xmlns:a16="http://schemas.microsoft.com/office/drawing/2014/main" val="3484704196"/>
                    </a:ext>
                  </a:extLst>
                </a:gridCol>
                <a:gridCol w="2194426">
                  <a:extLst>
                    <a:ext uri="{9D8B030D-6E8A-4147-A177-3AD203B41FA5}">
                      <a16:colId xmlns:a16="http://schemas.microsoft.com/office/drawing/2014/main" val="3863879091"/>
                    </a:ext>
                  </a:extLst>
                </a:gridCol>
                <a:gridCol w="1073426">
                  <a:extLst>
                    <a:ext uri="{9D8B030D-6E8A-4147-A177-3AD203B41FA5}">
                      <a16:colId xmlns:a16="http://schemas.microsoft.com/office/drawing/2014/main" val="2549729147"/>
                    </a:ext>
                  </a:extLst>
                </a:gridCol>
                <a:gridCol w="2933601">
                  <a:extLst>
                    <a:ext uri="{9D8B030D-6E8A-4147-A177-3AD203B41FA5}">
                      <a16:colId xmlns:a16="http://schemas.microsoft.com/office/drawing/2014/main" val="1374113706"/>
                    </a:ext>
                  </a:extLst>
                </a:gridCol>
                <a:gridCol w="1342279">
                  <a:extLst>
                    <a:ext uri="{9D8B030D-6E8A-4147-A177-3AD203B41FA5}">
                      <a16:colId xmlns:a16="http://schemas.microsoft.com/office/drawing/2014/main" val="2533383427"/>
                    </a:ext>
                  </a:extLst>
                </a:gridCol>
              </a:tblGrid>
              <a:tr h="253719">
                <a:tc>
                  <a:txBody>
                    <a:bodyPr/>
                    <a:lstStyle/>
                    <a:p>
                      <a:pPr marL="0" algn="ctr" defTabSz="685673" rtl="0" eaLnBrk="1" fontAlgn="base" latinLnBrk="0" hangingPunct="1">
                        <a:lnSpc>
                          <a:spcPts val="1200"/>
                        </a:lnSpc>
                      </a:pPr>
                      <a:r>
                        <a:rPr lang="en-US" altLang="ja-JP" sz="1100" b="1" i="0" kern="1200" noProof="1">
                          <a:solidFill>
                            <a:schemeClr val="bg1"/>
                          </a:solidFill>
                          <a:effectLst/>
                          <a:latin typeface="+mj-ea"/>
                          <a:ea typeface="+mj-ea"/>
                          <a:cs typeface="+mn-cs"/>
                        </a:rPr>
                        <a:t>#</a:t>
                      </a:r>
                      <a:endParaRPr kumimoji="1" lang="en-US" sz="1100" b="1" i="0" kern="1200" noProof="1">
                        <a:solidFill>
                          <a:schemeClr val="bg1"/>
                        </a:solidFill>
                        <a:effectLst/>
                        <a:latin typeface="+mj-ea"/>
                        <a:ea typeface="+mj-ea"/>
                        <a:cs typeface="+mn-cs"/>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1"/>
                    </a:solidFill>
                  </a:tcPr>
                </a:tc>
                <a:tc>
                  <a:txBody>
                    <a:bodyPr/>
                    <a:lstStyle/>
                    <a:p>
                      <a:pPr marL="0" algn="ctr" defTabSz="685673" rtl="0" eaLnBrk="1" fontAlgn="base" latinLnBrk="0" hangingPunct="1">
                        <a:lnSpc>
                          <a:spcPts val="1200"/>
                        </a:lnSpc>
                      </a:pPr>
                      <a:r>
                        <a:rPr lang="ja-JP" altLang="en-US" sz="1100" b="1" i="0" kern="1200" noProof="1">
                          <a:solidFill>
                            <a:schemeClr val="bg1"/>
                          </a:solidFill>
                          <a:effectLst/>
                          <a:latin typeface="+mj-ea"/>
                          <a:ea typeface="+mj-ea"/>
                          <a:cs typeface="+mn-cs"/>
                        </a:rPr>
                        <a:t>区分</a:t>
                      </a:r>
                      <a:endParaRPr kumimoji="1" lang="en-US" altLang="ja-JP" sz="1100" b="1" i="0" kern="1200" noProof="1">
                        <a:solidFill>
                          <a:schemeClr val="bg1"/>
                        </a:solidFill>
                        <a:effectLst/>
                        <a:latin typeface="+mj-ea"/>
                        <a:ea typeface="+mj-ea"/>
                        <a:cs typeface="+mn-cs"/>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1"/>
                    </a:solidFill>
                  </a:tcPr>
                </a:tc>
                <a:tc>
                  <a:txBody>
                    <a:bodyPr/>
                    <a:lstStyle/>
                    <a:p>
                      <a:pPr marL="0" algn="ctr" defTabSz="685673" rtl="0" eaLnBrk="1" fontAlgn="base" latinLnBrk="0" hangingPunct="1">
                        <a:lnSpc>
                          <a:spcPts val="1200"/>
                        </a:lnSpc>
                      </a:pPr>
                      <a:r>
                        <a:rPr lang="en-US" altLang="ja-JP" sz="1100" b="1" i="0" kern="1200" noProof="1">
                          <a:solidFill>
                            <a:schemeClr val="bg1"/>
                          </a:solidFill>
                          <a:effectLst/>
                          <a:latin typeface="+mj-ea"/>
                          <a:ea typeface="+mj-ea"/>
                          <a:cs typeface="+mn-cs"/>
                        </a:rPr>
                        <a:t>ID</a:t>
                      </a:r>
                      <a:r>
                        <a:rPr lang="en-US" sz="1100" b="1" i="0" kern="1200" noProof="1">
                          <a:solidFill>
                            <a:schemeClr val="bg1"/>
                          </a:solidFill>
                          <a:effectLst/>
                          <a:latin typeface="+mj-ea"/>
                          <a:ea typeface="+mj-ea"/>
                          <a:cs typeface="+mn-cs"/>
                        </a:rPr>
                        <a:t>​</a:t>
                      </a:r>
                      <a:endParaRPr kumimoji="1" lang="en-US"/>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1"/>
                    </a:solidFill>
                  </a:tcPr>
                </a:tc>
                <a:tc>
                  <a:txBody>
                    <a:bodyPr/>
                    <a:lstStyle/>
                    <a:p>
                      <a:pPr marL="0" algn="ctr" defTabSz="685673" rtl="0" eaLnBrk="1" fontAlgn="base" latinLnBrk="0" hangingPunct="1">
                        <a:lnSpc>
                          <a:spcPts val="1200"/>
                        </a:lnSpc>
                      </a:pPr>
                      <a:r>
                        <a:rPr lang="ja-JP" altLang="en-US" sz="1100" b="1" i="0" kern="1200" noProof="1">
                          <a:solidFill>
                            <a:schemeClr val="bg1"/>
                          </a:solidFill>
                          <a:effectLst/>
                          <a:latin typeface="+mj-ea"/>
                          <a:ea typeface="+mj-ea"/>
                          <a:cs typeface="+mn-cs"/>
                        </a:rPr>
                        <a:t>案件名</a:t>
                      </a:r>
                      <a:endParaRPr kumimoji="1" lang="en-US" altLang="ja-JP"/>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1"/>
                    </a:solidFill>
                  </a:tcPr>
                </a:tc>
                <a:tc>
                  <a:txBody>
                    <a:bodyPr/>
                    <a:lstStyle/>
                    <a:p>
                      <a:pPr marL="0" algn="ctr" rtl="0" eaLnBrk="1" fontAlgn="base" latinLnBrk="0" hangingPunct="1">
                        <a:lnSpc>
                          <a:spcPts val="1200"/>
                        </a:lnSpc>
                      </a:pPr>
                      <a:r>
                        <a:rPr lang="ja-JP" altLang="en-US" sz="1100" b="1" i="0" kern="1200" noProof="1">
                          <a:solidFill>
                            <a:schemeClr val="bg1"/>
                          </a:solidFill>
                          <a:effectLst/>
                          <a:latin typeface="+mj-ea"/>
                          <a:ea typeface="+mj-ea"/>
                          <a:cs typeface="+mn-cs"/>
                        </a:rPr>
                        <a:t>リリース</a:t>
                      </a:r>
                      <a:br>
                        <a:rPr lang="en-US" altLang="ja-JP" sz="1100" b="1" i="0" kern="1200" noProof="1">
                          <a:solidFill>
                            <a:srgbClr val="FFFFFF"/>
                          </a:solidFill>
                          <a:effectLst/>
                          <a:latin typeface="+mj-ea"/>
                          <a:ea typeface="+mj-ea"/>
                          <a:cs typeface="+mn-cs"/>
                        </a:rPr>
                      </a:br>
                      <a:r>
                        <a:rPr lang="ja-JP" altLang="en-US" sz="1100" b="1" i="0" kern="1200" noProof="1">
                          <a:solidFill>
                            <a:schemeClr val="bg1"/>
                          </a:solidFill>
                          <a:effectLst/>
                          <a:latin typeface="+mj-ea"/>
                          <a:ea typeface="+mj-ea"/>
                          <a:cs typeface="+mn-cs"/>
                        </a:rPr>
                        <a:t>希望時期</a:t>
                      </a:r>
                      <a:endParaRPr kumimoji="1" lang="en-US" altLang="ja-JP"/>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1"/>
                    </a:solidFill>
                  </a:tcPr>
                </a:tc>
                <a:tc>
                  <a:txBody>
                    <a:bodyPr/>
                    <a:lstStyle/>
                    <a:p>
                      <a:pPr marL="0" algn="ctr" defTabSz="685673" rtl="0" eaLnBrk="1" fontAlgn="base" latinLnBrk="0" hangingPunct="1">
                        <a:lnSpc>
                          <a:spcPts val="1200"/>
                        </a:lnSpc>
                      </a:pPr>
                      <a:r>
                        <a:rPr lang="ja-JP" altLang="en-US" sz="1100" b="1" i="0" kern="1200" noProof="1">
                          <a:solidFill>
                            <a:schemeClr val="bg1"/>
                          </a:solidFill>
                          <a:effectLst/>
                          <a:latin typeface="+mj-ea"/>
                          <a:ea typeface="+mj-ea"/>
                          <a:cs typeface="+mn-cs"/>
                        </a:rPr>
                        <a:t>内容</a:t>
                      </a:r>
                      <a:endParaRPr kumimoji="1" lang="en-US" altLang="ja-JP"/>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1"/>
                    </a:solidFill>
                  </a:tcPr>
                </a:tc>
                <a:tc>
                  <a:txBody>
                    <a:bodyPr/>
                    <a:lstStyle/>
                    <a:p>
                      <a:pPr marL="0" algn="ctr" defTabSz="685673" rtl="0" eaLnBrk="1" fontAlgn="base" latinLnBrk="0" hangingPunct="1">
                        <a:lnSpc>
                          <a:spcPts val="1200"/>
                        </a:lnSpc>
                      </a:pPr>
                      <a:r>
                        <a:rPr lang="ja-JP" altLang="en-US" sz="1100" b="1" i="0" kern="1200" noProof="1">
                          <a:solidFill>
                            <a:schemeClr val="bg1"/>
                          </a:solidFill>
                          <a:effectLst/>
                          <a:latin typeface="+mj-ea"/>
                          <a:ea typeface="+mj-ea"/>
                          <a:cs typeface="+mn-cs"/>
                        </a:rPr>
                        <a:t>備考</a:t>
                      </a:r>
                      <a:endParaRPr kumimoji="1" lang="en-US" altLang="ja-JP"/>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746781126"/>
                  </a:ext>
                </a:extLst>
              </a:tr>
              <a:tr h="253719">
                <a:tc>
                  <a:txBody>
                    <a:bodyPr/>
                    <a:lstStyle/>
                    <a:p>
                      <a:pPr marL="0" marR="0" lvl="0" indent="0" algn="ctr" defTabSz="843930" rtl="0" eaLnBrk="1" fontAlgn="auto" latinLnBrk="0" hangingPunct="1">
                        <a:lnSpc>
                          <a:spcPts val="1200"/>
                        </a:lnSpc>
                        <a:spcBef>
                          <a:spcPts val="0"/>
                        </a:spcBef>
                        <a:spcAft>
                          <a:spcPts val="0"/>
                        </a:spcAft>
                        <a:buClrTx/>
                        <a:buSzTx/>
                        <a:buFontTx/>
                        <a:buNone/>
                        <a:tabLst/>
                        <a:defRPr noProof="1"/>
                      </a:pPr>
                      <a:r>
                        <a:rPr kumimoji="1" lang="ja-JP" altLang="en-US" sz="1100" b="0" i="0" u="none" strike="noStrike" kern="1200" cap="none" spc="0" normalizeH="0" baseline="0" noProof="0">
                          <a:ln>
                            <a:noFill/>
                          </a:ln>
                          <a:solidFill>
                            <a:srgbClr val="000000"/>
                          </a:solidFill>
                          <a:effectLst/>
                          <a:uLnTx/>
                          <a:uFillTx/>
                          <a:latin typeface="Meiryo UI"/>
                          <a:ea typeface="Meiryo UI"/>
                          <a:cs typeface="+mn-cs"/>
                        </a:rPr>
                        <a:t>－</a:t>
                      </a:r>
                      <a:endParaRPr kumimoji="1" lang="en-US" altLang="ja-JP" sz="1100" b="0" i="0" u="none" strike="noStrike" kern="1200" cap="none" spc="0" normalizeH="0" baseline="0" noProof="0">
                        <a:ln>
                          <a:noFill/>
                        </a:ln>
                        <a:solidFill>
                          <a:srgbClr val="000000"/>
                        </a:solidFill>
                        <a:effectLst/>
                        <a:uLnTx/>
                        <a:uFillTx/>
                        <a:latin typeface="Meiryo UI"/>
                        <a:ea typeface="Meiryo UI"/>
                        <a:cs typeface="+mn-cs"/>
                      </a:endParaRPr>
                    </a:p>
                  </a:txBody>
                  <a:tcPr marL="36000" marR="36000" marT="36000" marB="36000"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ctr" defTabSz="843930" rtl="0" eaLnBrk="1" fontAlgn="auto" latinLnBrk="0" hangingPunct="1">
                        <a:lnSpc>
                          <a:spcPts val="1200"/>
                        </a:lnSpc>
                        <a:spcBef>
                          <a:spcPts val="0"/>
                        </a:spcBef>
                        <a:spcAft>
                          <a:spcPts val="0"/>
                        </a:spcAft>
                        <a:buClrTx/>
                        <a:buSzTx/>
                        <a:buFontTx/>
                        <a:buNone/>
                        <a:tabLst/>
                        <a:defRPr noProof="1"/>
                      </a:pPr>
                      <a:r>
                        <a:rPr kumimoji="1" lang="ja-JP" altLang="en-US" sz="1100" b="0" i="0" u="none" strike="noStrike" kern="1200" cap="none" spc="0" normalizeH="0" baseline="0" noProof="0">
                          <a:ln>
                            <a:noFill/>
                          </a:ln>
                          <a:solidFill>
                            <a:srgbClr val="000000"/>
                          </a:solidFill>
                          <a:effectLst/>
                          <a:uLnTx/>
                          <a:uFillTx/>
                          <a:latin typeface="Meiryo UI"/>
                          <a:ea typeface="Meiryo UI"/>
                          <a:cs typeface="+mn-cs"/>
                        </a:rPr>
                        <a:t>－</a:t>
                      </a:r>
                      <a:endParaRPr kumimoji="1" lang="en-US" altLang="ja-JP" sz="1100" b="0" i="0" u="none" strike="noStrike" kern="1200" cap="none" spc="0" normalizeH="0" baseline="0" noProof="0">
                        <a:ln>
                          <a:noFill/>
                        </a:ln>
                        <a:solidFill>
                          <a:srgbClr val="000000"/>
                        </a:solidFill>
                        <a:effectLst/>
                        <a:uLnTx/>
                        <a:uFillTx/>
                        <a:latin typeface="Meiryo UI"/>
                        <a:ea typeface="Meiryo UI"/>
                        <a:cs typeface="+mn-cs"/>
                      </a:endParaRPr>
                    </a:p>
                  </a:txBody>
                  <a:tcPr marL="36000" marR="36000" marT="36000" marB="36000"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ctr" defTabSz="843930" rtl="0" eaLnBrk="1" fontAlgn="auto" latinLnBrk="0" hangingPunct="1">
                        <a:lnSpc>
                          <a:spcPts val="1200"/>
                        </a:lnSpc>
                        <a:spcBef>
                          <a:spcPts val="0"/>
                        </a:spcBef>
                        <a:spcAft>
                          <a:spcPts val="0"/>
                        </a:spcAft>
                        <a:buClrTx/>
                        <a:buSzTx/>
                        <a:buFontTx/>
                        <a:buNone/>
                        <a:tabLst/>
                        <a:defRPr noProof="1"/>
                      </a:pPr>
                      <a:r>
                        <a:rPr kumimoji="1" lang="ja-JP" altLang="en-US" sz="1100" b="0" i="0" u="none" strike="noStrike" kern="1200" cap="none" spc="0" normalizeH="0" baseline="0" noProof="0">
                          <a:ln>
                            <a:noFill/>
                          </a:ln>
                          <a:solidFill>
                            <a:srgbClr val="000000"/>
                          </a:solidFill>
                          <a:effectLst/>
                          <a:uLnTx/>
                          <a:uFillTx/>
                          <a:latin typeface="Meiryo UI"/>
                          <a:ea typeface="Meiryo UI"/>
                          <a:cs typeface="+mn-cs"/>
                        </a:rPr>
                        <a:t>－</a:t>
                      </a:r>
                      <a:endParaRPr kumimoji="1" lang="en-US" altLang="ja-JP" sz="1100" b="0" i="0" u="none" strike="noStrike" kern="1200" cap="none" spc="0" normalizeH="0" baseline="0" noProof="0">
                        <a:ln>
                          <a:noFill/>
                        </a:ln>
                        <a:solidFill>
                          <a:srgbClr val="000000"/>
                        </a:solidFill>
                        <a:effectLst/>
                        <a:uLnTx/>
                        <a:uFillTx/>
                        <a:latin typeface="Meiryo UI"/>
                        <a:ea typeface="Meiryo UI"/>
                        <a:cs typeface="+mn-cs"/>
                      </a:endParaRPr>
                    </a:p>
                  </a:txBody>
                  <a:tcPr marL="36000" marR="36000" marT="36000" marB="36000"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ctr" defTabSz="843930" rtl="0" eaLnBrk="1" fontAlgn="auto" latinLnBrk="0" hangingPunct="1">
                        <a:lnSpc>
                          <a:spcPts val="1200"/>
                        </a:lnSpc>
                        <a:spcBef>
                          <a:spcPts val="0"/>
                        </a:spcBef>
                        <a:spcAft>
                          <a:spcPts val="0"/>
                        </a:spcAft>
                        <a:buClrTx/>
                        <a:buSzTx/>
                        <a:buFontTx/>
                        <a:buNone/>
                        <a:tabLst/>
                        <a:defRPr noProof="1"/>
                      </a:pPr>
                      <a:r>
                        <a:rPr kumimoji="1" lang="ja-JP" altLang="en-US" sz="1100" b="0" i="0" u="none" strike="noStrike" kern="1200" cap="none" spc="0" normalizeH="0" baseline="0" noProof="0">
                          <a:ln>
                            <a:noFill/>
                          </a:ln>
                          <a:solidFill>
                            <a:srgbClr val="000000"/>
                          </a:solidFill>
                          <a:effectLst/>
                          <a:uLnTx/>
                          <a:uFillTx/>
                          <a:latin typeface="Meiryo UI"/>
                          <a:ea typeface="Meiryo UI"/>
                          <a:cs typeface="+mn-cs"/>
                        </a:rPr>
                        <a:t>－</a:t>
                      </a:r>
                      <a:endParaRPr kumimoji="1" lang="en-US" altLang="ja-JP" sz="1100" b="0" i="0" u="none" strike="noStrike" kern="1200" cap="none" spc="0" normalizeH="0" baseline="0" noProof="0">
                        <a:ln>
                          <a:noFill/>
                        </a:ln>
                        <a:solidFill>
                          <a:srgbClr val="000000"/>
                        </a:solidFill>
                        <a:effectLst/>
                        <a:uLnTx/>
                        <a:uFillTx/>
                        <a:latin typeface="Meiryo UI"/>
                        <a:ea typeface="Meiryo UI"/>
                        <a:cs typeface="+mn-cs"/>
                      </a:endParaRPr>
                    </a:p>
                  </a:txBody>
                  <a:tcPr marL="0" marR="0" marT="0" marB="0"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ctr" defTabSz="843930" rtl="0" eaLnBrk="1" fontAlgn="auto" latinLnBrk="0" hangingPunct="1">
                        <a:lnSpc>
                          <a:spcPts val="1200"/>
                        </a:lnSpc>
                        <a:spcBef>
                          <a:spcPts val="0"/>
                        </a:spcBef>
                        <a:spcAft>
                          <a:spcPts val="0"/>
                        </a:spcAft>
                        <a:buClrTx/>
                        <a:buSzTx/>
                        <a:buFontTx/>
                        <a:buNone/>
                        <a:tabLst/>
                        <a:defRPr noProof="1"/>
                      </a:pPr>
                      <a:r>
                        <a:rPr kumimoji="1" lang="ja-JP" altLang="en-US" sz="1100" b="0" i="0" u="none" strike="noStrike" kern="1200" cap="none" spc="0" normalizeH="0" baseline="0" noProof="0">
                          <a:ln>
                            <a:noFill/>
                          </a:ln>
                          <a:solidFill>
                            <a:srgbClr val="000000"/>
                          </a:solidFill>
                          <a:effectLst/>
                          <a:uLnTx/>
                          <a:uFillTx/>
                          <a:latin typeface="Meiryo UI"/>
                          <a:ea typeface="Meiryo UI"/>
                          <a:cs typeface="+mn-cs"/>
                        </a:rPr>
                        <a:t>－</a:t>
                      </a:r>
                      <a:endParaRPr kumimoji="1" lang="en-US" altLang="ja-JP" sz="1100" b="0" i="0" u="none" strike="noStrike" kern="1200" cap="none" spc="0" normalizeH="0" baseline="0" noProof="0">
                        <a:ln>
                          <a:noFill/>
                        </a:ln>
                        <a:solidFill>
                          <a:srgbClr val="000000"/>
                        </a:solidFill>
                        <a:effectLst/>
                        <a:uLnTx/>
                        <a:uFillTx/>
                        <a:latin typeface="Meiryo UI"/>
                        <a:ea typeface="Meiryo UI"/>
                        <a:cs typeface="+mn-cs"/>
                      </a:endParaRPr>
                    </a:p>
                  </a:txBody>
                  <a:tcPr marL="0" marR="0" marT="0" marB="0"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ctr" defTabSz="843930" rtl="0" eaLnBrk="1" fontAlgn="auto" latinLnBrk="0" hangingPunct="1">
                        <a:lnSpc>
                          <a:spcPts val="1200"/>
                        </a:lnSpc>
                        <a:spcBef>
                          <a:spcPts val="0"/>
                        </a:spcBef>
                        <a:spcAft>
                          <a:spcPts val="0"/>
                        </a:spcAft>
                        <a:buClrTx/>
                        <a:buSzTx/>
                        <a:buFontTx/>
                        <a:buNone/>
                        <a:tabLst/>
                        <a:defRPr noProof="1"/>
                      </a:pPr>
                      <a:r>
                        <a:rPr kumimoji="1" lang="ja-JP" altLang="en-US" sz="1100" b="0" i="0" u="none" strike="noStrike" kern="1200" cap="none" spc="0" normalizeH="0" baseline="0" noProof="0">
                          <a:ln>
                            <a:noFill/>
                          </a:ln>
                          <a:solidFill>
                            <a:srgbClr val="000000"/>
                          </a:solidFill>
                          <a:effectLst/>
                          <a:uLnTx/>
                          <a:uFillTx/>
                          <a:latin typeface="Meiryo UI"/>
                          <a:ea typeface="Meiryo UI"/>
                          <a:cs typeface="+mn-cs"/>
                        </a:rPr>
                        <a:t>－</a:t>
                      </a:r>
                      <a:endParaRPr kumimoji="1" lang="en-US" altLang="ja-JP" sz="1100" b="0" i="0" u="none" strike="noStrike" kern="1200" cap="none" spc="0" normalizeH="0" baseline="0" noProof="0">
                        <a:ln>
                          <a:noFill/>
                        </a:ln>
                        <a:solidFill>
                          <a:srgbClr val="000000"/>
                        </a:solidFill>
                        <a:effectLst/>
                        <a:uLnTx/>
                        <a:uFillTx/>
                        <a:latin typeface="Meiryo UI"/>
                        <a:ea typeface="Meiryo UI"/>
                        <a:cs typeface="+mn-cs"/>
                      </a:endParaRPr>
                    </a:p>
                  </a:txBody>
                  <a:tcPr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ctr" defTabSz="843930" rtl="0" eaLnBrk="1" fontAlgn="auto" latinLnBrk="0" hangingPunct="1">
                        <a:lnSpc>
                          <a:spcPts val="1200"/>
                        </a:lnSpc>
                        <a:spcBef>
                          <a:spcPts val="0"/>
                        </a:spcBef>
                        <a:spcAft>
                          <a:spcPts val="0"/>
                        </a:spcAft>
                        <a:buClrTx/>
                        <a:buSzTx/>
                        <a:buFontTx/>
                        <a:buNone/>
                        <a:tabLst/>
                        <a:defRPr noProof="1"/>
                      </a:pPr>
                      <a:r>
                        <a:rPr kumimoji="1" lang="ja-JP" altLang="en-US" sz="1100" b="0" i="0" u="none" strike="noStrike" kern="1200" cap="none" spc="0" normalizeH="0" baseline="0" noProof="0">
                          <a:ln>
                            <a:noFill/>
                          </a:ln>
                          <a:solidFill>
                            <a:srgbClr val="000000"/>
                          </a:solidFill>
                          <a:effectLst/>
                          <a:uLnTx/>
                          <a:uFillTx/>
                          <a:latin typeface="Meiryo UI"/>
                          <a:ea typeface="Meiryo UI"/>
                          <a:cs typeface="+mn-cs"/>
                        </a:rPr>
                        <a:t>－</a:t>
                      </a:r>
                      <a:endParaRPr kumimoji="1" lang="en-US" altLang="ja-JP" sz="1100" b="0" i="0" u="none" strike="noStrike" kern="1200" cap="none" spc="0" normalizeH="0" baseline="0" noProof="0">
                        <a:ln>
                          <a:noFill/>
                        </a:ln>
                        <a:solidFill>
                          <a:srgbClr val="000000"/>
                        </a:solidFill>
                        <a:effectLst/>
                        <a:uLnTx/>
                        <a:uFillTx/>
                        <a:latin typeface="Meiryo UI"/>
                        <a:ea typeface="Meiryo UI"/>
                        <a:cs typeface="+mn-cs"/>
                      </a:endParaRPr>
                    </a:p>
                  </a:txBody>
                  <a:tcPr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27743640"/>
                  </a:ext>
                </a:extLst>
              </a:tr>
            </a:tbl>
          </a:graphicData>
        </a:graphic>
      </p:graphicFrame>
      <p:sp>
        <p:nvSpPr>
          <p:cNvPr id="7" name="コンテンツ プレースホルダー 2">
            <a:extLst>
              <a:ext uri="{FF2B5EF4-FFF2-40B4-BE49-F238E27FC236}">
                <a16:creationId xmlns:a16="http://schemas.microsoft.com/office/drawing/2014/main" id="{C434AAF6-6A99-1EA0-4041-F8CA5D03BC59}"/>
              </a:ext>
            </a:extLst>
          </p:cNvPr>
          <p:cNvSpPr txBox="1">
            <a:spLocks/>
          </p:cNvSpPr>
          <p:nvPr/>
        </p:nvSpPr>
        <p:spPr bwMode="auto">
          <a:xfrm>
            <a:off x="482231" y="2727745"/>
            <a:ext cx="8892000" cy="254831"/>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defPPr>
              <a:defRPr lang="ja-JP"/>
            </a:defPPr>
            <a:lvl1pPr marL="0" indent="0" algn="l" defTabSz="914400" rtl="0" eaLnBrk="1" fontAlgn="base" latinLnBrk="0" hangingPunct="1">
              <a:spcBef>
                <a:spcPts val="0"/>
              </a:spcBef>
              <a:spcAft>
                <a:spcPct val="0"/>
              </a:spcAft>
              <a:defRPr kumimoji="1" sz="1400" kern="1200">
                <a:solidFill>
                  <a:sysClr val="windowText" lastClr="000000"/>
                </a:solidFill>
                <a:latin typeface="Meiryo UI"/>
                <a:ea typeface="Meiryo UI"/>
              </a:defRPr>
            </a:lvl1pPr>
            <a:lvl2pPr marL="573775" indent="-214273" algn="l" defTabSz="914400" rtl="0" eaLnBrk="1" fontAlgn="base" latinLnBrk="0" hangingPunct="1">
              <a:spcBef>
                <a:spcPct val="20000"/>
              </a:spcBef>
              <a:spcAft>
                <a:spcPct val="0"/>
              </a:spcAft>
              <a:buChar char="–"/>
              <a:defRPr kumimoji="1" sz="2101" kern="1200">
                <a:solidFill>
                  <a:sysClr val="windowText" lastClr="000000"/>
                </a:solidFill>
                <a:latin typeface="Times New Roman" pitchFamily="18" charset="0"/>
                <a:ea typeface="Meiryo UI"/>
              </a:defRPr>
            </a:lvl2pPr>
            <a:lvl3pPr marL="888042" indent="-171418" algn="l" defTabSz="914400" rtl="0" eaLnBrk="1" fontAlgn="base" latinLnBrk="0" hangingPunct="1">
              <a:spcBef>
                <a:spcPct val="20000"/>
              </a:spcBef>
              <a:spcAft>
                <a:spcPct val="0"/>
              </a:spcAft>
              <a:buChar char="•"/>
              <a:defRPr kumimoji="1" sz="1799" kern="1200">
                <a:solidFill>
                  <a:sysClr val="windowText" lastClr="000000"/>
                </a:solidFill>
                <a:latin typeface="Times New Roman" pitchFamily="18" charset="0"/>
                <a:ea typeface="Meiryo UI"/>
              </a:defRPr>
            </a:lvl3pPr>
            <a:lvl4pPr marL="1202308" indent="-171418" algn="l" defTabSz="914400" rtl="0" eaLnBrk="1" fontAlgn="base" latinLnBrk="0" hangingPunct="1">
              <a:spcBef>
                <a:spcPct val="20000"/>
              </a:spcBef>
              <a:spcAft>
                <a:spcPct val="0"/>
              </a:spcAft>
              <a:buChar char="–"/>
              <a:defRPr kumimoji="1" sz="1500" kern="1200">
                <a:solidFill>
                  <a:sysClr val="windowText" lastClr="000000"/>
                </a:solidFill>
                <a:latin typeface="Times New Roman" pitchFamily="18" charset="0"/>
                <a:ea typeface="Meiryo UI"/>
              </a:defRPr>
            </a:lvl4pPr>
            <a:lvl5pPr marL="1542762" indent="-172609" algn="l" defTabSz="914400" rtl="0" eaLnBrk="1" fontAlgn="base" latinLnBrk="0" hangingPunct="1">
              <a:spcBef>
                <a:spcPct val="20000"/>
              </a:spcBef>
              <a:spcAft>
                <a:spcPct val="0"/>
              </a:spcAft>
              <a:buChar char="»"/>
              <a:defRPr kumimoji="1" sz="1500" kern="1200">
                <a:solidFill>
                  <a:sysClr val="windowText" lastClr="000000"/>
                </a:solidFill>
                <a:latin typeface="Times New Roman" pitchFamily="18" charset="0"/>
                <a:ea typeface="Meiryo UI"/>
              </a:defRPr>
            </a:lvl5pPr>
            <a:lvl6pPr marL="1885600" indent="-171418" algn="l" defTabSz="914400" rtl="0" eaLnBrk="1" fontAlgn="base" latinLnBrk="0" hangingPunct="1">
              <a:spcBef>
                <a:spcPct val="20000"/>
              </a:spcBef>
              <a:spcAft>
                <a:spcPct val="0"/>
              </a:spcAft>
              <a:buChar char="»"/>
              <a:defRPr kumimoji="1" sz="1500" kern="1200">
                <a:solidFill>
                  <a:sysClr val="windowText" lastClr="000000"/>
                </a:solidFill>
                <a:latin typeface="Times New Roman" pitchFamily="18" charset="0"/>
                <a:ea typeface="Meiryo UI"/>
              </a:defRPr>
            </a:lvl6pPr>
            <a:lvl7pPr marL="2228436" indent="-171418" algn="l" defTabSz="914400" rtl="0" eaLnBrk="1" fontAlgn="base" latinLnBrk="0" hangingPunct="1">
              <a:spcBef>
                <a:spcPct val="20000"/>
              </a:spcBef>
              <a:spcAft>
                <a:spcPct val="0"/>
              </a:spcAft>
              <a:buChar char="»"/>
              <a:defRPr kumimoji="1" sz="1500" kern="1200">
                <a:solidFill>
                  <a:sysClr val="windowText" lastClr="000000"/>
                </a:solidFill>
                <a:latin typeface="Times New Roman" pitchFamily="18" charset="0"/>
                <a:ea typeface="Meiryo UI"/>
              </a:defRPr>
            </a:lvl7pPr>
            <a:lvl8pPr marL="2571271" indent="-171418" algn="l" defTabSz="914400" rtl="0" eaLnBrk="1" fontAlgn="base" latinLnBrk="0" hangingPunct="1">
              <a:spcBef>
                <a:spcPct val="20000"/>
              </a:spcBef>
              <a:spcAft>
                <a:spcPct val="0"/>
              </a:spcAft>
              <a:buChar char="»"/>
              <a:defRPr kumimoji="1" sz="1500" kern="1200">
                <a:solidFill>
                  <a:sysClr val="windowText" lastClr="000000"/>
                </a:solidFill>
                <a:latin typeface="Times New Roman" pitchFamily="18" charset="0"/>
                <a:ea typeface="Meiryo UI"/>
              </a:defRPr>
            </a:lvl8pPr>
            <a:lvl9pPr marL="2914107" indent="-171418" algn="l" defTabSz="914400" rtl="0" eaLnBrk="1" fontAlgn="base" latinLnBrk="0" hangingPunct="1">
              <a:spcBef>
                <a:spcPct val="20000"/>
              </a:spcBef>
              <a:spcAft>
                <a:spcPct val="0"/>
              </a:spcAft>
              <a:buChar char="»"/>
              <a:defRPr kumimoji="1" sz="1500" kern="1200">
                <a:solidFill>
                  <a:sysClr val="windowText" lastClr="000000"/>
                </a:solidFill>
                <a:latin typeface="Times New Roman" pitchFamily="18" charset="0"/>
                <a:ea typeface="Meiryo UI"/>
              </a:defRPr>
            </a:lvl9pPr>
          </a:lstStyle>
          <a:p>
            <a:pPr marL="0" marR="0" lvl="0" indent="0" algn="l" defTabSz="914400" rtl="0" eaLnBrk="1" fontAlgn="base" latinLnBrk="0" hangingPunct="1">
              <a:lnSpc>
                <a:spcPct val="100000"/>
              </a:lnSpc>
              <a:spcBef>
                <a:spcPts val="0"/>
              </a:spcBef>
              <a:spcAft>
                <a:spcPct val="0"/>
              </a:spcAft>
              <a:buClrTx/>
              <a:buSzTx/>
              <a:buFontTx/>
              <a:buNone/>
              <a:tabLst/>
              <a:defRPr/>
            </a:pPr>
            <a:r>
              <a:rPr kumimoji="1" lang="ja-JP" altLang="en-US" sz="1400" b="0" i="0" u="none" strike="noStrike" kern="0" cap="none" spc="0" normalizeH="0" baseline="0" noProof="0">
                <a:ln>
                  <a:noFill/>
                </a:ln>
                <a:solidFill>
                  <a:prstClr val="black"/>
                </a:solidFill>
                <a:effectLst/>
                <a:uLnTx/>
                <a:uFillTx/>
                <a:latin typeface="Meiryo UI"/>
                <a:ea typeface="Meiryo UI"/>
                <a:cs typeface="+mn-cs"/>
              </a:rPr>
              <a:t>■厚労省側</a:t>
            </a:r>
          </a:p>
        </p:txBody>
      </p:sp>
      <p:graphicFrame>
        <p:nvGraphicFramePr>
          <p:cNvPr id="6" name="表 5">
            <a:extLst>
              <a:ext uri="{FF2B5EF4-FFF2-40B4-BE49-F238E27FC236}">
                <a16:creationId xmlns:a16="http://schemas.microsoft.com/office/drawing/2014/main" id="{1583B63E-5CC8-5526-FA56-43CBD277CD65}"/>
              </a:ext>
            </a:extLst>
          </p:cNvPr>
          <p:cNvGraphicFramePr>
            <a:graphicFrameLocks noGrp="1"/>
          </p:cNvGraphicFramePr>
          <p:nvPr/>
        </p:nvGraphicFramePr>
        <p:xfrm>
          <a:off x="520620" y="3018297"/>
          <a:ext cx="9039155" cy="3498058"/>
        </p:xfrm>
        <a:graphic>
          <a:graphicData uri="http://schemas.openxmlformats.org/drawingml/2006/table">
            <a:tbl>
              <a:tblPr/>
              <a:tblGrid>
                <a:gridCol w="322331">
                  <a:extLst>
                    <a:ext uri="{9D8B030D-6E8A-4147-A177-3AD203B41FA5}">
                      <a16:colId xmlns:a16="http://schemas.microsoft.com/office/drawing/2014/main" val="1500314929"/>
                    </a:ext>
                  </a:extLst>
                </a:gridCol>
                <a:gridCol w="687936">
                  <a:extLst>
                    <a:ext uri="{9D8B030D-6E8A-4147-A177-3AD203B41FA5}">
                      <a16:colId xmlns:a16="http://schemas.microsoft.com/office/drawing/2014/main" val="1654099071"/>
                    </a:ext>
                  </a:extLst>
                </a:gridCol>
                <a:gridCol w="485156">
                  <a:extLst>
                    <a:ext uri="{9D8B030D-6E8A-4147-A177-3AD203B41FA5}">
                      <a16:colId xmlns:a16="http://schemas.microsoft.com/office/drawing/2014/main" val="3484704196"/>
                    </a:ext>
                  </a:extLst>
                </a:gridCol>
                <a:gridCol w="2194426">
                  <a:extLst>
                    <a:ext uri="{9D8B030D-6E8A-4147-A177-3AD203B41FA5}">
                      <a16:colId xmlns:a16="http://schemas.microsoft.com/office/drawing/2014/main" val="3863879091"/>
                    </a:ext>
                  </a:extLst>
                </a:gridCol>
                <a:gridCol w="1073426">
                  <a:extLst>
                    <a:ext uri="{9D8B030D-6E8A-4147-A177-3AD203B41FA5}">
                      <a16:colId xmlns:a16="http://schemas.microsoft.com/office/drawing/2014/main" val="2549729147"/>
                    </a:ext>
                  </a:extLst>
                </a:gridCol>
                <a:gridCol w="3142258">
                  <a:extLst>
                    <a:ext uri="{9D8B030D-6E8A-4147-A177-3AD203B41FA5}">
                      <a16:colId xmlns:a16="http://schemas.microsoft.com/office/drawing/2014/main" val="1374113706"/>
                    </a:ext>
                  </a:extLst>
                </a:gridCol>
                <a:gridCol w="1133622">
                  <a:extLst>
                    <a:ext uri="{9D8B030D-6E8A-4147-A177-3AD203B41FA5}">
                      <a16:colId xmlns:a16="http://schemas.microsoft.com/office/drawing/2014/main" val="2533383427"/>
                    </a:ext>
                  </a:extLst>
                </a:gridCol>
              </a:tblGrid>
              <a:tr h="209044">
                <a:tc>
                  <a:txBody>
                    <a:bodyPr/>
                    <a:lstStyle/>
                    <a:p>
                      <a:pPr marL="0" algn="ctr" defTabSz="685673" rtl="0" eaLnBrk="1" fontAlgn="base" latinLnBrk="0" hangingPunct="1">
                        <a:lnSpc>
                          <a:spcPts val="1200"/>
                        </a:lnSpc>
                      </a:pPr>
                      <a:r>
                        <a:rPr lang="en-US" altLang="ja-JP" sz="1100" b="1" i="0" kern="1200" noProof="1">
                          <a:solidFill>
                            <a:schemeClr val="bg1"/>
                          </a:solidFill>
                          <a:effectLst/>
                          <a:latin typeface="+mj-ea"/>
                          <a:ea typeface="+mj-ea"/>
                          <a:cs typeface="+mn-cs"/>
                        </a:rPr>
                        <a:t>#</a:t>
                      </a:r>
                      <a:endParaRPr kumimoji="1" lang="en-US" sz="1100" b="1" i="0" kern="1200" noProof="1">
                        <a:solidFill>
                          <a:schemeClr val="bg1"/>
                        </a:solidFill>
                        <a:effectLst/>
                        <a:latin typeface="+mj-ea"/>
                        <a:ea typeface="+mj-ea"/>
                        <a:cs typeface="+mn-cs"/>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2"/>
                    </a:solidFill>
                  </a:tcPr>
                </a:tc>
                <a:tc>
                  <a:txBody>
                    <a:bodyPr/>
                    <a:lstStyle/>
                    <a:p>
                      <a:pPr marL="0" algn="ctr" defTabSz="685673" rtl="0" eaLnBrk="1" fontAlgn="base" latinLnBrk="0" hangingPunct="1">
                        <a:lnSpc>
                          <a:spcPts val="1200"/>
                        </a:lnSpc>
                      </a:pPr>
                      <a:r>
                        <a:rPr lang="ja-JP" altLang="en-US" sz="1100" b="1" i="0" kern="1200" noProof="1">
                          <a:solidFill>
                            <a:schemeClr val="bg1"/>
                          </a:solidFill>
                          <a:effectLst/>
                          <a:latin typeface="+mj-ea"/>
                          <a:ea typeface="+mj-ea"/>
                          <a:cs typeface="+mn-cs"/>
                        </a:rPr>
                        <a:t>区分</a:t>
                      </a:r>
                      <a:endParaRPr kumimoji="1" lang="en-US" altLang="ja-JP" sz="1100" b="1" i="0" kern="1200" noProof="1">
                        <a:solidFill>
                          <a:schemeClr val="bg1"/>
                        </a:solidFill>
                        <a:effectLst/>
                        <a:latin typeface="+mj-ea"/>
                        <a:ea typeface="+mj-ea"/>
                        <a:cs typeface="+mn-cs"/>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2"/>
                    </a:solidFill>
                  </a:tcPr>
                </a:tc>
                <a:tc>
                  <a:txBody>
                    <a:bodyPr/>
                    <a:lstStyle/>
                    <a:p>
                      <a:pPr marL="0" algn="ctr" defTabSz="685673" rtl="0" eaLnBrk="1" fontAlgn="base" latinLnBrk="0" hangingPunct="1">
                        <a:lnSpc>
                          <a:spcPts val="1200"/>
                        </a:lnSpc>
                      </a:pPr>
                      <a:r>
                        <a:rPr lang="en-US" altLang="ja-JP" sz="1100" b="1" i="0" kern="1200" noProof="1">
                          <a:solidFill>
                            <a:schemeClr val="bg1"/>
                          </a:solidFill>
                          <a:effectLst/>
                          <a:latin typeface="+mj-ea"/>
                          <a:ea typeface="+mj-ea"/>
                          <a:cs typeface="+mn-cs"/>
                        </a:rPr>
                        <a:t>ID</a:t>
                      </a:r>
                      <a:r>
                        <a:rPr lang="en-US" sz="1100" b="1" i="0" kern="1200" noProof="1">
                          <a:solidFill>
                            <a:schemeClr val="bg1"/>
                          </a:solidFill>
                          <a:effectLst/>
                          <a:latin typeface="+mj-ea"/>
                          <a:ea typeface="+mj-ea"/>
                          <a:cs typeface="+mn-cs"/>
                        </a:rPr>
                        <a:t>​</a:t>
                      </a:r>
                      <a:endParaRPr kumimoji="1" lang="en-US"/>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2"/>
                    </a:solidFill>
                  </a:tcPr>
                </a:tc>
                <a:tc>
                  <a:txBody>
                    <a:bodyPr/>
                    <a:lstStyle/>
                    <a:p>
                      <a:pPr marL="0" algn="ctr" defTabSz="685673" rtl="0" eaLnBrk="1" fontAlgn="base" latinLnBrk="0" hangingPunct="1">
                        <a:lnSpc>
                          <a:spcPts val="1200"/>
                        </a:lnSpc>
                      </a:pPr>
                      <a:r>
                        <a:rPr lang="ja-JP" altLang="en-US" sz="1100" b="1" i="0" kern="1200" noProof="1">
                          <a:solidFill>
                            <a:schemeClr val="bg1"/>
                          </a:solidFill>
                          <a:effectLst/>
                          <a:latin typeface="+mj-ea"/>
                          <a:ea typeface="+mj-ea"/>
                          <a:cs typeface="+mn-cs"/>
                        </a:rPr>
                        <a:t>案件名</a:t>
                      </a:r>
                      <a:endParaRPr kumimoji="1" lang="en-US" altLang="ja-JP"/>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2"/>
                    </a:solidFill>
                  </a:tcPr>
                </a:tc>
                <a:tc>
                  <a:txBody>
                    <a:bodyPr/>
                    <a:lstStyle/>
                    <a:p>
                      <a:pPr marL="0" algn="ctr" rtl="0" eaLnBrk="1" fontAlgn="base" latinLnBrk="0" hangingPunct="1">
                        <a:lnSpc>
                          <a:spcPts val="1200"/>
                        </a:lnSpc>
                      </a:pPr>
                      <a:r>
                        <a:rPr lang="ja-JP" altLang="en-US" sz="1100" b="1" i="0" kern="1200" noProof="1">
                          <a:solidFill>
                            <a:schemeClr val="bg1"/>
                          </a:solidFill>
                          <a:effectLst/>
                          <a:latin typeface="+mj-ea"/>
                          <a:ea typeface="+mj-ea"/>
                          <a:cs typeface="+mn-cs"/>
                        </a:rPr>
                        <a:t>リリース</a:t>
                      </a:r>
                      <a:br>
                        <a:rPr lang="en-US" altLang="ja-JP" sz="1100" b="1" i="0" kern="1200" noProof="1">
                          <a:solidFill>
                            <a:srgbClr val="FFFFFF"/>
                          </a:solidFill>
                          <a:effectLst/>
                          <a:latin typeface="+mj-ea"/>
                          <a:ea typeface="+mj-ea"/>
                          <a:cs typeface="+mn-cs"/>
                        </a:rPr>
                      </a:br>
                      <a:r>
                        <a:rPr lang="ja-JP" altLang="en-US" sz="1100" b="1" i="0" kern="1200" noProof="1">
                          <a:solidFill>
                            <a:schemeClr val="bg1"/>
                          </a:solidFill>
                          <a:effectLst/>
                          <a:latin typeface="+mj-ea"/>
                          <a:ea typeface="+mj-ea"/>
                          <a:cs typeface="+mn-cs"/>
                        </a:rPr>
                        <a:t>希望時期</a:t>
                      </a:r>
                      <a:endParaRPr kumimoji="1" lang="en-US" altLang="ja-JP"/>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2"/>
                    </a:solidFill>
                  </a:tcPr>
                </a:tc>
                <a:tc>
                  <a:txBody>
                    <a:bodyPr/>
                    <a:lstStyle/>
                    <a:p>
                      <a:pPr marL="0" algn="ctr" defTabSz="685673" rtl="0" eaLnBrk="1" fontAlgn="base" latinLnBrk="0" hangingPunct="1">
                        <a:lnSpc>
                          <a:spcPts val="1200"/>
                        </a:lnSpc>
                      </a:pPr>
                      <a:r>
                        <a:rPr lang="ja-JP" altLang="en-US" sz="1100" b="1" i="0" kern="1200" noProof="1">
                          <a:solidFill>
                            <a:schemeClr val="bg1"/>
                          </a:solidFill>
                          <a:effectLst/>
                          <a:latin typeface="+mj-ea"/>
                          <a:ea typeface="+mj-ea"/>
                          <a:cs typeface="+mn-cs"/>
                        </a:rPr>
                        <a:t>内容</a:t>
                      </a:r>
                      <a:endParaRPr kumimoji="1" lang="en-US" altLang="ja-JP"/>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2"/>
                    </a:solidFill>
                  </a:tcPr>
                </a:tc>
                <a:tc>
                  <a:txBody>
                    <a:bodyPr/>
                    <a:lstStyle/>
                    <a:p>
                      <a:pPr marL="0" algn="ctr" defTabSz="685673" rtl="0" eaLnBrk="1" fontAlgn="base" latinLnBrk="0" hangingPunct="1">
                        <a:lnSpc>
                          <a:spcPts val="1200"/>
                        </a:lnSpc>
                      </a:pPr>
                      <a:r>
                        <a:rPr lang="ja-JP" altLang="en-US" sz="1100" b="1" i="0" kern="1200" noProof="1">
                          <a:solidFill>
                            <a:schemeClr val="bg1"/>
                          </a:solidFill>
                          <a:effectLst/>
                          <a:latin typeface="+mj-ea"/>
                          <a:ea typeface="+mj-ea"/>
                          <a:cs typeface="+mn-cs"/>
                        </a:rPr>
                        <a:t>備考</a:t>
                      </a:r>
                      <a:endParaRPr kumimoji="1" lang="en-US" altLang="ja-JP"/>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2"/>
                    </a:solidFill>
                  </a:tcPr>
                </a:tc>
                <a:extLst>
                  <a:ext uri="{0D108BD9-81ED-4DB2-BD59-A6C34878D82A}">
                    <a16:rowId xmlns:a16="http://schemas.microsoft.com/office/drawing/2014/main" val="746781126"/>
                  </a:ext>
                </a:extLst>
              </a:tr>
              <a:tr h="364467">
                <a:tc>
                  <a:txBody>
                    <a:bodyPr/>
                    <a:lstStyle/>
                    <a:p>
                      <a:pPr marL="0" marR="0" lvl="0" indent="0" algn="ctr" defTabSz="843930" rtl="0" eaLnBrk="1" fontAlgn="auto" latinLnBrk="0" hangingPunct="1">
                        <a:lnSpc>
                          <a:spcPts val="1200"/>
                        </a:lnSpc>
                        <a:spcBef>
                          <a:spcPts val="0"/>
                        </a:spcBef>
                        <a:spcAft>
                          <a:spcPts val="0"/>
                        </a:spcAft>
                        <a:buClrTx/>
                        <a:buSzTx/>
                        <a:buFontTx/>
                        <a:buNone/>
                        <a:tabLst/>
                        <a:defRPr noProof="1"/>
                      </a:pPr>
                      <a:r>
                        <a:rPr kumimoji="1" lang="en-US" altLang="ja-JP" sz="1100" b="0" i="0" u="none" strike="noStrike" kern="1200" cap="none" spc="0" normalizeH="0" baseline="0" noProof="0">
                          <a:ln>
                            <a:noFill/>
                          </a:ln>
                          <a:solidFill>
                            <a:srgbClr val="000000"/>
                          </a:solidFill>
                          <a:effectLst/>
                          <a:uLnTx/>
                          <a:uFillTx/>
                          <a:latin typeface="Meiryo UI"/>
                          <a:ea typeface="Meiryo UI"/>
                          <a:cs typeface="+mn-cs"/>
                        </a:rPr>
                        <a:t>1</a:t>
                      </a:r>
                    </a:p>
                  </a:txBody>
                  <a:tcPr marL="36000" marR="36000" marT="36000" marB="36000" anchor="ctr">
                    <a:lnL w="10658">
                      <a:solidFill>
                        <a:srgbClr val="000000"/>
                      </a:solidFill>
                    </a:lnL>
                    <a:lnR w="10658">
                      <a:solidFill>
                        <a:srgbClr val="000000"/>
                      </a:solidFill>
                    </a:lnR>
                    <a:lnT w="10658">
                      <a:solidFill>
                        <a:srgbClr val="000000"/>
                      </a:solidFill>
                    </a:lnT>
                    <a:lnB w="10658" cap="flat" cmpd="sng" algn="ctr">
                      <a:solidFill>
                        <a:srgbClr val="000000"/>
                      </a:solidFill>
                      <a:prstDash val="solid"/>
                      <a:round/>
                      <a:headEnd type="none" w="med" len="med"/>
                      <a:tailEnd type="none" w="med" len="med"/>
                    </a:lnB>
                    <a:noFill/>
                  </a:tcPr>
                </a:tc>
                <a:tc>
                  <a:txBody>
                    <a:bodyPr/>
                    <a:lstStyle/>
                    <a:p>
                      <a:pPr marL="0" marR="0" lvl="0" indent="0" algn="ctr" defTabSz="843930" rtl="0" eaLnBrk="1" fontAlgn="auto" latinLnBrk="0" hangingPunct="1">
                        <a:lnSpc>
                          <a:spcPts val="1200"/>
                        </a:lnSpc>
                        <a:spcBef>
                          <a:spcPts val="0"/>
                        </a:spcBef>
                        <a:spcAft>
                          <a:spcPts val="0"/>
                        </a:spcAft>
                        <a:buClrTx/>
                        <a:buSzTx/>
                        <a:buFontTx/>
                        <a:buNone/>
                        <a:tabLst/>
                        <a:defRPr noProof="1"/>
                      </a:pPr>
                      <a:r>
                        <a:rPr kumimoji="1" lang="ja-JP" altLang="en-US" sz="1100" b="0" i="0" u="none" strike="noStrike" kern="1200" cap="none" spc="0" normalizeH="0" baseline="0" noProof="0">
                          <a:ln>
                            <a:noFill/>
                          </a:ln>
                          <a:solidFill>
                            <a:srgbClr val="000000"/>
                          </a:solidFill>
                          <a:effectLst/>
                          <a:uLnTx/>
                          <a:uFillTx/>
                          <a:latin typeface="Meiryo UI"/>
                          <a:ea typeface="Meiryo UI"/>
                          <a:cs typeface="+mn-cs"/>
                        </a:rPr>
                        <a:t>更新</a:t>
                      </a:r>
                      <a:endParaRPr kumimoji="1" lang="en-US" altLang="ja-JP" sz="1100" b="0" i="0" u="none" strike="noStrike" kern="1200" cap="none" spc="0" normalizeH="0" baseline="0" noProof="0">
                        <a:ln>
                          <a:noFill/>
                        </a:ln>
                        <a:solidFill>
                          <a:srgbClr val="000000"/>
                        </a:solidFill>
                        <a:effectLst/>
                        <a:uLnTx/>
                        <a:uFillTx/>
                        <a:latin typeface="Meiryo UI"/>
                        <a:ea typeface="Meiryo UI"/>
                        <a:cs typeface="+mn-cs"/>
                      </a:endParaRPr>
                    </a:p>
                  </a:txBody>
                  <a:tcPr marL="36000" marR="36000" marT="36000" marB="36000" anchor="ctr">
                    <a:lnL w="10658">
                      <a:solidFill>
                        <a:srgbClr val="000000"/>
                      </a:solidFill>
                    </a:lnL>
                    <a:lnR w="10658">
                      <a:solidFill>
                        <a:srgbClr val="000000"/>
                      </a:solidFill>
                    </a:lnR>
                    <a:lnT w="10658">
                      <a:solidFill>
                        <a:srgbClr val="000000"/>
                      </a:solidFill>
                    </a:lnT>
                    <a:lnB w="10658" cap="flat" cmpd="sng" algn="ctr">
                      <a:solidFill>
                        <a:srgbClr val="000000"/>
                      </a:solidFill>
                      <a:prstDash val="solid"/>
                      <a:round/>
                      <a:headEnd type="none" w="med" len="med"/>
                      <a:tailEnd type="none" w="med" len="med"/>
                    </a:lnB>
                    <a:noFill/>
                  </a:tcPr>
                </a:tc>
                <a:tc>
                  <a:txBody>
                    <a:bodyPr/>
                    <a:lstStyle/>
                    <a:p>
                      <a:pPr marL="0" marR="0" lvl="0" indent="0" algn="ctr" defTabSz="843930" rtl="0" eaLnBrk="1" fontAlgn="auto" latinLnBrk="0" hangingPunct="1">
                        <a:lnSpc>
                          <a:spcPts val="1200"/>
                        </a:lnSpc>
                        <a:spcBef>
                          <a:spcPts val="0"/>
                        </a:spcBef>
                        <a:spcAft>
                          <a:spcPts val="0"/>
                        </a:spcAft>
                        <a:buClrTx/>
                        <a:buSzTx/>
                        <a:buFontTx/>
                        <a:buNone/>
                        <a:tabLst/>
                        <a:defRPr noProof="1"/>
                      </a:pPr>
                      <a:r>
                        <a:rPr lang="en-US" altLang="ja-JP" sz="1100" b="0" i="0" u="none" strike="noStrike" kern="1200" cap="none" spc="0" normalizeH="0" baseline="0" noProof="0">
                          <a:ln>
                            <a:noFill/>
                          </a:ln>
                          <a:solidFill>
                            <a:srgbClr val="000000"/>
                          </a:solidFill>
                          <a:effectLst/>
                          <a:uLnTx/>
                          <a:uFillTx/>
                          <a:latin typeface="Meiryo UI"/>
                          <a:ea typeface="Meiryo UI"/>
                          <a:cs typeface="+mn-cs"/>
                        </a:rPr>
                        <a:t>192</a:t>
                      </a:r>
                      <a:endParaRPr kumimoji="1" lang="en-US" altLang="ja-JP" sz="1100" b="0" i="0" u="none" strike="noStrike" kern="1200" cap="none" spc="0" normalizeH="0" baseline="0" noProof="0">
                        <a:ln>
                          <a:noFill/>
                        </a:ln>
                        <a:solidFill>
                          <a:srgbClr val="000000"/>
                        </a:solidFill>
                        <a:effectLst/>
                        <a:uLnTx/>
                        <a:uFillTx/>
                        <a:latin typeface="Meiryo UI"/>
                        <a:ea typeface="Meiryo UI"/>
                        <a:cs typeface="+mn-cs"/>
                      </a:endParaRPr>
                    </a:p>
                  </a:txBody>
                  <a:tcPr marL="36000" marR="36000" marT="36000" marB="36000" anchor="ctr">
                    <a:lnL w="10658">
                      <a:solidFill>
                        <a:srgbClr val="000000"/>
                      </a:solidFill>
                    </a:lnL>
                    <a:lnR w="10658">
                      <a:solidFill>
                        <a:srgbClr val="000000"/>
                      </a:solidFill>
                    </a:lnR>
                    <a:lnT w="10658">
                      <a:solidFill>
                        <a:srgbClr val="000000"/>
                      </a:solidFill>
                    </a:lnT>
                    <a:lnB w="10658" cap="flat" cmpd="sng" algn="ctr">
                      <a:solidFill>
                        <a:srgbClr val="000000"/>
                      </a:solidFill>
                      <a:prstDash val="solid"/>
                      <a:round/>
                      <a:headEnd type="none" w="med" len="med"/>
                      <a:tailEnd type="none" w="med" len="med"/>
                    </a:lnB>
                    <a:noFill/>
                  </a:tcPr>
                </a:tc>
                <a:tc>
                  <a:txBody>
                    <a:bodyPr/>
                    <a:lstStyle/>
                    <a:p>
                      <a:pPr marL="0" marR="0" lvl="0" indent="0" algn="ctr" defTabSz="843930">
                        <a:lnSpc>
                          <a:spcPts val="1200"/>
                        </a:lnSpc>
                        <a:spcBef>
                          <a:spcPts val="0"/>
                        </a:spcBef>
                        <a:spcAft>
                          <a:spcPts val="0"/>
                        </a:spcAft>
                        <a:buNone/>
                        <a:tabLst/>
                        <a:defRPr noProof="1"/>
                      </a:pPr>
                      <a:r>
                        <a:rPr lang="ja-JP" altLang="en-US" sz="1100" b="0" i="0" u="none" strike="noStrike" kern="1200" cap="none" spc="0" normalizeH="0" baseline="0" noProof="0">
                          <a:ln>
                            <a:noFill/>
                          </a:ln>
                          <a:solidFill>
                            <a:srgbClr val="000000"/>
                          </a:solidFill>
                          <a:effectLst/>
                          <a:uLnTx/>
                          <a:uFillTx/>
                        </a:rPr>
                        <a:t>サポートするプロファイルバージョンの終了</a:t>
                      </a:r>
                      <a:br>
                        <a:rPr lang="en-US" altLang="ja-JP" sz="1100" b="0" i="0" u="none" strike="noStrike" kern="1200" cap="none" spc="0" normalizeH="0" baseline="0" noProof="0">
                          <a:ln>
                            <a:noFill/>
                          </a:ln>
                          <a:solidFill>
                            <a:srgbClr val="000000"/>
                          </a:solidFill>
                          <a:effectLst/>
                          <a:uLnTx/>
                          <a:uFillTx/>
                        </a:rPr>
                      </a:br>
                      <a:r>
                        <a:rPr lang="en-US" altLang="ja-JP" sz="1100" b="0" i="0" u="none" strike="noStrike" kern="1200" cap="none" spc="0" normalizeH="0" baseline="0" noProof="0">
                          <a:ln>
                            <a:noFill/>
                          </a:ln>
                          <a:solidFill>
                            <a:srgbClr val="000000"/>
                          </a:solidFill>
                          <a:effectLst/>
                          <a:uLnTx/>
                          <a:uFillTx/>
                        </a:rPr>
                        <a:t>(</a:t>
                      </a:r>
                      <a:r>
                        <a:rPr lang="ja-JP" altLang="en-US" sz="1100" b="0" i="0" u="none" strike="noStrike" kern="1200" cap="none" spc="0" normalizeH="0" baseline="0" noProof="0">
                          <a:ln>
                            <a:noFill/>
                          </a:ln>
                          <a:solidFill>
                            <a:srgbClr val="000000"/>
                          </a:solidFill>
                          <a:effectLst/>
                          <a:uLnTx/>
                          <a:uFillTx/>
                        </a:rPr>
                        <a:t>令和</a:t>
                      </a:r>
                      <a:r>
                        <a:rPr lang="en-US" altLang="ja-JP" sz="1100" b="0" i="0" u="none" strike="noStrike" kern="1200" cap="none" spc="0" normalizeH="0" baseline="0" noProof="0">
                          <a:ln>
                            <a:noFill/>
                          </a:ln>
                          <a:solidFill>
                            <a:srgbClr val="000000"/>
                          </a:solidFill>
                          <a:effectLst/>
                          <a:uLnTx/>
                          <a:uFillTx/>
                        </a:rPr>
                        <a:t>9</a:t>
                      </a:r>
                      <a:r>
                        <a:rPr lang="ja-JP" altLang="en-US" sz="1100" b="0" i="0" u="none" strike="noStrike" kern="1200" cap="none" spc="0" normalizeH="0" baseline="0" noProof="0">
                          <a:ln>
                            <a:noFill/>
                          </a:ln>
                          <a:solidFill>
                            <a:srgbClr val="000000"/>
                          </a:solidFill>
                          <a:effectLst/>
                          <a:uLnTx/>
                          <a:uFillTx/>
                        </a:rPr>
                        <a:t>年</a:t>
                      </a:r>
                      <a:r>
                        <a:rPr lang="en-US" altLang="ja-JP" sz="1100" b="0" i="0" u="none" strike="noStrike" kern="1200" cap="none" spc="0" normalizeH="0" baseline="0" noProof="0">
                          <a:ln>
                            <a:noFill/>
                          </a:ln>
                          <a:solidFill>
                            <a:srgbClr val="000000"/>
                          </a:solidFill>
                          <a:effectLst/>
                          <a:uLnTx/>
                          <a:uFillTx/>
                        </a:rPr>
                        <a:t>3</a:t>
                      </a:r>
                      <a:r>
                        <a:rPr lang="ja-JP" altLang="en-US" sz="1100" b="0" i="0" u="none" strike="noStrike" kern="1200" cap="none" spc="0" normalizeH="0" baseline="0" noProof="0">
                          <a:ln>
                            <a:noFill/>
                          </a:ln>
                          <a:solidFill>
                            <a:srgbClr val="000000"/>
                          </a:solidFill>
                          <a:effectLst/>
                          <a:uLnTx/>
                          <a:uFillTx/>
                        </a:rPr>
                        <a:t>末</a:t>
                      </a:r>
                      <a:r>
                        <a:rPr lang="en-US" altLang="ja-JP" sz="1100" b="0" i="0" u="none" strike="noStrike" kern="1200" cap="none" spc="0" normalizeH="0" baseline="0" noProof="0">
                          <a:ln>
                            <a:noFill/>
                          </a:ln>
                          <a:solidFill>
                            <a:srgbClr val="000000"/>
                          </a:solidFill>
                          <a:effectLst/>
                          <a:uLnTx/>
                          <a:uFillTx/>
                        </a:rPr>
                        <a:t>)</a:t>
                      </a:r>
                      <a:endParaRPr kumimoji="1" lang="en-US"/>
                    </a:p>
                  </a:txBody>
                  <a:tcPr marL="0" marR="0" marT="0" marB="0" anchor="ctr">
                    <a:lnL w="10658">
                      <a:solidFill>
                        <a:srgbClr val="000000"/>
                      </a:solidFill>
                    </a:lnL>
                    <a:lnT w="10658">
                      <a:solidFill>
                        <a:srgbClr val="000000"/>
                      </a:solidFill>
                    </a:lnT>
                    <a:lnB w="10658" cap="flat" cmpd="sng" algn="ctr">
                      <a:solidFill>
                        <a:srgbClr val="000000"/>
                      </a:solidFill>
                      <a:prstDash val="solid"/>
                      <a:round/>
                      <a:headEnd type="none" w="med" len="med"/>
                      <a:tailEnd type="none" w="med" len="med"/>
                    </a:lnB>
                  </a:tcPr>
                </a:tc>
                <a:tc>
                  <a:txBody>
                    <a:bodyPr/>
                    <a:lstStyle/>
                    <a:p>
                      <a:pPr marL="0" marR="0" lvl="0" indent="0" algn="ctr" defTabSz="843930">
                        <a:lnSpc>
                          <a:spcPts val="1200"/>
                        </a:lnSpc>
                        <a:spcBef>
                          <a:spcPts val="0"/>
                        </a:spcBef>
                        <a:spcAft>
                          <a:spcPts val="0"/>
                        </a:spcAft>
                        <a:buClrTx/>
                        <a:buSzTx/>
                        <a:buFontTx/>
                        <a:buNone/>
                        <a:tabLst/>
                        <a:defRPr noProof="1"/>
                      </a:pPr>
                      <a:r>
                        <a:rPr lang="en-US" altLang="ja-JP" sz="1100" b="0" i="0" u="none" strike="noStrike" kern="1200" cap="none" spc="0" normalizeH="0" baseline="0" noProof="0">
                          <a:ln>
                            <a:noFill/>
                          </a:ln>
                          <a:solidFill>
                            <a:srgbClr val="000000"/>
                          </a:solidFill>
                          <a:effectLst/>
                          <a:uLnTx/>
                          <a:uFillTx/>
                          <a:latin typeface="Meiryo UI"/>
                          <a:ea typeface="+mn-ea"/>
                          <a:cs typeface="+mn-cs"/>
                        </a:rPr>
                        <a:t>令和8年度</a:t>
                      </a:r>
                      <a:r>
                        <a:rPr kumimoji="1" lang="en-US" altLang="ja-JP" sz="1100" b="0" i="0" u="none" strike="noStrike" kern="1200" cap="none" spc="0" normalizeH="0" baseline="0" noProof="0">
                          <a:ln>
                            <a:noFill/>
                          </a:ln>
                          <a:solidFill>
                            <a:srgbClr val="000000"/>
                          </a:solidFill>
                          <a:effectLst/>
                          <a:uLnTx/>
                          <a:uFillTx/>
                          <a:latin typeface="Meiryo UI"/>
                          <a:ea typeface="+mn-ea"/>
                          <a:cs typeface="+mn-cs"/>
                        </a:rPr>
                        <a:t>3</a:t>
                      </a:r>
                      <a:r>
                        <a:rPr kumimoji="1" lang="ja-JP" altLang="en-US" sz="1100" b="0" i="0" u="none" strike="noStrike" kern="1200" cap="none" spc="0" normalizeH="0" baseline="0" noProof="0">
                          <a:ln>
                            <a:noFill/>
                          </a:ln>
                          <a:solidFill>
                            <a:srgbClr val="000000"/>
                          </a:solidFill>
                          <a:effectLst/>
                          <a:uLnTx/>
                          <a:uFillTx/>
                          <a:latin typeface="Meiryo UI"/>
                          <a:ea typeface="+mn-ea"/>
                          <a:cs typeface="+mn-cs"/>
                        </a:rPr>
                        <a:t>月</a:t>
                      </a:r>
                      <a:endParaRPr kumimoji="1" lang="en-US" altLang="ja-JP" sz="1100" b="0" i="0" u="none" strike="noStrike" kern="1200" cap="none" spc="0" normalizeH="0" baseline="0" noProof="0">
                        <a:ln>
                          <a:noFill/>
                        </a:ln>
                        <a:solidFill>
                          <a:srgbClr val="000000"/>
                        </a:solidFill>
                        <a:effectLst/>
                        <a:uLnTx/>
                        <a:uFillTx/>
                        <a:latin typeface="Meiryo UI"/>
                        <a:ea typeface="+mn-ea"/>
                        <a:cs typeface="+mn-cs"/>
                      </a:endParaRPr>
                    </a:p>
                  </a:txBody>
                  <a:tcPr marL="0" marR="0" marT="0" marB="0" anchor="ctr">
                    <a:lnT w="10658">
                      <a:solidFill>
                        <a:srgbClr val="000000"/>
                      </a:solidFill>
                    </a:lnT>
                    <a:lnB w="10658" cap="flat" cmpd="sng" algn="ctr">
                      <a:solidFill>
                        <a:srgbClr val="000000"/>
                      </a:solidFill>
                      <a:prstDash val="solid"/>
                      <a:round/>
                      <a:headEnd type="none" w="med" len="med"/>
                      <a:tailEnd type="none" w="med" len="med"/>
                    </a:lnB>
                  </a:tcPr>
                </a:tc>
                <a:tc>
                  <a:txBody>
                    <a:bodyPr/>
                    <a:lstStyle/>
                    <a:p>
                      <a:pPr marL="0" marR="0" lvl="0" indent="0" algn="l" defTabSz="843930">
                        <a:lnSpc>
                          <a:spcPts val="1200"/>
                        </a:lnSpc>
                        <a:spcBef>
                          <a:spcPts val="0"/>
                        </a:spcBef>
                        <a:spcAft>
                          <a:spcPts val="0"/>
                        </a:spcAft>
                        <a:buNone/>
                        <a:tabLst/>
                        <a:defRPr noProof="1"/>
                      </a:pPr>
                      <a:r>
                        <a:rPr kumimoji="1" lang="ja-JP" altLang="en-US" sz="1100" b="0" i="0" u="none" strike="noStrike" kern="1200" cap="none" spc="0" normalizeH="0" baseline="0" noProof="0">
                          <a:ln>
                            <a:noFill/>
                          </a:ln>
                          <a:solidFill>
                            <a:srgbClr val="000000"/>
                          </a:solidFill>
                          <a:effectLst/>
                          <a:uLnTx/>
                          <a:uFillTx/>
                        </a:rPr>
                        <a:t>本案件は</a:t>
                      </a:r>
                      <a:r>
                        <a:rPr kumimoji="1" lang="en-US" altLang="ja-JP" sz="1100" b="0" i="0" u="none" strike="noStrike" kern="1200" cap="none" spc="0" normalizeH="0" baseline="0" noProof="0">
                          <a:ln>
                            <a:noFill/>
                          </a:ln>
                          <a:solidFill>
                            <a:srgbClr val="000000"/>
                          </a:solidFill>
                          <a:effectLst/>
                          <a:uLnTx/>
                          <a:uFillTx/>
                        </a:rPr>
                        <a:t>3</a:t>
                      </a:r>
                      <a:r>
                        <a:rPr kumimoji="1" lang="ja-JP" altLang="en-US" sz="1100" b="0" i="0" u="none" strike="noStrike" kern="1200" cap="none" spc="0" normalizeH="0" baseline="0" noProof="0">
                          <a:ln>
                            <a:noFill/>
                          </a:ln>
                          <a:solidFill>
                            <a:srgbClr val="000000"/>
                          </a:solidFill>
                          <a:effectLst/>
                          <a:uLnTx/>
                          <a:uFillTx/>
                        </a:rPr>
                        <a:t>月リリース対象だが、案件名に「令和</a:t>
                      </a:r>
                      <a:r>
                        <a:rPr kumimoji="1" lang="en-US" altLang="ja-JP" sz="1100" b="0" i="0" u="none" strike="noStrike" kern="1200" cap="none" spc="0" normalizeH="0" baseline="0" noProof="0">
                          <a:ln>
                            <a:noFill/>
                          </a:ln>
                          <a:solidFill>
                            <a:srgbClr val="000000"/>
                          </a:solidFill>
                          <a:effectLst/>
                          <a:uLnTx/>
                          <a:uFillTx/>
                        </a:rPr>
                        <a:t>8</a:t>
                      </a:r>
                      <a:r>
                        <a:rPr kumimoji="1" lang="ja-JP" altLang="en-US" sz="1100" b="0" i="0" u="none" strike="noStrike" kern="1200" cap="none" spc="0" normalizeH="0" baseline="0" noProof="0">
                          <a:ln>
                            <a:noFill/>
                          </a:ln>
                          <a:solidFill>
                            <a:srgbClr val="000000"/>
                          </a:solidFill>
                          <a:effectLst/>
                          <a:uLnTx/>
                          <a:uFillTx/>
                        </a:rPr>
                        <a:t>年</a:t>
                      </a:r>
                      <a:r>
                        <a:rPr kumimoji="1" lang="en-US" altLang="ja-JP" sz="1100" b="0" i="0" u="none" strike="noStrike" kern="1200" cap="none" spc="0" normalizeH="0" baseline="0" noProof="0">
                          <a:ln>
                            <a:noFill/>
                          </a:ln>
                          <a:solidFill>
                            <a:srgbClr val="000000"/>
                          </a:solidFill>
                          <a:effectLst/>
                          <a:uLnTx/>
                          <a:uFillTx/>
                        </a:rPr>
                        <a:t>9</a:t>
                      </a:r>
                      <a:r>
                        <a:rPr kumimoji="1" lang="ja-JP" altLang="en-US" sz="1100" b="0" i="0" u="none" strike="noStrike" kern="1200" cap="none" spc="0" normalizeH="0" baseline="0" noProof="0">
                          <a:ln>
                            <a:noFill/>
                          </a:ln>
                          <a:solidFill>
                            <a:srgbClr val="000000"/>
                          </a:solidFill>
                          <a:effectLst/>
                          <a:uLnTx/>
                          <a:uFillTx/>
                        </a:rPr>
                        <a:t>末」の記載があったため、案件名から当該記載を「令和</a:t>
                      </a:r>
                      <a:r>
                        <a:rPr kumimoji="1" lang="en-US" altLang="ja-JP" sz="1100" b="0" i="0" u="none" strike="noStrike" kern="1200" cap="none" spc="0" normalizeH="0" baseline="0" noProof="0">
                          <a:ln>
                            <a:noFill/>
                          </a:ln>
                          <a:solidFill>
                            <a:srgbClr val="000000"/>
                          </a:solidFill>
                          <a:effectLst/>
                          <a:uLnTx/>
                          <a:uFillTx/>
                        </a:rPr>
                        <a:t>9</a:t>
                      </a:r>
                      <a:r>
                        <a:rPr kumimoji="1" lang="ja-JP" altLang="en-US" sz="1100" b="0" i="0" u="none" strike="noStrike" kern="1200" cap="none" spc="0" normalizeH="0" baseline="0" noProof="0">
                          <a:ln>
                            <a:noFill/>
                          </a:ln>
                          <a:solidFill>
                            <a:srgbClr val="000000"/>
                          </a:solidFill>
                          <a:effectLst/>
                          <a:uLnTx/>
                          <a:uFillTx/>
                        </a:rPr>
                        <a:t>年</a:t>
                      </a:r>
                      <a:r>
                        <a:rPr kumimoji="1" lang="en-US" altLang="ja-JP" sz="1100" b="0" i="0" u="none" strike="noStrike" kern="1200" cap="none" spc="0" normalizeH="0" baseline="0" noProof="0">
                          <a:ln>
                            <a:noFill/>
                          </a:ln>
                          <a:solidFill>
                            <a:srgbClr val="000000"/>
                          </a:solidFill>
                          <a:effectLst/>
                          <a:uLnTx/>
                          <a:uFillTx/>
                        </a:rPr>
                        <a:t>3</a:t>
                      </a:r>
                      <a:r>
                        <a:rPr kumimoji="1" lang="ja-JP" altLang="en-US" sz="1100" b="0" i="0" u="none" strike="noStrike" kern="1200" cap="none" spc="0" normalizeH="0" baseline="0" noProof="0">
                          <a:ln>
                            <a:noFill/>
                          </a:ln>
                          <a:solidFill>
                            <a:srgbClr val="000000"/>
                          </a:solidFill>
                          <a:effectLst/>
                          <a:uLnTx/>
                          <a:uFillTx/>
                        </a:rPr>
                        <a:t>末」の記載に修正した。</a:t>
                      </a:r>
                    </a:p>
                  </a:txBody>
                  <a:tcPr anchor="ctr">
                    <a:lnR w="10658">
                      <a:solidFill>
                        <a:srgbClr val="000000"/>
                      </a:solidFill>
                    </a:lnR>
                    <a:lnT w="10658">
                      <a:solidFill>
                        <a:srgbClr val="000000"/>
                      </a:solidFill>
                    </a:lnT>
                    <a:lnB w="10658" cap="flat" cmpd="sng" algn="ctr">
                      <a:solidFill>
                        <a:srgbClr val="000000"/>
                      </a:solidFill>
                      <a:prstDash val="solid"/>
                      <a:round/>
                      <a:headEnd type="none" w="med" len="med"/>
                      <a:tailEnd type="none" w="med" len="med"/>
                    </a:lnB>
                    <a:noFill/>
                  </a:tcPr>
                </a:tc>
                <a:tc>
                  <a:txBody>
                    <a:bodyPr/>
                    <a:lstStyle/>
                    <a:p>
                      <a:pPr marL="0" lvl="0" indent="0" algn="ctr" defTabSz="843930" rtl="0" eaLnBrk="1" latinLnBrk="0" hangingPunct="1">
                        <a:lnSpc>
                          <a:spcPts val="1200"/>
                        </a:lnSpc>
                        <a:spcBef>
                          <a:spcPts val="0"/>
                        </a:spcBef>
                        <a:spcAft>
                          <a:spcPts val="0"/>
                        </a:spcAft>
                        <a:buNone/>
                        <a:tabLst/>
                        <a:defRPr noProof="1"/>
                      </a:pPr>
                      <a:r>
                        <a:rPr kumimoji="1" lang="en-US" sz="1100" b="0" i="0" u="none" strike="noStrike" kern="1200" cap="none" spc="0" normalizeH="0" baseline="0" noProof="0">
                          <a:ln>
                            <a:noFill/>
                          </a:ln>
                          <a:solidFill>
                            <a:srgbClr val="000000"/>
                          </a:solidFill>
                          <a:effectLst/>
                          <a:uLnTx/>
                          <a:uFillTx/>
                          <a:latin typeface="Meiryo UI"/>
                          <a:ea typeface="Meiryo UI"/>
                          <a:cs typeface="+mn-cs"/>
                        </a:rPr>
                        <a:t>-</a:t>
                      </a:r>
                    </a:p>
                  </a:txBody>
                  <a:tcPr anchor="ctr">
                    <a:lnL w="10658">
                      <a:solidFill>
                        <a:srgbClr val="000000"/>
                      </a:solidFill>
                    </a:lnL>
                    <a:lnR w="10658">
                      <a:solidFill>
                        <a:srgbClr val="000000"/>
                      </a:solidFill>
                    </a:lnR>
                    <a:lnT w="10658">
                      <a:solidFill>
                        <a:srgbClr val="000000"/>
                      </a:solidFill>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47923501"/>
                  </a:ext>
                </a:extLst>
              </a:tr>
              <a:tr h="458513">
                <a:tc>
                  <a:txBody>
                    <a:bodyPr/>
                    <a:lstStyle/>
                    <a:p>
                      <a:pPr marL="0" marR="0" lvl="0" indent="0" algn="ctr" defTabSz="843930" rtl="0" eaLnBrk="1" fontAlgn="auto" latinLnBrk="0" hangingPunct="1">
                        <a:lnSpc>
                          <a:spcPts val="1200"/>
                        </a:lnSpc>
                        <a:spcBef>
                          <a:spcPts val="0"/>
                        </a:spcBef>
                        <a:spcAft>
                          <a:spcPts val="0"/>
                        </a:spcAft>
                        <a:buClrTx/>
                        <a:buSzTx/>
                        <a:buFontTx/>
                        <a:buNone/>
                        <a:tabLst/>
                        <a:defRPr noProof="1"/>
                      </a:pPr>
                      <a:r>
                        <a:rPr kumimoji="1" lang="en-US" altLang="ja-JP" sz="1100" b="0" i="0" u="none" strike="noStrike" kern="1200" cap="none" spc="0" normalizeH="0" baseline="0" noProof="0">
                          <a:ln>
                            <a:noFill/>
                          </a:ln>
                          <a:solidFill>
                            <a:srgbClr val="000000"/>
                          </a:solidFill>
                          <a:effectLst/>
                          <a:uLnTx/>
                          <a:uFillTx/>
                          <a:latin typeface="Meiryo UI"/>
                          <a:ea typeface="Meiryo UI"/>
                          <a:cs typeface="+mn-cs"/>
                        </a:rPr>
                        <a:t>2</a:t>
                      </a:r>
                    </a:p>
                  </a:txBody>
                  <a:tcPr marL="36000" marR="36000" marT="36000" marB="36000" anchor="ctr">
                    <a:lnL w="10658">
                      <a:solidFill>
                        <a:srgbClr val="000000"/>
                      </a:solidFill>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ctr" defTabSz="843930" rtl="0" eaLnBrk="1" fontAlgn="auto" latinLnBrk="0" hangingPunct="1">
                        <a:lnSpc>
                          <a:spcPts val="1200"/>
                        </a:lnSpc>
                        <a:spcBef>
                          <a:spcPts val="0"/>
                        </a:spcBef>
                        <a:spcAft>
                          <a:spcPts val="0"/>
                        </a:spcAft>
                        <a:buClrTx/>
                        <a:buSzTx/>
                        <a:buFontTx/>
                        <a:buNone/>
                        <a:tabLst/>
                        <a:defRPr noProof="1"/>
                      </a:pPr>
                      <a:r>
                        <a:rPr kumimoji="1" lang="ja-JP" altLang="en-US" sz="1100" b="0" i="0" u="none" strike="noStrike" kern="1200" cap="none" spc="0" normalizeH="0" baseline="0" noProof="0">
                          <a:ln>
                            <a:noFill/>
                          </a:ln>
                          <a:solidFill>
                            <a:srgbClr val="000000"/>
                          </a:solidFill>
                          <a:effectLst/>
                          <a:uLnTx/>
                          <a:uFillTx/>
                          <a:latin typeface="Meiryo UI"/>
                          <a:ea typeface="Meiryo UI"/>
                          <a:cs typeface="+mn-cs"/>
                        </a:rPr>
                        <a:t>更新</a:t>
                      </a:r>
                      <a:endParaRPr kumimoji="1" lang="en-US" altLang="ja-JP" sz="1100" b="0" i="0" u="none" strike="noStrike" kern="1200" cap="none" spc="0" normalizeH="0" baseline="0" noProof="0">
                        <a:ln>
                          <a:noFill/>
                        </a:ln>
                        <a:solidFill>
                          <a:srgbClr val="000000"/>
                        </a:solidFill>
                        <a:effectLst/>
                        <a:uLnTx/>
                        <a:uFillTx/>
                        <a:latin typeface="Meiryo UI"/>
                        <a:ea typeface="Meiryo UI"/>
                        <a:cs typeface="+mn-cs"/>
                      </a:endParaRPr>
                    </a:p>
                  </a:txBody>
                  <a:tcPr marL="36000" marR="36000" marT="36000" marB="36000"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ctr" defTabSz="843930" rtl="0" eaLnBrk="1" fontAlgn="auto" latinLnBrk="0" hangingPunct="1">
                        <a:lnSpc>
                          <a:spcPts val="1200"/>
                        </a:lnSpc>
                        <a:spcBef>
                          <a:spcPts val="0"/>
                        </a:spcBef>
                        <a:spcAft>
                          <a:spcPts val="0"/>
                        </a:spcAft>
                        <a:buClrTx/>
                        <a:buSzTx/>
                        <a:buFontTx/>
                        <a:buNone/>
                        <a:tabLst/>
                        <a:defRPr noProof="1"/>
                      </a:pPr>
                      <a:r>
                        <a:rPr lang="en-US" altLang="ja-JP" sz="1100" b="0" i="0" u="none" strike="noStrike" kern="1200" cap="none" spc="0" normalizeH="0" baseline="0" noProof="0">
                          <a:ln>
                            <a:noFill/>
                          </a:ln>
                          <a:solidFill>
                            <a:srgbClr val="000000"/>
                          </a:solidFill>
                          <a:effectLst/>
                          <a:uLnTx/>
                          <a:uFillTx/>
                          <a:latin typeface="Meiryo UI"/>
                          <a:ea typeface="Meiryo UI"/>
                          <a:cs typeface="+mn-cs"/>
                        </a:rPr>
                        <a:t>195</a:t>
                      </a:r>
                      <a:endParaRPr kumimoji="1" lang="en-US" altLang="ja-JP" sz="1100" b="0" i="0" u="none" strike="noStrike" kern="1200" cap="none" spc="0" normalizeH="0" baseline="0" noProof="0">
                        <a:ln>
                          <a:noFill/>
                        </a:ln>
                        <a:solidFill>
                          <a:srgbClr val="000000"/>
                        </a:solidFill>
                        <a:effectLst/>
                        <a:uLnTx/>
                        <a:uFillTx/>
                        <a:latin typeface="Meiryo UI"/>
                        <a:ea typeface="Meiryo UI"/>
                        <a:cs typeface="+mn-cs"/>
                      </a:endParaRPr>
                    </a:p>
                  </a:txBody>
                  <a:tcPr marL="36000" marR="36000" marT="36000" marB="36000"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ctr" defTabSz="843930">
                        <a:lnSpc>
                          <a:spcPts val="1200"/>
                        </a:lnSpc>
                        <a:spcBef>
                          <a:spcPts val="0"/>
                        </a:spcBef>
                        <a:spcAft>
                          <a:spcPts val="0"/>
                        </a:spcAft>
                        <a:buNone/>
                        <a:tabLst/>
                        <a:defRPr noProof="1"/>
                      </a:pPr>
                      <a:r>
                        <a:rPr lang="ja-JP" sz="1100" b="0" i="0" u="none" strike="noStrike" kern="1200" cap="none" spc="0" normalizeH="0" baseline="0" noProof="0">
                          <a:ln>
                            <a:noFill/>
                          </a:ln>
                          <a:solidFill>
                            <a:srgbClr val="000000"/>
                          </a:solidFill>
                          <a:effectLst/>
                          <a:uLnTx/>
                          <a:uFillTx/>
                        </a:rPr>
                        <a:t>アレルギー等</a:t>
                      </a:r>
                      <a:r>
                        <a:rPr kumimoji="1" lang="ja-JP" sz="1100" b="0" i="0" u="none" strike="noStrike" kern="1200" cap="none" spc="0" normalizeH="0" baseline="0" noProof="0">
                          <a:ln>
                            <a:noFill/>
                          </a:ln>
                          <a:solidFill>
                            <a:srgbClr val="000000"/>
                          </a:solidFill>
                          <a:effectLst/>
                          <a:uLnTx/>
                          <a:uFillTx/>
                        </a:rPr>
                        <a:t>情報</a:t>
                      </a:r>
                      <a:r>
                        <a:rPr lang="ja-JP" sz="1100" b="0" i="0" u="none" strike="noStrike" kern="1200" cap="none" spc="0" normalizeH="0" baseline="0" noProof="0">
                          <a:ln>
                            <a:noFill/>
                          </a:ln>
                          <a:solidFill>
                            <a:srgbClr val="000000"/>
                          </a:solidFill>
                          <a:effectLst/>
                          <a:uLnTx/>
                          <a:uFillTx/>
                        </a:rPr>
                        <a:t>の症状の項目名称の変更</a:t>
                      </a:r>
                      <a:endParaRPr kumimoji="1" lang="en-US"/>
                    </a:p>
                  </a:txBody>
                  <a:tcPr marL="0" marR="0" marT="0" marB="0" anchor="ctr">
                    <a:lnL w="10658" cap="flat" cmpd="sng" algn="ctr">
                      <a:solidFill>
                        <a:srgbClr val="000000"/>
                      </a:solidFill>
                      <a:prstDash val="solid"/>
                      <a:round/>
                      <a:headEnd type="none" w="med" len="med"/>
                      <a:tailEnd type="none" w="med" len="med"/>
                    </a:lnL>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tcPr>
                </a:tc>
                <a:tc>
                  <a:txBody>
                    <a:bodyPr/>
                    <a:lstStyle/>
                    <a:p>
                      <a:pPr marL="0" marR="0" lvl="0" indent="0" algn="ctr" rtl="0" eaLnBrk="1" fontAlgn="auto" latinLnBrk="0" hangingPunct="1">
                        <a:lnSpc>
                          <a:spcPts val="1200"/>
                        </a:lnSpc>
                        <a:spcBef>
                          <a:spcPts val="0"/>
                        </a:spcBef>
                        <a:spcAft>
                          <a:spcPts val="0"/>
                        </a:spcAft>
                        <a:buClrTx/>
                        <a:buSzTx/>
                        <a:buFontTx/>
                        <a:buNone/>
                      </a:pPr>
                      <a:r>
                        <a:rPr kumimoji="1" lang="ja-JP" altLang="en-US" sz="1100" b="0" i="0" u="none" strike="noStrike" kern="1200" cap="none" spc="0" normalizeH="0" baseline="0" noProof="0">
                          <a:ln>
                            <a:noFill/>
                          </a:ln>
                          <a:solidFill>
                            <a:srgbClr val="000000"/>
                          </a:solidFill>
                          <a:effectLst/>
                          <a:uLnTx/>
                          <a:uFillTx/>
                          <a:latin typeface="Meiryo UI"/>
                          <a:ea typeface="+mn-ea"/>
                          <a:cs typeface="+mn-cs"/>
                        </a:rPr>
                        <a:t>令和</a:t>
                      </a:r>
                      <a:r>
                        <a:rPr kumimoji="1" lang="en-US" altLang="ja-JP" sz="1100" b="0" i="0" u="none" strike="noStrike" kern="1200" cap="none" spc="0" normalizeH="0" baseline="0" noProof="0">
                          <a:ln>
                            <a:noFill/>
                          </a:ln>
                          <a:solidFill>
                            <a:srgbClr val="000000"/>
                          </a:solidFill>
                          <a:effectLst/>
                          <a:uLnTx/>
                          <a:uFillTx/>
                          <a:latin typeface="Meiryo UI"/>
                          <a:ea typeface="+mn-ea"/>
                          <a:cs typeface="+mn-cs"/>
                        </a:rPr>
                        <a:t>8</a:t>
                      </a:r>
                      <a:r>
                        <a:rPr kumimoji="1" lang="ja-JP" altLang="en-US" sz="1100" b="0" i="0" u="none" strike="noStrike" kern="1200" cap="none" spc="0" normalizeH="0" baseline="0" noProof="0">
                          <a:ln>
                            <a:noFill/>
                          </a:ln>
                          <a:solidFill>
                            <a:srgbClr val="000000"/>
                          </a:solidFill>
                          <a:effectLst/>
                          <a:uLnTx/>
                          <a:uFillTx/>
                          <a:latin typeface="Meiryo UI"/>
                          <a:ea typeface="+mn-ea"/>
                          <a:cs typeface="+mn-cs"/>
                        </a:rPr>
                        <a:t>年度</a:t>
                      </a:r>
                      <a:r>
                        <a:rPr lang="ja-JP" altLang="en-US" sz="1100" b="0" i="0" u="none" strike="noStrike" kern="1200" cap="none" spc="0" normalizeH="0" baseline="0" noProof="0">
                          <a:ln>
                            <a:noFill/>
                          </a:ln>
                          <a:solidFill>
                            <a:srgbClr val="000000"/>
                          </a:solidFill>
                          <a:effectLst/>
                          <a:uLnTx/>
                          <a:uFillTx/>
                          <a:latin typeface="Meiryo UI"/>
                          <a:ea typeface="+mn-ea"/>
                          <a:cs typeface="+mn-cs"/>
                        </a:rPr>
                        <a:t>12月・</a:t>
                      </a:r>
                      <a:endParaRPr lang="en-US" altLang="ja-JP" sz="1100" b="0" i="0" u="none" strike="noStrike" kern="1200" cap="none" spc="0" normalizeH="0" baseline="0" noProof="0">
                        <a:ln>
                          <a:noFill/>
                        </a:ln>
                        <a:solidFill>
                          <a:srgbClr val="000000"/>
                        </a:solidFill>
                        <a:effectLst/>
                        <a:uLnTx/>
                        <a:uFillTx/>
                        <a:latin typeface="Meiryo UI"/>
                        <a:ea typeface="+mn-ea"/>
                        <a:cs typeface="+mn-cs"/>
                      </a:endParaRPr>
                    </a:p>
                    <a:p>
                      <a:pPr marL="0" marR="0" lvl="0" indent="0" algn="ctr" defTabSz="843930">
                        <a:lnSpc>
                          <a:spcPts val="1200"/>
                        </a:lnSpc>
                        <a:spcBef>
                          <a:spcPts val="0"/>
                        </a:spcBef>
                        <a:spcAft>
                          <a:spcPts val="0"/>
                        </a:spcAft>
                        <a:buClrTx/>
                        <a:buSzTx/>
                        <a:buFontTx/>
                        <a:buNone/>
                        <a:tabLst/>
                        <a:defRPr noProof="1"/>
                      </a:pPr>
                      <a:r>
                        <a:rPr lang="en-US" altLang="ja-JP" sz="1100" b="0" i="0" u="none" strike="noStrike" kern="1200" cap="none" spc="0" normalizeH="0" baseline="0" noProof="0">
                          <a:ln>
                            <a:noFill/>
                          </a:ln>
                          <a:solidFill>
                            <a:srgbClr val="000000"/>
                          </a:solidFill>
                          <a:effectLst/>
                          <a:uLnTx/>
                          <a:uFillTx/>
                          <a:latin typeface="Meiryo UI"/>
                          <a:ea typeface="+mn-ea"/>
                          <a:cs typeface="+mn-cs"/>
                        </a:rPr>
                        <a:t>令和8年度</a:t>
                      </a:r>
                      <a:r>
                        <a:rPr kumimoji="1" lang="en-US" altLang="ja-JP" sz="1100" b="0" i="0" u="none" strike="noStrike" kern="1200" cap="none" spc="0" normalizeH="0" baseline="0" noProof="0">
                          <a:ln>
                            <a:noFill/>
                          </a:ln>
                          <a:solidFill>
                            <a:srgbClr val="000000"/>
                          </a:solidFill>
                          <a:effectLst/>
                          <a:uLnTx/>
                          <a:uFillTx/>
                          <a:latin typeface="Meiryo UI"/>
                          <a:ea typeface="+mn-ea"/>
                          <a:cs typeface="+mn-cs"/>
                        </a:rPr>
                        <a:t>3</a:t>
                      </a:r>
                      <a:r>
                        <a:rPr kumimoji="1" lang="ja-JP" altLang="en-US" sz="1100" b="0" i="0" u="none" strike="noStrike" kern="1200" cap="none" spc="0" normalizeH="0" baseline="0" noProof="0">
                          <a:ln>
                            <a:noFill/>
                          </a:ln>
                          <a:solidFill>
                            <a:srgbClr val="000000"/>
                          </a:solidFill>
                          <a:effectLst/>
                          <a:uLnTx/>
                          <a:uFillTx/>
                          <a:latin typeface="Meiryo UI"/>
                          <a:ea typeface="+mn-ea"/>
                          <a:cs typeface="+mn-cs"/>
                        </a:rPr>
                        <a:t>月</a:t>
                      </a:r>
                      <a:r>
                        <a:rPr lang="ja-JP" altLang="en-US" sz="1100" b="0" i="0" u="none" strike="noStrike" kern="1200" cap="none" spc="0" normalizeH="0" baseline="0" noProof="0">
                          <a:ln>
                            <a:noFill/>
                          </a:ln>
                          <a:solidFill>
                            <a:srgbClr val="000000"/>
                          </a:solidFill>
                          <a:effectLst/>
                          <a:uLnTx/>
                          <a:uFillTx/>
                          <a:latin typeface="Meiryo UI"/>
                          <a:ea typeface="+mn-ea"/>
                          <a:cs typeface="+mn-cs"/>
                        </a:rPr>
                        <a:t>(追記分)</a:t>
                      </a:r>
                      <a:endParaRPr kumimoji="1" lang="en-US" altLang="ja-JP" sz="1100" b="0" i="0" u="none" strike="noStrike" kern="1200" cap="none" spc="0" normalizeH="0" baseline="0" noProof="0">
                        <a:ln>
                          <a:noFill/>
                        </a:ln>
                        <a:solidFill>
                          <a:srgbClr val="000000"/>
                        </a:solidFill>
                        <a:effectLst/>
                        <a:uLnTx/>
                        <a:uFillTx/>
                        <a:latin typeface="Meiryo UI"/>
                        <a:ea typeface="+mn-ea"/>
                        <a:cs typeface="+mn-cs"/>
                      </a:endParaRPr>
                    </a:p>
                  </a:txBody>
                  <a:tcPr marL="0" marR="0" marT="0" marB="0" anchor="ct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tcPr>
                </a:tc>
                <a:tc>
                  <a:txBody>
                    <a:bodyPr/>
                    <a:lstStyle/>
                    <a:p>
                      <a:pPr marL="0" marR="0" lvl="0" indent="0" algn="l" defTabSz="843930">
                        <a:lnSpc>
                          <a:spcPts val="1200"/>
                        </a:lnSpc>
                        <a:spcBef>
                          <a:spcPts val="0"/>
                        </a:spcBef>
                        <a:spcAft>
                          <a:spcPts val="0"/>
                        </a:spcAft>
                        <a:buNone/>
                        <a:tabLst/>
                        <a:defRPr noProof="1"/>
                      </a:pPr>
                      <a:r>
                        <a:rPr lang="ja-JP" altLang="en-US" sz="1100" b="0" i="0" u="none" strike="noStrike" kern="1200" cap="none" spc="0" normalizeH="0" baseline="0" noProof="0">
                          <a:ln>
                            <a:noFill/>
                          </a:ln>
                          <a:solidFill>
                            <a:srgbClr val="000000"/>
                          </a:solidFill>
                          <a:effectLst/>
                          <a:uLnTx/>
                          <a:uFillTx/>
                        </a:rPr>
                        <a:t>「</a:t>
                      </a:r>
                      <a:r>
                        <a:rPr lang="ja-JP" sz="1100" b="0" i="0" u="none" strike="noStrike" kern="1200" cap="none" spc="0" normalizeH="0" baseline="0" noProof="0">
                          <a:ln>
                            <a:noFill/>
                          </a:ln>
                          <a:solidFill>
                            <a:srgbClr val="000000"/>
                          </a:solidFill>
                          <a:effectLst/>
                          <a:uLnTx/>
                          <a:uFillTx/>
                        </a:rPr>
                        <a:t>診断・症状・所見等</a:t>
                      </a:r>
                      <a:r>
                        <a:rPr lang="ja-JP" altLang="en-US" sz="1100" b="0" i="0" u="none" strike="noStrike" kern="1200" cap="none" spc="0" normalizeH="0" baseline="0" noProof="0">
                          <a:ln>
                            <a:noFill/>
                          </a:ln>
                          <a:solidFill>
                            <a:srgbClr val="000000"/>
                          </a:solidFill>
                          <a:effectLst/>
                          <a:uLnTx/>
                          <a:uFillTx/>
                        </a:rPr>
                        <a:t>」欄に</a:t>
                      </a:r>
                      <a:r>
                        <a:rPr lang="ja-JP" sz="1100" b="0" i="0" u="none" strike="noStrike" kern="1200" cap="none" spc="0" normalizeH="0" baseline="0" noProof="0">
                          <a:ln>
                            <a:noFill/>
                          </a:ln>
                          <a:solidFill>
                            <a:srgbClr val="000000"/>
                          </a:solidFill>
                          <a:effectLst/>
                          <a:uLnTx/>
                          <a:uFillTx/>
                        </a:rPr>
                        <a:t>は当初より詳細な記載が行われる可能性がある</a:t>
                      </a:r>
                      <a:r>
                        <a:rPr lang="ja-JP" altLang="en-US" sz="1100" b="0" i="0" u="none" strike="noStrike" kern="1200" cap="none" spc="0" normalizeH="0" baseline="0" noProof="0">
                          <a:ln>
                            <a:noFill/>
                          </a:ln>
                          <a:solidFill>
                            <a:srgbClr val="000000"/>
                          </a:solidFill>
                          <a:effectLst/>
                          <a:uLnTx/>
                          <a:uFillTx/>
                        </a:rPr>
                        <a:t>ことから</a:t>
                      </a:r>
                      <a:r>
                        <a:rPr lang="ja-JP" sz="1100" b="0" i="0" u="none" strike="noStrike" kern="1200" cap="none" spc="0" normalizeH="0" baseline="0" noProof="0">
                          <a:ln>
                            <a:noFill/>
                          </a:ln>
                          <a:solidFill>
                            <a:srgbClr val="000000"/>
                          </a:solidFill>
                          <a:effectLst/>
                          <a:uLnTx/>
                          <a:uFillTx/>
                        </a:rPr>
                        <a:t>、</a:t>
                      </a:r>
                      <a:r>
                        <a:rPr lang="ja-JP" altLang="en-US" sz="1100" b="0" i="0" u="none" strike="noStrike" kern="1200" cap="none" spc="0" normalizeH="0" baseline="0" noProof="0">
                          <a:ln>
                            <a:noFill/>
                          </a:ln>
                          <a:solidFill>
                            <a:srgbClr val="000000"/>
                          </a:solidFill>
                          <a:effectLst/>
                          <a:uLnTx/>
                          <a:uFillTx/>
                        </a:rPr>
                        <a:t>「</a:t>
                      </a:r>
                      <a:r>
                        <a:rPr lang="ja-JP" sz="1100" b="0" i="0" u="none" strike="noStrike" kern="1200" cap="none" spc="0" normalizeH="0" baseline="0" noProof="0">
                          <a:ln>
                            <a:noFill/>
                          </a:ln>
                          <a:solidFill>
                            <a:srgbClr val="000000"/>
                          </a:solidFill>
                          <a:effectLst/>
                          <a:uLnTx/>
                          <a:uFillTx/>
                        </a:rPr>
                        <a:t>薬剤名・アレルギー物質</a:t>
                      </a:r>
                      <a:r>
                        <a:rPr lang="ja-JP" altLang="en-US" sz="1100" b="0" i="0" u="none" strike="noStrike" kern="1200" cap="none" spc="0" normalizeH="0" baseline="0" noProof="0">
                          <a:ln>
                            <a:noFill/>
                          </a:ln>
                          <a:solidFill>
                            <a:srgbClr val="000000"/>
                          </a:solidFill>
                          <a:effectLst/>
                          <a:uLnTx/>
                          <a:uFillTx/>
                        </a:rPr>
                        <a:t>」</a:t>
                      </a:r>
                      <a:r>
                        <a:rPr lang="ja-JP" sz="1100" b="0" i="0" u="none" strike="noStrike" kern="1200" cap="none" spc="0" normalizeH="0" baseline="0" noProof="0">
                          <a:ln>
                            <a:noFill/>
                          </a:ln>
                          <a:solidFill>
                            <a:srgbClr val="000000"/>
                          </a:solidFill>
                          <a:effectLst/>
                          <a:uLnTx/>
                          <a:uFillTx/>
                        </a:rPr>
                        <a:t>の列を狭め、</a:t>
                      </a:r>
                      <a:r>
                        <a:rPr lang="ja-JP" altLang="en-US" sz="1100" b="0" i="0" u="none" strike="noStrike" kern="1200" cap="none" spc="0" normalizeH="0" baseline="0" noProof="0">
                          <a:ln>
                            <a:noFill/>
                          </a:ln>
                          <a:solidFill>
                            <a:srgbClr val="000000"/>
                          </a:solidFill>
                          <a:effectLst/>
                          <a:uLnTx/>
                          <a:uFillTx/>
                        </a:rPr>
                        <a:t>「</a:t>
                      </a:r>
                      <a:r>
                        <a:rPr lang="ja-JP" sz="1100" b="0" i="0" u="none" strike="noStrike" kern="1200" cap="none" spc="0" normalizeH="0" baseline="0" noProof="0">
                          <a:ln>
                            <a:noFill/>
                          </a:ln>
                          <a:solidFill>
                            <a:srgbClr val="000000"/>
                          </a:solidFill>
                          <a:effectLst/>
                          <a:uLnTx/>
                          <a:uFillTx/>
                        </a:rPr>
                        <a:t>診断・症状・所見等</a:t>
                      </a:r>
                      <a:r>
                        <a:rPr lang="ja-JP" altLang="en-US" sz="1100" b="0" i="0" u="none" strike="noStrike" kern="1200" cap="none" spc="0" normalizeH="0" baseline="0" noProof="0">
                          <a:ln>
                            <a:noFill/>
                          </a:ln>
                          <a:solidFill>
                            <a:srgbClr val="000000"/>
                          </a:solidFill>
                          <a:effectLst/>
                          <a:uLnTx/>
                          <a:uFillTx/>
                        </a:rPr>
                        <a:t>」</a:t>
                      </a:r>
                      <a:r>
                        <a:rPr lang="ja-JP" sz="1100" b="0" i="0" u="none" strike="noStrike" kern="1200" cap="none" spc="0" normalizeH="0" baseline="0" noProof="0">
                          <a:ln>
                            <a:noFill/>
                          </a:ln>
                          <a:solidFill>
                            <a:srgbClr val="000000"/>
                          </a:solidFill>
                          <a:effectLst/>
                          <a:uLnTx/>
                          <a:uFillTx/>
                        </a:rPr>
                        <a:t>の表示枠の横幅をさらに広げる</a:t>
                      </a:r>
                      <a:r>
                        <a:rPr lang="ja-JP" altLang="en-US" sz="1100" b="0" i="0" u="none" strike="noStrike" kern="1200" cap="none" spc="0" normalizeH="0" baseline="0" noProof="0">
                          <a:ln>
                            <a:noFill/>
                          </a:ln>
                          <a:solidFill>
                            <a:srgbClr val="000000"/>
                          </a:solidFill>
                          <a:effectLst/>
                          <a:uLnTx/>
                          <a:uFillTx/>
                        </a:rPr>
                        <a:t>改修が、</a:t>
                      </a:r>
                      <a:r>
                        <a:rPr lang="ja-JP" sz="1100" b="0" i="0" u="none" strike="noStrike" kern="1200" cap="none" spc="0" normalizeH="0" baseline="0" noProof="0">
                          <a:ln>
                            <a:noFill/>
                          </a:ln>
                          <a:solidFill>
                            <a:srgbClr val="000000"/>
                          </a:solidFill>
                          <a:effectLst/>
                          <a:uLnTx/>
                          <a:uFillTx/>
                        </a:rPr>
                        <a:t>3月リリースにて行</a:t>
                      </a:r>
                      <a:r>
                        <a:rPr lang="ja-JP" altLang="en-US" sz="1100" b="0" i="0" u="none" strike="noStrike" kern="1200" cap="none" spc="0" normalizeH="0" baseline="0" noProof="0">
                          <a:ln>
                            <a:noFill/>
                          </a:ln>
                          <a:solidFill>
                            <a:srgbClr val="000000"/>
                          </a:solidFill>
                          <a:effectLst/>
                          <a:uLnTx/>
                          <a:uFillTx/>
                        </a:rPr>
                        <a:t>われる旨を追記</a:t>
                      </a:r>
                      <a:r>
                        <a:rPr lang="ja-JP" sz="1100" b="0" i="0" u="none" strike="noStrike" kern="1200" cap="none" spc="0" normalizeH="0" baseline="0" noProof="0">
                          <a:ln>
                            <a:noFill/>
                          </a:ln>
                          <a:solidFill>
                            <a:srgbClr val="000000"/>
                          </a:solidFill>
                          <a:effectLst/>
                          <a:uLnTx/>
                          <a:uFillTx/>
                        </a:rPr>
                        <a:t>。</a:t>
                      </a:r>
                      <a:endParaRPr kumimoji="1" lang="ja-JP" altLang="en-US" sz="1100" b="0" i="0" u="none" strike="noStrike" kern="1200" cap="none" spc="0" normalizeH="0" baseline="0" noProof="0">
                        <a:ln>
                          <a:noFill/>
                        </a:ln>
                        <a:solidFill>
                          <a:srgbClr val="000000"/>
                        </a:solidFill>
                        <a:effectLst/>
                        <a:uLnTx/>
                        <a:uFillTx/>
                      </a:endParaRPr>
                    </a:p>
                  </a:txBody>
                  <a:tcPr anchor="ctr">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lvl="0" indent="0" algn="ctr" defTabSz="843930" rtl="0" eaLnBrk="1" latinLnBrk="0" hangingPunct="1">
                        <a:lnSpc>
                          <a:spcPts val="1200"/>
                        </a:lnSpc>
                        <a:spcBef>
                          <a:spcPts val="0"/>
                        </a:spcBef>
                        <a:spcAft>
                          <a:spcPts val="0"/>
                        </a:spcAft>
                        <a:buNone/>
                        <a:tabLst/>
                        <a:defRPr noProof="1"/>
                      </a:pPr>
                      <a:r>
                        <a:rPr kumimoji="1" lang="en-US" sz="1100" b="0" i="0" u="none" strike="noStrike" kern="1200" cap="none" spc="0" normalizeH="0" baseline="0" noProof="0">
                          <a:ln>
                            <a:noFill/>
                          </a:ln>
                          <a:solidFill>
                            <a:srgbClr val="000000"/>
                          </a:solidFill>
                          <a:effectLst/>
                          <a:uLnTx/>
                          <a:uFillTx/>
                          <a:latin typeface="Meiryo UI"/>
                          <a:ea typeface="Meiryo UI"/>
                          <a:cs typeface="+mn-cs"/>
                        </a:rPr>
                        <a:t>-</a:t>
                      </a:r>
                    </a:p>
                  </a:txBody>
                  <a:tcPr anchor="ctr">
                    <a:lnL w="10658" cap="flat" cmpd="sng" algn="ctr">
                      <a:solidFill>
                        <a:srgbClr val="000000"/>
                      </a:solidFill>
                      <a:prstDash val="solid"/>
                      <a:round/>
                      <a:headEnd type="none" w="med" len="med"/>
                      <a:tailEnd type="none" w="med" len="med"/>
                    </a:lnL>
                    <a:lnR w="10658">
                      <a:solidFill>
                        <a:srgbClr val="000000"/>
                      </a:solidFill>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81491682"/>
                  </a:ext>
                </a:extLst>
              </a:tr>
              <a:tr h="704144">
                <a:tc>
                  <a:txBody>
                    <a:bodyPr/>
                    <a:lstStyle/>
                    <a:p>
                      <a:pPr marL="0" marR="0" lvl="0" indent="0" algn="ctr" defTabSz="843930" rtl="0" eaLnBrk="1" fontAlgn="auto" latinLnBrk="0" hangingPunct="1">
                        <a:lnSpc>
                          <a:spcPts val="1200"/>
                        </a:lnSpc>
                        <a:spcBef>
                          <a:spcPts val="0"/>
                        </a:spcBef>
                        <a:spcAft>
                          <a:spcPts val="0"/>
                        </a:spcAft>
                        <a:buClrTx/>
                        <a:buSzTx/>
                        <a:buFontTx/>
                        <a:buNone/>
                        <a:tabLst/>
                        <a:defRPr noProof="1"/>
                      </a:pPr>
                      <a:r>
                        <a:rPr kumimoji="1" lang="en-US" altLang="ja-JP" sz="1100" b="0" i="0" u="none" strike="noStrike" kern="1200" cap="none" spc="0" normalizeH="0" baseline="0" noProof="0">
                          <a:ln>
                            <a:noFill/>
                          </a:ln>
                          <a:solidFill>
                            <a:srgbClr val="000000"/>
                          </a:solidFill>
                          <a:effectLst/>
                          <a:uLnTx/>
                          <a:uFillTx/>
                          <a:latin typeface="Meiryo UI"/>
                          <a:ea typeface="Meiryo UI"/>
                          <a:cs typeface="+mn-cs"/>
                        </a:rPr>
                        <a:t>3</a:t>
                      </a:r>
                    </a:p>
                  </a:txBody>
                  <a:tcPr marL="36000" marR="36000" marT="36000" marB="36000" anchor="ctr">
                    <a:lnL w="10658">
                      <a:solidFill>
                        <a:srgbClr val="000000"/>
                      </a:solidFill>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ctr" defTabSz="843930" rtl="0" eaLnBrk="1" fontAlgn="auto" latinLnBrk="0" hangingPunct="1">
                        <a:lnSpc>
                          <a:spcPts val="1200"/>
                        </a:lnSpc>
                        <a:spcBef>
                          <a:spcPts val="0"/>
                        </a:spcBef>
                        <a:spcAft>
                          <a:spcPts val="0"/>
                        </a:spcAft>
                        <a:buClrTx/>
                        <a:buSzTx/>
                        <a:buFontTx/>
                        <a:buNone/>
                        <a:tabLst/>
                        <a:defRPr noProof="1"/>
                      </a:pPr>
                      <a:r>
                        <a:rPr kumimoji="1" lang="ja-JP" altLang="en-US" sz="1100" b="0" i="0" u="none" strike="noStrike" kern="1200" cap="none" spc="0" normalizeH="0" baseline="0" noProof="0">
                          <a:ln>
                            <a:noFill/>
                          </a:ln>
                          <a:solidFill>
                            <a:srgbClr val="000000"/>
                          </a:solidFill>
                          <a:effectLst/>
                          <a:uLnTx/>
                          <a:uFillTx/>
                          <a:latin typeface="Meiryo UI"/>
                          <a:ea typeface="Meiryo UI"/>
                          <a:cs typeface="+mn-cs"/>
                        </a:rPr>
                        <a:t>更新</a:t>
                      </a:r>
                      <a:endParaRPr kumimoji="1" lang="en-US" altLang="ja-JP" sz="1100" b="0" i="0" u="none" strike="noStrike" kern="1200" cap="none" spc="0" normalizeH="0" baseline="0" noProof="0">
                        <a:ln>
                          <a:noFill/>
                        </a:ln>
                        <a:solidFill>
                          <a:srgbClr val="000000"/>
                        </a:solidFill>
                        <a:effectLst/>
                        <a:uLnTx/>
                        <a:uFillTx/>
                        <a:latin typeface="Meiryo UI"/>
                        <a:ea typeface="Meiryo UI"/>
                        <a:cs typeface="+mn-cs"/>
                      </a:endParaRPr>
                    </a:p>
                  </a:txBody>
                  <a:tcPr marL="36000" marR="36000" marT="36000" marB="36000"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ctr" defTabSz="843930" rtl="0" eaLnBrk="1" fontAlgn="auto" latinLnBrk="0" hangingPunct="1">
                        <a:lnSpc>
                          <a:spcPts val="1200"/>
                        </a:lnSpc>
                        <a:spcBef>
                          <a:spcPts val="0"/>
                        </a:spcBef>
                        <a:spcAft>
                          <a:spcPts val="0"/>
                        </a:spcAft>
                        <a:buClrTx/>
                        <a:buSzTx/>
                        <a:buFontTx/>
                        <a:buNone/>
                        <a:tabLst/>
                        <a:defRPr noProof="1"/>
                      </a:pPr>
                      <a:r>
                        <a:rPr kumimoji="1" lang="en-US" altLang="ja-JP" sz="1100" b="0" i="0" u="none" strike="noStrike" kern="1200" cap="none" spc="0" normalizeH="0" baseline="0" noProof="0">
                          <a:ln>
                            <a:noFill/>
                          </a:ln>
                          <a:solidFill>
                            <a:srgbClr val="000000"/>
                          </a:solidFill>
                          <a:effectLst/>
                          <a:uLnTx/>
                          <a:uFillTx/>
                          <a:latin typeface="Meiryo UI"/>
                          <a:ea typeface="Meiryo UI"/>
                          <a:cs typeface="+mn-cs"/>
                        </a:rPr>
                        <a:t>210</a:t>
                      </a:r>
                    </a:p>
                  </a:txBody>
                  <a:tcPr marL="36000" marR="36000" marT="36000" marB="36000"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a:lnSpc>
                          <a:spcPts val="1200"/>
                        </a:lnSpc>
                        <a:spcBef>
                          <a:spcPts val="0"/>
                        </a:spcBef>
                        <a:spcAft>
                          <a:spcPts val="0"/>
                        </a:spcAft>
                        <a:buNone/>
                        <a:tabLst/>
                        <a:defRPr noProof="1"/>
                      </a:pPr>
                      <a:r>
                        <a:rPr lang="ja-JP" altLang="en-US" sz="1100" b="0" i="0" u="none" strike="noStrike" kern="1200" cap="none" spc="0" normalizeH="0" baseline="0" noProof="0">
                          <a:ln>
                            <a:noFill/>
                          </a:ln>
                          <a:solidFill>
                            <a:srgbClr val="000000"/>
                          </a:solidFill>
                          <a:effectLst/>
                          <a:uLnTx/>
                          <a:uFillTx/>
                        </a:rPr>
                        <a:t>血液型に関する情報を共有対象外とする改修</a:t>
                      </a:r>
                      <a:endParaRPr kumimoji="1" lang="ja-JP" altLang="en-US" sz="1100" b="0" i="0" u="none" strike="noStrike" kern="1200" cap="none" spc="0" normalizeH="0" baseline="0" noProof="0">
                        <a:ln>
                          <a:noFill/>
                        </a:ln>
                        <a:solidFill>
                          <a:srgbClr val="000000"/>
                        </a:solidFill>
                        <a:effectLst/>
                        <a:uLnTx/>
                        <a:uFillTx/>
                      </a:endParaRPr>
                    </a:p>
                  </a:txBody>
                  <a:tcPr marL="0" marR="0" marT="0" marB="0" anchor="ctr">
                    <a:lnL w="10658" cap="flat" cmpd="sng" algn="ctr">
                      <a:solidFill>
                        <a:srgbClr val="000000"/>
                      </a:solidFill>
                      <a:prstDash val="solid"/>
                      <a:round/>
                      <a:headEnd type="none" w="med" len="med"/>
                      <a:tailEnd type="none" w="med" len="med"/>
                    </a:lnL>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tcPr>
                </a:tc>
                <a:tc>
                  <a:txBody>
                    <a:bodyPr/>
                    <a:lstStyle/>
                    <a:p>
                      <a:pPr marL="0" marR="0" lvl="0" indent="0" algn="ctr" defTabSz="843930" rtl="0" eaLnBrk="1" fontAlgn="auto" latinLnBrk="0" hangingPunct="1">
                        <a:lnSpc>
                          <a:spcPts val="1200"/>
                        </a:lnSpc>
                        <a:spcBef>
                          <a:spcPts val="0"/>
                        </a:spcBef>
                        <a:spcAft>
                          <a:spcPts val="0"/>
                        </a:spcAft>
                        <a:buClrTx/>
                        <a:buSzTx/>
                        <a:buFontTx/>
                        <a:buNone/>
                        <a:tabLst/>
                        <a:defRPr noProof="1"/>
                      </a:pPr>
                      <a:r>
                        <a:rPr lang="en-US" altLang="ja-JP" sz="1100" b="0" i="0" u="none" strike="noStrike" kern="1200" cap="none" spc="0" normalizeH="0" baseline="0" noProof="0">
                          <a:ln>
                            <a:noFill/>
                          </a:ln>
                          <a:solidFill>
                            <a:srgbClr val="000000"/>
                          </a:solidFill>
                          <a:effectLst/>
                          <a:uLnTx/>
                          <a:uFillTx/>
                          <a:latin typeface="Meiryo UI"/>
                          <a:ea typeface="+mn-ea"/>
                          <a:cs typeface="+mn-cs"/>
                        </a:rPr>
                        <a:t>令和8年度</a:t>
                      </a:r>
                      <a:r>
                        <a:rPr kumimoji="1" lang="en-US" altLang="ja-JP" sz="1100" b="0" i="0" u="none" strike="noStrike" kern="1200" cap="none" spc="0" normalizeH="0" baseline="0" noProof="0">
                          <a:ln>
                            <a:noFill/>
                          </a:ln>
                          <a:solidFill>
                            <a:srgbClr val="000000"/>
                          </a:solidFill>
                          <a:effectLst/>
                          <a:uLnTx/>
                          <a:uFillTx/>
                          <a:latin typeface="Meiryo UI"/>
                          <a:ea typeface="+mn-ea"/>
                          <a:cs typeface="+mn-cs"/>
                        </a:rPr>
                        <a:t>3</a:t>
                      </a:r>
                      <a:r>
                        <a:rPr kumimoji="1" lang="ja-JP" altLang="en-US" sz="1100" b="0" i="0" u="none" strike="noStrike" kern="1200" cap="none" spc="0" normalizeH="0" baseline="0" noProof="0">
                          <a:ln>
                            <a:noFill/>
                          </a:ln>
                          <a:solidFill>
                            <a:srgbClr val="000000"/>
                          </a:solidFill>
                          <a:effectLst/>
                          <a:uLnTx/>
                          <a:uFillTx/>
                          <a:latin typeface="Meiryo UI"/>
                          <a:ea typeface="+mn-ea"/>
                          <a:cs typeface="+mn-cs"/>
                        </a:rPr>
                        <a:t>月</a:t>
                      </a:r>
                      <a:endParaRPr kumimoji="1" lang="en-US" altLang="ja-JP" sz="1100" b="0" i="0" u="none" strike="noStrike" kern="1200" cap="none" spc="0" normalizeH="0" baseline="0" noProof="0">
                        <a:ln>
                          <a:noFill/>
                        </a:ln>
                        <a:solidFill>
                          <a:srgbClr val="000000"/>
                        </a:solidFill>
                        <a:effectLst/>
                        <a:uLnTx/>
                        <a:uFillTx/>
                        <a:latin typeface="Meiryo UI"/>
                        <a:ea typeface="+mn-ea"/>
                        <a:cs typeface="+mn-cs"/>
                      </a:endParaRPr>
                    </a:p>
                  </a:txBody>
                  <a:tcPr marL="0" marR="0" marT="0" marB="0" anchor="ct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tcPr>
                </a:tc>
                <a:tc>
                  <a:txBody>
                    <a:bodyPr/>
                    <a:lstStyle/>
                    <a:p>
                      <a:pPr marL="0" marR="0" lvl="0" indent="0" algn="l" defTabSz="843930">
                        <a:lnSpc>
                          <a:spcPts val="1200"/>
                        </a:lnSpc>
                        <a:spcBef>
                          <a:spcPts val="0"/>
                        </a:spcBef>
                        <a:spcAft>
                          <a:spcPts val="0"/>
                        </a:spcAft>
                        <a:buNone/>
                        <a:tabLst/>
                        <a:defRPr noProof="1"/>
                      </a:pPr>
                      <a:r>
                        <a:rPr kumimoji="1" lang="ja-JP" altLang="en-US" sz="1100" b="0" i="0" u="none" strike="noStrike" kern="1200" cap="none" spc="0" normalizeH="0" baseline="0" noProof="0">
                          <a:ln>
                            <a:noFill/>
                          </a:ln>
                          <a:solidFill>
                            <a:srgbClr val="000000"/>
                          </a:solidFill>
                          <a:effectLst/>
                          <a:uLnTx/>
                          <a:uFillTx/>
                        </a:rPr>
                        <a:t>モデル期間中に登録された血液型の検査結果の論理削除に係る検討について、以下進捗を要求事項欄および備考欄に追記した。</a:t>
                      </a:r>
                      <a:br>
                        <a:rPr kumimoji="1" lang="en-US" altLang="ja-JP" sz="1100" b="0" i="0" u="none" strike="noStrike" kern="1200" cap="none" spc="0" normalizeH="0" baseline="0" noProof="0">
                          <a:ln>
                            <a:noFill/>
                          </a:ln>
                          <a:solidFill>
                            <a:srgbClr val="000000"/>
                          </a:solidFill>
                          <a:effectLst/>
                          <a:uLnTx/>
                          <a:uFillTx/>
                        </a:rPr>
                      </a:br>
                      <a:r>
                        <a:rPr kumimoji="1" lang="ja-JP" altLang="en-US" sz="1100" b="0" i="0" u="none" strike="noStrike" kern="1200" cap="none" spc="0" normalizeH="0" baseline="0" noProof="0">
                          <a:ln>
                            <a:noFill/>
                          </a:ln>
                          <a:solidFill>
                            <a:srgbClr val="000000"/>
                          </a:solidFill>
                          <a:effectLst/>
                          <a:uLnTx/>
                          <a:uFillTx/>
                        </a:rPr>
                        <a:t>・機構にて「リソース単位での削除は不可であり、</a:t>
                      </a:r>
                      <a:r>
                        <a:rPr kumimoji="1" lang="en-US" altLang="ja-JP" sz="1100" b="0" i="0" u="none" strike="noStrike" kern="1200" cap="none" spc="0" normalizeH="0" baseline="0" noProof="0">
                          <a:ln>
                            <a:noFill/>
                          </a:ln>
                          <a:solidFill>
                            <a:srgbClr val="000000"/>
                          </a:solidFill>
                          <a:effectLst/>
                          <a:uLnTx/>
                          <a:uFillTx/>
                        </a:rPr>
                        <a:t>Bundle ID</a:t>
                      </a:r>
                      <a:r>
                        <a:rPr kumimoji="1" lang="ja-JP" altLang="en-US" sz="1100" b="0" i="0" u="none" strike="noStrike" kern="1200" cap="none" spc="0" normalizeH="0" baseline="0" noProof="0">
                          <a:ln>
                            <a:noFill/>
                          </a:ln>
                          <a:solidFill>
                            <a:srgbClr val="000000"/>
                          </a:solidFill>
                          <a:effectLst/>
                          <a:uLnTx/>
                          <a:uFillTx/>
                        </a:rPr>
                        <a:t>単位での削除が必要」であることを確認</a:t>
                      </a:r>
                      <a:br>
                        <a:rPr kumimoji="1" lang="en-US" altLang="ja-JP" sz="1100" b="0" i="0" u="none" strike="noStrike" kern="1200" cap="none" spc="0" normalizeH="0" baseline="0" noProof="0">
                          <a:ln>
                            <a:noFill/>
                          </a:ln>
                          <a:solidFill>
                            <a:srgbClr val="000000"/>
                          </a:solidFill>
                          <a:effectLst/>
                          <a:uLnTx/>
                          <a:uFillTx/>
                        </a:rPr>
                      </a:br>
                      <a:r>
                        <a:rPr kumimoji="1" lang="ja-JP" altLang="en-US" sz="1100" b="0" i="0" u="none" strike="noStrike" kern="1200" cap="none" spc="0" normalizeH="0" baseline="0" noProof="0">
                          <a:ln>
                            <a:noFill/>
                          </a:ln>
                          <a:solidFill>
                            <a:srgbClr val="000000"/>
                          </a:solidFill>
                          <a:effectLst/>
                          <a:uLnTx/>
                          <a:uFillTx/>
                        </a:rPr>
                        <a:t>・基金の確認結果を踏まえ、「</a:t>
                      </a:r>
                      <a:r>
                        <a:rPr kumimoji="1" lang="en-US" altLang="ja-JP" sz="1100" b="0" i="0" u="none" strike="noStrike" kern="1200" cap="none" spc="0" normalizeH="0" baseline="0" noProof="0">
                          <a:ln>
                            <a:noFill/>
                          </a:ln>
                          <a:solidFill>
                            <a:srgbClr val="000000"/>
                          </a:solidFill>
                          <a:effectLst/>
                          <a:uLnTx/>
                          <a:uFillTx/>
                        </a:rPr>
                        <a:t>Bundle ID</a:t>
                      </a:r>
                      <a:r>
                        <a:rPr kumimoji="1" lang="ja-JP" altLang="en-US" sz="1100" b="0" i="0" u="none" strike="noStrike" kern="1200" cap="none" spc="0" normalizeH="0" baseline="0" noProof="0">
                          <a:ln>
                            <a:noFill/>
                          </a:ln>
                          <a:solidFill>
                            <a:srgbClr val="000000"/>
                          </a:solidFill>
                          <a:effectLst/>
                          <a:uLnTx/>
                          <a:uFillTx/>
                        </a:rPr>
                        <a:t>単位での削除」による対応が可能か検討中</a:t>
                      </a:r>
                      <a:endParaRPr kumimoji="1" lang="en-US" altLang="ja-JP" sz="1100" b="0" i="0" u="none" strike="noStrike" kern="1200" cap="none" spc="0" normalizeH="0" baseline="0" noProof="0">
                        <a:ln>
                          <a:noFill/>
                        </a:ln>
                        <a:solidFill>
                          <a:srgbClr val="000000"/>
                        </a:solidFill>
                        <a:effectLst/>
                        <a:uLnTx/>
                        <a:uFillTx/>
                      </a:endParaRPr>
                    </a:p>
                    <a:p>
                      <a:pPr marL="0" marR="0" lvl="0" indent="0" algn="l" defTabSz="843930">
                        <a:lnSpc>
                          <a:spcPts val="1200"/>
                        </a:lnSpc>
                        <a:spcBef>
                          <a:spcPts val="0"/>
                        </a:spcBef>
                        <a:spcAft>
                          <a:spcPts val="0"/>
                        </a:spcAft>
                        <a:buNone/>
                        <a:tabLst/>
                        <a:defRPr noProof="1"/>
                      </a:pPr>
                      <a:r>
                        <a:rPr kumimoji="1" lang="en-US" altLang="ja-JP" sz="1100" b="0" i="0" u="none" strike="noStrike" kern="1200" cap="none" spc="0" normalizeH="0" baseline="0" noProof="0">
                          <a:ln>
                            <a:noFill/>
                          </a:ln>
                          <a:solidFill>
                            <a:srgbClr val="000000"/>
                          </a:solidFill>
                          <a:effectLst/>
                          <a:uLnTx/>
                          <a:uFillTx/>
                        </a:rPr>
                        <a:t>※</a:t>
                      </a:r>
                      <a:r>
                        <a:rPr kumimoji="1" lang="ja-JP" altLang="en-US" sz="1100" b="0" i="0" u="none" strike="noStrike" kern="1200" cap="none" spc="0" normalizeH="0" baseline="0" noProof="0">
                          <a:ln>
                            <a:noFill/>
                          </a:ln>
                          <a:solidFill>
                            <a:srgbClr val="000000"/>
                          </a:solidFill>
                          <a:effectLst/>
                          <a:uLnTx/>
                          <a:uFillTx/>
                        </a:rPr>
                        <a:t>なお上記は、本案件の実装対象外の関連検討</a:t>
                      </a:r>
                    </a:p>
                  </a:txBody>
                  <a:tcPr anchor="ctr">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ctr" defTabSz="843930" rtl="0" eaLnBrk="1" fontAlgn="auto" latinLnBrk="0" hangingPunct="1">
                        <a:lnSpc>
                          <a:spcPts val="1200"/>
                        </a:lnSpc>
                        <a:spcBef>
                          <a:spcPts val="0"/>
                        </a:spcBef>
                        <a:spcAft>
                          <a:spcPts val="0"/>
                        </a:spcAft>
                        <a:buClrTx/>
                        <a:buSzTx/>
                        <a:buFontTx/>
                        <a:buNone/>
                        <a:tabLst/>
                        <a:defRPr noProof="1"/>
                      </a:pPr>
                      <a:r>
                        <a:rPr kumimoji="1" lang="en-US" altLang="ja-JP" sz="1100" b="0" i="0" u="none" strike="noStrike" kern="1200" cap="none" spc="0" normalizeH="0" baseline="0" noProof="0">
                          <a:ln>
                            <a:noFill/>
                          </a:ln>
                          <a:solidFill>
                            <a:srgbClr val="000000"/>
                          </a:solidFill>
                          <a:effectLst/>
                          <a:uLnTx/>
                          <a:uFillTx/>
                          <a:latin typeface="Meiryo UI"/>
                          <a:ea typeface="+mn-ea"/>
                          <a:cs typeface="+mn-cs"/>
                        </a:rPr>
                        <a:t>10/13</a:t>
                      </a:r>
                      <a:r>
                        <a:rPr kumimoji="1" lang="ja-JP" altLang="en-US" sz="1100" b="0" i="0" u="none" strike="noStrike" kern="1200" cap="none" spc="0" normalizeH="0" baseline="0" noProof="0">
                          <a:ln>
                            <a:noFill/>
                          </a:ln>
                          <a:solidFill>
                            <a:srgbClr val="000000"/>
                          </a:solidFill>
                          <a:effectLst/>
                          <a:uLnTx/>
                          <a:uFillTx/>
                          <a:latin typeface="Meiryo UI"/>
                          <a:ea typeface="+mn-ea"/>
                          <a:cs typeface="+mn-cs"/>
                        </a:rPr>
                        <a:t> 開発課題検討会にてモデル期間中に登録された血液型の検査結果の取り扱いについて付議予定</a:t>
                      </a:r>
                      <a:endParaRPr kumimoji="1" lang="en-US" altLang="ja-JP" sz="1100" b="0" i="0" u="none" strike="noStrike" kern="1200" cap="none" spc="0" normalizeH="0" baseline="0" noProof="0">
                        <a:ln>
                          <a:noFill/>
                        </a:ln>
                        <a:solidFill>
                          <a:srgbClr val="000000"/>
                        </a:solidFill>
                        <a:effectLst/>
                        <a:uLnTx/>
                        <a:uFillTx/>
                        <a:latin typeface="Meiryo UI"/>
                        <a:ea typeface="+mn-ea"/>
                        <a:cs typeface="+mn-cs"/>
                      </a:endParaRPr>
                    </a:p>
                  </a:txBody>
                  <a:tcPr anchor="ctr">
                    <a:lnL w="10658" cap="flat" cmpd="sng" algn="ctr">
                      <a:solidFill>
                        <a:srgbClr val="000000"/>
                      </a:solidFill>
                      <a:prstDash val="solid"/>
                      <a:round/>
                      <a:headEnd type="none" w="med" len="med"/>
                      <a:tailEnd type="none" w="med" len="med"/>
                    </a:lnL>
                    <a:lnR w="10658">
                      <a:solidFill>
                        <a:srgbClr val="000000"/>
                      </a:solidFill>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51737358"/>
                  </a:ext>
                </a:extLst>
              </a:tr>
              <a:tr h="364467">
                <a:tc>
                  <a:txBody>
                    <a:bodyPr/>
                    <a:lstStyle/>
                    <a:p>
                      <a:pPr marL="0" marR="0" lvl="0" indent="0" algn="ctr" defTabSz="843930" rtl="0" eaLnBrk="1" fontAlgn="auto" latinLnBrk="0" hangingPunct="1">
                        <a:lnSpc>
                          <a:spcPts val="1200"/>
                        </a:lnSpc>
                        <a:spcBef>
                          <a:spcPts val="0"/>
                        </a:spcBef>
                        <a:spcAft>
                          <a:spcPts val="0"/>
                        </a:spcAft>
                        <a:buClrTx/>
                        <a:buSzTx/>
                        <a:buFontTx/>
                        <a:buNone/>
                        <a:tabLst/>
                        <a:defRPr noProof="1"/>
                      </a:pPr>
                      <a:r>
                        <a:rPr kumimoji="1" lang="en-US" altLang="ja-JP" sz="1100" b="0" i="0" u="none" strike="noStrike" kern="1200" cap="none" spc="0" normalizeH="0" baseline="0" noProof="0">
                          <a:ln>
                            <a:noFill/>
                          </a:ln>
                          <a:solidFill>
                            <a:srgbClr val="000000"/>
                          </a:solidFill>
                          <a:effectLst/>
                          <a:uLnTx/>
                          <a:uFillTx/>
                          <a:latin typeface="Meiryo UI"/>
                          <a:ea typeface="Meiryo UI"/>
                          <a:cs typeface="+mn-cs"/>
                        </a:rPr>
                        <a:t>4</a:t>
                      </a:r>
                    </a:p>
                  </a:txBody>
                  <a:tcPr marL="36000" marR="36000" marT="36000" marB="36000" anchor="ctr">
                    <a:lnL w="10658">
                      <a:solidFill>
                        <a:srgbClr val="000000"/>
                      </a:solidFill>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ctr" defTabSz="843930" rtl="0" eaLnBrk="1" fontAlgn="auto" latinLnBrk="0" hangingPunct="1">
                        <a:lnSpc>
                          <a:spcPts val="1200"/>
                        </a:lnSpc>
                        <a:spcBef>
                          <a:spcPts val="0"/>
                        </a:spcBef>
                        <a:spcAft>
                          <a:spcPts val="0"/>
                        </a:spcAft>
                        <a:buClrTx/>
                        <a:buSzTx/>
                        <a:buFontTx/>
                        <a:buNone/>
                        <a:tabLst/>
                        <a:defRPr noProof="1"/>
                      </a:pPr>
                      <a:r>
                        <a:rPr kumimoji="1" lang="ja-JP" altLang="en-US" sz="1100" b="0" i="0" u="none" strike="noStrike" kern="1200" cap="none" spc="0" normalizeH="0" baseline="0" noProof="0">
                          <a:ln>
                            <a:noFill/>
                          </a:ln>
                          <a:solidFill>
                            <a:srgbClr val="000000"/>
                          </a:solidFill>
                          <a:effectLst/>
                          <a:uLnTx/>
                          <a:uFillTx/>
                          <a:latin typeface="Meiryo UI"/>
                          <a:ea typeface="Meiryo UI"/>
                          <a:cs typeface="+mn-cs"/>
                        </a:rPr>
                        <a:t>取り下げ</a:t>
                      </a:r>
                      <a:endParaRPr kumimoji="1" lang="en-US" altLang="ja-JP" sz="1100" b="0" i="0" u="none" strike="noStrike" kern="1200" cap="none" spc="0" normalizeH="0" baseline="0" noProof="0">
                        <a:ln>
                          <a:noFill/>
                        </a:ln>
                        <a:solidFill>
                          <a:srgbClr val="000000"/>
                        </a:solidFill>
                        <a:effectLst/>
                        <a:uLnTx/>
                        <a:uFillTx/>
                        <a:latin typeface="Meiryo UI"/>
                        <a:ea typeface="Meiryo UI"/>
                        <a:cs typeface="+mn-cs"/>
                      </a:endParaRPr>
                    </a:p>
                  </a:txBody>
                  <a:tcPr marL="36000" marR="36000" marT="36000" marB="36000"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ctr" defTabSz="843930" rtl="0" eaLnBrk="1" fontAlgn="auto" latinLnBrk="0" hangingPunct="1">
                        <a:lnSpc>
                          <a:spcPts val="1200"/>
                        </a:lnSpc>
                        <a:spcBef>
                          <a:spcPts val="0"/>
                        </a:spcBef>
                        <a:spcAft>
                          <a:spcPts val="0"/>
                        </a:spcAft>
                        <a:buClrTx/>
                        <a:buSzTx/>
                        <a:buFontTx/>
                        <a:buNone/>
                        <a:tabLst/>
                        <a:defRPr noProof="1"/>
                      </a:pPr>
                      <a:r>
                        <a:rPr kumimoji="1" lang="en-US" altLang="ja-JP" sz="1100" b="0" i="0" u="none" strike="noStrike" kern="1200" cap="none" spc="0" normalizeH="0" baseline="0" noProof="0">
                          <a:ln>
                            <a:noFill/>
                          </a:ln>
                          <a:solidFill>
                            <a:srgbClr val="000000"/>
                          </a:solidFill>
                          <a:effectLst/>
                          <a:uLnTx/>
                          <a:uFillTx/>
                          <a:latin typeface="Meiryo UI"/>
                          <a:ea typeface="Meiryo UI"/>
                          <a:cs typeface="+mn-cs"/>
                        </a:rPr>
                        <a:t>226</a:t>
                      </a:r>
                    </a:p>
                  </a:txBody>
                  <a:tcPr marL="36000" marR="36000" marT="36000" marB="36000"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ctr" defTabSz="843930">
                        <a:lnSpc>
                          <a:spcPts val="1200"/>
                        </a:lnSpc>
                        <a:spcBef>
                          <a:spcPts val="0"/>
                        </a:spcBef>
                        <a:spcAft>
                          <a:spcPts val="0"/>
                        </a:spcAft>
                        <a:buNone/>
                        <a:tabLst/>
                        <a:defRPr noProof="1"/>
                      </a:pPr>
                      <a:r>
                        <a:rPr kumimoji="1" lang="ja-JP" altLang="en-US" sz="1100"/>
                        <a:t>患者サマリへの</a:t>
                      </a:r>
                      <a:r>
                        <a:rPr kumimoji="1" lang="en-US" altLang="ja-JP" sz="1100"/>
                        <a:t>PDF</a:t>
                      </a:r>
                      <a:r>
                        <a:rPr kumimoji="1" lang="ja-JP" altLang="en-US" sz="1100"/>
                        <a:t>の添付機能</a:t>
                      </a:r>
                      <a:endParaRPr kumimoji="1" lang="en-US" sz="1100"/>
                    </a:p>
                  </a:txBody>
                  <a:tcPr marL="0" marR="0" marT="0" marB="0" anchor="ctr">
                    <a:lnL w="10658" cap="flat" cmpd="sng" algn="ctr">
                      <a:solidFill>
                        <a:srgbClr val="000000"/>
                      </a:solidFill>
                      <a:prstDash val="solid"/>
                      <a:round/>
                      <a:headEnd type="none" w="med" len="med"/>
                      <a:tailEnd type="none" w="med" len="med"/>
                    </a:lnL>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tcPr>
                </a:tc>
                <a:tc>
                  <a:txBody>
                    <a:bodyPr/>
                    <a:lstStyle/>
                    <a:p>
                      <a:pPr marL="0" marR="0" lvl="0" indent="0" algn="ctr" defTabSz="843930" rtl="0" eaLnBrk="1" fontAlgn="auto" latinLnBrk="0" hangingPunct="1">
                        <a:lnSpc>
                          <a:spcPts val="1200"/>
                        </a:lnSpc>
                        <a:spcBef>
                          <a:spcPts val="0"/>
                        </a:spcBef>
                        <a:spcAft>
                          <a:spcPts val="0"/>
                        </a:spcAft>
                        <a:buClrTx/>
                        <a:buSzTx/>
                        <a:buFontTx/>
                        <a:buNone/>
                        <a:tabLst/>
                        <a:defRPr noProof="1"/>
                      </a:pPr>
                      <a:r>
                        <a:rPr kumimoji="1" lang="ja-JP" altLang="en-US" sz="1100" b="0" i="0" u="none" strike="noStrike" kern="1200" cap="none" spc="0" normalizeH="0" baseline="0" noProof="0">
                          <a:ln>
                            <a:noFill/>
                          </a:ln>
                          <a:solidFill>
                            <a:srgbClr val="000000"/>
                          </a:solidFill>
                          <a:effectLst/>
                          <a:uLnTx/>
                          <a:uFillTx/>
                          <a:latin typeface="Meiryo UI"/>
                          <a:ea typeface="+mn-ea"/>
                          <a:cs typeface="+mn-cs"/>
                        </a:rPr>
                        <a:t>令和</a:t>
                      </a:r>
                      <a:r>
                        <a:rPr kumimoji="1" lang="en-US" altLang="ja-JP" sz="1100" b="0" i="0" u="none" strike="noStrike" kern="1200" cap="none" spc="0" normalizeH="0" baseline="0" noProof="0">
                          <a:ln>
                            <a:noFill/>
                          </a:ln>
                          <a:solidFill>
                            <a:srgbClr val="000000"/>
                          </a:solidFill>
                          <a:effectLst/>
                          <a:uLnTx/>
                          <a:uFillTx/>
                          <a:latin typeface="Meiryo UI"/>
                          <a:ea typeface="+mn-ea"/>
                          <a:cs typeface="+mn-cs"/>
                        </a:rPr>
                        <a:t>9</a:t>
                      </a:r>
                      <a:r>
                        <a:rPr kumimoji="1" lang="ja-JP" altLang="en-US" sz="1100" b="0" i="0" u="none" strike="noStrike" kern="1200" cap="none" spc="0" normalizeH="0" baseline="0" noProof="0">
                          <a:ln>
                            <a:noFill/>
                          </a:ln>
                          <a:solidFill>
                            <a:srgbClr val="000000"/>
                          </a:solidFill>
                          <a:effectLst/>
                          <a:uLnTx/>
                          <a:uFillTx/>
                          <a:latin typeface="Meiryo UI"/>
                          <a:ea typeface="+mn-ea"/>
                          <a:cs typeface="+mn-cs"/>
                        </a:rPr>
                        <a:t>年度</a:t>
                      </a:r>
                      <a:endParaRPr kumimoji="1" lang="en-US" altLang="ja-JP" sz="1100" b="0" i="0" u="none" strike="noStrike" kern="1200" cap="none" spc="0" normalizeH="0" baseline="0" noProof="0">
                        <a:ln>
                          <a:noFill/>
                        </a:ln>
                        <a:solidFill>
                          <a:srgbClr val="000000"/>
                        </a:solidFill>
                        <a:effectLst/>
                        <a:uLnTx/>
                        <a:uFillTx/>
                        <a:latin typeface="Meiryo UI"/>
                        <a:ea typeface="+mn-ea"/>
                        <a:cs typeface="+mn-cs"/>
                      </a:endParaRPr>
                    </a:p>
                  </a:txBody>
                  <a:tcPr marL="0" marR="0" marT="0" marB="0" anchor="ct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tcPr>
                </a:tc>
                <a:tc>
                  <a:txBody>
                    <a:bodyPr/>
                    <a:lstStyle/>
                    <a:p>
                      <a:pPr marL="0" marR="0" lvl="0" indent="0" algn="l" defTabSz="843930">
                        <a:lnSpc>
                          <a:spcPts val="1200"/>
                        </a:lnSpc>
                        <a:spcBef>
                          <a:spcPts val="0"/>
                        </a:spcBef>
                        <a:spcAft>
                          <a:spcPts val="0"/>
                        </a:spcAft>
                        <a:buNone/>
                        <a:tabLst/>
                        <a:defRPr noProof="1"/>
                      </a:pPr>
                      <a:r>
                        <a:rPr kumimoji="1" lang="ja-JP" altLang="en-US" sz="1100" b="0" i="0" u="none" strike="noStrike" kern="1200" cap="none" spc="0" normalizeH="0" baseline="0" noProof="0">
                          <a:ln>
                            <a:noFill/>
                          </a:ln>
                          <a:solidFill>
                            <a:srgbClr val="000000"/>
                          </a:solidFill>
                          <a:effectLst/>
                          <a:uLnTx/>
                          <a:uFillTx/>
                        </a:rPr>
                        <a:t>医師会との調整を踏まえて、厚労省にて検討の結果、開発不要と判断されたため、本案件は取り下げる</a:t>
                      </a:r>
                    </a:p>
                  </a:txBody>
                  <a:tcPr anchor="ctr">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lvl="0" indent="0" algn="ctr" defTabSz="843930" rtl="0" eaLnBrk="1" latinLnBrk="0" hangingPunct="1">
                        <a:lnSpc>
                          <a:spcPts val="1200"/>
                        </a:lnSpc>
                        <a:spcBef>
                          <a:spcPts val="0"/>
                        </a:spcBef>
                        <a:spcAft>
                          <a:spcPts val="0"/>
                        </a:spcAft>
                        <a:buNone/>
                        <a:tabLst/>
                        <a:defRPr noProof="1"/>
                      </a:pPr>
                      <a:r>
                        <a:rPr kumimoji="1" lang="ja-JP" altLang="en-US" sz="1100" b="0" i="0" u="none" strike="noStrike" kern="1200" cap="none" spc="0" normalizeH="0" baseline="0" noProof="0">
                          <a:ln>
                            <a:noFill/>
                          </a:ln>
                          <a:solidFill>
                            <a:srgbClr val="000000"/>
                          </a:solidFill>
                          <a:effectLst/>
                          <a:uLnTx/>
                          <a:uFillTx/>
                          <a:latin typeface="Meiryo UI"/>
                          <a:ea typeface="Meiryo UI"/>
                          <a:cs typeface="+mn-cs"/>
                        </a:rPr>
                        <a:t>ー</a:t>
                      </a:r>
                      <a:endParaRPr kumimoji="1" lang="en-US" sz="1100" b="0" i="0" u="none" strike="noStrike" kern="1200" cap="none" spc="0" normalizeH="0" baseline="0" noProof="0">
                        <a:ln>
                          <a:noFill/>
                        </a:ln>
                        <a:solidFill>
                          <a:srgbClr val="000000"/>
                        </a:solidFill>
                        <a:effectLst/>
                        <a:uLnTx/>
                        <a:uFillTx/>
                        <a:latin typeface="Meiryo UI"/>
                        <a:ea typeface="Meiryo UI"/>
                        <a:cs typeface="+mn-cs"/>
                      </a:endParaRPr>
                    </a:p>
                  </a:txBody>
                  <a:tcPr anchor="ctr">
                    <a:lnL w="10658" cap="flat" cmpd="sng" algn="ctr">
                      <a:solidFill>
                        <a:srgbClr val="000000"/>
                      </a:solidFill>
                      <a:prstDash val="solid"/>
                      <a:round/>
                      <a:headEnd type="none" w="med" len="med"/>
                      <a:tailEnd type="none" w="med" len="med"/>
                    </a:lnL>
                    <a:lnR w="10658">
                      <a:solidFill>
                        <a:srgbClr val="000000"/>
                      </a:solidFill>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67176345"/>
                  </a:ext>
                </a:extLst>
              </a:tr>
            </a:tbl>
          </a:graphicData>
        </a:graphic>
      </p:graphicFrame>
    </p:spTree>
    <p:extLst>
      <p:ext uri="{BB962C8B-B14F-4D97-AF65-F5344CB8AC3E}">
        <p14:creationId xmlns:p14="http://schemas.microsoft.com/office/powerpoint/2010/main" val="27918673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8669D-BCA4-D790-98F2-51E32AE7A1AE}"/>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7514AE74-61BA-8ECB-8FFA-7925192ED911}"/>
              </a:ext>
            </a:extLst>
          </p:cNvPr>
          <p:cNvSpPr>
            <a:spLocks noGrp="1"/>
          </p:cNvSpPr>
          <p:nvPr>
            <p:ph type="title"/>
          </p:nvPr>
        </p:nvSpPr>
        <p:spPr>
          <a:xfrm>
            <a:off x="507000" y="116696"/>
            <a:ext cx="5722350" cy="576000"/>
          </a:xfrm>
        </p:spPr>
        <p:txBody>
          <a:bodyPr vert="horz" wrap="square" lIns="36000" tIns="36000" rIns="36000" bIns="36000" anchor="b" anchorCtr="0">
            <a:noAutofit/>
          </a:bodyPr>
          <a:lstStyle/>
          <a:p>
            <a:r>
              <a:rPr lang="en-US" altLang="ja-JP" sz="1800" noProof="1">
                <a:solidFill>
                  <a:srgbClr val="324F71"/>
                </a:solidFill>
              </a:rPr>
              <a:t>3</a:t>
            </a:r>
            <a:r>
              <a:rPr lang="ja-JP" altLang="en-US" sz="1800" noProof="1">
                <a:solidFill>
                  <a:srgbClr val="324F71"/>
                </a:solidFill>
              </a:rPr>
              <a:t>．令和</a:t>
            </a:r>
            <a:r>
              <a:rPr lang="en-US" altLang="ja-JP" sz="1800" noProof="1">
                <a:solidFill>
                  <a:srgbClr val="324F71"/>
                </a:solidFill>
              </a:rPr>
              <a:t>8</a:t>
            </a:r>
            <a:r>
              <a:rPr lang="ja-JP" altLang="en-US" sz="1800" noProof="1">
                <a:solidFill>
                  <a:srgbClr val="324F71"/>
                </a:solidFill>
              </a:rPr>
              <a:t>年度案件の概況(1/3)</a:t>
            </a:r>
          </a:p>
        </p:txBody>
      </p:sp>
      <p:sp>
        <p:nvSpPr>
          <p:cNvPr id="16" name="テキスト ボックス 15">
            <a:extLst>
              <a:ext uri="{FF2B5EF4-FFF2-40B4-BE49-F238E27FC236}">
                <a16:creationId xmlns:a16="http://schemas.microsoft.com/office/drawing/2014/main" id="{E3412D17-C7AF-C394-8AF0-C4675C598151}"/>
              </a:ext>
            </a:extLst>
          </p:cNvPr>
          <p:cNvSpPr txBox="1"/>
          <p:nvPr/>
        </p:nvSpPr>
        <p:spPr>
          <a:xfrm>
            <a:off x="507001" y="1131284"/>
            <a:ext cx="2339566" cy="158593"/>
          </a:xfrm>
          <a:prstGeom prst="roundRect">
            <a:avLst/>
          </a:prstGeom>
          <a:solidFill>
            <a:schemeClr val="tx2"/>
          </a:solidFill>
        </p:spPr>
        <p:txBody>
          <a:bodyPr wrap="square" rtlCol="0" anchor="ctr">
            <a:noAutofit/>
          </a:bodyPr>
          <a:lstStyle>
            <a:defPPr>
              <a:defRPr lang="ja-JP" noProof="1"/>
            </a:defPPr>
            <a:lvl1pPr>
              <a:defRPr sz="1400" noProof="1">
                <a:solidFill>
                  <a:schemeClr val="bg1"/>
                </a:solidFill>
                <a:latin typeface="+mj-lt"/>
                <a:ea typeface="Meiryo UI" panose="020B0604030504040204" pitchFamily="50" charset="-128"/>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1">
                <a:ln>
                  <a:noFill/>
                </a:ln>
                <a:solidFill>
                  <a:prstClr val="white"/>
                </a:solidFill>
                <a:effectLst/>
                <a:uLnTx/>
                <a:uFillTx/>
                <a:latin typeface="Arial"/>
                <a:ea typeface="Meiryo UI"/>
                <a:cs typeface="+mn-cs"/>
              </a:rPr>
              <a:t>令和</a:t>
            </a:r>
            <a:r>
              <a:rPr kumimoji="1" lang="en-US" altLang="ja-JP" sz="1100" b="0" i="0" u="none" strike="noStrike" kern="1200" cap="none" spc="0" normalizeH="0" baseline="0" noProof="1">
                <a:ln>
                  <a:noFill/>
                </a:ln>
                <a:solidFill>
                  <a:prstClr val="white"/>
                </a:solidFill>
                <a:effectLst/>
                <a:uLnTx/>
                <a:uFillTx/>
                <a:latin typeface="Arial"/>
                <a:ea typeface="Meiryo UI"/>
                <a:cs typeface="+mn-cs"/>
              </a:rPr>
              <a:t>8</a:t>
            </a:r>
            <a:r>
              <a:rPr kumimoji="1" lang="ja-JP" altLang="en-US" sz="1100" b="0" i="0" u="none" strike="noStrike" kern="1200" cap="none" spc="0" normalizeH="0" baseline="0" noProof="1">
                <a:ln>
                  <a:noFill/>
                </a:ln>
                <a:solidFill>
                  <a:prstClr val="white"/>
                </a:solidFill>
                <a:effectLst/>
                <a:uLnTx/>
                <a:uFillTx/>
                <a:latin typeface="Arial"/>
                <a:ea typeface="Meiryo UI"/>
                <a:cs typeface="+mn-cs"/>
              </a:rPr>
              <a:t>年度</a:t>
            </a:r>
            <a:r>
              <a:rPr kumimoji="1" lang="en-US" altLang="ja-JP" sz="1100" b="0" i="0" u="none" strike="noStrike" kern="1200" cap="none" spc="0" normalizeH="0" baseline="0" noProof="1">
                <a:ln>
                  <a:noFill/>
                </a:ln>
                <a:solidFill>
                  <a:prstClr val="white"/>
                </a:solidFill>
                <a:effectLst/>
                <a:uLnTx/>
                <a:uFillTx/>
                <a:latin typeface="Arial"/>
                <a:ea typeface="Meiryo UI"/>
                <a:cs typeface="+mn-cs"/>
              </a:rPr>
              <a:t>12</a:t>
            </a:r>
            <a:r>
              <a:rPr kumimoji="1" lang="ja-JP" altLang="en-US" sz="1100" b="0" i="0" u="none" strike="noStrike" kern="1200" cap="none" spc="0" normalizeH="0" baseline="0" noProof="1">
                <a:ln>
                  <a:noFill/>
                </a:ln>
                <a:solidFill>
                  <a:prstClr val="white"/>
                </a:solidFill>
                <a:effectLst/>
                <a:uLnTx/>
                <a:uFillTx/>
                <a:latin typeface="Arial"/>
                <a:ea typeface="Meiryo UI"/>
                <a:cs typeface="+mn-cs"/>
              </a:rPr>
              <a:t>月リリース予定案件</a:t>
            </a:r>
            <a:endParaRPr kumimoji="0" lang="ja-JP" altLang="en-US" sz="1100" b="0" i="0" u="none" strike="noStrike" kern="0" cap="none" spc="0" normalizeH="0" baseline="0" noProof="1">
              <a:ln>
                <a:noFill/>
              </a:ln>
              <a:solidFill>
                <a:srgbClr val="FFFFFF"/>
              </a:solidFill>
              <a:effectLst/>
              <a:uLnTx/>
              <a:uFillTx/>
              <a:latin typeface="Meiryo UI"/>
              <a:ea typeface="Meiryo UI" panose="020B0604030504040204" pitchFamily="50" charset="-128"/>
              <a:cs typeface="+mn-cs"/>
            </a:endParaRPr>
          </a:p>
        </p:txBody>
      </p:sp>
      <p:graphicFrame>
        <p:nvGraphicFramePr>
          <p:cNvPr id="2" name="表 1">
            <a:extLst>
              <a:ext uri="{FF2B5EF4-FFF2-40B4-BE49-F238E27FC236}">
                <a16:creationId xmlns:a16="http://schemas.microsoft.com/office/drawing/2014/main" id="{97C0B74E-AE7F-7A03-84F4-CEAC9A86B176}"/>
              </a:ext>
            </a:extLst>
          </p:cNvPr>
          <p:cNvGraphicFramePr>
            <a:graphicFrameLocks noGrp="1"/>
          </p:cNvGraphicFramePr>
          <p:nvPr>
            <p:extLst>
              <p:ext uri="{D42A27DB-BD31-4B8C-83A1-F6EECF244321}">
                <p14:modId xmlns:p14="http://schemas.microsoft.com/office/powerpoint/2010/main" val="2583839447"/>
              </p:ext>
            </p:extLst>
          </p:nvPr>
        </p:nvGraphicFramePr>
        <p:xfrm>
          <a:off x="512956" y="1359769"/>
          <a:ext cx="9029915" cy="2462279"/>
        </p:xfrm>
        <a:graphic>
          <a:graphicData uri="http://schemas.openxmlformats.org/drawingml/2006/table">
            <a:tbl>
              <a:tblPr firstRow="1" bandRow="1">
                <a:tableStyleId>{5C22544A-7EE6-4342-B048-85BDC9FD1C3A}</a:tableStyleId>
              </a:tblPr>
              <a:tblGrid>
                <a:gridCol w="312234">
                  <a:extLst>
                    <a:ext uri="{9D8B030D-6E8A-4147-A177-3AD203B41FA5}">
                      <a16:colId xmlns:a16="http://schemas.microsoft.com/office/drawing/2014/main" val="2101549305"/>
                    </a:ext>
                  </a:extLst>
                </a:gridCol>
                <a:gridCol w="365435">
                  <a:extLst>
                    <a:ext uri="{9D8B030D-6E8A-4147-A177-3AD203B41FA5}">
                      <a16:colId xmlns:a16="http://schemas.microsoft.com/office/drawing/2014/main" val="4255713497"/>
                    </a:ext>
                  </a:extLst>
                </a:gridCol>
                <a:gridCol w="3183865">
                  <a:extLst>
                    <a:ext uri="{9D8B030D-6E8A-4147-A177-3AD203B41FA5}">
                      <a16:colId xmlns:a16="http://schemas.microsoft.com/office/drawing/2014/main" val="2299355979"/>
                    </a:ext>
                  </a:extLst>
                </a:gridCol>
                <a:gridCol w="558237">
                  <a:extLst>
                    <a:ext uri="{9D8B030D-6E8A-4147-A177-3AD203B41FA5}">
                      <a16:colId xmlns:a16="http://schemas.microsoft.com/office/drawing/2014/main" val="1134433152"/>
                    </a:ext>
                  </a:extLst>
                </a:gridCol>
                <a:gridCol w="875406">
                  <a:extLst>
                    <a:ext uri="{9D8B030D-6E8A-4147-A177-3AD203B41FA5}">
                      <a16:colId xmlns:a16="http://schemas.microsoft.com/office/drawing/2014/main" val="3691285807"/>
                    </a:ext>
                  </a:extLst>
                </a:gridCol>
                <a:gridCol w="491067">
                  <a:extLst>
                    <a:ext uri="{9D8B030D-6E8A-4147-A177-3AD203B41FA5}">
                      <a16:colId xmlns:a16="http://schemas.microsoft.com/office/drawing/2014/main" val="779774557"/>
                    </a:ext>
                  </a:extLst>
                </a:gridCol>
                <a:gridCol w="3243671">
                  <a:extLst>
                    <a:ext uri="{9D8B030D-6E8A-4147-A177-3AD203B41FA5}">
                      <a16:colId xmlns:a16="http://schemas.microsoft.com/office/drawing/2014/main" val="971229648"/>
                    </a:ext>
                  </a:extLst>
                </a:gridCol>
              </a:tblGrid>
              <a:tr h="399149">
                <a:tc>
                  <a:txBody>
                    <a:bodyPr/>
                    <a:lstStyle/>
                    <a:p>
                      <a:pPr algn="ctr">
                        <a:spcBef>
                          <a:spcPts val="300"/>
                        </a:spcBef>
                      </a:pPr>
                      <a:r>
                        <a:rPr kumimoji="1" lang="en-US" altLang="ja-JP" sz="1000" noProof="1">
                          <a:solidFill>
                            <a:schemeClr val="bg1"/>
                          </a:solidFill>
                          <a:latin typeface="+mn-ea"/>
                          <a:ea typeface="+mn-ea"/>
                        </a:rPr>
                        <a:t>#</a:t>
                      </a:r>
                      <a:endParaRPr kumimoji="1" lang="ja-JP" altLang="en-US" sz="1000" noProof="1">
                        <a:solidFill>
                          <a:schemeClr val="bg1"/>
                        </a:solidFill>
                        <a:latin typeface="+mn-ea"/>
                        <a:ea typeface="+mn-ea"/>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marL="0" algn="ctr" defTabSz="685673" rtl="0" eaLnBrk="1" latinLnBrk="0" hangingPunct="1">
                        <a:spcBef>
                          <a:spcPts val="300"/>
                        </a:spcBef>
                      </a:pPr>
                      <a:r>
                        <a:rPr kumimoji="1" lang="en-US" altLang="ja-JP" sz="1000" b="1" kern="1200" noProof="1">
                          <a:solidFill>
                            <a:schemeClr val="bg1"/>
                          </a:solidFill>
                          <a:latin typeface="+mn-ea"/>
                          <a:ea typeface="+mn-ea"/>
                          <a:cs typeface="+mn-cs"/>
                        </a:rPr>
                        <a:t>ID</a:t>
                      </a:r>
                      <a:endParaRPr kumimoji="1" lang="ja-JP" altLang="en-US" sz="1000" b="1" kern="1200" noProof="1">
                        <a:solidFill>
                          <a:schemeClr val="bg1"/>
                        </a:solidFill>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marL="0" algn="ctr" defTabSz="685673" rtl="0" eaLnBrk="1" latinLnBrk="0" hangingPunct="1">
                        <a:spcBef>
                          <a:spcPts val="300"/>
                        </a:spcBef>
                      </a:pPr>
                      <a:r>
                        <a:rPr kumimoji="1" lang="ja-JP" altLang="en-US" sz="1000" b="1" kern="1200" noProof="1">
                          <a:solidFill>
                            <a:schemeClr val="bg1"/>
                          </a:solidFill>
                          <a:latin typeface="+mn-ea"/>
                          <a:ea typeface="+mn-ea"/>
                          <a:cs typeface="+mn-cs"/>
                        </a:rPr>
                        <a:t>案件</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algn="ctr">
                        <a:spcBef>
                          <a:spcPts val="0"/>
                        </a:spcBef>
                      </a:pPr>
                      <a:r>
                        <a:rPr kumimoji="1" lang="ja-JP" altLang="en-US" sz="1000" b="1" kern="1200" noProof="1">
                          <a:solidFill>
                            <a:schemeClr val="bg1"/>
                          </a:solidFill>
                          <a:latin typeface="+mn-ea"/>
                          <a:ea typeface="+mn-ea"/>
                          <a:cs typeface="+mn-cs"/>
                        </a:rPr>
                        <a:t>リリース</a:t>
                      </a:r>
                      <a:endParaRPr kumimoji="1" lang="en-US" altLang="ja-JP" sz="1000" b="1" kern="1200" noProof="1">
                        <a:solidFill>
                          <a:schemeClr val="bg1"/>
                        </a:solidFill>
                        <a:latin typeface="+mn-ea"/>
                        <a:ea typeface="+mn-ea"/>
                        <a:cs typeface="+mn-cs"/>
                      </a:endParaRPr>
                    </a:p>
                    <a:p>
                      <a:pPr algn="ctr">
                        <a:spcBef>
                          <a:spcPts val="0"/>
                        </a:spcBef>
                      </a:pPr>
                      <a:r>
                        <a:rPr kumimoji="1" lang="ja-JP" altLang="en-US" sz="1000" b="1" kern="1200" noProof="1">
                          <a:solidFill>
                            <a:schemeClr val="bg1"/>
                          </a:solidFill>
                          <a:latin typeface="+mn-ea"/>
                          <a:ea typeface="+mn-ea"/>
                          <a:cs typeface="+mn-cs"/>
                        </a:rPr>
                        <a:t>時期</a:t>
                      </a:r>
                      <a:endParaRPr kumimoji="1" lang="en-US" altLang="ja-JP" sz="1000" b="1" kern="1200" noProof="1">
                        <a:solidFill>
                          <a:schemeClr val="bg1"/>
                        </a:solidFill>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algn="ctr">
                        <a:spcBef>
                          <a:spcPts val="0"/>
                        </a:spcBef>
                      </a:pPr>
                      <a:r>
                        <a:rPr kumimoji="1" lang="ja-JP" altLang="en-US" sz="1000" noProof="1">
                          <a:solidFill>
                            <a:schemeClr val="bg1"/>
                          </a:solidFill>
                          <a:latin typeface="+mn-ea"/>
                          <a:ea typeface="+mn-ea"/>
                        </a:rPr>
                        <a:t>調達状況</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algn="ctr">
                        <a:spcBef>
                          <a:spcPts val="0"/>
                        </a:spcBef>
                      </a:pPr>
                      <a:r>
                        <a:rPr kumimoji="1" lang="ja-JP" altLang="en-US" sz="1000" b="1" kern="1200" noProof="1">
                          <a:solidFill>
                            <a:schemeClr val="bg1"/>
                          </a:solidFill>
                          <a:latin typeface="+mn-ea"/>
                          <a:ea typeface="+mn-ea"/>
                          <a:cs typeface="+mn-cs"/>
                        </a:rPr>
                        <a:t>担当</a:t>
                      </a:r>
                      <a:endParaRPr kumimoji="1" lang="en-US" altLang="ja-JP" sz="1000" b="1" kern="1200" noProof="1">
                        <a:solidFill>
                          <a:schemeClr val="bg1"/>
                        </a:solidFill>
                        <a:latin typeface="+mn-ea"/>
                        <a:ea typeface="+mn-ea"/>
                        <a:cs typeface="+mn-cs"/>
                      </a:endParaRPr>
                    </a:p>
                    <a:p>
                      <a:pPr algn="ctr">
                        <a:spcBef>
                          <a:spcPts val="0"/>
                        </a:spcBef>
                      </a:pPr>
                      <a:r>
                        <a:rPr kumimoji="1" lang="ja-JP" altLang="en-US" sz="1000" b="1" kern="1200" noProof="1">
                          <a:solidFill>
                            <a:schemeClr val="bg1"/>
                          </a:solidFill>
                          <a:latin typeface="+mn-ea"/>
                          <a:ea typeface="+mn-ea"/>
                          <a:cs typeface="+mn-cs"/>
                        </a:rPr>
                        <a:t>チーム</a:t>
                      </a:r>
                      <a:endParaRPr kumimoji="1" lang="en-US" altLang="ja-JP" sz="1000" b="1" kern="1200" noProof="1">
                        <a:solidFill>
                          <a:schemeClr val="bg1"/>
                        </a:solidFill>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marL="0" marR="0" lvl="0" indent="0" algn="ctr" defTabSz="685673" rtl="0" eaLnBrk="1" fontAlgn="auto" latinLnBrk="0" hangingPunct="1">
                        <a:lnSpc>
                          <a:spcPct val="100000"/>
                        </a:lnSpc>
                        <a:spcBef>
                          <a:spcPts val="300"/>
                        </a:spcBef>
                        <a:spcAft>
                          <a:spcPts val="0"/>
                        </a:spcAft>
                        <a:buClrTx/>
                        <a:buSzTx/>
                        <a:buFontTx/>
                        <a:buNone/>
                        <a:tabLst/>
                        <a:defRPr noProof="1"/>
                      </a:pPr>
                      <a:r>
                        <a:rPr kumimoji="1" lang="ja-JP" altLang="en-US" sz="1000" b="0" noProof="1">
                          <a:solidFill>
                            <a:schemeClr val="bg1"/>
                          </a:solidFill>
                          <a:latin typeface="+mn-ea"/>
                          <a:ea typeface="+mn-ea"/>
                        </a:rPr>
                        <a:t>付議事項等</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2">
                        <a:lumMod val="60000"/>
                        <a:lumOff val="40000"/>
                      </a:schemeClr>
                    </a:solidFill>
                  </a:tcPr>
                </a:tc>
                <a:extLst>
                  <a:ext uri="{0D108BD9-81ED-4DB2-BD59-A6C34878D82A}">
                    <a16:rowId xmlns:a16="http://schemas.microsoft.com/office/drawing/2014/main" val="3583684863"/>
                  </a:ext>
                </a:extLst>
              </a:tr>
              <a:tr h="376762">
                <a:tc>
                  <a:txBody>
                    <a:bodyPr/>
                    <a:lstStyle/>
                    <a:p>
                      <a:pPr algn="ctr" fontAlgn="ctr">
                        <a:lnSpc>
                          <a:spcPts val="1080"/>
                        </a:lnSpc>
                        <a:spcBef>
                          <a:spcPts val="0"/>
                        </a:spcBef>
                      </a:pPr>
                      <a:r>
                        <a:rPr lang="en-US" altLang="ja-JP" sz="1000" b="0" i="0" u="none" strike="noStrike" noProof="1">
                          <a:solidFill>
                            <a:schemeClr val="tx1"/>
                          </a:solidFill>
                          <a:effectLst/>
                          <a:latin typeface="+mn-ea"/>
                          <a:ea typeface="+mn-ea"/>
                        </a:rPr>
                        <a:t>1</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fontAlgn="t">
                        <a:lnSpc>
                          <a:spcPts val="1080"/>
                        </a:lnSpc>
                        <a:spcBef>
                          <a:spcPts val="0"/>
                        </a:spcBef>
                        <a:buNone/>
                      </a:pPr>
                      <a:r>
                        <a:rPr lang="en-US" altLang="ja-JP" sz="1000" b="0" i="0" u="none" strike="noStrike" noProof="1">
                          <a:solidFill>
                            <a:schemeClr val="tx1"/>
                          </a:solidFill>
                          <a:effectLst/>
                          <a:latin typeface="+mn-ea"/>
                          <a:ea typeface="+mn-ea"/>
                        </a:rPr>
                        <a:t>165</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l" fontAlgn="t">
                        <a:lnSpc>
                          <a:spcPts val="1080"/>
                        </a:lnSpc>
                        <a:spcBef>
                          <a:spcPts val="0"/>
                        </a:spcBef>
                        <a:buNone/>
                      </a:pPr>
                      <a:r>
                        <a:rPr kumimoji="1" lang="ja-JP" altLang="en-US" sz="1000" b="0" i="0" u="none" strike="noStrike" kern="1200" noProof="1">
                          <a:solidFill>
                            <a:schemeClr val="tx1"/>
                          </a:solidFill>
                          <a:effectLst/>
                          <a:latin typeface="+mn-ea"/>
                          <a:ea typeface="+mn-ea"/>
                          <a:cs typeface="+mn-cs"/>
                        </a:rPr>
                        <a:t>オンライン資格確認等システムにおける一般アカウントおよび医療情報閲覧アカウントから閲覧できる情報の範囲の見直し</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12</a:t>
                      </a:r>
                      <a:r>
                        <a:rPr kumimoji="1" lang="ja-JP" altLang="en-US" sz="1000" b="0" i="0" u="none" strike="noStrike" kern="1200" cap="none" spc="0" normalizeH="0" baseline="0" noProof="0">
                          <a:ln>
                            <a:noFill/>
                          </a:ln>
                          <a:solidFill>
                            <a:schemeClr val="tx1"/>
                          </a:solidFill>
                          <a:effectLst/>
                          <a:uLnTx/>
                          <a:uFillTx/>
                          <a:latin typeface="+mn-ea"/>
                          <a:ea typeface="+mn-ea"/>
                          <a:cs typeface="+mn-cs"/>
                        </a:rPr>
                        <a:t>月</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r>
                        <a:rPr kumimoji="1" lang="ja-JP" altLang="en-US" sz="1000" b="0" i="0" u="none" strike="noStrike" kern="1200" cap="none" spc="0" normalizeH="0" baseline="0" noProof="0">
                          <a:ln>
                            <a:noFill/>
                          </a:ln>
                          <a:solidFill>
                            <a:schemeClr val="tx1"/>
                          </a:solidFill>
                          <a:effectLst/>
                          <a:uLnTx/>
                          <a:uFillTx/>
                          <a:latin typeface="Meiryo UI"/>
                          <a:ea typeface="Meiryo UI"/>
                          <a:cs typeface="+mn-cs"/>
                        </a:rPr>
                        <a:t>完了</a:t>
                      </a:r>
                      <a:endParaRPr kumimoji="1" lang="en-US" altLang="ja-JP" sz="1000" b="0" i="0" u="none" strike="noStrike" kern="1200" cap="none" spc="0" normalizeH="0" baseline="0" noProof="0">
                        <a:ln>
                          <a:noFill/>
                        </a:ln>
                        <a:solidFill>
                          <a:schemeClr val="tx1"/>
                        </a:solidFill>
                        <a:effectLst/>
                        <a:uLnTx/>
                        <a:uFillTx/>
                        <a:latin typeface="Meiryo UI"/>
                        <a:ea typeface="Meiryo UI"/>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B</a:t>
                      </a: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72000" marR="0" lvl="0" indent="-72000" algn="l" defTabSz="685673" rtl="0" eaLnBrk="1" fontAlgn="ctr" latinLnBrk="0" hangingPunct="1">
                        <a:lnSpc>
                          <a:spcPts val="1080"/>
                        </a:lnSpc>
                        <a:spcBef>
                          <a:spcPts val="0"/>
                        </a:spcBef>
                        <a:spcAft>
                          <a:spcPts val="0"/>
                        </a:spcAft>
                        <a:buClrTx/>
                        <a:buSzTx/>
                        <a:buFont typeface="Meiryo UI" panose="020B0604020202020204" pitchFamily="34" charset="0"/>
                        <a:buChar char="•"/>
                        <a:tabLst/>
                        <a:defRPr noProof="1"/>
                      </a:pP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533580386"/>
                  </a:ext>
                </a:extLst>
              </a:tr>
              <a:tr h="236036">
                <a:tc>
                  <a:txBody>
                    <a:bodyPr/>
                    <a:lstStyle/>
                    <a:p>
                      <a:pPr algn="ctr" fontAlgn="ctr">
                        <a:lnSpc>
                          <a:spcPts val="1080"/>
                        </a:lnSpc>
                        <a:spcBef>
                          <a:spcPts val="0"/>
                        </a:spcBef>
                      </a:pPr>
                      <a:r>
                        <a:rPr lang="en-US" altLang="ja-JP" sz="1000" b="0" i="0" u="none" strike="noStrike" noProof="1">
                          <a:solidFill>
                            <a:schemeClr val="tx1"/>
                          </a:solidFill>
                          <a:effectLst/>
                          <a:latin typeface="+mn-ea"/>
                          <a:ea typeface="+mn-ea"/>
                        </a:rPr>
                        <a:t>2</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fontAlgn="t">
                        <a:lnSpc>
                          <a:spcPts val="1080"/>
                        </a:lnSpc>
                        <a:spcBef>
                          <a:spcPts val="0"/>
                        </a:spcBef>
                        <a:buNone/>
                      </a:pPr>
                      <a:r>
                        <a:rPr lang="en-US" altLang="ja-JP" sz="1000" b="0" i="0" u="none" strike="noStrike" noProof="1">
                          <a:solidFill>
                            <a:schemeClr val="tx1"/>
                          </a:solidFill>
                          <a:effectLst/>
                          <a:latin typeface="+mn-ea"/>
                          <a:ea typeface="+mn-ea"/>
                        </a:rPr>
                        <a:t>173</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685673">
                        <a:lnSpc>
                          <a:spcPts val="1080"/>
                        </a:lnSpc>
                        <a:spcBef>
                          <a:spcPts val="0"/>
                        </a:spcBef>
                        <a:spcAft>
                          <a:spcPts val="0"/>
                        </a:spcAft>
                        <a:buNone/>
                        <a:tabLst/>
                        <a:defRPr noProof="1"/>
                      </a:pPr>
                      <a:r>
                        <a:rPr kumimoji="1" lang="en-US" altLang="ja-JP" sz="1000" noProof="1">
                          <a:solidFill>
                            <a:schemeClr val="tx1"/>
                          </a:solidFill>
                          <a:latin typeface="+mn-ea"/>
                          <a:ea typeface="+mn-ea"/>
                        </a:rPr>
                        <a:t>PHR</a:t>
                      </a:r>
                      <a:r>
                        <a:rPr kumimoji="1" lang="ja-JP" altLang="en-US" sz="1000" noProof="1">
                          <a:solidFill>
                            <a:schemeClr val="tx1"/>
                          </a:solidFill>
                          <a:latin typeface="+mn-ea"/>
                          <a:ea typeface="+mn-ea"/>
                        </a:rPr>
                        <a:t>事業者向け</a:t>
                      </a:r>
                      <a:r>
                        <a:rPr kumimoji="1" lang="en-US" altLang="ja-JP" sz="1000" noProof="1">
                          <a:solidFill>
                            <a:schemeClr val="tx1"/>
                          </a:solidFill>
                          <a:latin typeface="+mn-ea"/>
                          <a:ea typeface="+mn-ea"/>
                        </a:rPr>
                        <a:t>API</a:t>
                      </a:r>
                      <a:r>
                        <a:rPr kumimoji="1" lang="ja-JP" altLang="en-US" sz="1000" noProof="1">
                          <a:solidFill>
                            <a:schemeClr val="tx1"/>
                          </a:solidFill>
                          <a:latin typeface="+mn-ea"/>
                          <a:ea typeface="+mn-ea"/>
                        </a:rPr>
                        <a:t>の提供項目の変更</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eiryo UI"/>
                        </a:rPr>
                        <a:t>12</a:t>
                      </a:r>
                      <a:r>
                        <a:rPr kumimoji="1" lang="ja-JP" altLang="en-US" sz="1000" b="0" i="0" u="none" strike="noStrike" kern="1200" cap="none" spc="0" normalizeH="0" baseline="0" noProof="0">
                          <a:ln>
                            <a:noFill/>
                          </a:ln>
                          <a:solidFill>
                            <a:schemeClr val="tx1"/>
                          </a:solidFill>
                          <a:effectLst/>
                          <a:uLnTx/>
                          <a:uFillTx/>
                          <a:latin typeface="+mn-ea"/>
                          <a:ea typeface="+mn-ea"/>
                          <a:cs typeface="Meiryo UI"/>
                        </a:rPr>
                        <a:t>月</a:t>
                      </a:r>
                      <a:endParaRPr kumimoji="1" lang="en-US" altLang="ja-JP" sz="1000" b="0" i="0" u="none" strike="noStrike" kern="1200" cap="none" spc="0" normalizeH="0" baseline="0" noProof="0">
                        <a:ln>
                          <a:noFill/>
                        </a:ln>
                        <a:solidFill>
                          <a:schemeClr val="tx1"/>
                        </a:solidFill>
                        <a:effectLst/>
                        <a:uLnTx/>
                        <a:uFillTx/>
                        <a:latin typeface="+mn-ea"/>
                        <a:ea typeface="+mn-ea"/>
                        <a:cs typeface="Meiryo UI"/>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r>
                        <a:rPr kumimoji="1" lang="ja-JP" altLang="en-US" sz="1000" b="0" i="0" u="none" strike="noStrike" kern="1200" cap="none" spc="0" normalizeH="0" baseline="0" noProof="0">
                          <a:ln>
                            <a:noFill/>
                          </a:ln>
                          <a:solidFill>
                            <a:schemeClr val="tx1"/>
                          </a:solidFill>
                          <a:effectLst/>
                          <a:uLnTx/>
                          <a:uFillTx/>
                          <a:latin typeface="Meiryo UI"/>
                          <a:ea typeface="Meiryo UI"/>
                          <a:cs typeface="+mn-cs"/>
                        </a:rPr>
                        <a:t>完了</a:t>
                      </a:r>
                      <a:endParaRPr kumimoji="1" lang="en-US" altLang="ja-JP" sz="1000" b="0" i="0" u="none" strike="noStrike" kern="1200" cap="none" spc="0" normalizeH="0" baseline="0" noProof="0">
                        <a:ln>
                          <a:noFill/>
                        </a:ln>
                        <a:solidFill>
                          <a:schemeClr val="tx1"/>
                        </a:solidFill>
                        <a:effectLst/>
                        <a:uLnTx/>
                        <a:uFillTx/>
                        <a:latin typeface="Meiryo UI"/>
                        <a:ea typeface="Meiryo UI"/>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D</a:t>
                      </a: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72000" marR="0" lvl="0" indent="-72000" algn="l" defTabSz="685673" rtl="0" eaLnBrk="1" fontAlgn="ctr" latinLnBrk="0" hangingPunct="1">
                        <a:lnSpc>
                          <a:spcPts val="1080"/>
                        </a:lnSpc>
                        <a:spcBef>
                          <a:spcPts val="0"/>
                        </a:spcBef>
                        <a:spcAft>
                          <a:spcPts val="0"/>
                        </a:spcAft>
                        <a:buClrTx/>
                        <a:buSzTx/>
                        <a:buFont typeface="Meiryo UI" panose="020B0604020202020204" pitchFamily="34" charset="0"/>
                        <a:buChar char="•"/>
                        <a:tabLst/>
                        <a:defRPr noProof="1"/>
                      </a:pP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261770306"/>
                  </a:ext>
                </a:extLst>
              </a:tr>
              <a:tr h="237486">
                <a:tc>
                  <a:txBody>
                    <a:bodyPr/>
                    <a:lstStyle/>
                    <a:p>
                      <a:pPr algn="ctr" fontAlgn="ctr">
                        <a:lnSpc>
                          <a:spcPts val="1080"/>
                        </a:lnSpc>
                        <a:spcBef>
                          <a:spcPts val="0"/>
                        </a:spcBef>
                      </a:pPr>
                      <a:r>
                        <a:rPr lang="en-US" altLang="ja-JP" sz="1000" b="0" i="0" u="none" strike="noStrike" noProof="1">
                          <a:solidFill>
                            <a:schemeClr val="tx1"/>
                          </a:solidFill>
                          <a:effectLst/>
                          <a:latin typeface="+mn-ea"/>
                          <a:ea typeface="+mn-ea"/>
                        </a:rPr>
                        <a:t>3</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lvl="0" algn="ctr">
                        <a:lnSpc>
                          <a:spcPts val="1080"/>
                        </a:lnSpc>
                        <a:spcBef>
                          <a:spcPts val="0"/>
                        </a:spcBef>
                        <a:buNone/>
                      </a:pPr>
                      <a:r>
                        <a:rPr lang="en-US" altLang="ja-JP" sz="1000" b="0" i="0" u="none" strike="noStrike" noProof="1">
                          <a:solidFill>
                            <a:schemeClr val="tx1"/>
                          </a:solidFill>
                          <a:effectLst/>
                          <a:latin typeface="+mn-ea"/>
                          <a:ea typeface="+mn-ea"/>
                        </a:rPr>
                        <a:t>193</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 typeface="Meiryo UI" panose="020B0604020202020204" pitchFamily="34" charset="0"/>
                        <a:buNone/>
                        <a:tabLst/>
                        <a:defRPr noProof="1"/>
                      </a:pPr>
                      <a:r>
                        <a:rPr kumimoji="1" lang="ja-JP" altLang="en-US" sz="1000" b="0" i="0" u="none" strike="noStrike" kern="1200" cap="none" spc="0" normalizeH="0" baseline="0" noProof="0">
                          <a:ln>
                            <a:noFill/>
                          </a:ln>
                          <a:solidFill>
                            <a:srgbClr val="000000"/>
                          </a:solidFill>
                          <a:effectLst/>
                          <a:uLnTx/>
                          <a:uFillTx/>
                          <a:latin typeface="+mn-lt"/>
                          <a:ea typeface="+mn-ea"/>
                          <a:cs typeface="+mn-cs"/>
                        </a:rPr>
                        <a:t>臨床情報の帳票レイアウトの傷病名</a:t>
                      </a:r>
                      <a:r>
                        <a:rPr kumimoji="1" lang="en-US" altLang="ja-JP" sz="1000" b="0" i="0" u="none" strike="noStrike" kern="1200" cap="none" spc="0" normalizeH="0" baseline="0" noProof="0">
                          <a:ln>
                            <a:noFill/>
                          </a:ln>
                          <a:solidFill>
                            <a:srgbClr val="000000"/>
                          </a:solidFill>
                          <a:effectLst/>
                          <a:uLnTx/>
                          <a:uFillTx/>
                          <a:latin typeface="+mn-lt"/>
                          <a:ea typeface="+mn-ea"/>
                          <a:cs typeface="+mn-cs"/>
                        </a:rPr>
                        <a:t>(</a:t>
                      </a:r>
                      <a:r>
                        <a:rPr kumimoji="1" lang="ja-JP" altLang="en-US" sz="1000" b="0" i="0" u="none" strike="noStrike" kern="1200" cap="none" spc="0" normalizeH="0" baseline="0" noProof="0">
                          <a:ln>
                            <a:noFill/>
                          </a:ln>
                          <a:solidFill>
                            <a:srgbClr val="000000"/>
                          </a:solidFill>
                          <a:effectLst/>
                          <a:uLnTx/>
                          <a:uFillTx/>
                          <a:latin typeface="+mn-lt"/>
                          <a:ea typeface="+mn-ea"/>
                          <a:cs typeface="+mn-cs"/>
                        </a:rPr>
                        <a:t>告知状況</a:t>
                      </a:r>
                      <a:r>
                        <a:rPr kumimoji="1" lang="en-US" altLang="ja-JP" sz="1000" b="0" i="0" u="none" strike="noStrike" kern="1200" cap="none" spc="0" normalizeH="0" baseline="0" noProof="0">
                          <a:ln>
                            <a:noFill/>
                          </a:ln>
                          <a:solidFill>
                            <a:srgbClr val="000000"/>
                          </a:solidFill>
                          <a:effectLst/>
                          <a:uLnTx/>
                          <a:uFillTx/>
                          <a:latin typeface="+mn-lt"/>
                          <a:ea typeface="+mn-ea"/>
                          <a:cs typeface="+mn-cs"/>
                        </a:rPr>
                        <a:t>)</a:t>
                      </a:r>
                      <a:r>
                        <a:rPr kumimoji="1" lang="ja-JP" altLang="en-US" sz="1000" b="0" i="0" u="none" strike="noStrike" kern="1200" cap="none" spc="0" normalizeH="0" baseline="0" noProof="0">
                          <a:ln>
                            <a:noFill/>
                          </a:ln>
                          <a:solidFill>
                            <a:srgbClr val="000000"/>
                          </a:solidFill>
                          <a:effectLst/>
                          <a:uLnTx/>
                          <a:uFillTx/>
                          <a:latin typeface="+mn-lt"/>
                          <a:ea typeface="+mn-ea"/>
                          <a:cs typeface="+mn-cs"/>
                        </a:rPr>
                        <a:t>の表示修正</a:t>
                      </a:r>
                    </a:p>
                  </a:txBody>
                  <a:tcPr marL="36000" marR="36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843930" rtl="0" eaLnBrk="1" fontAlgn="t"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eiryo UI"/>
                        </a:rPr>
                        <a:t>12</a:t>
                      </a:r>
                      <a:r>
                        <a:rPr kumimoji="1" lang="ja-JP" altLang="en-US" sz="1000" b="0" i="0" u="none" strike="noStrike" kern="1200" cap="none" spc="0" normalizeH="0" baseline="0" noProof="0">
                          <a:ln>
                            <a:noFill/>
                          </a:ln>
                          <a:solidFill>
                            <a:schemeClr val="tx1"/>
                          </a:solidFill>
                          <a:effectLst/>
                          <a:uLnTx/>
                          <a:uFillTx/>
                          <a:latin typeface="+mn-ea"/>
                          <a:ea typeface="+mn-ea"/>
                          <a:cs typeface="Meiryo UI"/>
                        </a:rPr>
                        <a:t>月</a:t>
                      </a:r>
                      <a:endParaRPr kumimoji="1" lang="en-US" altLang="ja-JP" sz="1000" b="0" i="0" u="none" strike="noStrike" kern="1200" cap="none" spc="0" normalizeH="0" baseline="0" noProof="0">
                        <a:ln>
                          <a:noFill/>
                        </a:ln>
                        <a:solidFill>
                          <a:schemeClr val="tx1"/>
                        </a:solidFill>
                        <a:effectLst/>
                        <a:uLnTx/>
                        <a:uFillTx/>
                        <a:latin typeface="+mn-ea"/>
                        <a:ea typeface="+mn-ea"/>
                        <a:cs typeface="Meiryo UI"/>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en-US" sz="1000" b="0" i="0" u="none" strike="noStrike" kern="1200" cap="none" spc="0" normalizeH="0" baseline="0" noProof="0">
                          <a:ln>
                            <a:noFill/>
                          </a:ln>
                          <a:solidFill>
                            <a:schemeClr val="tx1"/>
                          </a:solidFill>
                          <a:effectLst/>
                          <a:uLnTx/>
                          <a:uFillTx/>
                          <a:latin typeface="Meiryo UI"/>
                          <a:ea typeface="Meiryo UI"/>
                          <a:cs typeface="+mn-cs"/>
                        </a:rPr>
                        <a:t>完了</a:t>
                      </a:r>
                      <a:endParaRPr lang="ja-JP" sz="1000" b="0" i="0" u="none" strike="noStrike" kern="1200" cap="none" spc="0" normalizeH="0" baseline="0" noProof="0">
                        <a:ln>
                          <a:noFill/>
                        </a:ln>
                        <a:solidFill>
                          <a:schemeClr val="tx1"/>
                        </a:solidFill>
                        <a:effectLst/>
                        <a:uLnTx/>
                        <a:uFillTx/>
                        <a:latin typeface="Meiryo UI"/>
                        <a:ea typeface="Meiryo UI"/>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D</a:t>
                      </a: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endParaRPr kumimoji="1" lang="en-US" altLang="ja-JP" sz="1000" kern="1200" noProof="1">
                        <a:solidFill>
                          <a:schemeClr val="tx1"/>
                        </a:solidFill>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643199920"/>
                  </a:ext>
                </a:extLst>
              </a:tr>
              <a:tr h="237486">
                <a:tc>
                  <a:txBody>
                    <a:bodyPr/>
                    <a:lstStyle/>
                    <a:p>
                      <a:pPr algn="ctr" fontAlgn="ctr">
                        <a:lnSpc>
                          <a:spcPts val="1080"/>
                        </a:lnSpc>
                        <a:spcBef>
                          <a:spcPts val="0"/>
                        </a:spcBef>
                      </a:pPr>
                      <a:r>
                        <a:rPr lang="en-US" altLang="ja-JP" sz="1000" b="0" i="0" u="none" strike="noStrike" noProof="1">
                          <a:solidFill>
                            <a:schemeClr val="tx1"/>
                          </a:solidFill>
                          <a:effectLst/>
                          <a:latin typeface="+mn-ea"/>
                          <a:ea typeface="+mn-ea"/>
                        </a:rPr>
                        <a:t>4</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lvl="0" algn="ctr">
                        <a:lnSpc>
                          <a:spcPts val="1080"/>
                        </a:lnSpc>
                        <a:spcBef>
                          <a:spcPts val="0"/>
                        </a:spcBef>
                        <a:buNone/>
                      </a:pPr>
                      <a:r>
                        <a:rPr lang="en-US" altLang="ja-JP" sz="1000" b="0" i="0" u="none" strike="noStrike" noProof="1">
                          <a:solidFill>
                            <a:schemeClr val="tx1"/>
                          </a:solidFill>
                          <a:effectLst/>
                          <a:latin typeface="+mn-ea"/>
                          <a:ea typeface="+mn-ea"/>
                        </a:rPr>
                        <a:t>194</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 typeface="Meiryo UI" panose="020B0604020202020204" pitchFamily="34" charset="0"/>
                        <a:buNone/>
                        <a:tabLst/>
                        <a:defRPr noProof="1"/>
                      </a:pPr>
                      <a:r>
                        <a:rPr kumimoji="1" lang="ja-JP" altLang="en-US" sz="1000" b="0" i="0" u="none" strike="noStrike" kern="1200" cap="none" spc="0" normalizeH="0" baseline="0" noProof="0">
                          <a:ln>
                            <a:noFill/>
                          </a:ln>
                          <a:solidFill>
                            <a:srgbClr val="000000"/>
                          </a:solidFill>
                          <a:effectLst/>
                          <a:uLnTx/>
                          <a:uFillTx/>
                          <a:latin typeface="+mn-ea"/>
                          <a:ea typeface="+mn-ea"/>
                          <a:cs typeface="+mn-cs"/>
                        </a:rPr>
                        <a:t>アレルギー等情報の重症度の非表示</a:t>
                      </a:r>
                    </a:p>
                  </a:txBody>
                  <a:tcPr marL="36000" marR="36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843930" rtl="0" eaLnBrk="1" fontAlgn="t"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eiryo UI"/>
                        </a:rPr>
                        <a:t>12</a:t>
                      </a:r>
                      <a:r>
                        <a:rPr kumimoji="1" lang="ja-JP" altLang="en-US" sz="1000" b="0" i="0" u="none" strike="noStrike" kern="1200" cap="none" spc="0" normalizeH="0" baseline="0" noProof="0">
                          <a:ln>
                            <a:noFill/>
                          </a:ln>
                          <a:solidFill>
                            <a:schemeClr val="tx1"/>
                          </a:solidFill>
                          <a:effectLst/>
                          <a:uLnTx/>
                          <a:uFillTx/>
                          <a:latin typeface="+mn-ea"/>
                          <a:ea typeface="+mn-ea"/>
                          <a:cs typeface="Meiryo UI"/>
                        </a:rPr>
                        <a:t>月</a:t>
                      </a:r>
                      <a:endParaRPr kumimoji="1" lang="en-US" altLang="ja-JP" sz="1000" b="0" i="0" u="none" strike="noStrike" kern="1200" cap="none" spc="0" normalizeH="0" baseline="0" noProof="0">
                        <a:ln>
                          <a:noFill/>
                        </a:ln>
                        <a:solidFill>
                          <a:schemeClr val="tx1"/>
                        </a:solidFill>
                        <a:effectLst/>
                        <a:uLnTx/>
                        <a:uFillTx/>
                        <a:latin typeface="+mn-ea"/>
                        <a:ea typeface="+mn-ea"/>
                        <a:cs typeface="Meiryo UI"/>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en-US" sz="1000" b="0" i="0" u="none" strike="noStrike" kern="1200" cap="none" spc="0" normalizeH="0" baseline="0" noProof="0">
                          <a:ln>
                            <a:noFill/>
                          </a:ln>
                          <a:solidFill>
                            <a:schemeClr val="tx1"/>
                          </a:solidFill>
                          <a:effectLst/>
                          <a:uLnTx/>
                          <a:uFillTx/>
                          <a:latin typeface="Meiryo UI"/>
                          <a:ea typeface="Meiryo UI"/>
                          <a:cs typeface="+mn-cs"/>
                        </a:rPr>
                        <a:t>完了</a:t>
                      </a:r>
                      <a:endParaRPr lang="ja-JP" sz="1000" b="0" i="0" u="none" strike="noStrike" kern="1200" cap="none" spc="0" normalizeH="0" baseline="0" noProof="0">
                        <a:ln>
                          <a:noFill/>
                        </a:ln>
                        <a:solidFill>
                          <a:schemeClr val="tx1"/>
                        </a:solidFill>
                        <a:effectLst/>
                        <a:uLnTx/>
                        <a:uFillTx/>
                        <a:latin typeface="Meiryo UI"/>
                        <a:ea typeface="Meiryo UI"/>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D</a:t>
                      </a: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endParaRPr kumimoji="1" lang="en-US" altLang="ja-JP" sz="1000" kern="1200" noProof="1">
                        <a:solidFill>
                          <a:schemeClr val="tx1"/>
                        </a:solidFill>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510558005"/>
                  </a:ext>
                </a:extLst>
              </a:tr>
              <a:tr h="237486">
                <a:tc>
                  <a:txBody>
                    <a:bodyPr/>
                    <a:lstStyle/>
                    <a:p>
                      <a:pPr algn="ctr" fontAlgn="ctr">
                        <a:lnSpc>
                          <a:spcPts val="1080"/>
                        </a:lnSpc>
                        <a:spcBef>
                          <a:spcPts val="0"/>
                        </a:spcBef>
                      </a:pPr>
                      <a:r>
                        <a:rPr lang="en-US" altLang="ja-JP" sz="1000" b="0" i="0" u="none" strike="noStrike" noProof="1">
                          <a:solidFill>
                            <a:schemeClr val="tx1"/>
                          </a:solidFill>
                          <a:effectLst/>
                          <a:latin typeface="+mn-ea"/>
                          <a:ea typeface="+mn-ea"/>
                        </a:rPr>
                        <a:t>5</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lvl="0" algn="ctr">
                        <a:lnSpc>
                          <a:spcPts val="1080"/>
                        </a:lnSpc>
                        <a:spcBef>
                          <a:spcPts val="0"/>
                        </a:spcBef>
                        <a:buNone/>
                      </a:pPr>
                      <a:r>
                        <a:rPr lang="en-US" altLang="ja-JP" sz="1000" b="0" i="0" u="none" strike="noStrike" noProof="1">
                          <a:solidFill>
                            <a:schemeClr val="tx1"/>
                          </a:solidFill>
                          <a:effectLst/>
                          <a:latin typeface="+mn-ea"/>
                          <a:ea typeface="+mn-ea"/>
                        </a:rPr>
                        <a:t>195</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 typeface="Meiryo UI" panose="020B0604020202020204" pitchFamily="34" charset="0"/>
                        <a:buNone/>
                        <a:tabLst/>
                        <a:defRPr noProof="1"/>
                      </a:pPr>
                      <a:r>
                        <a:rPr kumimoji="1" lang="ja-JP" altLang="en-US" sz="1000" b="0" i="0" u="none" strike="noStrike" kern="1200" cap="none" spc="0" normalizeH="0" baseline="0" noProof="0">
                          <a:ln>
                            <a:noFill/>
                          </a:ln>
                          <a:solidFill>
                            <a:srgbClr val="000000"/>
                          </a:solidFill>
                          <a:effectLst/>
                          <a:uLnTx/>
                          <a:uFillTx/>
                          <a:latin typeface="+mn-ea"/>
                          <a:ea typeface="+mn-ea"/>
                          <a:cs typeface="+mn-cs"/>
                        </a:rPr>
                        <a:t>アレルギー等情報の症状の項目名称の変更</a:t>
                      </a:r>
                    </a:p>
                  </a:txBody>
                  <a:tcPr marL="36000" marR="36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843930" rtl="0" eaLnBrk="1" fontAlgn="t"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eiryo UI"/>
                        </a:rPr>
                        <a:t>12</a:t>
                      </a:r>
                      <a:r>
                        <a:rPr kumimoji="1" lang="ja-JP" altLang="en-US" sz="1000" b="0" i="0" u="none" strike="noStrike" kern="1200" cap="none" spc="0" normalizeH="0" baseline="0" noProof="0">
                          <a:ln>
                            <a:noFill/>
                          </a:ln>
                          <a:solidFill>
                            <a:schemeClr val="tx1"/>
                          </a:solidFill>
                          <a:effectLst/>
                          <a:uLnTx/>
                          <a:uFillTx/>
                          <a:latin typeface="+mn-ea"/>
                          <a:ea typeface="+mn-ea"/>
                          <a:cs typeface="Meiryo UI"/>
                        </a:rPr>
                        <a:t>月</a:t>
                      </a:r>
                      <a:endParaRPr kumimoji="1" lang="en-US" altLang="ja-JP" sz="1000" b="0" i="0" u="none" strike="noStrike" kern="1200" cap="none" spc="0" normalizeH="0" baseline="0" noProof="0">
                        <a:ln>
                          <a:noFill/>
                        </a:ln>
                        <a:solidFill>
                          <a:schemeClr val="tx1"/>
                        </a:solidFill>
                        <a:effectLst/>
                        <a:uLnTx/>
                        <a:uFillTx/>
                        <a:latin typeface="+mn-ea"/>
                        <a:ea typeface="+mn-ea"/>
                        <a:cs typeface="Meiryo UI"/>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ja-JP" altLang="en-US" sz="1000" b="0" i="0" u="none" strike="noStrike" kern="1200" cap="none" spc="0" normalizeH="0" baseline="0" noProof="0">
                          <a:ln>
                            <a:noFill/>
                          </a:ln>
                          <a:solidFill>
                            <a:schemeClr val="tx1"/>
                          </a:solidFill>
                          <a:effectLst/>
                          <a:uLnTx/>
                          <a:uFillTx/>
                          <a:latin typeface="Meiryo UI"/>
                          <a:ea typeface="Meiryo UI"/>
                          <a:cs typeface="+mn-cs"/>
                        </a:rPr>
                        <a:t>完了</a:t>
                      </a:r>
                      <a:endParaRPr lang="ja-JP" sz="1000" b="0" i="0" u="none" strike="noStrike" kern="1200" cap="none" spc="0" normalizeH="0" baseline="0" noProof="0">
                        <a:ln>
                          <a:noFill/>
                        </a:ln>
                        <a:solidFill>
                          <a:schemeClr val="tx1"/>
                        </a:solidFill>
                        <a:effectLst/>
                        <a:uLnTx/>
                        <a:uFillTx/>
                        <a:latin typeface="Meiryo UI"/>
                        <a:ea typeface="Meiryo UI"/>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D</a:t>
                      </a: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endParaRPr kumimoji="1" lang="en-US" altLang="ja-JP" sz="1000" kern="1200" noProof="1">
                        <a:solidFill>
                          <a:schemeClr val="tx1"/>
                        </a:solidFill>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447005101"/>
                  </a:ext>
                </a:extLst>
              </a:tr>
              <a:tr h="237486">
                <a:tc>
                  <a:txBody>
                    <a:bodyPr/>
                    <a:lstStyle/>
                    <a:p>
                      <a:pPr algn="ctr" fontAlgn="ctr">
                        <a:lnSpc>
                          <a:spcPts val="1080"/>
                        </a:lnSpc>
                        <a:spcBef>
                          <a:spcPts val="0"/>
                        </a:spcBef>
                      </a:pPr>
                      <a:r>
                        <a:rPr lang="en-US" altLang="ja-JP" sz="1000" b="0" i="0" u="none" strike="noStrike" noProof="1">
                          <a:solidFill>
                            <a:schemeClr val="tx1"/>
                          </a:solidFill>
                          <a:effectLst/>
                          <a:latin typeface="+mn-ea"/>
                          <a:ea typeface="+mn-ea"/>
                        </a:rPr>
                        <a:t>6</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lvl="0" algn="ctr">
                        <a:lnSpc>
                          <a:spcPts val="1080"/>
                        </a:lnSpc>
                        <a:spcBef>
                          <a:spcPts val="0"/>
                        </a:spcBef>
                        <a:buNone/>
                      </a:pPr>
                      <a:r>
                        <a:rPr lang="en-US" altLang="ja-JP" sz="1000" b="0" i="0" u="none" strike="noStrike" noProof="1">
                          <a:solidFill>
                            <a:schemeClr val="tx1"/>
                          </a:solidFill>
                          <a:effectLst/>
                          <a:latin typeface="+mn-ea"/>
                          <a:ea typeface="+mn-ea"/>
                        </a:rPr>
                        <a:t>200</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 typeface="Meiryo UI" panose="020B0604020202020204" pitchFamily="34" charset="0"/>
                        <a:buNone/>
                        <a:tabLst/>
                        <a:defRPr noProof="1"/>
                      </a:pPr>
                      <a:r>
                        <a:rPr kumimoji="1" lang="ja-JP" altLang="en-US" sz="1000" b="0" i="0" u="none" strike="noStrike" kern="1200" cap="none" spc="0" normalizeH="0" baseline="0" noProof="0">
                          <a:ln>
                            <a:noFill/>
                          </a:ln>
                          <a:solidFill>
                            <a:schemeClr val="tx1"/>
                          </a:solidFill>
                          <a:effectLst/>
                          <a:uLnTx/>
                          <a:uFillTx/>
                          <a:latin typeface="Meiryo UI"/>
                          <a:ea typeface="+mn-ea"/>
                          <a:cs typeface="+mn-cs"/>
                        </a:rPr>
                        <a:t>臨床情報の帳票レイアウト</a:t>
                      </a:r>
                      <a:r>
                        <a:rPr kumimoji="1" lang="en-US" altLang="ja-JP" sz="1000" b="0" i="0" u="none" strike="noStrike" kern="1200" cap="none" spc="0" normalizeH="0" baseline="0" noProof="0">
                          <a:ln>
                            <a:noFill/>
                          </a:ln>
                          <a:solidFill>
                            <a:schemeClr val="tx1"/>
                          </a:solidFill>
                          <a:effectLst/>
                          <a:uLnTx/>
                          <a:uFillTx/>
                          <a:latin typeface="Meiryo UI"/>
                          <a:ea typeface="+mn-ea"/>
                          <a:cs typeface="+mn-cs"/>
                        </a:rPr>
                        <a:t>(傷病名)の変更</a:t>
                      </a:r>
                    </a:p>
                  </a:txBody>
                  <a:tcPr marL="36000" marR="36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843930" rtl="0" eaLnBrk="1" fontAlgn="t"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12</a:t>
                      </a:r>
                      <a:r>
                        <a:rPr kumimoji="1" lang="ja-JP" altLang="en-US" sz="1000" b="0" i="0" u="none" strike="noStrike" kern="1200" cap="none" spc="0" normalizeH="0" baseline="0" noProof="0">
                          <a:ln>
                            <a:noFill/>
                          </a:ln>
                          <a:solidFill>
                            <a:schemeClr val="tx1"/>
                          </a:solidFill>
                          <a:effectLst/>
                          <a:uLnTx/>
                          <a:uFillTx/>
                          <a:latin typeface="+mn-ea"/>
                          <a:ea typeface="+mn-ea"/>
                          <a:cs typeface="+mn-cs"/>
                        </a:rPr>
                        <a:t>月</a:t>
                      </a:r>
                      <a:endParaRPr kumimoji="1" lang="en-US" altLang="ja-JP" sz="1000" b="0" i="0" u="none" strike="noStrike" kern="1200" cap="none" spc="0" normalizeH="0" baseline="0" noProof="0">
                        <a:ln>
                          <a:noFill/>
                        </a:ln>
                        <a:solidFill>
                          <a:schemeClr val="tx1"/>
                        </a:solidFill>
                        <a:effectLst/>
                        <a:uLnTx/>
                        <a:uFillTx/>
                        <a:latin typeface="+mn-ea"/>
                        <a:ea typeface="+mn-ea"/>
                        <a:cs typeface="Meiryo UI"/>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a:lnSpc>
                          <a:spcPts val="1080"/>
                        </a:lnSpc>
                        <a:spcBef>
                          <a:spcPts val="0"/>
                        </a:spcBef>
                        <a:spcAft>
                          <a:spcPts val="0"/>
                        </a:spcAft>
                        <a:buClrTx/>
                        <a:buSzTx/>
                        <a:buFontTx/>
                        <a:buNone/>
                        <a:tabLst/>
                        <a:defRPr noProof="1"/>
                      </a:pPr>
                      <a:r>
                        <a:rPr lang="ja-JP" altLang="en-US" sz="1000" b="0" i="0" u="none" strike="noStrike" kern="1200" cap="none" spc="0" normalizeH="0" baseline="0" noProof="0">
                          <a:ln>
                            <a:noFill/>
                          </a:ln>
                          <a:solidFill>
                            <a:schemeClr val="tx1"/>
                          </a:solidFill>
                          <a:effectLst/>
                          <a:uLnTx/>
                          <a:uFillTx/>
                          <a:latin typeface="Meiryo UI"/>
                          <a:ea typeface="Meiryo UI"/>
                          <a:cs typeface="+mn-cs"/>
                        </a:rPr>
                        <a:t>完了</a:t>
                      </a:r>
                      <a:endParaRPr kumimoji="1" lang="ja-JP" altLang="en-US" sz="1000" b="0" i="0" u="none" strike="noStrike" kern="1200" cap="none" spc="0" normalizeH="0" baseline="0" noProof="0">
                        <a:ln>
                          <a:noFill/>
                        </a:ln>
                        <a:solidFill>
                          <a:schemeClr val="tx1"/>
                        </a:solidFill>
                        <a:effectLst/>
                        <a:uLnTx/>
                        <a:uFillTx/>
                        <a:latin typeface="Meiryo UI"/>
                        <a:ea typeface="Meiryo UI"/>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D</a:t>
                      </a: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72000" marR="0" lvl="0" indent="-72000" algn="l" defTabSz="685673" rtl="0" eaLnBrk="1" fontAlgn="ctr" latinLnBrk="0" hangingPunct="1">
                        <a:lnSpc>
                          <a:spcPts val="1080"/>
                        </a:lnSpc>
                        <a:spcBef>
                          <a:spcPts val="0"/>
                        </a:spcBef>
                        <a:spcAft>
                          <a:spcPts val="0"/>
                        </a:spcAft>
                        <a:buClrTx/>
                        <a:buSzTx/>
                        <a:buFont typeface="Meiryo UI" panose="020B0604020202020204" pitchFamily="34" charset="0"/>
                        <a:buChar char="•"/>
                        <a:tabLst/>
                        <a:defRPr noProof="1"/>
                      </a:pPr>
                      <a:endParaRPr kumimoji="1" lang="ja-JP" altLang="en-US" sz="1000" b="0" i="0" u="none" strike="noStrike" kern="1200" cap="none" spc="0" normalizeH="0" baseline="0" noProof="0">
                        <a:ln>
                          <a:noFill/>
                        </a:ln>
                        <a:solidFill>
                          <a:srgbClr val="FF0000"/>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4291427759"/>
                  </a:ext>
                </a:extLst>
              </a:tr>
              <a:tr h="237486">
                <a:tc>
                  <a:txBody>
                    <a:bodyPr/>
                    <a:lstStyle/>
                    <a:p>
                      <a:pPr algn="ctr" fontAlgn="ctr">
                        <a:lnSpc>
                          <a:spcPts val="1080"/>
                        </a:lnSpc>
                        <a:spcBef>
                          <a:spcPts val="0"/>
                        </a:spcBef>
                      </a:pPr>
                      <a:r>
                        <a:rPr lang="en-US" altLang="ja-JP" sz="1000" b="0" i="0" u="none" strike="noStrike" noProof="1">
                          <a:solidFill>
                            <a:schemeClr val="tx1"/>
                          </a:solidFill>
                          <a:effectLst/>
                          <a:latin typeface="+mn-ea"/>
                          <a:ea typeface="+mn-ea"/>
                        </a:rPr>
                        <a:t>7</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lvl="0" algn="ctr">
                        <a:lnSpc>
                          <a:spcPts val="1080"/>
                        </a:lnSpc>
                        <a:spcBef>
                          <a:spcPts val="0"/>
                        </a:spcBef>
                        <a:buNone/>
                      </a:pPr>
                      <a:r>
                        <a:rPr lang="en-US" altLang="ja-JP" sz="1000" b="0" i="0" u="none" strike="noStrike" noProof="1">
                          <a:solidFill>
                            <a:schemeClr val="tx1"/>
                          </a:solidFill>
                          <a:effectLst/>
                          <a:latin typeface="+mn-ea"/>
                          <a:ea typeface="+mn-ea"/>
                        </a:rPr>
                        <a:t>202</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 typeface="Meiryo UI" panose="020B0604020202020204" pitchFamily="34" charset="0"/>
                        <a:buNone/>
                        <a:tabLst/>
                        <a:defRPr noProof="1"/>
                      </a:pPr>
                      <a:r>
                        <a:rPr kumimoji="1" lang="ja-JP" altLang="en-US" sz="1000" b="0" i="0" u="none" strike="noStrike" kern="1200" cap="none" spc="0" normalizeH="0" baseline="0" noProof="0">
                          <a:ln>
                            <a:noFill/>
                          </a:ln>
                          <a:solidFill>
                            <a:schemeClr val="tx1"/>
                          </a:solidFill>
                          <a:effectLst/>
                          <a:uLnTx/>
                          <a:uFillTx/>
                          <a:latin typeface="Meiryo UI"/>
                          <a:ea typeface="+mn-ea"/>
                          <a:cs typeface="+mn-cs"/>
                        </a:rPr>
                        <a:t>テストデータ作成ツールの改修</a:t>
                      </a:r>
                      <a:r>
                        <a:rPr kumimoji="1" lang="en-US" altLang="ja-JP" sz="1000" b="0" i="0" u="none" strike="noStrike" kern="1200" cap="none" spc="0" normalizeH="0" baseline="0" noProof="0">
                          <a:ln>
                            <a:noFill/>
                          </a:ln>
                          <a:solidFill>
                            <a:schemeClr val="tx1"/>
                          </a:solidFill>
                          <a:effectLst/>
                          <a:uLnTx/>
                          <a:uFillTx/>
                          <a:latin typeface="Meiryo UI"/>
                          <a:ea typeface="+mn-ea"/>
                          <a:cs typeface="+mn-cs"/>
                        </a:rPr>
                        <a:t>(</a:t>
                      </a:r>
                      <a:r>
                        <a:rPr kumimoji="1" lang="ja-JP" altLang="en-US" sz="1000" b="0" i="0" u="none" strike="noStrike" kern="1200" cap="none" spc="0" normalizeH="0" baseline="0" noProof="0">
                          <a:ln>
                            <a:noFill/>
                          </a:ln>
                          <a:solidFill>
                            <a:schemeClr val="tx1"/>
                          </a:solidFill>
                          <a:effectLst/>
                          <a:uLnTx/>
                          <a:uFillTx/>
                          <a:latin typeface="Meiryo UI"/>
                          <a:ea typeface="+mn-ea"/>
                          <a:cs typeface="+mn-cs"/>
                        </a:rPr>
                        <a:t>薬局等閲覧用データの追加</a:t>
                      </a:r>
                      <a:r>
                        <a:rPr kumimoji="1" lang="en-US" altLang="ja-JP" sz="1000" b="0" i="0" u="none" strike="noStrike" kern="1200" cap="none" spc="0" normalizeH="0" baseline="0" noProof="0">
                          <a:ln>
                            <a:noFill/>
                          </a:ln>
                          <a:solidFill>
                            <a:schemeClr val="tx1"/>
                          </a:solidFill>
                          <a:effectLst/>
                          <a:uLnTx/>
                          <a:uFillTx/>
                          <a:latin typeface="Meiryo UI"/>
                          <a:ea typeface="+mn-ea"/>
                          <a:cs typeface="+mn-cs"/>
                        </a:rPr>
                        <a:t>)</a:t>
                      </a:r>
                      <a:endParaRPr kumimoji="1" lang="ja-JP" altLang="en-US" sz="1000" b="0" i="0" u="none" strike="noStrike" kern="1200" cap="none" spc="0" normalizeH="0" baseline="0" noProof="0">
                        <a:ln>
                          <a:noFill/>
                        </a:ln>
                        <a:solidFill>
                          <a:schemeClr val="tx1"/>
                        </a:solidFill>
                        <a:effectLst/>
                        <a:uLnTx/>
                        <a:uFillTx/>
                        <a:latin typeface="Meiryo UI"/>
                        <a:ea typeface="+mn-ea"/>
                        <a:cs typeface="+mn-cs"/>
                      </a:endParaRPr>
                    </a:p>
                  </a:txBody>
                  <a:tcPr marL="36000" marR="36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843930" rtl="0" eaLnBrk="1" fontAlgn="t"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eiryo UI"/>
                        </a:rPr>
                        <a:t>12</a:t>
                      </a:r>
                      <a:r>
                        <a:rPr kumimoji="1" lang="ja-JP" altLang="en-US" sz="1000" b="0" i="0" u="none" strike="noStrike" kern="1200" cap="none" spc="0" normalizeH="0" baseline="0" noProof="0">
                          <a:ln>
                            <a:noFill/>
                          </a:ln>
                          <a:solidFill>
                            <a:schemeClr val="tx1"/>
                          </a:solidFill>
                          <a:effectLst/>
                          <a:uLnTx/>
                          <a:uFillTx/>
                          <a:latin typeface="+mn-ea"/>
                          <a:ea typeface="+mn-ea"/>
                          <a:cs typeface="Meiryo UI"/>
                        </a:rPr>
                        <a:t>月</a:t>
                      </a:r>
                      <a:endParaRPr kumimoji="1" lang="en-US" altLang="ja-JP" sz="1000" b="0" i="0" u="none" strike="noStrike" kern="1200" cap="none" spc="0" normalizeH="0" baseline="0" noProof="0">
                        <a:ln>
                          <a:noFill/>
                        </a:ln>
                        <a:solidFill>
                          <a:schemeClr val="tx1"/>
                        </a:solidFill>
                        <a:effectLst/>
                        <a:uLnTx/>
                        <a:uFillTx/>
                        <a:latin typeface="+mn-ea"/>
                        <a:ea typeface="+mn-ea"/>
                        <a:cs typeface="Meiryo UI"/>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a:lnSpc>
                          <a:spcPts val="1080"/>
                        </a:lnSpc>
                        <a:spcBef>
                          <a:spcPts val="0"/>
                        </a:spcBef>
                        <a:spcAft>
                          <a:spcPts val="0"/>
                        </a:spcAft>
                        <a:buClrTx/>
                        <a:buSzTx/>
                        <a:buFontTx/>
                        <a:buNone/>
                        <a:tabLst/>
                        <a:defRPr noProof="1"/>
                      </a:pPr>
                      <a:r>
                        <a:rPr kumimoji="1" lang="ja-JP" altLang="en-US" sz="1000" b="0" i="0" u="none" strike="noStrike" kern="1200" cap="none" spc="0" normalizeH="0" baseline="0" noProof="0">
                          <a:ln>
                            <a:noFill/>
                          </a:ln>
                          <a:solidFill>
                            <a:schemeClr val="tx1"/>
                          </a:solidFill>
                          <a:effectLst/>
                          <a:uLnTx/>
                          <a:uFillTx/>
                          <a:latin typeface="Meiryo UI"/>
                          <a:ea typeface="+mn-ea"/>
                          <a:cs typeface="+mn-cs"/>
                        </a:rPr>
                        <a:t>完了</a:t>
                      </a:r>
                      <a:endParaRPr kumimoji="1" lang="ja-JP" altLang="en-US" sz="1000" b="0" i="0" u="none" strike="noStrike" kern="1200" cap="none" spc="0" normalizeH="0" baseline="0" noProof="0">
                        <a:ln>
                          <a:noFill/>
                        </a:ln>
                        <a:solidFill>
                          <a:schemeClr val="tx1"/>
                        </a:solidFill>
                        <a:effectLst/>
                        <a:uLnTx/>
                        <a:uFillTx/>
                        <a:latin typeface="Meiryo UI"/>
                        <a:ea typeface="Meiryo UI"/>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B</a:t>
                      </a: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72000" marR="0" lvl="0" indent="-72000" algn="l" defTabSz="685673" rtl="0" eaLnBrk="1" fontAlgn="ctr" latinLnBrk="0" hangingPunct="1">
                        <a:lnSpc>
                          <a:spcPts val="1080"/>
                        </a:lnSpc>
                        <a:spcBef>
                          <a:spcPts val="0"/>
                        </a:spcBef>
                        <a:spcAft>
                          <a:spcPts val="0"/>
                        </a:spcAft>
                        <a:buClrTx/>
                        <a:buSzTx/>
                        <a:buFont typeface="Meiryo UI" panose="020B0604020202020204" pitchFamily="34" charset="0"/>
                        <a:buChar char="•"/>
                        <a:tabLst/>
                        <a:defRPr noProof="1"/>
                      </a:pPr>
                      <a:endParaRPr kumimoji="1" lang="ja-JP" altLang="en-US" sz="1000" b="0" i="0" u="none" strike="noStrike" kern="1200" cap="none" spc="0" normalizeH="0" baseline="0" noProof="0">
                        <a:ln>
                          <a:noFill/>
                        </a:ln>
                        <a:solidFill>
                          <a:srgbClr val="FF0000"/>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377701235"/>
                  </a:ext>
                </a:extLst>
              </a:tr>
              <a:tr h="237486">
                <a:tc>
                  <a:txBody>
                    <a:bodyPr/>
                    <a:lstStyle/>
                    <a:p>
                      <a:pPr algn="ctr" fontAlgn="ctr">
                        <a:lnSpc>
                          <a:spcPts val="1080"/>
                        </a:lnSpc>
                        <a:spcBef>
                          <a:spcPts val="0"/>
                        </a:spcBef>
                      </a:pPr>
                      <a:r>
                        <a:rPr lang="en-US" altLang="ja-JP" sz="1000" b="0" i="0" u="none" strike="noStrike" noProof="1">
                          <a:solidFill>
                            <a:schemeClr val="tx1"/>
                          </a:solidFill>
                          <a:effectLst/>
                          <a:latin typeface="+mn-ea"/>
                          <a:ea typeface="+mn-ea"/>
                        </a:rPr>
                        <a:t>8</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lvl="0" algn="ctr">
                        <a:lnSpc>
                          <a:spcPts val="1080"/>
                        </a:lnSpc>
                        <a:spcBef>
                          <a:spcPts val="0"/>
                        </a:spcBef>
                        <a:buNone/>
                      </a:pPr>
                      <a:r>
                        <a:rPr lang="en-US" altLang="ja-JP" sz="1000" b="0" i="0" u="none" strike="noStrike" noProof="1">
                          <a:solidFill>
                            <a:schemeClr val="tx1"/>
                          </a:solidFill>
                          <a:effectLst/>
                          <a:latin typeface="+mn-ea"/>
                          <a:ea typeface="+mn-ea"/>
                        </a:rPr>
                        <a:t>213</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 typeface="Meiryo UI" panose="020B0604020202020204" pitchFamily="34" charset="0"/>
                        <a:buNone/>
                        <a:tabLst/>
                        <a:defRPr noProof="1"/>
                      </a:pPr>
                      <a:r>
                        <a:rPr kumimoji="1" lang="ja-JP" altLang="en-US" sz="1000" b="0" i="0" u="none" strike="noStrike" kern="1200" cap="none" spc="0" normalizeH="0" baseline="0" noProof="0">
                          <a:ln>
                            <a:noFill/>
                          </a:ln>
                          <a:solidFill>
                            <a:schemeClr val="tx1"/>
                          </a:solidFill>
                          <a:effectLst/>
                          <a:uLnTx/>
                          <a:uFillTx/>
                          <a:latin typeface="Meiryo UI"/>
                          <a:ea typeface="+mn-ea"/>
                          <a:cs typeface="+mn-cs"/>
                        </a:rPr>
                        <a:t>臨床情報詳細画面の傷病名を</a:t>
                      </a:r>
                      <a:r>
                        <a:rPr kumimoji="1" lang="en-US" altLang="ja-JP" sz="1000" b="0" i="0" u="none" strike="noStrike" kern="1200" cap="none" spc="0" normalizeH="0" baseline="0" noProof="0">
                          <a:ln>
                            <a:noFill/>
                          </a:ln>
                          <a:solidFill>
                            <a:schemeClr val="tx1"/>
                          </a:solidFill>
                          <a:effectLst/>
                          <a:uLnTx/>
                          <a:uFillTx/>
                          <a:latin typeface="Meiryo UI"/>
                          <a:ea typeface="+mn-ea"/>
                          <a:cs typeface="+mn-cs"/>
                        </a:rPr>
                        <a:t>PDF</a:t>
                      </a:r>
                      <a:r>
                        <a:rPr kumimoji="1" lang="ja-JP" altLang="en-US" sz="1000" b="0" i="0" u="none" strike="noStrike" kern="1200" cap="none" spc="0" normalizeH="0" baseline="0" noProof="0">
                          <a:ln>
                            <a:noFill/>
                          </a:ln>
                          <a:solidFill>
                            <a:schemeClr val="tx1"/>
                          </a:solidFill>
                          <a:effectLst/>
                          <a:uLnTx/>
                          <a:uFillTx/>
                          <a:latin typeface="Meiryo UI"/>
                          <a:ea typeface="+mn-ea"/>
                          <a:cs typeface="+mn-cs"/>
                        </a:rPr>
                        <a:t>と同様に出力する対応</a:t>
                      </a:r>
                    </a:p>
                  </a:txBody>
                  <a:tcPr marL="36000" marR="36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843930" rtl="0" eaLnBrk="1" fontAlgn="t"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eiryo UI"/>
                        </a:rPr>
                        <a:t>12</a:t>
                      </a:r>
                      <a:r>
                        <a:rPr kumimoji="1" lang="ja-JP" altLang="en-US" sz="1000" b="0" i="0" u="none" strike="noStrike" kern="1200" cap="none" spc="0" normalizeH="0" baseline="0" noProof="0">
                          <a:ln>
                            <a:noFill/>
                          </a:ln>
                          <a:solidFill>
                            <a:schemeClr val="tx1"/>
                          </a:solidFill>
                          <a:effectLst/>
                          <a:uLnTx/>
                          <a:uFillTx/>
                          <a:latin typeface="+mn-ea"/>
                          <a:ea typeface="+mn-ea"/>
                          <a:cs typeface="Meiryo UI"/>
                        </a:rPr>
                        <a:t>月</a:t>
                      </a:r>
                      <a:endParaRPr kumimoji="1" lang="en-US" altLang="ja-JP" sz="1000" b="0" i="0" u="none" strike="noStrike" kern="1200" cap="none" spc="0" normalizeH="0" baseline="0" noProof="0">
                        <a:ln>
                          <a:noFill/>
                        </a:ln>
                        <a:solidFill>
                          <a:schemeClr val="tx1"/>
                        </a:solidFill>
                        <a:effectLst/>
                        <a:uLnTx/>
                        <a:uFillTx/>
                        <a:latin typeface="+mn-ea"/>
                        <a:ea typeface="+mn-ea"/>
                        <a:cs typeface="Meiryo UI"/>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a:lnSpc>
                          <a:spcPts val="1080"/>
                        </a:lnSpc>
                        <a:spcBef>
                          <a:spcPts val="0"/>
                        </a:spcBef>
                        <a:spcAft>
                          <a:spcPts val="0"/>
                        </a:spcAft>
                        <a:buClrTx/>
                        <a:buSzTx/>
                        <a:buFontTx/>
                        <a:buNone/>
                        <a:tabLst/>
                        <a:defRPr noProof="1"/>
                      </a:pPr>
                      <a:r>
                        <a:rPr kumimoji="1" lang="ja-JP" altLang="en-US" sz="1000" b="0" i="0" u="none" strike="noStrike" kern="1200" cap="none" spc="0" normalizeH="0" baseline="0" noProof="0">
                          <a:ln>
                            <a:noFill/>
                          </a:ln>
                          <a:solidFill>
                            <a:schemeClr val="tx1"/>
                          </a:solidFill>
                          <a:effectLst/>
                          <a:uLnTx/>
                          <a:uFillTx/>
                          <a:latin typeface="Meiryo UI"/>
                          <a:ea typeface="Meiryo UI"/>
                          <a:cs typeface="+mn-cs"/>
                        </a:rPr>
                        <a:t>完了</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D</a:t>
                      </a: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685673" rtl="0" eaLnBrk="1" fontAlgn="ctr" latinLnBrk="0" hangingPunct="1">
                        <a:lnSpc>
                          <a:spcPct val="100000"/>
                        </a:lnSpc>
                        <a:spcBef>
                          <a:spcPts val="0"/>
                        </a:spcBef>
                        <a:spcAft>
                          <a:spcPts val="0"/>
                        </a:spcAft>
                        <a:buClrTx/>
                        <a:buSzTx/>
                        <a:buFont typeface="Meiryo UI" panose="020B0604020202020204" pitchFamily="34" charset="0"/>
                        <a:buNone/>
                        <a:tabLst/>
                        <a:defRPr noProof="1"/>
                      </a:pP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407212998"/>
                  </a:ext>
                </a:extLst>
              </a:tr>
            </a:tbl>
          </a:graphicData>
        </a:graphic>
      </p:graphicFrame>
      <p:sp>
        <p:nvSpPr>
          <p:cNvPr id="3" name="テキスト ボックス 2">
            <a:extLst>
              <a:ext uri="{FF2B5EF4-FFF2-40B4-BE49-F238E27FC236}">
                <a16:creationId xmlns:a16="http://schemas.microsoft.com/office/drawing/2014/main" id="{8FF57B1E-6F74-BA08-BC26-7206E61C1519}"/>
              </a:ext>
            </a:extLst>
          </p:cNvPr>
          <p:cNvSpPr txBox="1"/>
          <p:nvPr/>
        </p:nvSpPr>
        <p:spPr>
          <a:xfrm>
            <a:off x="517161" y="4389615"/>
            <a:ext cx="2339566" cy="186127"/>
          </a:xfrm>
          <a:prstGeom prst="roundRect">
            <a:avLst/>
          </a:prstGeom>
          <a:solidFill>
            <a:schemeClr val="tx2"/>
          </a:solidFill>
        </p:spPr>
        <p:txBody>
          <a:bodyPr wrap="square" rtlCol="0" anchor="ctr">
            <a:noAutofit/>
          </a:bodyPr>
          <a:lstStyle>
            <a:defPPr>
              <a:defRPr lang="ja-JP" noProof="1"/>
            </a:defPPr>
            <a:lvl1pPr>
              <a:defRPr sz="1400" noProof="1">
                <a:solidFill>
                  <a:schemeClr val="bg1"/>
                </a:solidFill>
                <a:latin typeface="+mj-lt"/>
                <a:ea typeface="Meiryo UI" panose="020B0604030504040204" pitchFamily="50" charset="-128"/>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1">
                <a:ln>
                  <a:noFill/>
                </a:ln>
                <a:solidFill>
                  <a:prstClr val="white"/>
                </a:solidFill>
                <a:effectLst/>
                <a:uLnTx/>
                <a:uFillTx/>
                <a:latin typeface="Arial"/>
                <a:ea typeface="Meiryo UI"/>
                <a:cs typeface="+mn-cs"/>
              </a:rPr>
              <a:t>令和</a:t>
            </a:r>
            <a:r>
              <a:rPr kumimoji="1" lang="en-US" altLang="ja-JP" sz="1100" b="0" i="0" u="none" strike="noStrike" kern="1200" cap="none" spc="0" normalizeH="0" baseline="0" noProof="1">
                <a:ln>
                  <a:noFill/>
                </a:ln>
                <a:solidFill>
                  <a:prstClr val="white"/>
                </a:solidFill>
                <a:effectLst/>
                <a:uLnTx/>
                <a:uFillTx/>
                <a:latin typeface="Arial"/>
                <a:ea typeface="Meiryo UI"/>
                <a:cs typeface="+mn-cs"/>
              </a:rPr>
              <a:t>8</a:t>
            </a:r>
            <a:r>
              <a:rPr kumimoji="1" lang="ja-JP" altLang="en-US" sz="1100" b="0" i="0" u="none" strike="noStrike" kern="1200" cap="none" spc="0" normalizeH="0" baseline="0" noProof="1">
                <a:ln>
                  <a:noFill/>
                </a:ln>
                <a:solidFill>
                  <a:prstClr val="white"/>
                </a:solidFill>
                <a:effectLst/>
                <a:uLnTx/>
                <a:uFillTx/>
                <a:latin typeface="Arial"/>
                <a:ea typeface="Meiryo UI"/>
                <a:cs typeface="+mn-cs"/>
              </a:rPr>
              <a:t>年度</a:t>
            </a:r>
            <a:r>
              <a:rPr kumimoji="1" lang="en-US" altLang="ja-JP" sz="1100" b="0" i="0" u="none" strike="noStrike" kern="1200" cap="none" spc="0" normalizeH="0" baseline="0" noProof="1">
                <a:ln>
                  <a:noFill/>
                </a:ln>
                <a:solidFill>
                  <a:prstClr val="white"/>
                </a:solidFill>
                <a:effectLst/>
                <a:uLnTx/>
                <a:uFillTx/>
                <a:latin typeface="Arial"/>
                <a:ea typeface="Meiryo UI"/>
                <a:cs typeface="+mn-cs"/>
              </a:rPr>
              <a:t>1</a:t>
            </a:r>
            <a:r>
              <a:rPr kumimoji="1" lang="ja-JP" altLang="en-US" sz="1100" b="0" i="0" u="none" strike="noStrike" kern="1200" cap="none" spc="0" normalizeH="0" baseline="0" noProof="1">
                <a:ln>
                  <a:noFill/>
                </a:ln>
                <a:solidFill>
                  <a:prstClr val="white"/>
                </a:solidFill>
                <a:effectLst/>
                <a:uLnTx/>
                <a:uFillTx/>
                <a:latin typeface="Arial"/>
                <a:ea typeface="Meiryo UI"/>
                <a:cs typeface="+mn-cs"/>
              </a:rPr>
              <a:t>月初旬リリース予定案件</a:t>
            </a:r>
            <a:endParaRPr kumimoji="0" lang="ja-JP" altLang="en-US" sz="1100" b="0" i="0" u="none" strike="noStrike" kern="0" cap="none" spc="0" normalizeH="0" baseline="0" noProof="1">
              <a:ln>
                <a:noFill/>
              </a:ln>
              <a:solidFill>
                <a:srgbClr val="FFFFFF"/>
              </a:solidFill>
              <a:effectLst/>
              <a:uLnTx/>
              <a:uFillTx/>
              <a:latin typeface="Meiryo UI"/>
              <a:ea typeface="Meiryo UI" panose="020B0604030504040204" pitchFamily="50" charset="-128"/>
              <a:cs typeface="+mn-cs"/>
            </a:endParaRPr>
          </a:p>
        </p:txBody>
      </p:sp>
      <p:graphicFrame>
        <p:nvGraphicFramePr>
          <p:cNvPr id="6" name="表 5">
            <a:extLst>
              <a:ext uri="{FF2B5EF4-FFF2-40B4-BE49-F238E27FC236}">
                <a16:creationId xmlns:a16="http://schemas.microsoft.com/office/drawing/2014/main" id="{9B0F49C1-794F-10C4-F40B-FD50DC75D85A}"/>
              </a:ext>
            </a:extLst>
          </p:cNvPr>
          <p:cNvGraphicFramePr>
            <a:graphicFrameLocks noGrp="1"/>
          </p:cNvGraphicFramePr>
          <p:nvPr/>
        </p:nvGraphicFramePr>
        <p:xfrm>
          <a:off x="523116" y="4660266"/>
          <a:ext cx="9029915" cy="883920"/>
        </p:xfrm>
        <a:graphic>
          <a:graphicData uri="http://schemas.openxmlformats.org/drawingml/2006/table">
            <a:tbl>
              <a:tblPr firstRow="1" bandRow="1">
                <a:tableStyleId>{5C22544A-7EE6-4342-B048-85BDC9FD1C3A}</a:tableStyleId>
              </a:tblPr>
              <a:tblGrid>
                <a:gridCol w="312234">
                  <a:extLst>
                    <a:ext uri="{9D8B030D-6E8A-4147-A177-3AD203B41FA5}">
                      <a16:colId xmlns:a16="http://schemas.microsoft.com/office/drawing/2014/main" val="2101549305"/>
                    </a:ext>
                  </a:extLst>
                </a:gridCol>
                <a:gridCol w="365435">
                  <a:extLst>
                    <a:ext uri="{9D8B030D-6E8A-4147-A177-3AD203B41FA5}">
                      <a16:colId xmlns:a16="http://schemas.microsoft.com/office/drawing/2014/main" val="4255713497"/>
                    </a:ext>
                  </a:extLst>
                </a:gridCol>
                <a:gridCol w="3183865">
                  <a:extLst>
                    <a:ext uri="{9D8B030D-6E8A-4147-A177-3AD203B41FA5}">
                      <a16:colId xmlns:a16="http://schemas.microsoft.com/office/drawing/2014/main" val="2299355979"/>
                    </a:ext>
                  </a:extLst>
                </a:gridCol>
                <a:gridCol w="558237">
                  <a:extLst>
                    <a:ext uri="{9D8B030D-6E8A-4147-A177-3AD203B41FA5}">
                      <a16:colId xmlns:a16="http://schemas.microsoft.com/office/drawing/2014/main" val="1134433152"/>
                    </a:ext>
                  </a:extLst>
                </a:gridCol>
                <a:gridCol w="875406">
                  <a:extLst>
                    <a:ext uri="{9D8B030D-6E8A-4147-A177-3AD203B41FA5}">
                      <a16:colId xmlns:a16="http://schemas.microsoft.com/office/drawing/2014/main" val="3691285807"/>
                    </a:ext>
                  </a:extLst>
                </a:gridCol>
                <a:gridCol w="491067">
                  <a:extLst>
                    <a:ext uri="{9D8B030D-6E8A-4147-A177-3AD203B41FA5}">
                      <a16:colId xmlns:a16="http://schemas.microsoft.com/office/drawing/2014/main" val="779774557"/>
                    </a:ext>
                  </a:extLst>
                </a:gridCol>
                <a:gridCol w="3243671">
                  <a:extLst>
                    <a:ext uri="{9D8B030D-6E8A-4147-A177-3AD203B41FA5}">
                      <a16:colId xmlns:a16="http://schemas.microsoft.com/office/drawing/2014/main" val="971229648"/>
                    </a:ext>
                  </a:extLst>
                </a:gridCol>
              </a:tblGrid>
              <a:tr h="134046">
                <a:tc>
                  <a:txBody>
                    <a:bodyPr/>
                    <a:lstStyle/>
                    <a:p>
                      <a:pPr algn="ctr">
                        <a:spcBef>
                          <a:spcPts val="300"/>
                        </a:spcBef>
                      </a:pPr>
                      <a:r>
                        <a:rPr kumimoji="1" lang="en-US" altLang="ja-JP" sz="1000" noProof="1">
                          <a:solidFill>
                            <a:schemeClr val="bg1"/>
                          </a:solidFill>
                          <a:latin typeface="+mn-ea"/>
                          <a:ea typeface="+mn-ea"/>
                        </a:rPr>
                        <a:t>#</a:t>
                      </a:r>
                      <a:endParaRPr kumimoji="1" lang="ja-JP" altLang="en-US" sz="1000" noProof="1">
                        <a:solidFill>
                          <a:schemeClr val="bg1"/>
                        </a:solidFill>
                        <a:latin typeface="+mn-ea"/>
                        <a:ea typeface="+mn-ea"/>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marL="0" algn="ctr" defTabSz="685673" rtl="0" eaLnBrk="1" latinLnBrk="0" hangingPunct="1">
                        <a:spcBef>
                          <a:spcPts val="300"/>
                        </a:spcBef>
                      </a:pPr>
                      <a:r>
                        <a:rPr kumimoji="1" lang="en-US" altLang="ja-JP" sz="1000" b="1" kern="1200" noProof="1">
                          <a:solidFill>
                            <a:schemeClr val="bg1"/>
                          </a:solidFill>
                          <a:latin typeface="+mn-ea"/>
                          <a:ea typeface="+mn-ea"/>
                          <a:cs typeface="+mn-cs"/>
                        </a:rPr>
                        <a:t>ID</a:t>
                      </a:r>
                      <a:endParaRPr kumimoji="1" lang="ja-JP" altLang="en-US" sz="1000" b="1" kern="1200" noProof="1">
                        <a:solidFill>
                          <a:schemeClr val="bg1"/>
                        </a:solidFill>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marL="0" algn="ctr" defTabSz="685673" rtl="0" eaLnBrk="1" latinLnBrk="0" hangingPunct="1">
                        <a:spcBef>
                          <a:spcPts val="300"/>
                        </a:spcBef>
                      </a:pPr>
                      <a:r>
                        <a:rPr kumimoji="1" lang="ja-JP" altLang="en-US" sz="1000" b="1" kern="1200" noProof="1">
                          <a:solidFill>
                            <a:schemeClr val="bg1"/>
                          </a:solidFill>
                          <a:latin typeface="+mn-ea"/>
                          <a:ea typeface="+mn-ea"/>
                          <a:cs typeface="+mn-cs"/>
                        </a:rPr>
                        <a:t>案件</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algn="ctr">
                        <a:spcBef>
                          <a:spcPts val="0"/>
                        </a:spcBef>
                      </a:pPr>
                      <a:r>
                        <a:rPr kumimoji="1" lang="ja-JP" altLang="en-US" sz="1000" b="1" kern="1200" noProof="1">
                          <a:solidFill>
                            <a:schemeClr val="bg1"/>
                          </a:solidFill>
                          <a:latin typeface="+mn-ea"/>
                          <a:ea typeface="+mn-ea"/>
                          <a:cs typeface="+mn-cs"/>
                        </a:rPr>
                        <a:t>リリース</a:t>
                      </a:r>
                      <a:endParaRPr kumimoji="1" lang="en-US" altLang="ja-JP" sz="1000" b="1" kern="1200" noProof="1">
                        <a:solidFill>
                          <a:schemeClr val="bg1"/>
                        </a:solidFill>
                        <a:latin typeface="+mn-ea"/>
                        <a:ea typeface="+mn-ea"/>
                        <a:cs typeface="+mn-cs"/>
                      </a:endParaRPr>
                    </a:p>
                    <a:p>
                      <a:pPr algn="ctr">
                        <a:spcBef>
                          <a:spcPts val="0"/>
                        </a:spcBef>
                      </a:pPr>
                      <a:r>
                        <a:rPr kumimoji="1" lang="ja-JP" altLang="en-US" sz="1000" b="1" kern="1200" noProof="1">
                          <a:solidFill>
                            <a:schemeClr val="bg1"/>
                          </a:solidFill>
                          <a:latin typeface="+mn-ea"/>
                          <a:ea typeface="+mn-ea"/>
                          <a:cs typeface="+mn-cs"/>
                        </a:rPr>
                        <a:t>時期</a:t>
                      </a:r>
                      <a:endParaRPr kumimoji="1" lang="en-US" altLang="ja-JP" sz="1000" b="1" kern="1200" noProof="1">
                        <a:solidFill>
                          <a:schemeClr val="bg1"/>
                        </a:solidFill>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algn="ctr">
                        <a:spcBef>
                          <a:spcPts val="0"/>
                        </a:spcBef>
                      </a:pPr>
                      <a:r>
                        <a:rPr kumimoji="1" lang="ja-JP" altLang="en-US" sz="1000" noProof="1">
                          <a:solidFill>
                            <a:schemeClr val="bg1"/>
                          </a:solidFill>
                          <a:latin typeface="+mn-ea"/>
                          <a:ea typeface="+mn-ea"/>
                        </a:rPr>
                        <a:t>調達状況</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algn="ctr">
                        <a:spcBef>
                          <a:spcPts val="0"/>
                        </a:spcBef>
                      </a:pPr>
                      <a:r>
                        <a:rPr kumimoji="1" lang="ja-JP" altLang="en-US" sz="1000" b="1" kern="1200" noProof="1">
                          <a:solidFill>
                            <a:schemeClr val="bg1"/>
                          </a:solidFill>
                          <a:latin typeface="+mn-ea"/>
                          <a:ea typeface="+mn-ea"/>
                          <a:cs typeface="+mn-cs"/>
                        </a:rPr>
                        <a:t>担当</a:t>
                      </a:r>
                      <a:endParaRPr kumimoji="1" lang="en-US" altLang="ja-JP" sz="1000" b="1" kern="1200" noProof="1">
                        <a:solidFill>
                          <a:schemeClr val="bg1"/>
                        </a:solidFill>
                        <a:latin typeface="+mn-ea"/>
                        <a:ea typeface="+mn-ea"/>
                        <a:cs typeface="+mn-cs"/>
                      </a:endParaRPr>
                    </a:p>
                    <a:p>
                      <a:pPr algn="ctr">
                        <a:spcBef>
                          <a:spcPts val="0"/>
                        </a:spcBef>
                      </a:pPr>
                      <a:r>
                        <a:rPr kumimoji="1" lang="ja-JP" altLang="en-US" sz="1000" b="1" kern="1200" noProof="1">
                          <a:solidFill>
                            <a:schemeClr val="bg1"/>
                          </a:solidFill>
                          <a:latin typeface="+mn-ea"/>
                          <a:ea typeface="+mn-ea"/>
                          <a:cs typeface="+mn-cs"/>
                        </a:rPr>
                        <a:t>チーム</a:t>
                      </a:r>
                      <a:endParaRPr kumimoji="1" lang="en-US" altLang="ja-JP" sz="1000" b="1" kern="1200" noProof="1">
                        <a:solidFill>
                          <a:schemeClr val="bg1"/>
                        </a:solidFill>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marL="0" marR="0" lvl="0" indent="0" algn="ctr" defTabSz="685673" rtl="0" eaLnBrk="1" fontAlgn="auto" latinLnBrk="0" hangingPunct="1">
                        <a:lnSpc>
                          <a:spcPct val="100000"/>
                        </a:lnSpc>
                        <a:spcBef>
                          <a:spcPts val="300"/>
                        </a:spcBef>
                        <a:spcAft>
                          <a:spcPts val="0"/>
                        </a:spcAft>
                        <a:buClrTx/>
                        <a:buSzTx/>
                        <a:buFontTx/>
                        <a:buNone/>
                        <a:tabLst/>
                        <a:defRPr noProof="1"/>
                      </a:pPr>
                      <a:r>
                        <a:rPr kumimoji="1" lang="ja-JP" altLang="en-US" sz="1000" b="0" noProof="1">
                          <a:solidFill>
                            <a:schemeClr val="bg1"/>
                          </a:solidFill>
                          <a:latin typeface="+mn-ea"/>
                          <a:ea typeface="+mn-ea"/>
                        </a:rPr>
                        <a:t>付議事項等</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2">
                        <a:lumMod val="60000"/>
                        <a:lumOff val="40000"/>
                      </a:schemeClr>
                    </a:solidFill>
                  </a:tcPr>
                </a:tc>
                <a:extLst>
                  <a:ext uri="{0D108BD9-81ED-4DB2-BD59-A6C34878D82A}">
                    <a16:rowId xmlns:a16="http://schemas.microsoft.com/office/drawing/2014/main" val="3583684863"/>
                  </a:ext>
                </a:extLst>
              </a:tr>
              <a:tr h="126528">
                <a:tc>
                  <a:txBody>
                    <a:bodyPr/>
                    <a:lstStyle/>
                    <a:p>
                      <a:pPr algn="ctr" fontAlgn="ctr">
                        <a:lnSpc>
                          <a:spcPts val="1080"/>
                        </a:lnSpc>
                        <a:spcBef>
                          <a:spcPts val="0"/>
                        </a:spcBef>
                      </a:pPr>
                      <a:r>
                        <a:rPr lang="en-US" altLang="ja-JP" sz="1000" b="0" i="0" u="none" strike="noStrike" noProof="1">
                          <a:solidFill>
                            <a:schemeClr val="tx1"/>
                          </a:solidFill>
                          <a:effectLst/>
                          <a:latin typeface="+mn-ea"/>
                          <a:ea typeface="+mn-ea"/>
                        </a:rPr>
                        <a:t>1</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fontAlgn="t">
                        <a:lnSpc>
                          <a:spcPts val="1080"/>
                        </a:lnSpc>
                        <a:spcBef>
                          <a:spcPts val="0"/>
                        </a:spcBef>
                        <a:buNone/>
                      </a:pPr>
                      <a:r>
                        <a:rPr lang="en-US" altLang="ja-JP" sz="1000" b="0" i="0" u="none" strike="noStrike" noProof="1">
                          <a:solidFill>
                            <a:schemeClr val="tx1"/>
                          </a:solidFill>
                          <a:effectLst/>
                          <a:latin typeface="+mn-ea"/>
                          <a:ea typeface="+mn-ea"/>
                        </a:rPr>
                        <a:t>166</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685673" rtl="0" eaLnBrk="1" fontAlgn="t" latinLnBrk="0" hangingPunct="1">
                        <a:lnSpc>
                          <a:spcPts val="1080"/>
                        </a:lnSpc>
                        <a:spcBef>
                          <a:spcPts val="0"/>
                        </a:spcBef>
                        <a:spcAft>
                          <a:spcPts val="0"/>
                        </a:spcAft>
                        <a:buClrTx/>
                        <a:buSzTx/>
                        <a:buFontTx/>
                        <a:buNone/>
                        <a:tabLst/>
                        <a:defRPr noProof="1"/>
                      </a:pPr>
                      <a:r>
                        <a:rPr lang="ja-JP" altLang="en-US" sz="1000" b="0" i="0" u="none" strike="noStrike" noProof="1">
                          <a:solidFill>
                            <a:schemeClr val="tx1"/>
                          </a:solidFill>
                          <a:effectLst/>
                          <a:latin typeface="+mn-ea"/>
                          <a:ea typeface="+mn-ea"/>
                        </a:rPr>
                        <a:t>ポータルサイトの利用申請機能等の蓋開け</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843930" rtl="0" eaLnBrk="1" fontAlgn="t"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1</a:t>
                      </a:r>
                      <a:r>
                        <a:rPr kumimoji="1" lang="ja-JP" altLang="en-US" sz="1000" b="0" i="0" u="none" strike="noStrike" kern="1200" cap="none" spc="0" normalizeH="0" baseline="0" noProof="0">
                          <a:ln>
                            <a:noFill/>
                          </a:ln>
                          <a:solidFill>
                            <a:schemeClr val="tx1"/>
                          </a:solidFill>
                          <a:effectLst/>
                          <a:uLnTx/>
                          <a:uFillTx/>
                          <a:latin typeface="+mn-ea"/>
                          <a:ea typeface="+mn-ea"/>
                          <a:cs typeface="+mn-cs"/>
                        </a:rPr>
                        <a:t>月初旬</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en-US" sz="1000" b="0" i="0" u="none" strike="noStrike" kern="1200" cap="none" spc="0" normalizeH="0" baseline="0" noProof="0" err="1">
                          <a:ln>
                            <a:noFill/>
                          </a:ln>
                          <a:solidFill>
                            <a:schemeClr val="tx1"/>
                          </a:solidFill>
                          <a:effectLst/>
                          <a:uLnTx/>
                          <a:uFillTx/>
                          <a:latin typeface="Meiryo UI"/>
                          <a:ea typeface="Meiryo UI"/>
                          <a:cs typeface="+mn-cs"/>
                        </a:rPr>
                        <a:t>完了</a:t>
                      </a:r>
                      <a:endParaRPr lang="ja-JP" sz="1000" b="0" i="0" u="none" strike="noStrike" kern="1200" cap="none" spc="0" normalizeH="0" baseline="0" noProof="0">
                        <a:ln>
                          <a:noFill/>
                        </a:ln>
                        <a:solidFill>
                          <a:schemeClr val="tx1"/>
                        </a:solidFill>
                        <a:effectLst/>
                        <a:uLnTx/>
                        <a:uFillTx/>
                        <a:latin typeface="Meiryo UI"/>
                        <a:ea typeface="Meiryo UI"/>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A</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72000" marR="0" lvl="0" indent="-72000" algn="l" defTabSz="685673" rtl="0" eaLnBrk="1" fontAlgn="ctr" latinLnBrk="0" hangingPunct="1">
                        <a:lnSpc>
                          <a:spcPts val="1080"/>
                        </a:lnSpc>
                        <a:spcBef>
                          <a:spcPts val="0"/>
                        </a:spcBef>
                        <a:spcAft>
                          <a:spcPts val="0"/>
                        </a:spcAft>
                        <a:buClrTx/>
                        <a:buSzTx/>
                        <a:buFont typeface="Meiryo UI" panose="020B0604020202020204" pitchFamily="34" charset="0"/>
                        <a:buChar char="•"/>
                        <a:tabLst/>
                        <a:defRPr noProof="1"/>
                      </a:pP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533580386"/>
                  </a:ext>
                </a:extLst>
              </a:tr>
              <a:tr h="0">
                <a:tc>
                  <a:txBody>
                    <a:bodyPr/>
                    <a:lstStyle/>
                    <a:p>
                      <a:pPr marL="0" lvl="0" algn="ctr" defTabSz="685673">
                        <a:lnSpc>
                          <a:spcPts val="1080"/>
                        </a:lnSpc>
                        <a:spcBef>
                          <a:spcPts val="0"/>
                        </a:spcBef>
                        <a:buNone/>
                      </a:pPr>
                      <a:r>
                        <a:rPr kumimoji="1" lang="en-US" altLang="ja-JP" sz="1000" b="0" i="0" u="none" strike="noStrike" kern="1200" noProof="1">
                          <a:solidFill>
                            <a:schemeClr val="tx1"/>
                          </a:solidFill>
                          <a:effectLst/>
                          <a:latin typeface="+mn-ea"/>
                          <a:ea typeface="+mn-ea"/>
                          <a:cs typeface="+mn-cs"/>
                        </a:rPr>
                        <a:t>2</a:t>
                      </a: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algn="ctr">
                        <a:lnSpc>
                          <a:spcPts val="1080"/>
                        </a:lnSpc>
                        <a:spcBef>
                          <a:spcPts val="0"/>
                        </a:spcBef>
                        <a:buNone/>
                      </a:pPr>
                      <a:r>
                        <a:rPr kumimoji="1" lang="en-US" altLang="ja-JP" sz="1000" b="0" i="0" u="none" strike="noStrike" kern="1200" noProof="1">
                          <a:solidFill>
                            <a:schemeClr val="tx1"/>
                          </a:solidFill>
                          <a:effectLst/>
                          <a:latin typeface="+mn-ea"/>
                          <a:ea typeface="+mn-ea"/>
                          <a:cs typeface="+mn-cs"/>
                        </a:rPr>
                        <a:t>209</a:t>
                      </a:r>
                      <a:endParaRPr kumimoji="1" lang="ja-JP" altLang="en-US" sz="1000" b="0" i="0" u="none" strike="noStrike" kern="1200" noProof="1">
                        <a:solidFill>
                          <a:schemeClr val="tx1"/>
                        </a:solidFill>
                        <a:effectLst/>
                        <a:latin typeface="+mn-ea"/>
                        <a:ea typeface="+mn-ea"/>
                        <a:cs typeface="+mn-cs"/>
                      </a:endParaRP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indent="0" algn="l">
                        <a:lnSpc>
                          <a:spcPts val="1080"/>
                        </a:lnSpc>
                        <a:spcBef>
                          <a:spcPts val="0"/>
                        </a:spcBef>
                        <a:buNone/>
                      </a:pPr>
                      <a:r>
                        <a:rPr lang="en-US" sz="1000" b="0" i="0" u="none" strike="noStrike" kern="1200" baseline="0" noProof="0">
                          <a:solidFill>
                            <a:schemeClr val="tx1"/>
                          </a:solidFill>
                          <a:effectLst/>
                          <a:latin typeface="Arial"/>
                          <a:ea typeface="+mn-ea"/>
                          <a:cs typeface="Arial"/>
                        </a:rPr>
                        <a:t>総合ポータルサイトにおける「運用開始日」の項目名の変更</a:t>
                      </a:r>
                      <a:endParaRPr kumimoji="1" lang="en-US" u="none">
                        <a:solidFill>
                          <a:schemeClr val="tx1"/>
                        </a:solidFill>
                      </a:endParaRP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indent="0" algn="ctr" defTabSz="685673">
                        <a:lnSpc>
                          <a:spcPts val="1080"/>
                        </a:lnSpc>
                        <a:spcBef>
                          <a:spcPts val="0"/>
                        </a:spcBef>
                        <a:spcAft>
                          <a:spcPts val="0"/>
                        </a:spcAft>
                        <a:buNone/>
                        <a:tabLst/>
                        <a:defRPr noProof="1"/>
                      </a:pPr>
                      <a:r>
                        <a:rPr lang="ja-JP" altLang="en-US" sz="1000" b="0" i="0" u="none" strike="noStrike" kern="1200" cap="none" spc="0" normalizeH="0" baseline="0" noProof="0">
                          <a:ln>
                            <a:noFill/>
                          </a:ln>
                          <a:solidFill>
                            <a:schemeClr val="tx1"/>
                          </a:solidFill>
                          <a:effectLst/>
                          <a:uLnTx/>
                          <a:uFillTx/>
                          <a:latin typeface="+mn-ea"/>
                          <a:ea typeface="+mn-ea"/>
                          <a:cs typeface="+mn-cs"/>
                        </a:rPr>
                        <a:t>1月初旬</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en-US" altLang="ja-JP" sz="1000" b="0" i="0" u="none" strike="noStrike" kern="1200" cap="none" spc="0" normalizeH="0" baseline="0" noProof="0">
                          <a:ln>
                            <a:noFill/>
                          </a:ln>
                          <a:solidFill>
                            <a:schemeClr val="tx1"/>
                          </a:solidFill>
                          <a:effectLst/>
                          <a:uLnTx/>
                          <a:uFillTx/>
                          <a:latin typeface="Meiryo UI"/>
                          <a:ea typeface="+mn-ea"/>
                          <a:cs typeface="+mn-cs"/>
                        </a:rPr>
                        <a:t>完了</a:t>
                      </a:r>
                      <a:endParaRPr lang="ja-JP" altLang="ja-JP" sz="1000" b="0" i="0" u="none" strike="noStrike" kern="1200" cap="none" spc="0" normalizeH="0" baseline="0" noProof="0">
                        <a:ln>
                          <a:noFill/>
                        </a:ln>
                        <a:solidFill>
                          <a:schemeClr val="tx1"/>
                        </a:solidFill>
                        <a:effectLst/>
                        <a:uLnTx/>
                        <a:uFillTx/>
                        <a:latin typeface="Meiryo UI"/>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indent="0" algn="ctr" defTabSz="685673" rtl="0" eaLnBrk="1" latinLnBrk="0" hangingPunct="1">
                        <a:lnSpc>
                          <a:spcPts val="1080"/>
                        </a:lnSpc>
                        <a:spcBef>
                          <a:spcPts val="0"/>
                        </a:spcBef>
                        <a:spcAft>
                          <a:spcPts val="0"/>
                        </a:spcAft>
                        <a:buNone/>
                        <a:tabLst/>
                        <a:defRPr noProof="1"/>
                      </a:pPr>
                      <a:r>
                        <a:rPr lang="ja-JP" altLang="en-US" sz="1000" b="0" i="0" u="none" strike="noStrike" kern="1200" cap="none" spc="0" normalizeH="0" baseline="0" noProof="0">
                          <a:ln>
                            <a:noFill/>
                          </a:ln>
                          <a:solidFill>
                            <a:schemeClr val="tx1"/>
                          </a:solidFill>
                          <a:effectLst/>
                          <a:uLnTx/>
                          <a:uFillTx/>
                          <a:latin typeface="+mn-ea"/>
                          <a:ea typeface="+mn-ea"/>
                          <a:cs typeface="+mn-cs"/>
                        </a:rPr>
                        <a:t>A</a:t>
                      </a: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indent="0" algn="ctr" defTabSz="685673" rtl="0" eaLnBrk="1" latinLnBrk="0" hangingPunct="1">
                        <a:lnSpc>
                          <a:spcPts val="1080"/>
                        </a:lnSpc>
                        <a:spcBef>
                          <a:spcPts val="0"/>
                        </a:spcBef>
                        <a:spcAft>
                          <a:spcPts val="0"/>
                        </a:spcAft>
                        <a:buFont typeface="Meiryo UI"/>
                        <a:buNone/>
                        <a:tabLst/>
                        <a:defRPr noProof="1"/>
                      </a:pPr>
                      <a:endParaRPr kumimoji="1" lang="en-US" altLang="ja-JP" sz="1000" b="0" i="0" u="none" strike="noStrike" kern="1200" cap="none" spc="0" normalizeH="0" baseline="0" noProof="0">
                        <a:ln>
                          <a:noFill/>
                        </a:ln>
                        <a:solidFill>
                          <a:srgbClr val="FF0000"/>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261770306"/>
                  </a:ext>
                </a:extLst>
              </a:tr>
            </a:tbl>
          </a:graphicData>
        </a:graphic>
      </p:graphicFrame>
    </p:spTree>
    <p:extLst>
      <p:ext uri="{BB962C8B-B14F-4D97-AF65-F5344CB8AC3E}">
        <p14:creationId xmlns:p14="http://schemas.microsoft.com/office/powerpoint/2010/main" val="5367338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5DFA9-9CA7-0873-4261-F5C3979B9838}"/>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5B07959A-5EFE-A2EB-F4EE-2EC240CE1713}"/>
              </a:ext>
            </a:extLst>
          </p:cNvPr>
          <p:cNvSpPr>
            <a:spLocks noGrp="1"/>
          </p:cNvSpPr>
          <p:nvPr>
            <p:ph type="title"/>
          </p:nvPr>
        </p:nvSpPr>
        <p:spPr>
          <a:xfrm>
            <a:off x="507000" y="116696"/>
            <a:ext cx="5722350" cy="576000"/>
          </a:xfrm>
        </p:spPr>
        <p:txBody>
          <a:bodyPr vert="horz" wrap="square" lIns="36000" tIns="36000" rIns="36000" bIns="36000" anchor="b" anchorCtr="0">
            <a:noAutofit/>
          </a:bodyPr>
          <a:lstStyle/>
          <a:p>
            <a:r>
              <a:rPr lang="en-US" altLang="ja-JP" sz="1800" noProof="1">
                <a:solidFill>
                  <a:srgbClr val="324F71"/>
                </a:solidFill>
              </a:rPr>
              <a:t>3</a:t>
            </a:r>
            <a:r>
              <a:rPr lang="ja-JP" altLang="en-US" sz="1800" noProof="1">
                <a:solidFill>
                  <a:srgbClr val="324F71"/>
                </a:solidFill>
              </a:rPr>
              <a:t>．令和</a:t>
            </a:r>
            <a:r>
              <a:rPr lang="en-US" altLang="ja-JP" sz="1800" noProof="1">
                <a:solidFill>
                  <a:srgbClr val="324F71"/>
                </a:solidFill>
              </a:rPr>
              <a:t>8</a:t>
            </a:r>
            <a:r>
              <a:rPr lang="ja-JP" altLang="en-US" sz="1800" noProof="1">
                <a:solidFill>
                  <a:srgbClr val="324F71"/>
                </a:solidFill>
              </a:rPr>
              <a:t>年度案件の概況(2/3)</a:t>
            </a:r>
          </a:p>
        </p:txBody>
      </p:sp>
      <p:graphicFrame>
        <p:nvGraphicFramePr>
          <p:cNvPr id="2" name="表 1">
            <a:extLst>
              <a:ext uri="{FF2B5EF4-FFF2-40B4-BE49-F238E27FC236}">
                <a16:creationId xmlns:a16="http://schemas.microsoft.com/office/drawing/2014/main" id="{41F0DF9B-1043-8807-5D55-029E167D0A5A}"/>
              </a:ext>
            </a:extLst>
          </p:cNvPr>
          <p:cNvGraphicFramePr>
            <a:graphicFrameLocks noGrp="1"/>
          </p:cNvGraphicFramePr>
          <p:nvPr>
            <p:extLst>
              <p:ext uri="{D42A27DB-BD31-4B8C-83A1-F6EECF244321}">
                <p14:modId xmlns:p14="http://schemas.microsoft.com/office/powerpoint/2010/main" val="2946207188"/>
              </p:ext>
            </p:extLst>
          </p:nvPr>
        </p:nvGraphicFramePr>
        <p:xfrm>
          <a:off x="507000" y="1052017"/>
          <a:ext cx="9029911" cy="5136841"/>
        </p:xfrm>
        <a:graphic>
          <a:graphicData uri="http://schemas.openxmlformats.org/drawingml/2006/table">
            <a:tbl>
              <a:tblPr firstRow="1" bandRow="1">
                <a:tableStyleId>{5C22544A-7EE6-4342-B048-85BDC9FD1C3A}</a:tableStyleId>
              </a:tblPr>
              <a:tblGrid>
                <a:gridCol w="255000">
                  <a:extLst>
                    <a:ext uri="{9D8B030D-6E8A-4147-A177-3AD203B41FA5}">
                      <a16:colId xmlns:a16="http://schemas.microsoft.com/office/drawing/2014/main" val="2101549305"/>
                    </a:ext>
                  </a:extLst>
                </a:gridCol>
                <a:gridCol w="510540">
                  <a:extLst>
                    <a:ext uri="{9D8B030D-6E8A-4147-A177-3AD203B41FA5}">
                      <a16:colId xmlns:a16="http://schemas.microsoft.com/office/drawing/2014/main" val="4255713497"/>
                    </a:ext>
                  </a:extLst>
                </a:gridCol>
                <a:gridCol w="3154680">
                  <a:extLst>
                    <a:ext uri="{9D8B030D-6E8A-4147-A177-3AD203B41FA5}">
                      <a16:colId xmlns:a16="http://schemas.microsoft.com/office/drawing/2014/main" val="2299355979"/>
                    </a:ext>
                  </a:extLst>
                </a:gridCol>
                <a:gridCol w="499549">
                  <a:extLst>
                    <a:ext uri="{9D8B030D-6E8A-4147-A177-3AD203B41FA5}">
                      <a16:colId xmlns:a16="http://schemas.microsoft.com/office/drawing/2014/main" val="1134433152"/>
                    </a:ext>
                  </a:extLst>
                </a:gridCol>
                <a:gridCol w="674287">
                  <a:extLst>
                    <a:ext uri="{9D8B030D-6E8A-4147-A177-3AD203B41FA5}">
                      <a16:colId xmlns:a16="http://schemas.microsoft.com/office/drawing/2014/main" val="3691285807"/>
                    </a:ext>
                  </a:extLst>
                </a:gridCol>
                <a:gridCol w="493381">
                  <a:extLst>
                    <a:ext uri="{9D8B030D-6E8A-4147-A177-3AD203B41FA5}">
                      <a16:colId xmlns:a16="http://schemas.microsoft.com/office/drawing/2014/main" val="779774557"/>
                    </a:ext>
                  </a:extLst>
                </a:gridCol>
                <a:gridCol w="3442474">
                  <a:extLst>
                    <a:ext uri="{9D8B030D-6E8A-4147-A177-3AD203B41FA5}">
                      <a16:colId xmlns:a16="http://schemas.microsoft.com/office/drawing/2014/main" val="971229648"/>
                    </a:ext>
                  </a:extLst>
                </a:gridCol>
              </a:tblGrid>
              <a:tr h="384087">
                <a:tc>
                  <a:txBody>
                    <a:bodyPr/>
                    <a:lstStyle/>
                    <a:p>
                      <a:pPr algn="ctr">
                        <a:spcBef>
                          <a:spcPts val="300"/>
                        </a:spcBef>
                      </a:pPr>
                      <a:r>
                        <a:rPr kumimoji="1" lang="en-US" altLang="ja-JP" sz="1000" noProof="1">
                          <a:solidFill>
                            <a:schemeClr val="bg1"/>
                          </a:solidFill>
                          <a:latin typeface="+mn-ea"/>
                          <a:ea typeface="+mn-ea"/>
                        </a:rPr>
                        <a:t>#</a:t>
                      </a:r>
                      <a:endParaRPr kumimoji="1" lang="ja-JP" altLang="en-US" sz="1000" noProof="1">
                        <a:solidFill>
                          <a:schemeClr val="bg1"/>
                        </a:solidFill>
                        <a:latin typeface="+mn-ea"/>
                        <a:ea typeface="+mn-ea"/>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marL="0" algn="ctr" defTabSz="685673" rtl="0" eaLnBrk="1" latinLnBrk="0" hangingPunct="1">
                        <a:spcBef>
                          <a:spcPts val="300"/>
                        </a:spcBef>
                      </a:pPr>
                      <a:r>
                        <a:rPr kumimoji="1" lang="en-US" altLang="ja-JP" sz="1000" b="1" kern="1200" noProof="1">
                          <a:solidFill>
                            <a:schemeClr val="bg1"/>
                          </a:solidFill>
                          <a:latin typeface="+mn-ea"/>
                          <a:ea typeface="+mn-ea"/>
                          <a:cs typeface="+mn-cs"/>
                        </a:rPr>
                        <a:t>ID</a:t>
                      </a:r>
                      <a:endParaRPr kumimoji="1" lang="ja-JP" altLang="en-US" sz="1000" b="1" kern="1200" noProof="1">
                        <a:solidFill>
                          <a:schemeClr val="bg1"/>
                        </a:solidFill>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marL="0" algn="ctr" defTabSz="685673" rtl="0" eaLnBrk="1" latinLnBrk="0" hangingPunct="1">
                        <a:spcBef>
                          <a:spcPts val="300"/>
                        </a:spcBef>
                      </a:pPr>
                      <a:r>
                        <a:rPr kumimoji="1" lang="ja-JP" altLang="en-US" sz="1000" b="1" kern="1200" noProof="1">
                          <a:solidFill>
                            <a:schemeClr val="bg1"/>
                          </a:solidFill>
                          <a:latin typeface="+mn-ea"/>
                          <a:ea typeface="+mn-ea"/>
                          <a:cs typeface="+mn-cs"/>
                        </a:rPr>
                        <a:t>案件</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algn="ctr">
                        <a:spcBef>
                          <a:spcPts val="0"/>
                        </a:spcBef>
                      </a:pPr>
                      <a:r>
                        <a:rPr kumimoji="1" lang="ja-JP" altLang="en-US" sz="1000" b="1" kern="1200" noProof="1">
                          <a:solidFill>
                            <a:schemeClr val="bg1"/>
                          </a:solidFill>
                          <a:latin typeface="+mn-ea"/>
                          <a:ea typeface="+mn-ea"/>
                          <a:cs typeface="+mn-cs"/>
                        </a:rPr>
                        <a:t>リリース</a:t>
                      </a:r>
                      <a:endParaRPr kumimoji="1" lang="en-US" altLang="ja-JP" sz="1000" b="1" kern="1200" noProof="1">
                        <a:solidFill>
                          <a:schemeClr val="bg1"/>
                        </a:solidFill>
                        <a:latin typeface="+mn-ea"/>
                        <a:ea typeface="+mn-ea"/>
                        <a:cs typeface="+mn-cs"/>
                      </a:endParaRPr>
                    </a:p>
                    <a:p>
                      <a:pPr algn="ctr">
                        <a:spcBef>
                          <a:spcPts val="0"/>
                        </a:spcBef>
                      </a:pPr>
                      <a:r>
                        <a:rPr kumimoji="1" lang="ja-JP" altLang="en-US" sz="1000" b="1" kern="1200" noProof="1">
                          <a:solidFill>
                            <a:schemeClr val="bg1"/>
                          </a:solidFill>
                          <a:latin typeface="+mn-ea"/>
                          <a:ea typeface="+mn-ea"/>
                          <a:cs typeface="+mn-cs"/>
                        </a:rPr>
                        <a:t>時期</a:t>
                      </a:r>
                      <a:endParaRPr kumimoji="1" lang="en-US" altLang="ja-JP" sz="1000" b="1" kern="1200" noProof="1">
                        <a:solidFill>
                          <a:schemeClr val="bg1"/>
                        </a:solidFill>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algn="ctr">
                        <a:spcBef>
                          <a:spcPts val="0"/>
                        </a:spcBef>
                      </a:pPr>
                      <a:r>
                        <a:rPr kumimoji="1" lang="ja-JP" altLang="en-US" sz="1000" noProof="1">
                          <a:solidFill>
                            <a:schemeClr val="bg1"/>
                          </a:solidFill>
                          <a:latin typeface="+mn-ea"/>
                          <a:ea typeface="+mn-ea"/>
                        </a:rPr>
                        <a:t>調達状況</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algn="ctr">
                        <a:spcBef>
                          <a:spcPts val="0"/>
                        </a:spcBef>
                      </a:pPr>
                      <a:r>
                        <a:rPr kumimoji="1" lang="ja-JP" altLang="en-US" sz="1000" b="1" kern="1200" noProof="1">
                          <a:solidFill>
                            <a:schemeClr val="bg1"/>
                          </a:solidFill>
                          <a:latin typeface="+mn-ea"/>
                          <a:ea typeface="+mn-ea"/>
                          <a:cs typeface="+mn-cs"/>
                        </a:rPr>
                        <a:t>担当</a:t>
                      </a:r>
                      <a:endParaRPr kumimoji="1" lang="en-US" altLang="ja-JP" sz="1000" b="1" kern="1200" noProof="1">
                        <a:solidFill>
                          <a:schemeClr val="bg1"/>
                        </a:solidFill>
                        <a:latin typeface="+mn-ea"/>
                        <a:ea typeface="+mn-ea"/>
                        <a:cs typeface="+mn-cs"/>
                      </a:endParaRPr>
                    </a:p>
                    <a:p>
                      <a:pPr algn="ctr">
                        <a:spcBef>
                          <a:spcPts val="0"/>
                        </a:spcBef>
                      </a:pPr>
                      <a:r>
                        <a:rPr kumimoji="1" lang="ja-JP" altLang="en-US" sz="1000" b="1" kern="1200" noProof="1">
                          <a:solidFill>
                            <a:schemeClr val="bg1"/>
                          </a:solidFill>
                          <a:latin typeface="+mn-ea"/>
                          <a:ea typeface="+mn-ea"/>
                          <a:cs typeface="+mn-cs"/>
                        </a:rPr>
                        <a:t>チーム</a:t>
                      </a:r>
                      <a:endParaRPr kumimoji="1" lang="en-US" altLang="ja-JP" sz="1000" b="1" kern="1200" noProof="1">
                        <a:solidFill>
                          <a:schemeClr val="bg1"/>
                        </a:solidFill>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marL="0" marR="0" lvl="0" indent="0" algn="ctr" defTabSz="685673" rtl="0" eaLnBrk="1" fontAlgn="auto" latinLnBrk="0" hangingPunct="1">
                        <a:lnSpc>
                          <a:spcPct val="100000"/>
                        </a:lnSpc>
                        <a:spcBef>
                          <a:spcPts val="300"/>
                        </a:spcBef>
                        <a:spcAft>
                          <a:spcPts val="0"/>
                        </a:spcAft>
                        <a:buClrTx/>
                        <a:buSzTx/>
                        <a:buFontTx/>
                        <a:buNone/>
                        <a:tabLst/>
                        <a:defRPr noProof="1"/>
                      </a:pPr>
                      <a:r>
                        <a:rPr kumimoji="1" lang="ja-JP" altLang="en-US" sz="1000" b="0" noProof="1">
                          <a:solidFill>
                            <a:schemeClr val="bg1"/>
                          </a:solidFill>
                          <a:latin typeface="+mn-ea"/>
                          <a:ea typeface="+mn-ea"/>
                        </a:rPr>
                        <a:t>付議事項等</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2">
                        <a:lumMod val="60000"/>
                        <a:lumOff val="40000"/>
                      </a:schemeClr>
                    </a:solidFill>
                  </a:tcPr>
                </a:tc>
                <a:extLst>
                  <a:ext uri="{0D108BD9-81ED-4DB2-BD59-A6C34878D82A}">
                    <a16:rowId xmlns:a16="http://schemas.microsoft.com/office/drawing/2014/main" val="3583684863"/>
                  </a:ext>
                </a:extLst>
              </a:tr>
              <a:tr h="359466">
                <a:tc rowSpan="3">
                  <a:txBody>
                    <a:bodyPr/>
                    <a:lstStyle/>
                    <a:p>
                      <a:pPr algn="ctr" fontAlgn="ctr">
                        <a:lnSpc>
                          <a:spcPts val="1080"/>
                        </a:lnSpc>
                        <a:spcBef>
                          <a:spcPts val="0"/>
                        </a:spcBef>
                      </a:pPr>
                      <a:r>
                        <a:rPr lang="en-US" altLang="ja-JP" sz="1000" b="0" i="0" u="none" strike="noStrike" noProof="1">
                          <a:solidFill>
                            <a:schemeClr val="tx1"/>
                          </a:solidFill>
                          <a:effectLst/>
                          <a:latin typeface="+mn-ea"/>
                          <a:ea typeface="+mn-ea"/>
                        </a:rPr>
                        <a:t>1</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fontAlgn="t">
                        <a:lnSpc>
                          <a:spcPts val="1080"/>
                        </a:lnSpc>
                        <a:spcBef>
                          <a:spcPts val="0"/>
                        </a:spcBef>
                        <a:buNone/>
                      </a:pPr>
                      <a:r>
                        <a:rPr lang="en-US" altLang="ja-JP" sz="1000" b="0" i="0" u="none" strike="noStrike" noProof="1">
                          <a:solidFill>
                            <a:schemeClr val="tx1"/>
                          </a:solidFill>
                          <a:effectLst/>
                          <a:latin typeface="+mn-ea"/>
                          <a:ea typeface="+mn-ea"/>
                        </a:rPr>
                        <a:t>036-1</a:t>
                      </a: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rowSpan="3">
                  <a:txBody>
                    <a:bodyPr/>
                    <a:lstStyle/>
                    <a:p>
                      <a:pPr marL="0" algn="l" defTabSz="685673" rtl="0" eaLnBrk="1" fontAlgn="t" latinLnBrk="0" hangingPunct="1">
                        <a:lnSpc>
                          <a:spcPts val="1080"/>
                        </a:lnSpc>
                        <a:spcBef>
                          <a:spcPts val="0"/>
                        </a:spcBef>
                        <a:buNone/>
                      </a:pPr>
                      <a:r>
                        <a:rPr kumimoji="1" lang="ja-JP" altLang="en-US" sz="1000" b="0" i="0" u="none" strike="noStrike" kern="1200" noProof="1">
                          <a:solidFill>
                            <a:schemeClr val="tx1"/>
                          </a:solidFill>
                          <a:effectLst/>
                          <a:latin typeface="+mn-ea"/>
                          <a:ea typeface="+mn-ea"/>
                          <a:cs typeface="+mn-cs"/>
                        </a:rPr>
                        <a:t>医療ー介護間情報連携機能の追加</a:t>
                      </a: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rowSpan="3">
                  <a:txBody>
                    <a:bodyPr/>
                    <a:lstStyle/>
                    <a:p>
                      <a:pPr marL="0" marR="0" lvl="0" indent="0" algn="ctr" defTabSz="843930" rtl="0" eaLnBrk="1" fontAlgn="t"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eiryo UI"/>
                          <a:ea typeface="Meiryo UI"/>
                          <a:cs typeface="+mn-cs"/>
                        </a:rPr>
                        <a:t>3</a:t>
                      </a:r>
                      <a:r>
                        <a:rPr kumimoji="1" lang="ja-JP" altLang="en-US" sz="1000" b="0" i="0" u="none" strike="noStrike" kern="1200" cap="none" spc="0" normalizeH="0" baseline="0" noProof="0">
                          <a:ln>
                            <a:noFill/>
                          </a:ln>
                          <a:solidFill>
                            <a:schemeClr val="tx1"/>
                          </a:solidFill>
                          <a:effectLst/>
                          <a:uLnTx/>
                          <a:uFillTx/>
                          <a:latin typeface="Meiryo UI"/>
                          <a:ea typeface="Meiryo UI"/>
                          <a:cs typeface="+mn-cs"/>
                        </a:rPr>
                        <a:t>月</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Tx/>
                        <a:buNone/>
                        <a:tabLst/>
                        <a:defRPr noProof="1"/>
                      </a:pPr>
                      <a:r>
                        <a:rPr lang="en-US" altLang="ja-JP" sz="1000" b="0" i="0" u="none" strike="noStrike" kern="1200" cap="none" spc="0" normalizeH="0" baseline="0" noProof="0" err="1">
                          <a:ln>
                            <a:noFill/>
                          </a:ln>
                          <a:solidFill>
                            <a:schemeClr val="tx1"/>
                          </a:solidFill>
                          <a:effectLst/>
                          <a:uLnTx/>
                          <a:uFillTx/>
                          <a:latin typeface="Meiryo UI"/>
                          <a:ea typeface="Meiryo UI"/>
                          <a:cs typeface="+mn-cs"/>
                        </a:rPr>
                        <a:t>完了</a:t>
                      </a:r>
                      <a:endParaRPr kumimoji="1" lang="ja-JP" altLang="en-US" sz="1000" b="0" i="0" u="none" strike="noStrike" kern="1200" cap="none" spc="0" normalizeH="0" baseline="0" noProof="0">
                        <a:ln>
                          <a:noFill/>
                        </a:ln>
                        <a:solidFill>
                          <a:schemeClr val="tx1"/>
                        </a:solidFill>
                        <a:effectLst/>
                        <a:uLnTx/>
                        <a:uFillTx/>
                        <a:latin typeface="Meiryo UI"/>
                        <a:ea typeface="Meiryo UI"/>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rowSpan="3">
                  <a:txBody>
                    <a:bodyPr/>
                    <a:lstStyle/>
                    <a:p>
                      <a:pPr marL="0" marR="0" lvl="0" indent="0" algn="ctr"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rgbClr val="FF0000"/>
                          </a:solidFill>
                          <a:effectLst/>
                          <a:uLnTx/>
                          <a:uFillTx/>
                          <a:latin typeface="+mn-ea"/>
                          <a:ea typeface="+mn-ea"/>
                          <a:cs typeface="+mn-cs"/>
                        </a:rPr>
                        <a:t>B’</a:t>
                      </a:r>
                      <a:endParaRPr kumimoji="1" lang="ja-JP" altLang="en-US" sz="1000" b="0" i="0" u="none" strike="noStrike" kern="1200" cap="none" spc="0" normalizeH="0" baseline="0" noProof="0">
                        <a:ln>
                          <a:noFill/>
                        </a:ln>
                        <a:solidFill>
                          <a:srgbClr val="FF0000"/>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685673">
                        <a:lnSpc>
                          <a:spcPts val="1080"/>
                        </a:lnSpc>
                        <a:spcBef>
                          <a:spcPts val="0"/>
                        </a:spcBef>
                        <a:spcAft>
                          <a:spcPts val="0"/>
                        </a:spcAft>
                        <a:buClrTx/>
                        <a:buSzTx/>
                        <a:buFont typeface="Meiryo UI" panose="020B0604020202020204" pitchFamily="34" charset="0"/>
                        <a:buNone/>
                        <a:tabLst/>
                        <a:defRPr noProof="1"/>
                      </a:pPr>
                      <a:endParaRPr kumimoji="1" lang="en-US" altLang="ja-JP" sz="1000" b="0" i="0" u="none" strike="noStrike" kern="1200" cap="none" spc="0" normalizeH="0" baseline="0" noProof="0">
                        <a:ln>
                          <a:noFill/>
                        </a:ln>
                        <a:solidFill>
                          <a:srgbClr val="FF0000"/>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607632215"/>
                  </a:ext>
                </a:extLst>
              </a:tr>
              <a:tr h="359466">
                <a:tc vMerge="1">
                  <a:txBody>
                    <a:bodyPr/>
                    <a:lstStyle/>
                    <a:p>
                      <a:pPr algn="ctr" fontAlgn="ctr">
                        <a:lnSpc>
                          <a:spcPts val="1080"/>
                        </a:lnSpc>
                        <a:spcBef>
                          <a:spcPts val="0"/>
                        </a:spcBef>
                      </a:pPr>
                      <a:endParaRPr lang="en-US" altLang="ja-JP" sz="1000" b="0" i="0" u="none" strike="noStrike" noProof="1">
                        <a:solidFill>
                          <a:schemeClr val="tx1"/>
                        </a:solidFill>
                        <a:effectLst/>
                        <a:latin typeface="+mn-ea"/>
                        <a:ea typeface="+mn-ea"/>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fontAlgn="t">
                        <a:lnSpc>
                          <a:spcPts val="1080"/>
                        </a:lnSpc>
                        <a:spcBef>
                          <a:spcPts val="0"/>
                        </a:spcBef>
                        <a:buNone/>
                      </a:pPr>
                      <a:r>
                        <a:rPr lang="en-US" altLang="ja-JP" sz="1000" b="0" i="0" u="none" strike="noStrike" noProof="1">
                          <a:solidFill>
                            <a:schemeClr val="tx1"/>
                          </a:solidFill>
                          <a:effectLst/>
                          <a:latin typeface="+mn-ea"/>
                          <a:ea typeface="+mn-ea"/>
                        </a:rPr>
                        <a:t>036-2</a:t>
                      </a: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vMerge="1">
                  <a:txBody>
                    <a:bodyPr/>
                    <a:lstStyle/>
                    <a:p>
                      <a:pPr marL="0" algn="l" defTabSz="685673" rtl="0" eaLnBrk="1" fontAlgn="t" latinLnBrk="0" hangingPunct="1">
                        <a:lnSpc>
                          <a:spcPts val="1080"/>
                        </a:lnSpc>
                        <a:spcBef>
                          <a:spcPts val="0"/>
                        </a:spcBef>
                        <a:buNone/>
                      </a:pPr>
                      <a:endParaRPr kumimoji="1" lang="ja-JP" altLang="en-US" sz="1000" b="0" i="0" u="none" strike="noStrike" kern="1200" noProof="1">
                        <a:solidFill>
                          <a:schemeClr val="tx1"/>
                        </a:solidFill>
                        <a:effectLst/>
                        <a:latin typeface="+mn-ea"/>
                        <a:ea typeface="+mn-ea"/>
                        <a:cs typeface="+mn-cs"/>
                      </a:endParaRP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vMerge="1">
                  <a:txBody>
                    <a:bodyPr/>
                    <a:lstStyle/>
                    <a:p>
                      <a:pPr marL="0" marR="0" lvl="0" indent="0" algn="ctr" defTabSz="843930" rtl="0" eaLnBrk="1" fontAlgn="t" latinLnBrk="0" hangingPunct="1">
                        <a:lnSpc>
                          <a:spcPts val="1080"/>
                        </a:lnSpc>
                        <a:spcBef>
                          <a:spcPts val="0"/>
                        </a:spcBef>
                        <a:spcAft>
                          <a:spcPts val="0"/>
                        </a:spcAft>
                        <a:buClrTx/>
                        <a:buSzTx/>
                        <a:buFont typeface="Meiryo UI" panose="020B0604020202020204" pitchFamily="34" charset="0"/>
                        <a:buNone/>
                        <a:tabLst/>
                        <a:defRPr noProof="1"/>
                      </a:pPr>
                      <a:endParaRPr kumimoji="1" lang="ja-JP" altLang="en-US" sz="1000" b="0" i="0" u="none" strike="noStrike" kern="1200" cap="none" spc="0" normalizeH="0" baseline="0" noProof="0">
                        <a:ln>
                          <a:noFill/>
                        </a:ln>
                        <a:solidFill>
                          <a:schemeClr val="tx1"/>
                        </a:solidFill>
                        <a:effectLst/>
                        <a:uLnTx/>
                        <a:uFillTx/>
                        <a:latin typeface="Meiryo UI"/>
                        <a:ea typeface="Meiryo UI"/>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rowSpan="2">
                  <a:txBody>
                    <a:bodyPr/>
                    <a:lstStyle/>
                    <a:p>
                      <a:pPr marL="0" marR="0" lvl="0" indent="0" algn="ctr" defTabSz="685673" rtl="0" eaLnBrk="1" fontAlgn="ctr" latinLnBrk="0" hangingPunct="1">
                        <a:lnSpc>
                          <a:spcPts val="108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chemeClr val="tx1"/>
                          </a:solidFill>
                          <a:effectLst/>
                          <a:uLnTx/>
                          <a:uFillTx/>
                          <a:latin typeface="Meiryo UI"/>
                          <a:ea typeface="+mn-ea"/>
                          <a:cs typeface="+mn-cs"/>
                        </a:rPr>
                        <a:t>10</a:t>
                      </a:r>
                      <a:r>
                        <a:rPr kumimoji="1" lang="ja-JP" altLang="en-US" sz="1000" b="0" i="0" u="none" strike="noStrike" kern="1200" cap="none" spc="0" normalizeH="0" baseline="0" noProof="0">
                          <a:ln>
                            <a:noFill/>
                          </a:ln>
                          <a:solidFill>
                            <a:schemeClr val="tx1"/>
                          </a:solidFill>
                          <a:effectLst/>
                          <a:uLnTx/>
                          <a:uFillTx/>
                          <a:latin typeface="Meiryo UI"/>
                          <a:ea typeface="+mn-ea"/>
                          <a:cs typeface="+mn-cs"/>
                        </a:rPr>
                        <a:t>月調達予定</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vMerge="1">
                  <a:txBody>
                    <a:bodyPr/>
                    <a:lstStyle/>
                    <a:p>
                      <a:pPr marL="0" marR="0" lvl="0" indent="0" algn="ctr"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685673">
                        <a:lnSpc>
                          <a:spcPts val="1080"/>
                        </a:lnSpc>
                        <a:spcBef>
                          <a:spcPts val="0"/>
                        </a:spcBef>
                        <a:spcAft>
                          <a:spcPts val="0"/>
                        </a:spcAft>
                        <a:buClrTx/>
                        <a:buSzTx/>
                        <a:buFont typeface="Meiryo UI" panose="020B0604020202020204" pitchFamily="34" charset="0"/>
                        <a:buNone/>
                        <a:tabLst/>
                        <a:defRPr noProof="1"/>
                      </a:pPr>
                      <a:endParaRPr kumimoji="1" lang="en-US" altLang="ja-JP"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416965154"/>
                  </a:ext>
                </a:extLst>
              </a:tr>
              <a:tr h="333531">
                <a:tc vMerge="1">
                  <a:txBody>
                    <a:bodyPr/>
                    <a:lstStyle/>
                    <a:p>
                      <a:pPr algn="ctr" fontAlgn="ctr">
                        <a:lnSpc>
                          <a:spcPts val="1080"/>
                        </a:lnSpc>
                        <a:spcBef>
                          <a:spcPts val="0"/>
                        </a:spcBef>
                      </a:pPr>
                      <a:endParaRPr lang="en-US" altLang="ja-JP" sz="1000" b="0" i="0" u="none" strike="noStrike" noProof="1">
                        <a:solidFill>
                          <a:schemeClr val="tx1"/>
                        </a:solidFill>
                        <a:effectLst/>
                        <a:latin typeface="+mn-ea"/>
                        <a:ea typeface="+mn-ea"/>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fontAlgn="t">
                        <a:lnSpc>
                          <a:spcPts val="1080"/>
                        </a:lnSpc>
                        <a:spcBef>
                          <a:spcPts val="0"/>
                        </a:spcBef>
                        <a:buNone/>
                      </a:pPr>
                      <a:r>
                        <a:rPr lang="en-US" altLang="ja-JP" sz="1000" b="0" i="0" u="none" strike="noStrike" noProof="1">
                          <a:solidFill>
                            <a:schemeClr val="tx1"/>
                          </a:solidFill>
                          <a:effectLst/>
                          <a:latin typeface="+mn-ea"/>
                          <a:ea typeface="+mn-ea"/>
                        </a:rPr>
                        <a:t>036-3</a:t>
                      </a: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vMerge="1">
                  <a:txBody>
                    <a:bodyPr/>
                    <a:lstStyle/>
                    <a:p>
                      <a:pPr marL="0" algn="l" defTabSz="685673" rtl="0" eaLnBrk="1" fontAlgn="t" latinLnBrk="0" hangingPunct="1">
                        <a:lnSpc>
                          <a:spcPts val="1080"/>
                        </a:lnSpc>
                        <a:spcBef>
                          <a:spcPts val="0"/>
                        </a:spcBef>
                        <a:buNone/>
                      </a:pPr>
                      <a:endParaRPr kumimoji="1" lang="ja-JP" altLang="en-US" sz="1000" b="0" i="0" u="none" strike="noStrike" kern="1200" noProof="1">
                        <a:solidFill>
                          <a:schemeClr val="tx1"/>
                        </a:solidFill>
                        <a:effectLst/>
                        <a:latin typeface="+mn-ea"/>
                        <a:ea typeface="+mn-ea"/>
                        <a:cs typeface="+mn-cs"/>
                      </a:endParaRP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vMerge="1">
                  <a:txBody>
                    <a:bodyPr/>
                    <a:lstStyle/>
                    <a:p>
                      <a:pPr marL="0" marR="0" lvl="0" indent="0" algn="ctr" defTabSz="843930" rtl="0" eaLnBrk="1" fontAlgn="t" latinLnBrk="0" hangingPunct="1">
                        <a:lnSpc>
                          <a:spcPts val="1080"/>
                        </a:lnSpc>
                        <a:spcBef>
                          <a:spcPts val="0"/>
                        </a:spcBef>
                        <a:spcAft>
                          <a:spcPts val="0"/>
                        </a:spcAft>
                        <a:buClrTx/>
                        <a:buSzTx/>
                        <a:buFont typeface="Meiryo UI" panose="020B0604020202020204" pitchFamily="34" charset="0"/>
                        <a:buNone/>
                        <a:tabLst/>
                        <a:defRPr noProof="1"/>
                      </a:pPr>
                      <a:endParaRPr kumimoji="1" lang="ja-JP" altLang="en-US" sz="1000" b="0" i="0" u="none" strike="noStrike" kern="1200" cap="none" spc="0" normalizeH="0" baseline="0" noProof="0">
                        <a:ln>
                          <a:noFill/>
                        </a:ln>
                        <a:solidFill>
                          <a:schemeClr val="tx1"/>
                        </a:solidFill>
                        <a:effectLst/>
                        <a:uLnTx/>
                        <a:uFillTx/>
                        <a:latin typeface="Meiryo UI"/>
                        <a:ea typeface="Meiryo UI"/>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vMerge="1">
                  <a:txBody>
                    <a:bodyPr/>
                    <a:lstStyle/>
                    <a:p>
                      <a:endParaRPr lang="en-US"/>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vMerge="1">
                  <a:txBody>
                    <a:bodyPr/>
                    <a:lstStyle/>
                    <a:p>
                      <a:pPr marL="0" marR="0" lvl="0" indent="0" algn="ctr"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endParaRPr kumimoji="1" lang="en-US" altLang="ja-JP"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712994729"/>
                  </a:ext>
                </a:extLst>
              </a:tr>
              <a:tr h="362543">
                <a:tc>
                  <a:txBody>
                    <a:bodyPr/>
                    <a:lstStyle/>
                    <a:p>
                      <a:pPr algn="ctr" fontAlgn="ctr">
                        <a:lnSpc>
                          <a:spcPts val="1080"/>
                        </a:lnSpc>
                        <a:spcBef>
                          <a:spcPts val="0"/>
                        </a:spcBef>
                      </a:pPr>
                      <a:r>
                        <a:rPr lang="en-US" altLang="ja-JP" sz="1000" b="0" i="0" u="none" strike="noStrike" noProof="1">
                          <a:solidFill>
                            <a:schemeClr val="tx1"/>
                          </a:solidFill>
                          <a:effectLst/>
                          <a:latin typeface="+mn-ea"/>
                          <a:ea typeface="+mn-ea"/>
                        </a:rPr>
                        <a:t>2</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fontAlgn="t">
                        <a:lnSpc>
                          <a:spcPts val="1080"/>
                        </a:lnSpc>
                        <a:spcBef>
                          <a:spcPts val="0"/>
                        </a:spcBef>
                        <a:buNone/>
                      </a:pPr>
                      <a:r>
                        <a:rPr lang="en-US" altLang="ja-JP" sz="1000" b="0" i="0" u="none" strike="noStrike" noProof="1">
                          <a:solidFill>
                            <a:schemeClr val="tx1"/>
                          </a:solidFill>
                          <a:effectLst/>
                          <a:latin typeface="+mn-ea"/>
                          <a:ea typeface="+mn-ea"/>
                        </a:rPr>
                        <a:t>150</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l" fontAlgn="t">
                        <a:lnSpc>
                          <a:spcPts val="1080"/>
                        </a:lnSpc>
                        <a:spcBef>
                          <a:spcPts val="0"/>
                        </a:spcBef>
                        <a:buNone/>
                      </a:pPr>
                      <a:r>
                        <a:rPr lang="ja-JP" altLang="en-US" sz="1000" b="0" i="0" u="none" strike="noStrike" noProof="1">
                          <a:solidFill>
                            <a:schemeClr val="tx1"/>
                          </a:solidFill>
                          <a:effectLst/>
                          <a:latin typeface="+mn-ea"/>
                          <a:ea typeface="+mn-ea"/>
                        </a:rPr>
                        <a:t>医療機関等向け総合ポータルサイト改修　各サービスの一括手続き</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843930" rtl="0" eaLnBrk="1" fontAlgn="t"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3</a:t>
                      </a:r>
                      <a:r>
                        <a:rPr kumimoji="1" lang="ja-JP" altLang="en-US" sz="1000" b="0" i="0" u="none" strike="noStrike" kern="1200" cap="none" spc="0" normalizeH="0" baseline="0" noProof="0">
                          <a:ln>
                            <a:noFill/>
                          </a:ln>
                          <a:solidFill>
                            <a:schemeClr val="tx1"/>
                          </a:solidFill>
                          <a:effectLst/>
                          <a:uLnTx/>
                          <a:uFillTx/>
                          <a:latin typeface="+mn-ea"/>
                          <a:ea typeface="+mn-ea"/>
                          <a:cs typeface="+mn-cs"/>
                        </a:rPr>
                        <a:t>月</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Tx/>
                        <a:buNone/>
                        <a:tabLst/>
                        <a:defRPr noProof="1"/>
                      </a:pPr>
                      <a:r>
                        <a:rPr kumimoji="1" lang="ja-JP" altLang="en-US" sz="1000" b="0" i="0" u="none" strike="noStrike" kern="1200" cap="none" spc="0" normalizeH="0" baseline="0" noProof="0">
                          <a:ln>
                            <a:noFill/>
                          </a:ln>
                          <a:solidFill>
                            <a:schemeClr val="tx1"/>
                          </a:solidFill>
                          <a:effectLst/>
                          <a:uLnTx/>
                          <a:uFillTx/>
                          <a:latin typeface="+mn-ea"/>
                          <a:ea typeface="+mn-ea"/>
                          <a:cs typeface="+mn-cs"/>
                        </a:rPr>
                        <a:t>完了</a:t>
                      </a:r>
                      <a:endParaRPr kumimoji="1" lang="en-US" altLang="ja-JP"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A</a:t>
                      </a: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72000" marR="0" lvl="0" indent="-72000" algn="l" defTabSz="685673" rtl="0" eaLnBrk="1" fontAlgn="ctr" latinLnBrk="0" hangingPunct="1">
                        <a:lnSpc>
                          <a:spcPts val="1080"/>
                        </a:lnSpc>
                        <a:spcBef>
                          <a:spcPts val="0"/>
                        </a:spcBef>
                        <a:spcAft>
                          <a:spcPts val="0"/>
                        </a:spcAft>
                        <a:buClrTx/>
                        <a:buSzTx/>
                        <a:buFont typeface="Meiryo UI" panose="020B0604020202020204" pitchFamily="34" charset="0"/>
                        <a:buChar char="•"/>
                        <a:tabLst/>
                        <a:defRPr noProof="1"/>
                      </a:pPr>
                      <a:endParaRPr kumimoji="1" lang="en-US" altLang="ja-JP"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812615117"/>
                  </a:ext>
                </a:extLst>
              </a:tr>
              <a:tr h="227128">
                <a:tc>
                  <a:txBody>
                    <a:bodyPr/>
                    <a:lstStyle/>
                    <a:p>
                      <a:pPr algn="ctr" fontAlgn="ctr">
                        <a:lnSpc>
                          <a:spcPts val="1080"/>
                        </a:lnSpc>
                        <a:spcBef>
                          <a:spcPts val="0"/>
                        </a:spcBef>
                      </a:pPr>
                      <a:r>
                        <a:rPr lang="en-US" altLang="ja-JP" sz="1000" b="0" i="0" u="none" strike="noStrike" noProof="1">
                          <a:solidFill>
                            <a:schemeClr val="tx1"/>
                          </a:solidFill>
                          <a:effectLst/>
                          <a:latin typeface="+mn-ea"/>
                          <a:ea typeface="+mn-ea"/>
                        </a:rPr>
                        <a:t>3</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fontAlgn="t">
                        <a:lnSpc>
                          <a:spcPts val="1080"/>
                        </a:lnSpc>
                        <a:spcBef>
                          <a:spcPts val="0"/>
                        </a:spcBef>
                        <a:buNone/>
                      </a:pPr>
                      <a:r>
                        <a:rPr lang="en-US" altLang="ja-JP" sz="1000" b="0" i="0" u="none" strike="noStrike" noProof="1">
                          <a:solidFill>
                            <a:schemeClr val="tx1"/>
                          </a:solidFill>
                          <a:effectLst/>
                          <a:latin typeface="+mn-ea"/>
                          <a:ea typeface="+mn-ea"/>
                        </a:rPr>
                        <a:t>163</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685673" rtl="0" eaLnBrk="1" fontAlgn="t" latinLnBrk="0" hangingPunct="1">
                        <a:lnSpc>
                          <a:spcPts val="1080"/>
                        </a:lnSpc>
                        <a:spcBef>
                          <a:spcPts val="0"/>
                        </a:spcBef>
                        <a:spcAft>
                          <a:spcPts val="0"/>
                        </a:spcAft>
                        <a:buClrTx/>
                        <a:buSzTx/>
                        <a:buFontTx/>
                        <a:buNone/>
                        <a:tabLst/>
                        <a:defRPr noProof="1"/>
                      </a:pPr>
                      <a:r>
                        <a:rPr lang="ja-JP" altLang="en-US" sz="1000" b="0" i="0" u="none" strike="noStrike" noProof="1">
                          <a:solidFill>
                            <a:schemeClr val="tx1"/>
                          </a:solidFill>
                          <a:effectLst/>
                          <a:latin typeface="+mn-ea"/>
                          <a:ea typeface="+mn-ea"/>
                        </a:rPr>
                        <a:t>ログ・統計機能の改修</a:t>
                      </a:r>
                      <a:r>
                        <a:rPr lang="en-US" altLang="ja-JP" sz="1000" b="0" i="0" u="none" strike="noStrike" noProof="1">
                          <a:solidFill>
                            <a:schemeClr val="tx1"/>
                          </a:solidFill>
                          <a:effectLst/>
                          <a:latin typeface="+mn-ea"/>
                          <a:ea typeface="+mn-ea"/>
                        </a:rPr>
                        <a:t>(R8</a:t>
                      </a:r>
                      <a:r>
                        <a:rPr lang="ja-JP" altLang="en-US" sz="1000" b="0" i="0" u="none" strike="noStrike" noProof="1">
                          <a:solidFill>
                            <a:schemeClr val="tx1"/>
                          </a:solidFill>
                          <a:effectLst/>
                          <a:latin typeface="+mn-ea"/>
                          <a:ea typeface="+mn-ea"/>
                        </a:rPr>
                        <a:t>年度</a:t>
                      </a:r>
                      <a:r>
                        <a:rPr lang="en-US" altLang="ja-JP" sz="1000" b="0" i="0" u="none" strike="noStrike" noProof="1">
                          <a:solidFill>
                            <a:schemeClr val="tx1"/>
                          </a:solidFill>
                          <a:effectLst/>
                          <a:latin typeface="+mn-ea"/>
                          <a:ea typeface="+mn-ea"/>
                        </a:rPr>
                        <a:t>)</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3</a:t>
                      </a:r>
                      <a:r>
                        <a:rPr kumimoji="1" lang="ja-JP" altLang="en-US" sz="1000" b="0" i="0" u="none" strike="noStrike" kern="1200" cap="none" spc="0" normalizeH="0" baseline="0" noProof="0">
                          <a:ln>
                            <a:noFill/>
                          </a:ln>
                          <a:solidFill>
                            <a:schemeClr val="tx1"/>
                          </a:solidFill>
                          <a:effectLst/>
                          <a:uLnTx/>
                          <a:uFillTx/>
                          <a:latin typeface="+mn-ea"/>
                          <a:ea typeface="+mn-ea"/>
                          <a:cs typeface="+mn-cs"/>
                        </a:rPr>
                        <a:t>月</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r>
                        <a:rPr kumimoji="1" lang="ja-JP" altLang="en-US" sz="1000" b="0" i="0" u="none" strike="noStrike" kern="1200" cap="none" spc="0" normalizeH="0" baseline="0" noProof="0">
                          <a:ln>
                            <a:noFill/>
                          </a:ln>
                          <a:solidFill>
                            <a:schemeClr val="tx1"/>
                          </a:solidFill>
                          <a:effectLst/>
                          <a:uLnTx/>
                          <a:uFillTx/>
                          <a:latin typeface="Meiryo UI"/>
                          <a:ea typeface="Meiryo UI"/>
                          <a:cs typeface="+mn-cs"/>
                        </a:rPr>
                        <a:t>完了</a:t>
                      </a:r>
                      <a:endParaRPr kumimoji="1" lang="en-US" altLang="ja-JP" sz="1000" b="0" i="0" u="none" strike="noStrike" kern="1200" cap="none" spc="0" normalizeH="0" baseline="0" noProof="0">
                        <a:ln>
                          <a:noFill/>
                        </a:ln>
                        <a:solidFill>
                          <a:schemeClr val="tx1"/>
                        </a:solidFill>
                        <a:effectLst/>
                        <a:uLnTx/>
                        <a:uFillTx/>
                        <a:latin typeface="Meiryo UI"/>
                        <a:ea typeface="Meiryo UI"/>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rgbClr val="FF0000"/>
                          </a:solidFill>
                          <a:effectLst/>
                          <a:uLnTx/>
                          <a:uFillTx/>
                          <a:latin typeface="+mn-ea"/>
                          <a:ea typeface="+mn-ea"/>
                          <a:cs typeface="+mn-cs"/>
                        </a:rPr>
                        <a:t>F</a:t>
                      </a:r>
                      <a:endParaRPr kumimoji="1" lang="ja-JP" altLang="en-US" sz="1000" b="0" i="0" u="none" strike="noStrike" kern="1200" cap="none" spc="0" normalizeH="0" baseline="0" noProof="0">
                        <a:ln>
                          <a:noFill/>
                        </a:ln>
                        <a:solidFill>
                          <a:srgbClr val="FF0000"/>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endParaRPr kumimoji="1" lang="en-US" altLang="ja-JP" sz="1000" b="0" i="0" u="none" strike="noStrike" kern="1200" cap="none" spc="0" normalizeH="0" baseline="0" noProof="0">
                        <a:ln>
                          <a:noFill/>
                        </a:ln>
                        <a:solidFill>
                          <a:srgbClr val="FF0000"/>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722449841"/>
                  </a:ext>
                </a:extLst>
              </a:tr>
              <a:tr h="227128">
                <a:tc>
                  <a:txBody>
                    <a:bodyPr/>
                    <a:lstStyle/>
                    <a:p>
                      <a:pPr algn="ctr" fontAlgn="ctr">
                        <a:lnSpc>
                          <a:spcPts val="1080"/>
                        </a:lnSpc>
                        <a:spcBef>
                          <a:spcPts val="0"/>
                        </a:spcBef>
                      </a:pPr>
                      <a:r>
                        <a:rPr lang="en-US" altLang="ja-JP" sz="1000" b="0" i="0" u="none" strike="noStrike" noProof="1">
                          <a:solidFill>
                            <a:schemeClr val="tx1"/>
                          </a:solidFill>
                          <a:effectLst/>
                          <a:latin typeface="+mn-ea"/>
                          <a:ea typeface="+mn-ea"/>
                        </a:rPr>
                        <a:t>4</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fontAlgn="t">
                        <a:lnSpc>
                          <a:spcPts val="1080"/>
                        </a:lnSpc>
                        <a:spcBef>
                          <a:spcPts val="0"/>
                        </a:spcBef>
                        <a:buNone/>
                      </a:pPr>
                      <a:r>
                        <a:rPr lang="en-US" altLang="ja-JP" sz="1000" b="0" i="0" u="none" strike="noStrike" noProof="1">
                          <a:solidFill>
                            <a:schemeClr val="tx1"/>
                          </a:solidFill>
                          <a:effectLst/>
                          <a:latin typeface="+mn-ea"/>
                          <a:ea typeface="+mn-ea"/>
                        </a:rPr>
                        <a:t>169</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685673" rtl="0" eaLnBrk="1" fontAlgn="t" latinLnBrk="0" hangingPunct="1">
                        <a:lnSpc>
                          <a:spcPts val="1080"/>
                        </a:lnSpc>
                        <a:spcBef>
                          <a:spcPts val="0"/>
                        </a:spcBef>
                        <a:spcAft>
                          <a:spcPts val="0"/>
                        </a:spcAft>
                        <a:buClrTx/>
                        <a:buSzTx/>
                        <a:buFontTx/>
                        <a:buNone/>
                        <a:tabLst/>
                        <a:defRPr noProof="1"/>
                      </a:pPr>
                      <a:r>
                        <a:rPr lang="ja-JP" altLang="en-US" sz="1000" b="0" i="0" u="none" strike="noStrike" noProof="1">
                          <a:solidFill>
                            <a:schemeClr val="tx1"/>
                          </a:solidFill>
                          <a:effectLst/>
                          <a:latin typeface="+mn-ea"/>
                          <a:ea typeface="+mn-ea"/>
                        </a:rPr>
                        <a:t>性能要件の見直しに係る性能検証</a:t>
                      </a:r>
                      <a:endParaRPr lang="en-US" altLang="ja-JP" sz="1000" b="0" i="0" u="none" strike="noStrike" noProof="1">
                        <a:solidFill>
                          <a:schemeClr val="tx1"/>
                        </a:solidFill>
                        <a:effectLst/>
                        <a:latin typeface="+mn-ea"/>
                        <a:ea typeface="+mn-ea"/>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3</a:t>
                      </a:r>
                      <a:r>
                        <a:rPr kumimoji="1" lang="ja-JP" altLang="en-US" sz="1000" b="0" i="0" u="none" strike="noStrike" kern="1200" cap="none" spc="0" normalizeH="0" baseline="0" noProof="0">
                          <a:ln>
                            <a:noFill/>
                          </a:ln>
                          <a:solidFill>
                            <a:schemeClr val="tx1"/>
                          </a:solidFill>
                          <a:effectLst/>
                          <a:uLnTx/>
                          <a:uFillTx/>
                          <a:latin typeface="+mn-ea"/>
                          <a:ea typeface="+mn-ea"/>
                          <a:cs typeface="+mn-cs"/>
                        </a:rPr>
                        <a:t>月</a:t>
                      </a:r>
                      <a:endParaRPr kumimoji="1" lang="en-US" altLang="ja-JP" sz="1000" b="0" i="0" u="none" strike="noStrike" kern="1200" cap="none" spc="0" normalizeH="0" baseline="0" noProof="0">
                        <a:ln>
                          <a:noFill/>
                        </a:ln>
                        <a:solidFill>
                          <a:schemeClr val="tx1"/>
                        </a:solidFill>
                        <a:effectLst/>
                        <a:uLnTx/>
                        <a:uFillTx/>
                        <a:latin typeface="+mn-ea"/>
                        <a:ea typeface="+mn-ea"/>
                        <a:cs typeface="Meiryo UI"/>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r>
                        <a:rPr kumimoji="1" lang="ja-JP" altLang="en-US" sz="1000" b="0" i="0" u="none" strike="noStrike" kern="1200" cap="none" spc="0" normalizeH="0" baseline="0" noProof="0">
                          <a:ln>
                            <a:noFill/>
                          </a:ln>
                          <a:solidFill>
                            <a:schemeClr val="tx1"/>
                          </a:solidFill>
                          <a:effectLst/>
                          <a:uLnTx/>
                          <a:uFillTx/>
                          <a:latin typeface="Meiryo UI"/>
                          <a:ea typeface="Meiryo UI"/>
                          <a:cs typeface="+mn-cs"/>
                        </a:rPr>
                        <a:t>完了</a:t>
                      </a:r>
                      <a:endParaRPr kumimoji="1" lang="en-US" altLang="ja-JP" sz="1000" b="0" i="0" u="none" strike="noStrike" kern="1200" cap="none" spc="0" normalizeH="0" baseline="0" noProof="0">
                        <a:ln>
                          <a:noFill/>
                        </a:ln>
                        <a:solidFill>
                          <a:schemeClr val="tx1"/>
                        </a:solidFill>
                        <a:effectLst/>
                        <a:uLnTx/>
                        <a:uFillTx/>
                        <a:latin typeface="Meiryo UI"/>
                        <a:ea typeface="Meiryo UI"/>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A</a:t>
                      </a:r>
                      <a:r>
                        <a:rPr kumimoji="1" lang="ja-JP" altLang="en-US" sz="1000" b="0" i="0" u="none" strike="noStrike" kern="1200" cap="none" spc="0" normalizeH="0" baseline="0" noProof="0">
                          <a:ln>
                            <a:noFill/>
                          </a:ln>
                          <a:solidFill>
                            <a:schemeClr val="tx1"/>
                          </a:solidFill>
                          <a:effectLst/>
                          <a:uLnTx/>
                          <a:uFillTx/>
                          <a:latin typeface="+mn-ea"/>
                          <a:ea typeface="+mn-ea"/>
                          <a:cs typeface="+mn-cs"/>
                        </a:rPr>
                        <a:t>・</a:t>
                      </a:r>
                      <a:r>
                        <a:rPr kumimoji="1" lang="en-US" altLang="ja-JP" sz="1000" b="0" i="0" u="none" strike="noStrike" kern="1200" cap="none" spc="0" normalizeH="0" baseline="0" noProof="0">
                          <a:ln>
                            <a:noFill/>
                          </a:ln>
                          <a:solidFill>
                            <a:schemeClr val="tx1"/>
                          </a:solidFill>
                          <a:effectLst/>
                          <a:uLnTx/>
                          <a:uFillTx/>
                          <a:latin typeface="+mn-ea"/>
                          <a:ea typeface="+mn-ea"/>
                          <a:cs typeface="+mn-cs"/>
                        </a:rPr>
                        <a:t>B</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72000" marR="0" lvl="0" indent="-72000" algn="l" defTabSz="685673" rtl="0" eaLnBrk="1" fontAlgn="ctr" latinLnBrk="0" hangingPunct="1">
                        <a:lnSpc>
                          <a:spcPts val="1080"/>
                        </a:lnSpc>
                        <a:spcBef>
                          <a:spcPts val="0"/>
                        </a:spcBef>
                        <a:spcAft>
                          <a:spcPts val="0"/>
                        </a:spcAft>
                        <a:buClrTx/>
                        <a:buSzTx/>
                        <a:buFont typeface="Meiryo UI" panose="020B0604020202020204" pitchFamily="34" charset="0"/>
                        <a:buChar char="•"/>
                        <a:tabLst/>
                        <a:defRPr noProof="1"/>
                      </a:pP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64938040"/>
                  </a:ext>
                </a:extLst>
              </a:tr>
              <a:tr h="227128">
                <a:tc>
                  <a:txBody>
                    <a:bodyPr/>
                    <a:lstStyle/>
                    <a:p>
                      <a:pPr algn="ctr" fontAlgn="ctr">
                        <a:lnSpc>
                          <a:spcPts val="1080"/>
                        </a:lnSpc>
                        <a:spcBef>
                          <a:spcPts val="0"/>
                        </a:spcBef>
                      </a:pPr>
                      <a:r>
                        <a:rPr lang="en-US" altLang="ja-JP" sz="1000" b="0" i="0" u="none" strike="noStrike" noProof="1">
                          <a:solidFill>
                            <a:schemeClr val="tx1"/>
                          </a:solidFill>
                          <a:effectLst/>
                          <a:latin typeface="+mn-ea"/>
                          <a:ea typeface="+mn-ea"/>
                        </a:rPr>
                        <a:t>5</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fontAlgn="t">
                        <a:lnSpc>
                          <a:spcPts val="1080"/>
                        </a:lnSpc>
                        <a:spcBef>
                          <a:spcPts val="0"/>
                        </a:spcBef>
                        <a:buNone/>
                      </a:pPr>
                      <a:r>
                        <a:rPr lang="en-US" altLang="ja-JP" sz="1000" b="0" i="0" u="none" strike="noStrike" noProof="1">
                          <a:solidFill>
                            <a:schemeClr val="tx1"/>
                          </a:solidFill>
                          <a:effectLst/>
                          <a:latin typeface="+mn-ea"/>
                          <a:ea typeface="+mn-ea"/>
                        </a:rPr>
                        <a:t>174</a:t>
                      </a: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685673" rtl="0" eaLnBrk="1" fontAlgn="t" latinLnBrk="0" hangingPunct="1">
                        <a:lnSpc>
                          <a:spcPts val="1080"/>
                        </a:lnSpc>
                        <a:spcBef>
                          <a:spcPts val="0"/>
                        </a:spcBef>
                        <a:spcAft>
                          <a:spcPts val="0"/>
                        </a:spcAft>
                        <a:buClrTx/>
                        <a:buSzTx/>
                        <a:buFontTx/>
                        <a:buNone/>
                        <a:tabLst/>
                        <a:defRPr noProof="1"/>
                      </a:pPr>
                      <a:r>
                        <a:rPr kumimoji="1" lang="ja-JP" altLang="en-US" sz="1000" b="0" i="0" u="none" strike="noStrike" kern="1200" noProof="1">
                          <a:solidFill>
                            <a:schemeClr val="tx1"/>
                          </a:solidFill>
                          <a:effectLst/>
                          <a:latin typeface="+mn-ea"/>
                          <a:ea typeface="+mn-ea"/>
                          <a:cs typeface="+mn-cs"/>
                        </a:rPr>
                        <a:t>患者サマリーにおける院内処方の取り扱い</a:t>
                      </a:r>
                      <a:endParaRPr kumimoji="1" lang="ja-JP" altLang="en-US" sz="1000" b="0" i="0" u="none" strike="noStrike" kern="1200" noProof="1">
                        <a:solidFill>
                          <a:srgbClr val="FF0000"/>
                        </a:solidFill>
                        <a:effectLst/>
                        <a:latin typeface="+mn-ea"/>
                        <a:ea typeface="+mn-ea"/>
                        <a:cs typeface="+mn-cs"/>
                      </a:endParaRP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843930" rtl="0" eaLnBrk="1" fontAlgn="t"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eiryo UI"/>
                          <a:ea typeface="Meiryo UI"/>
                          <a:cs typeface="+mn-cs"/>
                        </a:rPr>
                        <a:t>3</a:t>
                      </a:r>
                      <a:r>
                        <a:rPr kumimoji="1" lang="ja-JP" altLang="en-US" sz="1000" b="0" i="0" u="none" strike="noStrike" kern="1200" cap="none" spc="0" normalizeH="0" baseline="0" noProof="0">
                          <a:ln>
                            <a:noFill/>
                          </a:ln>
                          <a:solidFill>
                            <a:schemeClr val="tx1"/>
                          </a:solidFill>
                          <a:effectLst/>
                          <a:uLnTx/>
                          <a:uFillTx/>
                          <a:latin typeface="Meiryo UI"/>
                          <a:ea typeface="Meiryo UI"/>
                          <a:cs typeface="+mn-cs"/>
                        </a:rPr>
                        <a:t>月</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a:lnSpc>
                          <a:spcPts val="1080"/>
                        </a:lnSpc>
                        <a:spcBef>
                          <a:spcPts val="0"/>
                        </a:spcBef>
                        <a:spcAft>
                          <a:spcPts val="0"/>
                        </a:spcAft>
                        <a:buNone/>
                      </a:pPr>
                      <a:r>
                        <a:rPr lang="ja-JP" altLang="en-US" sz="1000" b="0" i="0" u="none" strike="noStrike" kern="1200" cap="none" spc="0" normalizeH="0" baseline="0" noProof="0">
                          <a:ln>
                            <a:noFill/>
                          </a:ln>
                          <a:solidFill>
                            <a:schemeClr val="tx1"/>
                          </a:solidFill>
                          <a:effectLst/>
                          <a:uLnTx/>
                          <a:uFillTx/>
                        </a:rPr>
                        <a:t>完</a:t>
                      </a:r>
                      <a:r>
                        <a:rPr lang="ja-JP" sz="1000" b="0" i="0" u="none" strike="noStrike" kern="1200" cap="none" spc="0" normalizeH="0" baseline="0" noProof="0">
                          <a:ln>
                            <a:noFill/>
                          </a:ln>
                          <a:solidFill>
                            <a:schemeClr val="tx1"/>
                          </a:solidFill>
                          <a:effectLst/>
                          <a:uLnTx/>
                          <a:uFillTx/>
                        </a:rPr>
                        <a:t>了 </a:t>
                      </a:r>
                      <a:endParaRPr kumimoji="1" lang="en-US" noProof="1">
                        <a:solidFill>
                          <a:schemeClr val="tx1"/>
                        </a:solidFill>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D</a:t>
                      </a: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72000" marR="0" lvl="0" indent="-72000" algn="l" defTabSz="685673" rtl="0" eaLnBrk="1" fontAlgn="ctr" latinLnBrk="0" hangingPunct="1">
                        <a:lnSpc>
                          <a:spcPts val="1080"/>
                        </a:lnSpc>
                        <a:spcBef>
                          <a:spcPts val="0"/>
                        </a:spcBef>
                        <a:spcAft>
                          <a:spcPts val="0"/>
                        </a:spcAft>
                        <a:buClrTx/>
                        <a:buSzTx/>
                        <a:buFont typeface="Meiryo UI" panose="020B0604020202020204" pitchFamily="34" charset="0"/>
                        <a:buChar char="•"/>
                        <a:tabLst/>
                        <a:defRPr noProof="1"/>
                      </a:pP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306810617"/>
                  </a:ext>
                </a:extLst>
              </a:tr>
              <a:tr h="236361">
                <a:tc>
                  <a:txBody>
                    <a:bodyPr/>
                    <a:lstStyle/>
                    <a:p>
                      <a:pPr algn="ctr" fontAlgn="ctr">
                        <a:lnSpc>
                          <a:spcPts val="1080"/>
                        </a:lnSpc>
                        <a:spcBef>
                          <a:spcPts val="0"/>
                        </a:spcBef>
                      </a:pPr>
                      <a:r>
                        <a:rPr lang="en-US" altLang="ja-JP" sz="1000" b="0" i="0" u="none" strike="noStrike" noProof="1">
                          <a:solidFill>
                            <a:schemeClr val="tx1"/>
                          </a:solidFill>
                          <a:effectLst/>
                          <a:latin typeface="+mn-ea"/>
                          <a:ea typeface="+mn-ea"/>
                        </a:rPr>
                        <a:t>6</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lvl="0" algn="ctr">
                        <a:lnSpc>
                          <a:spcPts val="1080"/>
                        </a:lnSpc>
                        <a:spcBef>
                          <a:spcPts val="0"/>
                        </a:spcBef>
                        <a:buNone/>
                      </a:pPr>
                      <a:r>
                        <a:rPr lang="en-US" altLang="ja-JP" sz="1000" b="0" i="0" u="none" strike="noStrike" noProof="1">
                          <a:solidFill>
                            <a:schemeClr val="tx1"/>
                          </a:solidFill>
                          <a:effectLst/>
                          <a:latin typeface="+mn-ea"/>
                          <a:ea typeface="+mn-ea"/>
                        </a:rPr>
                        <a:t>184</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indent="0" algn="l">
                        <a:buNone/>
                      </a:pPr>
                      <a:r>
                        <a:rPr lang="ja-JP" altLang="en-US" sz="1000" b="0" i="0" u="none" strike="noStrike" baseline="0" noProof="0">
                          <a:solidFill>
                            <a:schemeClr val="tx1"/>
                          </a:solidFill>
                          <a:effectLst/>
                          <a:latin typeface="+mn-ea"/>
                          <a:ea typeface="+mn-ea"/>
                          <a:cs typeface="Meiryo UI"/>
                        </a:rPr>
                        <a:t>利用開始日オン資連携のシステム化</a:t>
                      </a:r>
                      <a:endParaRPr lang="en-US" altLang="ja-JP" sz="1000" b="0" i="0" u="none" strike="noStrike" baseline="0" noProof="0">
                        <a:solidFill>
                          <a:schemeClr val="tx1"/>
                        </a:solidFill>
                        <a:effectLst/>
                        <a:latin typeface="+mn-ea"/>
                        <a:ea typeface="+mn-ea"/>
                        <a:cs typeface="Meiryo UI"/>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843930" rtl="0" eaLnBrk="1" fontAlgn="t"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eiryo UI"/>
                          <a:ea typeface="Meiryo UI"/>
                          <a:cs typeface="+mn-cs"/>
                        </a:rPr>
                        <a:t>3</a:t>
                      </a:r>
                      <a:r>
                        <a:rPr kumimoji="1" lang="ja-JP" altLang="en-US" sz="1000" b="0" i="0" u="none" strike="noStrike" kern="1200" cap="none" spc="0" normalizeH="0" baseline="0" noProof="0">
                          <a:ln>
                            <a:noFill/>
                          </a:ln>
                          <a:solidFill>
                            <a:schemeClr val="tx1"/>
                          </a:solidFill>
                          <a:effectLst/>
                          <a:uLnTx/>
                          <a:uFillTx/>
                          <a:latin typeface="Meiryo UI"/>
                          <a:ea typeface="Meiryo UI"/>
                          <a:cs typeface="+mn-cs"/>
                        </a:rPr>
                        <a:t>月</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en-US" sz="1000" b="0" i="0" u="none" strike="noStrike" kern="1200" cap="none" spc="0" normalizeH="0" baseline="0" noProof="0">
                          <a:ln>
                            <a:noFill/>
                          </a:ln>
                          <a:solidFill>
                            <a:schemeClr val="tx1"/>
                          </a:solidFill>
                          <a:effectLst/>
                          <a:uLnTx/>
                          <a:uFillTx/>
                          <a:latin typeface="Meiryo UI"/>
                          <a:ea typeface="Meiryo UI"/>
                          <a:cs typeface="+mn-cs"/>
                        </a:rPr>
                        <a:t>完了</a:t>
                      </a:r>
                      <a:endParaRPr lang="en-US" altLang="ja-JP" sz="1000" b="0" i="0" u="none" strike="noStrike" kern="1200" cap="none" spc="0" normalizeH="0" baseline="0" noProof="0" err="1">
                        <a:ln>
                          <a:noFill/>
                        </a:ln>
                        <a:solidFill>
                          <a:schemeClr val="tx1"/>
                        </a:solidFill>
                        <a:effectLst/>
                        <a:uLnTx/>
                        <a:uFillTx/>
                        <a:latin typeface="Meiryo UI"/>
                        <a:ea typeface="Meiryo UI"/>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A</a:t>
                      </a: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72000" marR="0" lvl="0" indent="-72000" algn="l" defTabSz="685673" rtl="0" eaLnBrk="1" fontAlgn="ctr" latinLnBrk="0" hangingPunct="1">
                        <a:lnSpc>
                          <a:spcPts val="1080"/>
                        </a:lnSpc>
                        <a:spcBef>
                          <a:spcPts val="0"/>
                        </a:spcBef>
                        <a:spcAft>
                          <a:spcPts val="0"/>
                        </a:spcAft>
                        <a:buClrTx/>
                        <a:buSzTx/>
                        <a:buFont typeface="Meiryo UI" panose="020B0604020202020204" pitchFamily="34" charset="0"/>
                        <a:buChar char="•"/>
                        <a:tabLst/>
                        <a:defRPr noProof="1"/>
                      </a:pP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97407290"/>
                  </a:ext>
                </a:extLst>
              </a:tr>
              <a:tr h="236361">
                <a:tc>
                  <a:txBody>
                    <a:bodyPr/>
                    <a:lstStyle/>
                    <a:p>
                      <a:pPr algn="ctr" fontAlgn="ctr">
                        <a:lnSpc>
                          <a:spcPts val="1080"/>
                        </a:lnSpc>
                        <a:spcBef>
                          <a:spcPts val="0"/>
                        </a:spcBef>
                      </a:pPr>
                      <a:r>
                        <a:rPr lang="en-US" altLang="ja-JP" sz="1000" b="0" i="0" u="none" strike="noStrike" noProof="1">
                          <a:solidFill>
                            <a:schemeClr val="tx1"/>
                          </a:solidFill>
                          <a:effectLst/>
                          <a:latin typeface="+mn-ea"/>
                          <a:ea typeface="+mn-ea"/>
                        </a:rPr>
                        <a:t>7</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lvl="0" algn="ctr">
                        <a:lnSpc>
                          <a:spcPts val="1080"/>
                        </a:lnSpc>
                        <a:spcBef>
                          <a:spcPts val="0"/>
                        </a:spcBef>
                        <a:buNone/>
                      </a:pPr>
                      <a:r>
                        <a:rPr lang="en-US" altLang="ja-JP" sz="1000" b="0" i="0" u="none" strike="noStrike" noProof="1">
                          <a:solidFill>
                            <a:schemeClr val="tx1"/>
                          </a:solidFill>
                          <a:effectLst/>
                          <a:latin typeface="+mn-ea"/>
                          <a:ea typeface="+mn-ea"/>
                        </a:rPr>
                        <a:t>185</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indent="0" algn="l">
                        <a:buNone/>
                      </a:pPr>
                      <a:r>
                        <a:rPr lang="ja-JP" altLang="en-US" sz="1000" b="0" i="0" u="none" strike="noStrike" baseline="0" noProof="0">
                          <a:solidFill>
                            <a:schemeClr val="tx1"/>
                          </a:solidFill>
                          <a:effectLst/>
                          <a:latin typeface="+mn-ea"/>
                          <a:ea typeface="+mn-ea"/>
                          <a:cs typeface="Meiryo UI"/>
                        </a:rPr>
                        <a:t>運用開始日オン資連携のシステム化</a:t>
                      </a:r>
                      <a:endParaRPr lang="ja-JP" sz="1000" b="0" i="0" u="none" strike="noStrike" baseline="0" noProof="0">
                        <a:solidFill>
                          <a:schemeClr val="tx1"/>
                        </a:solidFill>
                        <a:effectLst/>
                        <a:latin typeface="+mn-ea"/>
                        <a:ea typeface="+mn-ea"/>
                        <a:cs typeface="Meiryo UI"/>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843930" rtl="0" eaLnBrk="1" fontAlgn="t"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eiryo UI"/>
                          <a:ea typeface="Meiryo UI"/>
                          <a:cs typeface="+mn-cs"/>
                        </a:rPr>
                        <a:t>3</a:t>
                      </a:r>
                      <a:r>
                        <a:rPr kumimoji="1" lang="ja-JP" altLang="en-US" sz="1000" b="0" i="0" u="none" strike="noStrike" kern="1200" cap="none" spc="0" normalizeH="0" baseline="0" noProof="0">
                          <a:ln>
                            <a:noFill/>
                          </a:ln>
                          <a:solidFill>
                            <a:schemeClr val="tx1"/>
                          </a:solidFill>
                          <a:effectLst/>
                          <a:uLnTx/>
                          <a:uFillTx/>
                          <a:latin typeface="Meiryo UI"/>
                          <a:ea typeface="Meiryo UI"/>
                          <a:cs typeface="+mn-cs"/>
                        </a:rPr>
                        <a:t>月</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en-US" sz="1000" b="0" i="0" u="none" strike="noStrike" kern="1200" cap="none" spc="0" normalizeH="0" baseline="0" noProof="0">
                          <a:ln>
                            <a:noFill/>
                          </a:ln>
                          <a:solidFill>
                            <a:schemeClr val="tx1"/>
                          </a:solidFill>
                          <a:effectLst/>
                          <a:uLnTx/>
                          <a:uFillTx/>
                          <a:latin typeface="Meiryo UI"/>
                          <a:ea typeface="Meiryo UI"/>
                          <a:cs typeface="+mn-cs"/>
                        </a:rPr>
                        <a:t>完了</a:t>
                      </a:r>
                      <a:endParaRPr lang="ja-JP" sz="1000" b="0" i="0" u="none" strike="noStrike" kern="1200" cap="none" spc="0" normalizeH="0" baseline="0" noProof="0" err="1">
                        <a:ln>
                          <a:noFill/>
                        </a:ln>
                        <a:solidFill>
                          <a:schemeClr val="tx1"/>
                        </a:solidFill>
                        <a:effectLst/>
                        <a:uLnTx/>
                        <a:uFillTx/>
                        <a:latin typeface="Meiryo UI"/>
                        <a:ea typeface="Meiryo UI"/>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A</a:t>
                      </a: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72000" marR="0" lvl="0" indent="-72000" algn="l" defTabSz="685673" rtl="0" eaLnBrk="1" fontAlgn="ctr" latinLnBrk="0" hangingPunct="1">
                        <a:lnSpc>
                          <a:spcPts val="1080"/>
                        </a:lnSpc>
                        <a:spcBef>
                          <a:spcPts val="0"/>
                        </a:spcBef>
                        <a:spcAft>
                          <a:spcPts val="0"/>
                        </a:spcAft>
                        <a:buClrTx/>
                        <a:buSzTx/>
                        <a:buFont typeface="Meiryo UI" panose="020B0604020202020204" pitchFamily="34" charset="0"/>
                        <a:buChar char="•"/>
                        <a:tabLst/>
                        <a:defRPr noProof="1"/>
                      </a:pP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105337554"/>
                  </a:ext>
                </a:extLst>
              </a:tr>
              <a:tr h="384087">
                <a:tc>
                  <a:txBody>
                    <a:bodyPr/>
                    <a:lstStyle/>
                    <a:p>
                      <a:pPr algn="ctr" fontAlgn="ctr">
                        <a:lnSpc>
                          <a:spcPts val="1080"/>
                        </a:lnSpc>
                        <a:spcBef>
                          <a:spcPts val="0"/>
                        </a:spcBef>
                      </a:pPr>
                      <a:r>
                        <a:rPr lang="en-US" altLang="ja-JP" sz="1000" b="0" i="0" u="none" strike="noStrike" noProof="1">
                          <a:solidFill>
                            <a:schemeClr val="tx1"/>
                          </a:solidFill>
                          <a:effectLst/>
                          <a:latin typeface="+mn-ea"/>
                          <a:ea typeface="+mn-ea"/>
                        </a:rPr>
                        <a:t>8</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lvl="0" algn="ctr">
                        <a:lnSpc>
                          <a:spcPts val="1080"/>
                        </a:lnSpc>
                        <a:spcBef>
                          <a:spcPts val="0"/>
                        </a:spcBef>
                        <a:buNone/>
                      </a:pPr>
                      <a:r>
                        <a:rPr lang="en-US" altLang="ja-JP" sz="1000" b="0" i="0" u="none" strike="noStrike" noProof="1">
                          <a:solidFill>
                            <a:schemeClr val="tx1"/>
                          </a:solidFill>
                          <a:effectLst/>
                          <a:latin typeface="+mn-ea"/>
                          <a:ea typeface="+mn-ea"/>
                        </a:rPr>
                        <a:t>186</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indent="0" algn="l">
                        <a:buNone/>
                      </a:pPr>
                      <a:r>
                        <a:rPr lang="ja-JP" altLang="en-US" sz="1000" b="0" i="0" u="none" strike="noStrike" baseline="0" noProof="0">
                          <a:solidFill>
                            <a:schemeClr val="tx1"/>
                          </a:solidFill>
                          <a:effectLst/>
                          <a:latin typeface="+mn-ea"/>
                          <a:ea typeface="+mn-ea"/>
                          <a:cs typeface="Meiryo UI"/>
                        </a:rPr>
                        <a:t>オン資、電処、電カルの各施設リストの抽出及び厚労省への連携のシステム化</a:t>
                      </a:r>
                      <a:endParaRPr lang="ja-JP" sz="1000" b="0" i="0" u="none" strike="noStrike" baseline="0" noProof="0">
                        <a:solidFill>
                          <a:schemeClr val="tx1"/>
                        </a:solidFill>
                        <a:effectLst/>
                        <a:latin typeface="+mn-ea"/>
                        <a:ea typeface="+mn-ea"/>
                        <a:cs typeface="Meiryo UI"/>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843930" rtl="0" eaLnBrk="1" fontAlgn="t"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eiryo UI"/>
                          <a:ea typeface="Meiryo UI"/>
                          <a:cs typeface="+mn-cs"/>
                        </a:rPr>
                        <a:t>3</a:t>
                      </a:r>
                      <a:r>
                        <a:rPr kumimoji="1" lang="ja-JP" altLang="en-US" sz="1000" b="0" i="0" u="none" strike="noStrike" kern="1200" cap="none" spc="0" normalizeH="0" baseline="0" noProof="0">
                          <a:ln>
                            <a:noFill/>
                          </a:ln>
                          <a:solidFill>
                            <a:schemeClr val="tx1"/>
                          </a:solidFill>
                          <a:effectLst/>
                          <a:uLnTx/>
                          <a:uFillTx/>
                          <a:latin typeface="Meiryo UI"/>
                          <a:ea typeface="Meiryo UI"/>
                          <a:cs typeface="+mn-cs"/>
                        </a:rPr>
                        <a:t>月</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en-US" sz="1000" b="0" i="0" u="none" strike="noStrike" kern="1200" cap="none" spc="0" normalizeH="0" baseline="0" noProof="0">
                          <a:ln>
                            <a:noFill/>
                          </a:ln>
                          <a:solidFill>
                            <a:schemeClr val="tx1"/>
                          </a:solidFill>
                          <a:effectLst/>
                          <a:uLnTx/>
                          <a:uFillTx/>
                          <a:latin typeface="Meiryo UI"/>
                          <a:ea typeface="Meiryo UI"/>
                          <a:cs typeface="+mn-cs"/>
                        </a:rPr>
                        <a:t>完了</a:t>
                      </a:r>
                      <a:endParaRPr lang="ja-JP" sz="1000" b="0" i="0" u="none" strike="noStrike" kern="1200" cap="none" spc="0" normalizeH="0" baseline="0" noProof="0" err="1">
                        <a:ln>
                          <a:noFill/>
                        </a:ln>
                        <a:solidFill>
                          <a:schemeClr val="tx1"/>
                        </a:solidFill>
                        <a:effectLst/>
                        <a:uLnTx/>
                        <a:uFillTx/>
                        <a:latin typeface="Meiryo UI"/>
                        <a:ea typeface="Meiryo UI"/>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A</a:t>
                      </a: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72000" marR="0" lvl="0" indent="-72000" algn="l" defTabSz="685673" rtl="0" eaLnBrk="1" fontAlgn="ctr" latinLnBrk="0" hangingPunct="1">
                        <a:lnSpc>
                          <a:spcPts val="1080"/>
                        </a:lnSpc>
                        <a:spcBef>
                          <a:spcPts val="0"/>
                        </a:spcBef>
                        <a:spcAft>
                          <a:spcPts val="0"/>
                        </a:spcAft>
                        <a:buClrTx/>
                        <a:buSzTx/>
                        <a:buFont typeface="Meiryo UI" panose="020B0604020202020204" pitchFamily="34" charset="0"/>
                        <a:buChar char="•"/>
                        <a:tabLst/>
                        <a:defRPr noProof="1"/>
                      </a:pP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470430135"/>
                  </a:ext>
                </a:extLst>
              </a:tr>
              <a:tr h="362543">
                <a:tc>
                  <a:txBody>
                    <a:bodyPr/>
                    <a:lstStyle/>
                    <a:p>
                      <a:pPr algn="ctr" fontAlgn="ctr">
                        <a:lnSpc>
                          <a:spcPts val="1080"/>
                        </a:lnSpc>
                        <a:spcBef>
                          <a:spcPts val="0"/>
                        </a:spcBef>
                      </a:pPr>
                      <a:r>
                        <a:rPr lang="en-US" altLang="ja-JP" sz="1000" b="0" i="0" u="none" strike="noStrike" noProof="1">
                          <a:solidFill>
                            <a:schemeClr val="tx1"/>
                          </a:solidFill>
                          <a:effectLst/>
                          <a:latin typeface="+mn-ea"/>
                          <a:ea typeface="+mn-ea"/>
                        </a:rPr>
                        <a:t>9</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lvl="0" algn="ctr">
                        <a:lnSpc>
                          <a:spcPts val="1080"/>
                        </a:lnSpc>
                        <a:spcBef>
                          <a:spcPts val="0"/>
                        </a:spcBef>
                        <a:buNone/>
                      </a:pPr>
                      <a:r>
                        <a:rPr lang="en-US" altLang="ja-JP" sz="1000" b="0" i="0" u="none" strike="noStrike" noProof="1">
                          <a:solidFill>
                            <a:schemeClr val="tx1"/>
                          </a:solidFill>
                          <a:effectLst/>
                          <a:latin typeface="+mn-ea"/>
                          <a:ea typeface="+mn-ea"/>
                        </a:rPr>
                        <a:t>192</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685673" rtl="0" eaLnBrk="1" fontAlgn="auto" latinLnBrk="0" hangingPunct="1">
                        <a:lnSpc>
                          <a:spcPct val="100000"/>
                        </a:lnSpc>
                        <a:spcBef>
                          <a:spcPts val="0"/>
                        </a:spcBef>
                        <a:spcAft>
                          <a:spcPts val="0"/>
                        </a:spcAft>
                        <a:buClrTx/>
                        <a:buSzTx/>
                        <a:buFontTx/>
                        <a:buNone/>
                        <a:tabLst/>
                        <a:defRPr noProof="1"/>
                      </a:pPr>
                      <a:r>
                        <a:rPr lang="ja-JP" altLang="en-US" sz="1000" b="0" i="0" u="none" strike="noStrike" noProof="1">
                          <a:solidFill>
                            <a:schemeClr val="tx1"/>
                          </a:solidFill>
                          <a:effectLst/>
                          <a:latin typeface="Meiryo UI"/>
                          <a:ea typeface="Meiryo UI"/>
                        </a:rPr>
                        <a:t>サポートするプロファイルバージョンの終了</a:t>
                      </a:r>
                      <a:endParaRPr lang="en-US" altLang="ja-JP" sz="1000" b="0" i="0" u="none" strike="noStrike" noProof="1">
                        <a:solidFill>
                          <a:schemeClr val="tx1"/>
                        </a:solidFill>
                        <a:effectLst/>
                        <a:latin typeface="Meiryo UI"/>
                        <a:ea typeface="Meiryo UI"/>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843930" rtl="0" eaLnBrk="1" fontAlgn="t"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3</a:t>
                      </a:r>
                      <a:r>
                        <a:rPr kumimoji="1" lang="ja-JP" altLang="en-US" sz="1000" b="0" i="0" u="none" strike="noStrike" kern="1200" cap="none" spc="0" normalizeH="0" baseline="0" noProof="0">
                          <a:ln>
                            <a:noFill/>
                          </a:ln>
                          <a:solidFill>
                            <a:schemeClr val="tx1"/>
                          </a:solidFill>
                          <a:effectLst/>
                          <a:uLnTx/>
                          <a:uFillTx/>
                          <a:latin typeface="+mn-ea"/>
                          <a:ea typeface="+mn-ea"/>
                          <a:cs typeface="+mn-cs"/>
                        </a:rPr>
                        <a:t>月</a:t>
                      </a:r>
                      <a:endParaRPr kumimoji="1" lang="en-US" altLang="ja-JP" sz="1000" b="0" i="0" u="none" strike="noStrike" kern="1200" cap="none" spc="0" normalizeH="0" baseline="0" noProof="0">
                        <a:ln>
                          <a:noFill/>
                        </a:ln>
                        <a:solidFill>
                          <a:schemeClr val="tx1"/>
                        </a:solidFill>
                        <a:effectLst/>
                        <a:uLnTx/>
                        <a:uFillTx/>
                        <a:latin typeface="+mn-ea"/>
                        <a:ea typeface="+mn-ea"/>
                        <a:cs typeface="Meiryo UI"/>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en-US" sz="1000" b="0" i="0" u="none" strike="noStrike" kern="1200" cap="none" spc="0" normalizeH="0" baseline="0" noProof="0">
                          <a:ln>
                            <a:noFill/>
                          </a:ln>
                          <a:solidFill>
                            <a:schemeClr val="tx1"/>
                          </a:solidFill>
                          <a:effectLst/>
                          <a:uLnTx/>
                          <a:uFillTx/>
                          <a:latin typeface="Meiryo UI"/>
                          <a:ea typeface="Meiryo UI"/>
                          <a:cs typeface="+mn-cs"/>
                        </a:rPr>
                        <a:t>完了</a:t>
                      </a:r>
                      <a:endParaRPr lang="ja-JP" sz="1000" b="0" i="0" u="none" strike="noStrike" kern="1200" cap="none" spc="0" normalizeH="0" baseline="0" noProof="0" err="1">
                        <a:ln>
                          <a:noFill/>
                        </a:ln>
                        <a:solidFill>
                          <a:schemeClr val="tx1"/>
                        </a:solidFill>
                        <a:effectLst/>
                        <a:uLnTx/>
                        <a:uFillTx/>
                        <a:latin typeface="Meiryo UI"/>
                        <a:ea typeface="Meiryo UI"/>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B</a:t>
                      </a: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r>
                        <a:rPr kumimoji="1" lang="ja-JP" altLang="en-US" sz="1000" kern="1200" noProof="1">
                          <a:solidFill>
                            <a:srgbClr val="FF0000"/>
                          </a:solidFill>
                          <a:latin typeface="+mn-ea"/>
                          <a:ea typeface="+mn-ea"/>
                          <a:cs typeface="+mn-cs"/>
                        </a:rPr>
                        <a:t>・案件名の</a:t>
                      </a:r>
                      <a:r>
                        <a:rPr kumimoji="1" lang="en-US" altLang="ja-JP" sz="1000" kern="1200" noProof="1">
                          <a:solidFill>
                            <a:srgbClr val="FF0000"/>
                          </a:solidFill>
                          <a:latin typeface="+mn-ea"/>
                          <a:ea typeface="+mn-ea"/>
                          <a:cs typeface="+mn-cs"/>
                        </a:rPr>
                        <a:t>”(</a:t>
                      </a:r>
                      <a:r>
                        <a:rPr kumimoji="1" lang="ja-JP" altLang="en-US" sz="1000" kern="1200" noProof="1">
                          <a:solidFill>
                            <a:srgbClr val="FF0000"/>
                          </a:solidFill>
                          <a:latin typeface="+mn-ea"/>
                          <a:ea typeface="+mn-ea"/>
                          <a:cs typeface="+mn-cs"/>
                        </a:rPr>
                        <a:t>令和</a:t>
                      </a:r>
                      <a:r>
                        <a:rPr kumimoji="1" lang="en-US" altLang="ja-JP" sz="1000" kern="1200" noProof="1">
                          <a:solidFill>
                            <a:srgbClr val="FF0000"/>
                          </a:solidFill>
                          <a:latin typeface="+mn-ea"/>
                          <a:ea typeface="+mn-ea"/>
                          <a:cs typeface="+mn-cs"/>
                        </a:rPr>
                        <a:t>8</a:t>
                      </a:r>
                      <a:r>
                        <a:rPr kumimoji="1" lang="ja-JP" altLang="en-US" sz="1000" kern="1200" noProof="1">
                          <a:solidFill>
                            <a:srgbClr val="FF0000"/>
                          </a:solidFill>
                          <a:latin typeface="+mn-ea"/>
                          <a:ea typeface="+mn-ea"/>
                          <a:cs typeface="+mn-cs"/>
                        </a:rPr>
                        <a:t>年</a:t>
                      </a:r>
                      <a:r>
                        <a:rPr kumimoji="1" lang="en-US" altLang="ja-JP" sz="1000" kern="1200" noProof="1">
                          <a:solidFill>
                            <a:srgbClr val="FF0000"/>
                          </a:solidFill>
                          <a:latin typeface="+mn-ea"/>
                          <a:ea typeface="+mn-ea"/>
                          <a:cs typeface="+mn-cs"/>
                        </a:rPr>
                        <a:t>9</a:t>
                      </a:r>
                      <a:r>
                        <a:rPr kumimoji="1" lang="ja-JP" altLang="en-US" sz="1000" kern="1200" noProof="1">
                          <a:solidFill>
                            <a:srgbClr val="FF0000"/>
                          </a:solidFill>
                          <a:latin typeface="+mn-ea"/>
                          <a:ea typeface="+mn-ea"/>
                          <a:cs typeface="+mn-cs"/>
                        </a:rPr>
                        <a:t>月末</a:t>
                      </a:r>
                      <a:r>
                        <a:rPr kumimoji="1" lang="en-US" altLang="ja-JP" sz="1000" kern="1200" noProof="1">
                          <a:solidFill>
                            <a:srgbClr val="FF0000"/>
                          </a:solidFill>
                          <a:latin typeface="+mn-ea"/>
                          <a:ea typeface="+mn-ea"/>
                          <a:cs typeface="+mn-cs"/>
                        </a:rPr>
                        <a:t>)”</a:t>
                      </a:r>
                      <a:r>
                        <a:rPr lang="en-US" altLang="ja-JP" sz="1000" kern="1200" noProof="1">
                          <a:solidFill>
                            <a:srgbClr val="FF0000"/>
                          </a:solidFill>
                          <a:latin typeface="+mn-ea"/>
                          <a:ea typeface="+mn-ea"/>
                          <a:cs typeface="+mn-cs"/>
                        </a:rPr>
                        <a:t>を削除済み</a:t>
                      </a:r>
                      <a:endParaRPr kumimoji="1" lang="en-US" altLang="ja-JP" sz="1000" kern="1200" noProof="1">
                        <a:solidFill>
                          <a:srgbClr val="FF0000"/>
                        </a:solidFill>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076154975"/>
                  </a:ext>
                </a:extLst>
              </a:tr>
              <a:tr h="365243">
                <a:tc>
                  <a:txBody>
                    <a:bodyPr/>
                    <a:lstStyle/>
                    <a:p>
                      <a:pPr algn="ctr" fontAlgn="ctr">
                        <a:lnSpc>
                          <a:spcPts val="1080"/>
                        </a:lnSpc>
                        <a:spcBef>
                          <a:spcPts val="0"/>
                        </a:spcBef>
                      </a:pPr>
                      <a:r>
                        <a:rPr lang="en-US" altLang="ja-JP" sz="1000" b="0" i="0" u="none" strike="noStrike" noProof="1">
                          <a:solidFill>
                            <a:schemeClr val="tx1"/>
                          </a:solidFill>
                          <a:effectLst/>
                          <a:latin typeface="+mn-ea"/>
                          <a:ea typeface="+mn-ea"/>
                        </a:rPr>
                        <a:t>10</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lvl="0" algn="ctr">
                        <a:lnSpc>
                          <a:spcPts val="1080"/>
                        </a:lnSpc>
                        <a:spcBef>
                          <a:spcPts val="0"/>
                        </a:spcBef>
                        <a:buNone/>
                      </a:pPr>
                      <a:r>
                        <a:rPr lang="en-US" altLang="ja-JP" sz="1000" b="0" i="0" u="none" strike="noStrike" noProof="1">
                          <a:solidFill>
                            <a:schemeClr val="tx1"/>
                          </a:solidFill>
                          <a:effectLst/>
                          <a:latin typeface="+mn-ea"/>
                          <a:ea typeface="+mn-ea"/>
                        </a:rPr>
                        <a:t>196</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 typeface="Meiryo UI" panose="020B0604020202020204" pitchFamily="34" charset="0"/>
                        <a:buNone/>
                        <a:tabLst/>
                        <a:defRPr noProof="1"/>
                      </a:pPr>
                      <a:r>
                        <a:rPr kumimoji="1" lang="ja-JP" altLang="en-US" sz="1000" b="0" i="0" u="none" strike="noStrike" kern="1200" cap="none" spc="0" normalizeH="0" baseline="0" noProof="0">
                          <a:ln>
                            <a:noFill/>
                          </a:ln>
                          <a:solidFill>
                            <a:srgbClr val="000000"/>
                          </a:solidFill>
                          <a:effectLst/>
                          <a:uLnTx/>
                          <a:uFillTx/>
                          <a:latin typeface="+mn-ea"/>
                          <a:ea typeface="+mn-ea"/>
                          <a:cs typeface="+mn-cs"/>
                        </a:rPr>
                        <a:t>オンライン資格確認端末の臨床情報検索画面・詳細画面のレイアウト変更</a:t>
                      </a:r>
                    </a:p>
                  </a:txBody>
                  <a:tcPr marL="36000" marR="36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843930" rtl="0" eaLnBrk="1" fontAlgn="t"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eiryo UI"/>
                        </a:rPr>
                        <a:t>3</a:t>
                      </a:r>
                      <a:r>
                        <a:rPr kumimoji="1" lang="ja-JP" altLang="en-US" sz="1000" b="0" i="0" u="none" strike="noStrike" kern="1200" cap="none" spc="0" normalizeH="0" baseline="0" noProof="0">
                          <a:ln>
                            <a:noFill/>
                          </a:ln>
                          <a:solidFill>
                            <a:schemeClr val="tx1"/>
                          </a:solidFill>
                          <a:effectLst/>
                          <a:uLnTx/>
                          <a:uFillTx/>
                          <a:latin typeface="+mn-ea"/>
                          <a:ea typeface="+mn-ea"/>
                          <a:cs typeface="Meiryo UI"/>
                        </a:rPr>
                        <a:t>月</a:t>
                      </a:r>
                      <a:endParaRPr kumimoji="1" lang="en-US" altLang="ja-JP" sz="1000" b="0" i="0" u="none" strike="noStrike" kern="1200" cap="none" spc="0" normalizeH="0" baseline="0" noProof="0">
                        <a:ln>
                          <a:noFill/>
                        </a:ln>
                        <a:solidFill>
                          <a:schemeClr val="tx1"/>
                        </a:solidFill>
                        <a:effectLst/>
                        <a:uLnTx/>
                        <a:uFillTx/>
                        <a:latin typeface="+mn-ea"/>
                        <a:ea typeface="+mn-ea"/>
                        <a:cs typeface="Meiryo UI"/>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ja-JP" altLang="en-US" sz="1000" b="0" i="0" u="none" strike="noStrike" kern="1200" cap="none" spc="0" normalizeH="0" baseline="0" noProof="0">
                          <a:ln>
                            <a:noFill/>
                          </a:ln>
                          <a:solidFill>
                            <a:schemeClr val="tx1"/>
                          </a:solidFill>
                          <a:effectLst/>
                          <a:uLnTx/>
                          <a:uFillTx/>
                          <a:latin typeface="Meiryo UI"/>
                          <a:ea typeface="Meiryo UI"/>
                          <a:cs typeface="+mn-cs"/>
                        </a:rPr>
                        <a:t>完了</a:t>
                      </a:r>
                      <a:endParaRPr lang="ja-JP" sz="1000" b="0" i="0" u="none" strike="noStrike" kern="1200" cap="none" spc="0" normalizeH="0" baseline="0" noProof="0">
                        <a:ln>
                          <a:noFill/>
                        </a:ln>
                        <a:solidFill>
                          <a:schemeClr val="tx1"/>
                        </a:solidFill>
                        <a:effectLst/>
                        <a:uLnTx/>
                        <a:uFillTx/>
                        <a:latin typeface="Meiryo UI"/>
                        <a:ea typeface="Meiryo UI"/>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D</a:t>
                      </a: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endParaRPr kumimoji="1" lang="en-US" altLang="ja-JP" sz="1000" kern="1200" noProof="1">
                        <a:solidFill>
                          <a:schemeClr val="tx1"/>
                        </a:solidFill>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881619734"/>
                  </a:ext>
                </a:extLst>
              </a:tr>
              <a:tr h="365243">
                <a:tc>
                  <a:txBody>
                    <a:bodyPr/>
                    <a:lstStyle/>
                    <a:p>
                      <a:pPr algn="ctr" fontAlgn="ctr">
                        <a:lnSpc>
                          <a:spcPts val="1080"/>
                        </a:lnSpc>
                        <a:spcBef>
                          <a:spcPts val="0"/>
                        </a:spcBef>
                      </a:pPr>
                      <a:r>
                        <a:rPr lang="en-US" altLang="ja-JP" sz="1000" b="0" i="0" u="none" strike="noStrike" noProof="1">
                          <a:solidFill>
                            <a:schemeClr val="tx1"/>
                          </a:solidFill>
                          <a:effectLst/>
                          <a:latin typeface="+mn-ea"/>
                          <a:ea typeface="+mn-ea"/>
                        </a:rPr>
                        <a:t>11</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lvl="0" algn="ctr">
                        <a:lnSpc>
                          <a:spcPts val="1080"/>
                        </a:lnSpc>
                        <a:spcBef>
                          <a:spcPts val="0"/>
                        </a:spcBef>
                        <a:buNone/>
                      </a:pPr>
                      <a:r>
                        <a:rPr lang="en-US" altLang="ja-JP" sz="1000" b="0" i="0" u="none" strike="noStrike" noProof="1">
                          <a:solidFill>
                            <a:schemeClr val="tx1"/>
                          </a:solidFill>
                          <a:effectLst/>
                          <a:latin typeface="+mn-ea"/>
                          <a:ea typeface="+mn-ea"/>
                        </a:rPr>
                        <a:t>197</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 typeface="Meiryo UI" panose="020B0604020202020204" pitchFamily="34" charset="0"/>
                        <a:buNone/>
                        <a:tabLst/>
                        <a:defRPr noProof="1"/>
                      </a:pPr>
                      <a:r>
                        <a:rPr kumimoji="1" lang="ja-JP" altLang="en-US" sz="1000" b="0" i="0" u="none" strike="noStrike" kern="1200" cap="none" spc="0" normalizeH="0" baseline="0" noProof="0">
                          <a:ln>
                            <a:noFill/>
                          </a:ln>
                          <a:solidFill>
                            <a:srgbClr val="000000"/>
                          </a:solidFill>
                          <a:effectLst/>
                          <a:uLnTx/>
                          <a:uFillTx/>
                          <a:latin typeface="+mn-ea"/>
                          <a:ea typeface="+mn-ea"/>
                          <a:cs typeface="+mn-cs"/>
                        </a:rPr>
                        <a:t>感染症情報の「</a:t>
                      </a:r>
                      <a:r>
                        <a:rPr kumimoji="1" lang="en-US" altLang="ja-JP" sz="1000" b="0" i="0" u="none" strike="noStrike" kern="1200" cap="none" spc="0" normalizeH="0" baseline="0" noProof="0">
                          <a:ln>
                            <a:noFill/>
                          </a:ln>
                          <a:solidFill>
                            <a:srgbClr val="000000"/>
                          </a:solidFill>
                          <a:effectLst/>
                          <a:uLnTx/>
                          <a:uFillTx/>
                          <a:latin typeface="+mn-ea"/>
                          <a:ea typeface="+mn-ea"/>
                          <a:cs typeface="+mn-cs"/>
                        </a:rPr>
                        <a:t>preliminary(</a:t>
                      </a:r>
                      <a:r>
                        <a:rPr kumimoji="1" lang="ja-JP" altLang="en-US" sz="1000" b="0" i="0" u="none" strike="noStrike" kern="1200" cap="none" spc="0" normalizeH="0" baseline="0" noProof="0">
                          <a:ln>
                            <a:noFill/>
                          </a:ln>
                          <a:solidFill>
                            <a:srgbClr val="000000"/>
                          </a:solidFill>
                          <a:effectLst/>
                          <a:uLnTx/>
                          <a:uFillTx/>
                          <a:latin typeface="+mn-ea"/>
                          <a:ea typeface="+mn-ea"/>
                          <a:cs typeface="+mn-cs"/>
                        </a:rPr>
                        <a:t>暫定結果報告</a:t>
                      </a:r>
                      <a:r>
                        <a:rPr kumimoji="1" lang="en-US" altLang="ja-JP" sz="1000" b="0" i="0" u="none" strike="noStrike" kern="1200" cap="none" spc="0" normalizeH="0" baseline="0" noProof="0">
                          <a:ln>
                            <a:noFill/>
                          </a:ln>
                          <a:solidFill>
                            <a:srgbClr val="000000"/>
                          </a:solidFill>
                          <a:effectLst/>
                          <a:uLnTx/>
                          <a:uFillTx/>
                          <a:latin typeface="+mn-ea"/>
                          <a:ea typeface="+mn-ea"/>
                          <a:cs typeface="+mn-cs"/>
                        </a:rPr>
                        <a:t>)</a:t>
                      </a:r>
                      <a:r>
                        <a:rPr kumimoji="1" lang="ja-JP" altLang="en-US" sz="1000" b="0" i="0" u="none" strike="noStrike" kern="1200" cap="none" spc="0" normalizeH="0" baseline="0" noProof="0">
                          <a:ln>
                            <a:noFill/>
                          </a:ln>
                          <a:solidFill>
                            <a:srgbClr val="000000"/>
                          </a:solidFill>
                          <a:effectLst/>
                          <a:uLnTx/>
                          <a:uFillTx/>
                          <a:latin typeface="+mn-ea"/>
                          <a:ea typeface="+mn-ea"/>
                          <a:cs typeface="+mn-cs"/>
                        </a:rPr>
                        <a:t>」における</a:t>
                      </a:r>
                      <a:r>
                        <a:rPr kumimoji="1" lang="en-US" altLang="ja-JP" sz="1000" b="0" i="0" u="none" strike="noStrike" kern="1200" cap="none" spc="0" normalizeH="0" baseline="0" noProof="0">
                          <a:ln>
                            <a:noFill/>
                          </a:ln>
                          <a:solidFill>
                            <a:srgbClr val="000000"/>
                          </a:solidFill>
                          <a:effectLst/>
                          <a:uLnTx/>
                          <a:uFillTx/>
                          <a:latin typeface="+mn-ea"/>
                          <a:ea typeface="+mn-ea"/>
                          <a:cs typeface="+mn-cs"/>
                        </a:rPr>
                        <a:t>Warning</a:t>
                      </a:r>
                      <a:r>
                        <a:rPr kumimoji="1" lang="ja-JP" altLang="en-US" sz="1000" b="0" i="0" u="none" strike="noStrike" kern="1200" cap="none" spc="0" normalizeH="0" baseline="0" noProof="0">
                          <a:ln>
                            <a:noFill/>
                          </a:ln>
                          <a:solidFill>
                            <a:srgbClr val="000000"/>
                          </a:solidFill>
                          <a:effectLst/>
                          <a:uLnTx/>
                          <a:uFillTx/>
                          <a:latin typeface="+mn-ea"/>
                          <a:ea typeface="+mn-ea"/>
                          <a:cs typeface="+mn-cs"/>
                        </a:rPr>
                        <a:t>のロジック修正</a:t>
                      </a:r>
                    </a:p>
                  </a:txBody>
                  <a:tcPr marL="36000" marR="36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843930" rtl="0" eaLnBrk="1" fontAlgn="t"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eiryo UI"/>
                        </a:rPr>
                        <a:t>3</a:t>
                      </a:r>
                      <a:r>
                        <a:rPr kumimoji="1" lang="ja-JP" altLang="en-US" sz="1000" b="0" i="0" u="none" strike="noStrike" kern="1200" cap="none" spc="0" normalizeH="0" baseline="0" noProof="0">
                          <a:ln>
                            <a:noFill/>
                          </a:ln>
                          <a:solidFill>
                            <a:schemeClr val="tx1"/>
                          </a:solidFill>
                          <a:effectLst/>
                          <a:uLnTx/>
                          <a:uFillTx/>
                          <a:latin typeface="+mn-ea"/>
                          <a:ea typeface="+mn-ea"/>
                          <a:cs typeface="Meiryo UI"/>
                        </a:rPr>
                        <a:t>月</a:t>
                      </a:r>
                      <a:endParaRPr kumimoji="1" lang="en-US" altLang="ja-JP" sz="1000" b="0" i="0" u="none" strike="noStrike" kern="1200" cap="none" spc="0" normalizeH="0" baseline="0" noProof="0">
                        <a:ln>
                          <a:noFill/>
                        </a:ln>
                        <a:solidFill>
                          <a:schemeClr val="tx1"/>
                        </a:solidFill>
                        <a:effectLst/>
                        <a:uLnTx/>
                        <a:uFillTx/>
                        <a:latin typeface="+mn-ea"/>
                        <a:ea typeface="+mn-ea"/>
                        <a:cs typeface="Meiryo UI"/>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ja-JP" altLang="en-US" sz="1000" b="0" i="0" u="none" strike="noStrike" kern="1200" cap="none" spc="0" normalizeH="0" baseline="0" noProof="0">
                          <a:ln>
                            <a:noFill/>
                          </a:ln>
                          <a:solidFill>
                            <a:schemeClr val="tx1"/>
                          </a:solidFill>
                          <a:effectLst/>
                          <a:uLnTx/>
                          <a:uFillTx/>
                          <a:latin typeface="Meiryo UI"/>
                          <a:ea typeface="Meiryo UI"/>
                          <a:cs typeface="+mn-cs"/>
                        </a:rPr>
                        <a:t>完了</a:t>
                      </a:r>
                      <a:endParaRPr lang="ja-JP" sz="1000" b="0" i="0" u="none" strike="noStrike" kern="1200" cap="none" spc="0" normalizeH="0" baseline="0" noProof="0">
                        <a:ln>
                          <a:noFill/>
                        </a:ln>
                        <a:solidFill>
                          <a:schemeClr val="tx1"/>
                        </a:solidFill>
                        <a:effectLst/>
                        <a:uLnTx/>
                        <a:uFillTx/>
                        <a:latin typeface="Meiryo UI"/>
                        <a:ea typeface="Meiryo UI"/>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B</a:t>
                      </a: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endParaRPr kumimoji="1" lang="en-US" altLang="ja-JP" sz="1000" kern="1200" noProof="1">
                        <a:solidFill>
                          <a:schemeClr val="tx1"/>
                        </a:solidFill>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57425626"/>
                  </a:ext>
                </a:extLst>
              </a:tr>
              <a:tr h="227128">
                <a:tc>
                  <a:txBody>
                    <a:bodyPr/>
                    <a:lstStyle/>
                    <a:p>
                      <a:pPr algn="ctr" fontAlgn="ctr">
                        <a:lnSpc>
                          <a:spcPts val="1080"/>
                        </a:lnSpc>
                        <a:spcBef>
                          <a:spcPts val="0"/>
                        </a:spcBef>
                      </a:pPr>
                      <a:r>
                        <a:rPr lang="en-US" altLang="ja-JP" sz="1000" b="0" i="0" u="none" strike="noStrike" noProof="1">
                          <a:solidFill>
                            <a:schemeClr val="tx1"/>
                          </a:solidFill>
                          <a:effectLst/>
                          <a:latin typeface="+mn-ea"/>
                          <a:ea typeface="+mn-ea"/>
                        </a:rPr>
                        <a:t>12</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lvl="0" algn="ctr">
                        <a:lnSpc>
                          <a:spcPts val="1080"/>
                        </a:lnSpc>
                        <a:spcBef>
                          <a:spcPts val="0"/>
                        </a:spcBef>
                        <a:buNone/>
                      </a:pPr>
                      <a:r>
                        <a:rPr lang="en-US" altLang="ja-JP" sz="1000" b="0" i="0" u="none" strike="noStrike" noProof="1">
                          <a:solidFill>
                            <a:schemeClr val="tx1"/>
                          </a:solidFill>
                          <a:effectLst/>
                          <a:latin typeface="+mn-ea"/>
                          <a:ea typeface="+mn-ea"/>
                        </a:rPr>
                        <a:t>198</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 typeface="Meiryo UI" panose="020B0604020202020204" pitchFamily="34" charset="0"/>
                        <a:buNone/>
                        <a:tabLst/>
                        <a:defRPr noProof="1"/>
                      </a:pPr>
                      <a:r>
                        <a:rPr kumimoji="1" lang="ja-JP" altLang="en-US" sz="1000" b="0" i="0" u="none" strike="noStrike" kern="1200" cap="none" spc="0" normalizeH="0" baseline="0" noProof="0">
                          <a:ln>
                            <a:noFill/>
                          </a:ln>
                          <a:solidFill>
                            <a:schemeClr val="tx1"/>
                          </a:solidFill>
                          <a:effectLst/>
                          <a:uLnTx/>
                          <a:uFillTx/>
                          <a:latin typeface="Meiryo UI"/>
                          <a:ea typeface="+mn-ea"/>
                          <a:cs typeface="+mn-cs"/>
                        </a:rPr>
                        <a:t>連携</a:t>
                      </a:r>
                      <a:r>
                        <a:rPr kumimoji="1" lang="en-US" altLang="ja-JP" sz="1000" b="0" i="0" u="none" strike="noStrike" kern="1200" cap="none" spc="0" normalizeH="0" baseline="0" noProof="0">
                          <a:ln>
                            <a:noFill/>
                          </a:ln>
                          <a:solidFill>
                            <a:schemeClr val="tx1"/>
                          </a:solidFill>
                          <a:effectLst/>
                          <a:uLnTx/>
                          <a:uFillTx/>
                          <a:latin typeface="Meiryo UI"/>
                          <a:ea typeface="+mn-ea"/>
                          <a:cs typeface="+mn-cs"/>
                        </a:rPr>
                        <a:t>AP(</a:t>
                      </a:r>
                      <a:r>
                        <a:rPr kumimoji="1" lang="ja-JP" altLang="en-US" sz="1000" b="0" i="0" u="none" strike="noStrike" kern="1200" cap="none" spc="0" normalizeH="0" baseline="0" noProof="0">
                          <a:ln>
                            <a:noFill/>
                          </a:ln>
                          <a:solidFill>
                            <a:schemeClr val="tx1"/>
                          </a:solidFill>
                          <a:effectLst/>
                          <a:uLnTx/>
                          <a:uFillTx/>
                          <a:latin typeface="Meiryo UI"/>
                          <a:ea typeface="+mn-ea"/>
                          <a:cs typeface="+mn-cs"/>
                        </a:rPr>
                        <a:t>サーバー</a:t>
                      </a:r>
                      <a:r>
                        <a:rPr kumimoji="1" lang="en-US" altLang="ja-JP" sz="1000" b="0" i="0" u="none" strike="noStrike" kern="1200" cap="none" spc="0" normalizeH="0" baseline="0" noProof="0">
                          <a:ln>
                            <a:noFill/>
                          </a:ln>
                          <a:solidFill>
                            <a:schemeClr val="tx1"/>
                          </a:solidFill>
                          <a:effectLst/>
                          <a:uLnTx/>
                          <a:uFillTx/>
                          <a:latin typeface="Meiryo UI"/>
                          <a:ea typeface="+mn-ea"/>
                          <a:cs typeface="+mn-cs"/>
                        </a:rPr>
                        <a:t>OS)</a:t>
                      </a:r>
                      <a:r>
                        <a:rPr kumimoji="1" lang="ja-JP" altLang="en-US" sz="1000" b="0" i="0" u="none" strike="noStrike" kern="1200" cap="none" spc="0" normalizeH="0" baseline="0" noProof="0">
                          <a:ln>
                            <a:noFill/>
                          </a:ln>
                          <a:solidFill>
                            <a:schemeClr val="tx1"/>
                          </a:solidFill>
                          <a:effectLst/>
                          <a:uLnTx/>
                          <a:uFillTx/>
                          <a:latin typeface="Meiryo UI"/>
                          <a:ea typeface="+mn-ea"/>
                          <a:cs typeface="+mn-cs"/>
                        </a:rPr>
                        <a:t>の</a:t>
                      </a:r>
                      <a:r>
                        <a:rPr kumimoji="1" lang="en-US" altLang="ja-JP" sz="1000" b="0" i="0" u="none" strike="noStrike" kern="1200" cap="none" spc="0" normalizeH="0" baseline="0" noProof="0">
                          <a:ln>
                            <a:noFill/>
                          </a:ln>
                          <a:solidFill>
                            <a:schemeClr val="tx1"/>
                          </a:solidFill>
                          <a:effectLst/>
                          <a:uLnTx/>
                          <a:uFillTx/>
                          <a:latin typeface="Meiryo UI"/>
                          <a:ea typeface="+mn-ea"/>
                          <a:cs typeface="+mn-cs"/>
                        </a:rPr>
                        <a:t>Windows</a:t>
                      </a:r>
                      <a:r>
                        <a:rPr kumimoji="1" lang="ja-JP" altLang="en-US" sz="1000" b="0" i="0" u="none" strike="noStrike" kern="1200" cap="none" spc="0" normalizeH="0" baseline="0" noProof="0">
                          <a:ln>
                            <a:noFill/>
                          </a:ln>
                          <a:solidFill>
                            <a:schemeClr val="tx1"/>
                          </a:solidFill>
                          <a:effectLst/>
                          <a:uLnTx/>
                          <a:uFillTx/>
                          <a:latin typeface="Meiryo UI"/>
                          <a:ea typeface="+mn-ea"/>
                          <a:cs typeface="+mn-cs"/>
                        </a:rPr>
                        <a:t>サーバー</a:t>
                      </a:r>
                      <a:r>
                        <a:rPr kumimoji="1" lang="en-US" altLang="ja-JP" sz="1000" b="0" i="0" u="none" strike="noStrike" kern="1200" cap="none" spc="0" normalizeH="0" baseline="0" noProof="0">
                          <a:ln>
                            <a:noFill/>
                          </a:ln>
                          <a:solidFill>
                            <a:schemeClr val="tx1"/>
                          </a:solidFill>
                          <a:effectLst/>
                          <a:uLnTx/>
                          <a:uFillTx/>
                          <a:latin typeface="Meiryo UI"/>
                          <a:ea typeface="+mn-ea"/>
                          <a:cs typeface="+mn-cs"/>
                        </a:rPr>
                        <a:t>2025</a:t>
                      </a:r>
                      <a:r>
                        <a:rPr kumimoji="1" lang="ja-JP" altLang="en-US" sz="1000" b="0" i="0" u="none" strike="noStrike" kern="1200" cap="none" spc="0" normalizeH="0" baseline="0" noProof="0">
                          <a:ln>
                            <a:noFill/>
                          </a:ln>
                          <a:solidFill>
                            <a:schemeClr val="tx1"/>
                          </a:solidFill>
                          <a:effectLst/>
                          <a:uLnTx/>
                          <a:uFillTx/>
                          <a:latin typeface="Meiryo UI"/>
                          <a:ea typeface="+mn-ea"/>
                          <a:cs typeface="+mn-cs"/>
                        </a:rPr>
                        <a:t>対応</a:t>
                      </a:r>
                    </a:p>
                  </a:txBody>
                  <a:tcPr marL="36000" marR="36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843930" rtl="0" eaLnBrk="1" fontAlgn="t"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3</a:t>
                      </a:r>
                      <a:r>
                        <a:rPr kumimoji="1" lang="ja-JP" altLang="en-US" sz="1000" b="0" i="0" u="none" strike="noStrike" kern="1200" cap="none" spc="0" normalizeH="0" baseline="0" noProof="0">
                          <a:ln>
                            <a:noFill/>
                          </a:ln>
                          <a:solidFill>
                            <a:schemeClr val="tx1"/>
                          </a:solidFill>
                          <a:effectLst/>
                          <a:uLnTx/>
                          <a:uFillTx/>
                          <a:latin typeface="+mn-ea"/>
                          <a:ea typeface="+mn-ea"/>
                          <a:cs typeface="+mn-cs"/>
                        </a:rPr>
                        <a:t>月</a:t>
                      </a:r>
                      <a:endParaRPr kumimoji="1" lang="en-US" altLang="ja-JP" sz="1000" b="0" i="0" u="none" strike="noStrike" kern="1200" cap="none" spc="0" normalizeH="0" baseline="0" noProof="0">
                        <a:ln>
                          <a:noFill/>
                        </a:ln>
                        <a:solidFill>
                          <a:schemeClr val="tx1"/>
                        </a:solidFill>
                        <a:effectLst/>
                        <a:uLnTx/>
                        <a:uFillTx/>
                        <a:latin typeface="+mn-ea"/>
                        <a:ea typeface="+mn-ea"/>
                        <a:cs typeface="Meiryo UI"/>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a:lnSpc>
                          <a:spcPts val="1080"/>
                        </a:lnSpc>
                        <a:spcBef>
                          <a:spcPts val="0"/>
                        </a:spcBef>
                        <a:spcAft>
                          <a:spcPts val="0"/>
                        </a:spcAft>
                        <a:buClrTx/>
                        <a:buSzTx/>
                        <a:buFontTx/>
                        <a:buNone/>
                        <a:tabLst/>
                        <a:defRPr noProof="1"/>
                      </a:pPr>
                      <a:r>
                        <a:rPr lang="ja-JP" altLang="en-US" sz="1000" b="0" i="0" u="none" strike="noStrike" kern="1200" cap="none" spc="0" normalizeH="0" baseline="0" noProof="0">
                          <a:ln>
                            <a:noFill/>
                          </a:ln>
                          <a:solidFill>
                            <a:schemeClr val="tx1"/>
                          </a:solidFill>
                          <a:effectLst/>
                          <a:uLnTx/>
                          <a:uFillTx/>
                          <a:latin typeface="Meiryo UI"/>
                          <a:ea typeface="Meiryo UI"/>
                          <a:cs typeface="+mn-cs"/>
                        </a:rPr>
                        <a:t>完了</a:t>
                      </a:r>
                      <a:endParaRPr kumimoji="1" lang="ja-JP" altLang="en-US" sz="1000" b="0" i="0" u="none" strike="noStrike" kern="1200" cap="none" spc="0" normalizeH="0" baseline="0" noProof="0">
                        <a:ln>
                          <a:noFill/>
                        </a:ln>
                        <a:solidFill>
                          <a:schemeClr val="tx1"/>
                        </a:solidFill>
                        <a:effectLst/>
                        <a:uLnTx/>
                        <a:uFillTx/>
                        <a:latin typeface="Meiryo UI"/>
                        <a:ea typeface="Meiryo UI"/>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B</a:t>
                      </a: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endParaRPr kumimoji="1" lang="en-US" altLang="ja-JP" sz="1000" kern="1200" noProof="1">
                        <a:solidFill>
                          <a:schemeClr val="tx1"/>
                        </a:solidFill>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894832872"/>
                  </a:ext>
                </a:extLst>
              </a:tr>
              <a:tr h="365243">
                <a:tc>
                  <a:txBody>
                    <a:bodyPr/>
                    <a:lstStyle/>
                    <a:p>
                      <a:pPr algn="ctr" fontAlgn="ctr">
                        <a:lnSpc>
                          <a:spcPts val="1080"/>
                        </a:lnSpc>
                        <a:spcBef>
                          <a:spcPts val="0"/>
                        </a:spcBef>
                      </a:pPr>
                      <a:r>
                        <a:rPr lang="en-US" altLang="ja-JP" sz="1000" b="0" i="0" u="none" strike="noStrike" noProof="1">
                          <a:solidFill>
                            <a:schemeClr val="tx1"/>
                          </a:solidFill>
                          <a:effectLst/>
                          <a:latin typeface="+mn-ea"/>
                          <a:ea typeface="+mn-ea"/>
                        </a:rPr>
                        <a:t>13</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lvl="0" algn="ctr">
                        <a:lnSpc>
                          <a:spcPts val="1080"/>
                        </a:lnSpc>
                        <a:spcBef>
                          <a:spcPts val="0"/>
                        </a:spcBef>
                        <a:buNone/>
                      </a:pPr>
                      <a:r>
                        <a:rPr lang="en-US" altLang="ja-JP" sz="1000" b="0" i="0" u="none" strike="noStrike" noProof="1">
                          <a:solidFill>
                            <a:schemeClr val="tx1"/>
                          </a:solidFill>
                          <a:effectLst/>
                          <a:latin typeface="+mn-ea"/>
                          <a:ea typeface="+mn-ea"/>
                        </a:rPr>
                        <a:t>199</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 typeface="Meiryo UI" panose="020B0604020202020204" pitchFamily="34" charset="0"/>
                        <a:buNone/>
                        <a:tabLst/>
                        <a:defRPr noProof="1"/>
                      </a:pPr>
                      <a:r>
                        <a:rPr kumimoji="1" lang="ja-JP" altLang="en-US" sz="1000" b="0" i="0" u="none" strike="noStrike" kern="1200" cap="none" spc="0" normalizeH="0" baseline="0" noProof="0">
                          <a:ln>
                            <a:noFill/>
                          </a:ln>
                          <a:solidFill>
                            <a:schemeClr val="tx1"/>
                          </a:solidFill>
                          <a:effectLst/>
                          <a:uLnTx/>
                          <a:uFillTx/>
                          <a:latin typeface="+mn-lt"/>
                          <a:ea typeface="+mn-ea"/>
                          <a:cs typeface="+mn-cs"/>
                        </a:rPr>
                        <a:t>オン資端末における文書情報検索機能の処理結果コード拡張対応(</a:t>
                      </a:r>
                      <a:r>
                        <a:rPr kumimoji="1" lang="en-US" altLang="ja-JP" sz="1000" b="0" i="0" u="none" strike="noStrike" kern="1200" cap="none" spc="0" normalizeH="0" baseline="0" noProof="0">
                          <a:ln>
                            <a:noFill/>
                          </a:ln>
                          <a:solidFill>
                            <a:schemeClr val="tx1"/>
                          </a:solidFill>
                          <a:effectLst/>
                          <a:uLnTx/>
                          <a:uFillTx/>
                          <a:latin typeface="+mn-lt"/>
                          <a:ea typeface="+mn-ea"/>
                          <a:cs typeface="+mn-cs"/>
                        </a:rPr>
                        <a:t>DV</a:t>
                      </a:r>
                      <a:r>
                        <a:rPr kumimoji="1" lang="ja-JP" altLang="en-US" sz="1000" b="0" i="0" u="none" strike="noStrike" kern="1200" cap="none" spc="0" normalizeH="0" baseline="0" noProof="0">
                          <a:ln>
                            <a:noFill/>
                          </a:ln>
                          <a:solidFill>
                            <a:schemeClr val="tx1"/>
                          </a:solidFill>
                          <a:effectLst/>
                          <a:uLnTx/>
                          <a:uFillTx/>
                          <a:latin typeface="+mn-lt"/>
                          <a:ea typeface="+mn-ea"/>
                          <a:cs typeface="+mn-cs"/>
                        </a:rPr>
                        <a:t>フラグによる閲覧制御に伴う)</a:t>
                      </a:r>
                    </a:p>
                  </a:txBody>
                  <a:tcPr marL="36000" marR="36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843930" rtl="0" eaLnBrk="1" fontAlgn="t"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3</a:t>
                      </a:r>
                      <a:r>
                        <a:rPr kumimoji="1" lang="ja-JP" altLang="en-US" sz="1000" b="0" i="0" u="none" strike="noStrike" kern="1200" cap="none" spc="0" normalizeH="0" baseline="0" noProof="0">
                          <a:ln>
                            <a:noFill/>
                          </a:ln>
                          <a:solidFill>
                            <a:schemeClr val="tx1"/>
                          </a:solidFill>
                          <a:effectLst/>
                          <a:uLnTx/>
                          <a:uFillTx/>
                          <a:latin typeface="+mn-ea"/>
                          <a:ea typeface="+mn-ea"/>
                          <a:cs typeface="+mn-cs"/>
                        </a:rPr>
                        <a:t>月</a:t>
                      </a:r>
                      <a:endParaRPr kumimoji="1" lang="en-US" altLang="ja-JP" sz="1000" b="0" i="0" u="none" strike="noStrike" kern="1200" cap="none" spc="0" normalizeH="0" baseline="0" noProof="0">
                        <a:ln>
                          <a:noFill/>
                        </a:ln>
                        <a:solidFill>
                          <a:schemeClr val="tx1"/>
                        </a:solidFill>
                        <a:effectLst/>
                        <a:uLnTx/>
                        <a:uFillTx/>
                        <a:latin typeface="+mn-ea"/>
                        <a:ea typeface="+mn-ea"/>
                        <a:cs typeface="Meiryo UI"/>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a:lnSpc>
                          <a:spcPts val="1080"/>
                        </a:lnSpc>
                        <a:spcBef>
                          <a:spcPts val="0"/>
                        </a:spcBef>
                        <a:spcAft>
                          <a:spcPts val="0"/>
                        </a:spcAft>
                        <a:buClrTx/>
                        <a:buSzTx/>
                        <a:buFontTx/>
                        <a:buNone/>
                        <a:tabLst/>
                        <a:defRPr noProof="1"/>
                      </a:pPr>
                      <a:r>
                        <a:rPr lang="ja-JP" altLang="en-US" sz="1000" b="0" i="0" u="none" strike="noStrike" kern="1200" cap="none" spc="0" normalizeH="0" baseline="0" noProof="0">
                          <a:ln>
                            <a:noFill/>
                          </a:ln>
                          <a:solidFill>
                            <a:schemeClr val="tx1"/>
                          </a:solidFill>
                          <a:effectLst/>
                          <a:uLnTx/>
                          <a:uFillTx/>
                          <a:latin typeface="Meiryo UI"/>
                          <a:ea typeface="Meiryo UI"/>
                          <a:cs typeface="+mn-cs"/>
                        </a:rPr>
                        <a:t>完了</a:t>
                      </a:r>
                      <a:endParaRPr kumimoji="1" lang="ja-JP" altLang="en-US" sz="1000" b="0" i="0" u="none" strike="noStrike" kern="1200" cap="none" spc="0" normalizeH="0" baseline="0" noProof="0">
                        <a:ln>
                          <a:noFill/>
                        </a:ln>
                        <a:solidFill>
                          <a:schemeClr val="tx1"/>
                        </a:solidFill>
                        <a:effectLst/>
                        <a:uLnTx/>
                        <a:uFillTx/>
                        <a:latin typeface="Meiryo UI"/>
                        <a:ea typeface="Meiryo UI"/>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C</a:t>
                      </a: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endParaRPr kumimoji="1" lang="en-US" altLang="ja-JP" sz="1000" kern="1200" noProof="1">
                        <a:solidFill>
                          <a:schemeClr val="tx1"/>
                        </a:solidFill>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342710578"/>
                  </a:ext>
                </a:extLst>
              </a:tr>
            </a:tbl>
          </a:graphicData>
        </a:graphic>
      </p:graphicFrame>
      <p:sp>
        <p:nvSpPr>
          <p:cNvPr id="5" name="テキスト ボックス 4">
            <a:extLst>
              <a:ext uri="{FF2B5EF4-FFF2-40B4-BE49-F238E27FC236}">
                <a16:creationId xmlns:a16="http://schemas.microsoft.com/office/drawing/2014/main" id="{BC79315D-A914-C8EA-A23E-2131F0E538DE}"/>
              </a:ext>
            </a:extLst>
          </p:cNvPr>
          <p:cNvSpPr txBox="1"/>
          <p:nvPr/>
        </p:nvSpPr>
        <p:spPr>
          <a:xfrm>
            <a:off x="507001" y="793060"/>
            <a:ext cx="2407184" cy="188247"/>
          </a:xfrm>
          <a:prstGeom prst="roundRect">
            <a:avLst/>
          </a:prstGeom>
          <a:solidFill>
            <a:schemeClr val="tx2"/>
          </a:solidFill>
        </p:spPr>
        <p:txBody>
          <a:bodyPr wrap="square" rtlCol="0" anchor="ctr">
            <a:noAutofit/>
          </a:bodyPr>
          <a:lstStyle>
            <a:defPPr>
              <a:defRPr lang="ja-JP" noProof="1"/>
            </a:defPPr>
            <a:lvl1pPr>
              <a:defRPr sz="1400" noProof="1">
                <a:solidFill>
                  <a:schemeClr val="bg1"/>
                </a:solidFill>
                <a:latin typeface="+mj-lt"/>
                <a:ea typeface="Meiryo UI" panose="020B0604030504040204" pitchFamily="50" charset="-128"/>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1">
                <a:ln>
                  <a:noFill/>
                </a:ln>
                <a:solidFill>
                  <a:prstClr val="white"/>
                </a:solidFill>
                <a:effectLst/>
                <a:uLnTx/>
                <a:uFillTx/>
                <a:latin typeface="Arial"/>
                <a:ea typeface="Meiryo UI"/>
                <a:cs typeface="+mn-cs"/>
              </a:rPr>
              <a:t>令和</a:t>
            </a:r>
            <a:r>
              <a:rPr kumimoji="1" lang="en-US" altLang="ja-JP" sz="1100" b="0" i="0" u="none" strike="noStrike" kern="1200" cap="none" spc="0" normalizeH="0" baseline="0" noProof="1">
                <a:ln>
                  <a:noFill/>
                </a:ln>
                <a:solidFill>
                  <a:prstClr val="white"/>
                </a:solidFill>
                <a:effectLst/>
                <a:uLnTx/>
                <a:uFillTx/>
                <a:latin typeface="Arial"/>
                <a:ea typeface="Meiryo UI"/>
                <a:cs typeface="+mn-cs"/>
              </a:rPr>
              <a:t>8</a:t>
            </a:r>
            <a:r>
              <a:rPr kumimoji="1" lang="ja-JP" altLang="en-US" sz="1100" b="0" i="0" u="none" strike="noStrike" kern="1200" cap="none" spc="0" normalizeH="0" baseline="0" noProof="1">
                <a:ln>
                  <a:noFill/>
                </a:ln>
                <a:solidFill>
                  <a:prstClr val="white"/>
                </a:solidFill>
                <a:effectLst/>
                <a:uLnTx/>
                <a:uFillTx/>
                <a:latin typeface="Arial"/>
                <a:ea typeface="Meiryo UI"/>
                <a:cs typeface="+mn-cs"/>
              </a:rPr>
              <a:t>年度</a:t>
            </a:r>
            <a:r>
              <a:rPr kumimoji="1" lang="en-US" altLang="ja-JP" sz="1100" b="0" i="0" u="none" strike="noStrike" kern="1200" cap="none" spc="0" normalizeH="0" baseline="0" noProof="1">
                <a:ln>
                  <a:noFill/>
                </a:ln>
                <a:solidFill>
                  <a:prstClr val="white"/>
                </a:solidFill>
                <a:effectLst/>
                <a:uLnTx/>
                <a:uFillTx/>
                <a:latin typeface="Arial"/>
                <a:ea typeface="Meiryo UI"/>
                <a:cs typeface="+mn-cs"/>
              </a:rPr>
              <a:t>3</a:t>
            </a:r>
            <a:r>
              <a:rPr kumimoji="1" lang="ja-JP" altLang="en-US" sz="1100" b="0" i="0" u="none" strike="noStrike" kern="1200" cap="none" spc="0" normalizeH="0" baseline="0" noProof="1">
                <a:ln>
                  <a:noFill/>
                </a:ln>
                <a:solidFill>
                  <a:prstClr val="white"/>
                </a:solidFill>
                <a:effectLst/>
                <a:uLnTx/>
                <a:uFillTx/>
                <a:latin typeface="Arial"/>
                <a:ea typeface="Meiryo UI"/>
                <a:cs typeface="+mn-cs"/>
              </a:rPr>
              <a:t>月リリース候補案件</a:t>
            </a:r>
            <a:r>
              <a:rPr kumimoji="1" lang="en-US" altLang="ja-JP" sz="1100" b="0" i="0" u="none" strike="noStrike" kern="1200" cap="none" spc="0" normalizeH="0" baseline="0" noProof="1">
                <a:ln>
                  <a:noFill/>
                </a:ln>
                <a:solidFill>
                  <a:prstClr val="white"/>
                </a:solidFill>
                <a:effectLst/>
                <a:uLnTx/>
                <a:uFillTx/>
                <a:latin typeface="Arial"/>
                <a:ea typeface="Meiryo UI"/>
                <a:cs typeface="+mn-cs"/>
              </a:rPr>
              <a:t>(1/2)</a:t>
            </a:r>
            <a:endParaRPr kumimoji="0" lang="ja-JP" altLang="en-US" sz="1100" b="0" i="0" u="none" strike="noStrike" kern="0" cap="none" spc="0" normalizeH="0" baseline="0" noProof="1">
              <a:ln>
                <a:noFill/>
              </a:ln>
              <a:solidFill>
                <a:srgbClr val="FFFFFF"/>
              </a:solidFill>
              <a:effectLst/>
              <a:uLnTx/>
              <a:uFillTx/>
              <a:latin typeface="Meiryo UI"/>
              <a:ea typeface="Meiryo UI" panose="020B0604030504040204" pitchFamily="50" charset="-128"/>
              <a:cs typeface="+mn-cs"/>
            </a:endParaRPr>
          </a:p>
        </p:txBody>
      </p:sp>
    </p:spTree>
    <p:extLst>
      <p:ext uri="{BB962C8B-B14F-4D97-AF65-F5344CB8AC3E}">
        <p14:creationId xmlns:p14="http://schemas.microsoft.com/office/powerpoint/2010/main" val="27756189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97B9C-025C-8A1B-0774-ECC31B97FB0F}"/>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8D42FD6C-3263-99AA-0572-B1B67723ECD2}"/>
              </a:ext>
            </a:extLst>
          </p:cNvPr>
          <p:cNvSpPr>
            <a:spLocks noGrp="1"/>
          </p:cNvSpPr>
          <p:nvPr>
            <p:ph type="title"/>
          </p:nvPr>
        </p:nvSpPr>
        <p:spPr>
          <a:xfrm>
            <a:off x="507000" y="116696"/>
            <a:ext cx="5722350" cy="576000"/>
          </a:xfrm>
        </p:spPr>
        <p:txBody>
          <a:bodyPr vert="horz" wrap="square" lIns="36000" tIns="36000" rIns="36000" bIns="36000" anchor="b" anchorCtr="0">
            <a:noAutofit/>
          </a:bodyPr>
          <a:lstStyle/>
          <a:p>
            <a:r>
              <a:rPr lang="en-US" altLang="ja-JP" sz="1800" noProof="1">
                <a:solidFill>
                  <a:srgbClr val="324F71"/>
                </a:solidFill>
              </a:rPr>
              <a:t>3</a:t>
            </a:r>
            <a:r>
              <a:rPr lang="ja-JP" altLang="en-US" sz="1800" noProof="1">
                <a:solidFill>
                  <a:srgbClr val="324F71"/>
                </a:solidFill>
              </a:rPr>
              <a:t>．令和</a:t>
            </a:r>
            <a:r>
              <a:rPr lang="en-US" altLang="ja-JP" sz="1800" noProof="1">
                <a:solidFill>
                  <a:srgbClr val="324F71"/>
                </a:solidFill>
              </a:rPr>
              <a:t>8</a:t>
            </a:r>
            <a:r>
              <a:rPr lang="ja-JP" altLang="en-US" sz="1800" noProof="1">
                <a:solidFill>
                  <a:srgbClr val="324F71"/>
                </a:solidFill>
              </a:rPr>
              <a:t>年度案件の概況(3/3)</a:t>
            </a:r>
          </a:p>
        </p:txBody>
      </p:sp>
      <p:graphicFrame>
        <p:nvGraphicFramePr>
          <p:cNvPr id="2" name="表 1">
            <a:extLst>
              <a:ext uri="{FF2B5EF4-FFF2-40B4-BE49-F238E27FC236}">
                <a16:creationId xmlns:a16="http://schemas.microsoft.com/office/drawing/2014/main" id="{74F81E0E-3597-7373-6551-22FB72BA0172}"/>
              </a:ext>
            </a:extLst>
          </p:cNvPr>
          <p:cNvGraphicFramePr>
            <a:graphicFrameLocks noGrp="1"/>
          </p:cNvGraphicFramePr>
          <p:nvPr>
            <p:extLst>
              <p:ext uri="{D42A27DB-BD31-4B8C-83A1-F6EECF244321}">
                <p14:modId xmlns:p14="http://schemas.microsoft.com/office/powerpoint/2010/main" val="3572945755"/>
              </p:ext>
            </p:extLst>
          </p:nvPr>
        </p:nvGraphicFramePr>
        <p:xfrm>
          <a:off x="512956" y="967885"/>
          <a:ext cx="9029913" cy="3425006"/>
        </p:xfrm>
        <a:graphic>
          <a:graphicData uri="http://schemas.openxmlformats.org/drawingml/2006/table">
            <a:tbl>
              <a:tblPr firstRow="1" bandRow="1">
                <a:tableStyleId>{5C22544A-7EE6-4342-B048-85BDC9FD1C3A}</a:tableStyleId>
              </a:tblPr>
              <a:tblGrid>
                <a:gridCol w="282174">
                  <a:extLst>
                    <a:ext uri="{9D8B030D-6E8A-4147-A177-3AD203B41FA5}">
                      <a16:colId xmlns:a16="http://schemas.microsoft.com/office/drawing/2014/main" val="2101549305"/>
                    </a:ext>
                  </a:extLst>
                </a:gridCol>
                <a:gridCol w="556591">
                  <a:extLst>
                    <a:ext uri="{9D8B030D-6E8A-4147-A177-3AD203B41FA5}">
                      <a16:colId xmlns:a16="http://schemas.microsoft.com/office/drawing/2014/main" val="4255713497"/>
                    </a:ext>
                  </a:extLst>
                </a:gridCol>
                <a:gridCol w="3077155">
                  <a:extLst>
                    <a:ext uri="{9D8B030D-6E8A-4147-A177-3AD203B41FA5}">
                      <a16:colId xmlns:a16="http://schemas.microsoft.com/office/drawing/2014/main" val="2299355979"/>
                    </a:ext>
                  </a:extLst>
                </a:gridCol>
                <a:gridCol w="532737">
                  <a:extLst>
                    <a:ext uri="{9D8B030D-6E8A-4147-A177-3AD203B41FA5}">
                      <a16:colId xmlns:a16="http://schemas.microsoft.com/office/drawing/2014/main" val="1134433152"/>
                    </a:ext>
                  </a:extLst>
                </a:gridCol>
                <a:gridCol w="874642">
                  <a:extLst>
                    <a:ext uri="{9D8B030D-6E8A-4147-A177-3AD203B41FA5}">
                      <a16:colId xmlns:a16="http://schemas.microsoft.com/office/drawing/2014/main" val="3691285807"/>
                    </a:ext>
                  </a:extLst>
                </a:gridCol>
                <a:gridCol w="485030">
                  <a:extLst>
                    <a:ext uri="{9D8B030D-6E8A-4147-A177-3AD203B41FA5}">
                      <a16:colId xmlns:a16="http://schemas.microsoft.com/office/drawing/2014/main" val="779774557"/>
                    </a:ext>
                  </a:extLst>
                </a:gridCol>
                <a:gridCol w="3221584">
                  <a:extLst>
                    <a:ext uri="{9D8B030D-6E8A-4147-A177-3AD203B41FA5}">
                      <a16:colId xmlns:a16="http://schemas.microsoft.com/office/drawing/2014/main" val="971229648"/>
                    </a:ext>
                  </a:extLst>
                </a:gridCol>
              </a:tblGrid>
              <a:tr h="399149">
                <a:tc>
                  <a:txBody>
                    <a:bodyPr/>
                    <a:lstStyle/>
                    <a:p>
                      <a:pPr algn="ctr">
                        <a:spcBef>
                          <a:spcPts val="300"/>
                        </a:spcBef>
                      </a:pPr>
                      <a:r>
                        <a:rPr kumimoji="1" lang="en-US" altLang="ja-JP" sz="1000" noProof="1">
                          <a:solidFill>
                            <a:schemeClr val="bg1"/>
                          </a:solidFill>
                          <a:latin typeface="+mn-ea"/>
                          <a:ea typeface="+mn-ea"/>
                        </a:rPr>
                        <a:t>#</a:t>
                      </a:r>
                      <a:endParaRPr kumimoji="1" lang="ja-JP" altLang="en-US" sz="1000" noProof="1">
                        <a:solidFill>
                          <a:schemeClr val="bg1"/>
                        </a:solidFill>
                        <a:latin typeface="+mn-ea"/>
                        <a:ea typeface="+mn-ea"/>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marL="0" algn="ctr" defTabSz="685673" rtl="0" eaLnBrk="1" latinLnBrk="0" hangingPunct="1">
                        <a:spcBef>
                          <a:spcPts val="300"/>
                        </a:spcBef>
                      </a:pPr>
                      <a:r>
                        <a:rPr kumimoji="1" lang="en-US" altLang="ja-JP" sz="1000" b="1" kern="1200" noProof="1">
                          <a:solidFill>
                            <a:schemeClr val="bg1"/>
                          </a:solidFill>
                          <a:latin typeface="+mn-ea"/>
                          <a:ea typeface="+mn-ea"/>
                          <a:cs typeface="+mn-cs"/>
                        </a:rPr>
                        <a:t>ID</a:t>
                      </a:r>
                      <a:endParaRPr kumimoji="1" lang="ja-JP" altLang="en-US" sz="1000" b="1" kern="1200" noProof="1">
                        <a:solidFill>
                          <a:schemeClr val="bg1"/>
                        </a:solidFill>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marL="0" algn="ctr" defTabSz="685673" rtl="0" eaLnBrk="1" latinLnBrk="0" hangingPunct="1">
                        <a:spcBef>
                          <a:spcPts val="300"/>
                        </a:spcBef>
                      </a:pPr>
                      <a:r>
                        <a:rPr kumimoji="1" lang="ja-JP" altLang="en-US" sz="1000" b="1" kern="1200" noProof="1">
                          <a:solidFill>
                            <a:schemeClr val="bg1"/>
                          </a:solidFill>
                          <a:latin typeface="+mn-ea"/>
                          <a:ea typeface="+mn-ea"/>
                          <a:cs typeface="+mn-cs"/>
                        </a:rPr>
                        <a:t>案件</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algn="ctr">
                        <a:spcBef>
                          <a:spcPts val="0"/>
                        </a:spcBef>
                      </a:pPr>
                      <a:r>
                        <a:rPr kumimoji="1" lang="ja-JP" altLang="en-US" sz="1000" b="1" kern="1200" noProof="1">
                          <a:solidFill>
                            <a:schemeClr val="bg1"/>
                          </a:solidFill>
                          <a:latin typeface="+mn-ea"/>
                          <a:ea typeface="+mn-ea"/>
                          <a:cs typeface="+mn-cs"/>
                        </a:rPr>
                        <a:t>リリース</a:t>
                      </a:r>
                      <a:endParaRPr kumimoji="1" lang="en-US" altLang="ja-JP" sz="1000" b="1" kern="1200" noProof="1">
                        <a:solidFill>
                          <a:schemeClr val="bg1"/>
                        </a:solidFill>
                        <a:latin typeface="+mn-ea"/>
                        <a:ea typeface="+mn-ea"/>
                        <a:cs typeface="+mn-cs"/>
                      </a:endParaRPr>
                    </a:p>
                    <a:p>
                      <a:pPr algn="ctr">
                        <a:spcBef>
                          <a:spcPts val="0"/>
                        </a:spcBef>
                      </a:pPr>
                      <a:r>
                        <a:rPr kumimoji="1" lang="ja-JP" altLang="en-US" sz="1000" b="1" kern="1200" noProof="1">
                          <a:solidFill>
                            <a:schemeClr val="bg1"/>
                          </a:solidFill>
                          <a:latin typeface="+mn-ea"/>
                          <a:ea typeface="+mn-ea"/>
                          <a:cs typeface="+mn-cs"/>
                        </a:rPr>
                        <a:t>時期</a:t>
                      </a:r>
                      <a:endParaRPr kumimoji="1" lang="en-US" altLang="ja-JP" sz="1000" b="1" kern="1200" noProof="1">
                        <a:solidFill>
                          <a:schemeClr val="bg1"/>
                        </a:solidFill>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algn="ctr">
                        <a:spcBef>
                          <a:spcPts val="0"/>
                        </a:spcBef>
                      </a:pPr>
                      <a:r>
                        <a:rPr kumimoji="1" lang="ja-JP" altLang="en-US" sz="1000" noProof="1">
                          <a:solidFill>
                            <a:schemeClr val="bg1"/>
                          </a:solidFill>
                          <a:latin typeface="+mn-ea"/>
                          <a:ea typeface="+mn-ea"/>
                        </a:rPr>
                        <a:t>調達状況</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algn="ctr">
                        <a:spcBef>
                          <a:spcPts val="0"/>
                        </a:spcBef>
                      </a:pPr>
                      <a:r>
                        <a:rPr kumimoji="1" lang="ja-JP" altLang="en-US" sz="1000" b="1" kern="1200" noProof="1">
                          <a:solidFill>
                            <a:schemeClr val="bg1"/>
                          </a:solidFill>
                          <a:latin typeface="+mn-ea"/>
                          <a:ea typeface="+mn-ea"/>
                          <a:cs typeface="+mn-cs"/>
                        </a:rPr>
                        <a:t>担当</a:t>
                      </a:r>
                      <a:endParaRPr kumimoji="1" lang="en-US" altLang="ja-JP" sz="1000" b="1" kern="1200" noProof="1">
                        <a:solidFill>
                          <a:schemeClr val="bg1"/>
                        </a:solidFill>
                        <a:latin typeface="+mn-ea"/>
                        <a:ea typeface="+mn-ea"/>
                        <a:cs typeface="+mn-cs"/>
                      </a:endParaRPr>
                    </a:p>
                    <a:p>
                      <a:pPr algn="ctr">
                        <a:spcBef>
                          <a:spcPts val="0"/>
                        </a:spcBef>
                      </a:pPr>
                      <a:r>
                        <a:rPr kumimoji="1" lang="ja-JP" altLang="en-US" sz="1000" b="1" kern="1200" noProof="1">
                          <a:solidFill>
                            <a:schemeClr val="bg1"/>
                          </a:solidFill>
                          <a:latin typeface="+mn-ea"/>
                          <a:ea typeface="+mn-ea"/>
                          <a:cs typeface="+mn-cs"/>
                        </a:rPr>
                        <a:t>チーム</a:t>
                      </a:r>
                      <a:endParaRPr kumimoji="1" lang="en-US" altLang="ja-JP" sz="1000" b="1" kern="1200" noProof="1">
                        <a:solidFill>
                          <a:schemeClr val="bg1"/>
                        </a:solidFill>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marL="0" marR="0" lvl="0" indent="0" algn="ctr" defTabSz="685673" rtl="0" eaLnBrk="1" fontAlgn="auto" latinLnBrk="0" hangingPunct="1">
                        <a:lnSpc>
                          <a:spcPct val="100000"/>
                        </a:lnSpc>
                        <a:spcBef>
                          <a:spcPts val="300"/>
                        </a:spcBef>
                        <a:spcAft>
                          <a:spcPts val="0"/>
                        </a:spcAft>
                        <a:buClrTx/>
                        <a:buSzTx/>
                        <a:buFontTx/>
                        <a:buNone/>
                        <a:tabLst/>
                        <a:defRPr noProof="1"/>
                      </a:pPr>
                      <a:r>
                        <a:rPr kumimoji="1" lang="ja-JP" altLang="en-US" sz="1000" b="0" noProof="1">
                          <a:solidFill>
                            <a:schemeClr val="bg1"/>
                          </a:solidFill>
                          <a:latin typeface="+mn-ea"/>
                          <a:ea typeface="+mn-ea"/>
                        </a:rPr>
                        <a:t>付議事項等</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2">
                        <a:lumMod val="60000"/>
                        <a:lumOff val="40000"/>
                      </a:schemeClr>
                    </a:solidFill>
                  </a:tcPr>
                </a:tc>
                <a:extLst>
                  <a:ext uri="{0D108BD9-81ED-4DB2-BD59-A6C34878D82A}">
                    <a16:rowId xmlns:a16="http://schemas.microsoft.com/office/drawing/2014/main" val="3583684863"/>
                  </a:ext>
                </a:extLst>
              </a:tr>
              <a:tr h="366981">
                <a:tc>
                  <a:txBody>
                    <a:bodyPr/>
                    <a:lstStyle/>
                    <a:p>
                      <a:pPr algn="ctr" fontAlgn="ctr">
                        <a:lnSpc>
                          <a:spcPts val="1080"/>
                        </a:lnSpc>
                        <a:spcBef>
                          <a:spcPts val="0"/>
                        </a:spcBef>
                      </a:pPr>
                      <a:r>
                        <a:rPr lang="en-US" altLang="ja-JP" sz="1000" b="0" i="0" u="none" strike="noStrike" noProof="1">
                          <a:solidFill>
                            <a:schemeClr val="tx1"/>
                          </a:solidFill>
                          <a:effectLst/>
                          <a:latin typeface="+mn-ea"/>
                          <a:ea typeface="+mn-ea"/>
                        </a:rPr>
                        <a:t>14</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lvl="0" algn="ctr">
                        <a:lnSpc>
                          <a:spcPts val="1080"/>
                        </a:lnSpc>
                        <a:spcBef>
                          <a:spcPts val="0"/>
                        </a:spcBef>
                        <a:buNone/>
                      </a:pPr>
                      <a:r>
                        <a:rPr lang="en-US" altLang="ja-JP" sz="1000" b="0" i="0" u="none" strike="noStrike" noProof="1">
                          <a:solidFill>
                            <a:schemeClr val="tx1"/>
                          </a:solidFill>
                          <a:effectLst/>
                          <a:latin typeface="+mn-ea"/>
                          <a:ea typeface="+mn-ea"/>
                        </a:rPr>
                        <a:t>203</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eiryo UI"/>
                          <a:ea typeface="+mn-ea"/>
                          <a:cs typeface="+mn-cs"/>
                        </a:rPr>
                        <a:t>Component</a:t>
                      </a:r>
                      <a:r>
                        <a:rPr kumimoji="1" lang="ja-JP" altLang="en-US" sz="1000" b="0" i="0" u="none" strike="noStrike" kern="1200" cap="none" spc="0" normalizeH="0" baseline="0" noProof="0">
                          <a:ln>
                            <a:noFill/>
                          </a:ln>
                          <a:solidFill>
                            <a:schemeClr val="tx1"/>
                          </a:solidFill>
                          <a:effectLst/>
                          <a:uLnTx/>
                          <a:uFillTx/>
                          <a:latin typeface="Meiryo UI"/>
                          <a:ea typeface="+mn-ea"/>
                          <a:cs typeface="+mn-cs"/>
                        </a:rPr>
                        <a:t>に記述された</a:t>
                      </a:r>
                      <a:r>
                        <a:rPr kumimoji="1" lang="en-US" altLang="ja-JP" sz="1000" b="0" i="0" u="none" strike="noStrike" kern="1200" cap="none" spc="0" normalizeH="0" baseline="0" noProof="0">
                          <a:ln>
                            <a:noFill/>
                          </a:ln>
                          <a:solidFill>
                            <a:schemeClr val="tx1"/>
                          </a:solidFill>
                          <a:effectLst/>
                          <a:uLnTx/>
                          <a:uFillTx/>
                          <a:latin typeface="Meiryo UI"/>
                          <a:ea typeface="+mn-ea"/>
                          <a:cs typeface="+mn-cs"/>
                        </a:rPr>
                        <a:t>43+5</a:t>
                      </a:r>
                      <a:r>
                        <a:rPr kumimoji="1" lang="ja-JP" altLang="en-US" sz="1000" b="0" i="0" u="none" strike="noStrike" kern="1200" cap="none" spc="0" normalizeH="0" baseline="0" noProof="0">
                          <a:ln>
                            <a:noFill/>
                          </a:ln>
                          <a:solidFill>
                            <a:schemeClr val="tx1"/>
                          </a:solidFill>
                          <a:effectLst/>
                          <a:uLnTx/>
                          <a:uFillTx/>
                          <a:latin typeface="Meiryo UI"/>
                          <a:ea typeface="+mn-ea"/>
                          <a:cs typeface="+mn-cs"/>
                        </a:rPr>
                        <a:t>項目のデータの登録をエラーとするアドオンチェックの追加</a:t>
                      </a:r>
                    </a:p>
                  </a:txBody>
                  <a:tcPr marL="36000" marR="36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843930" rtl="0" eaLnBrk="1" fontAlgn="t"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eiryo UI"/>
                        </a:rPr>
                        <a:t>3</a:t>
                      </a:r>
                      <a:r>
                        <a:rPr kumimoji="1" lang="ja-JP" altLang="en-US" sz="1000" b="0" i="0" u="none" strike="noStrike" kern="1200" cap="none" spc="0" normalizeH="0" baseline="0" noProof="0">
                          <a:ln>
                            <a:noFill/>
                          </a:ln>
                          <a:solidFill>
                            <a:schemeClr val="tx1"/>
                          </a:solidFill>
                          <a:effectLst/>
                          <a:uLnTx/>
                          <a:uFillTx/>
                          <a:latin typeface="+mn-ea"/>
                          <a:ea typeface="+mn-ea"/>
                          <a:cs typeface="Meiryo UI"/>
                        </a:rPr>
                        <a:t>月</a:t>
                      </a:r>
                      <a:endParaRPr kumimoji="1" lang="en-US" altLang="ja-JP" sz="1000" b="0" i="0" u="none" strike="noStrike" kern="1200" cap="none" spc="0" normalizeH="0" baseline="0" noProof="0">
                        <a:ln>
                          <a:noFill/>
                        </a:ln>
                        <a:solidFill>
                          <a:schemeClr val="tx1"/>
                        </a:solidFill>
                        <a:effectLst/>
                        <a:uLnTx/>
                        <a:uFillTx/>
                        <a:latin typeface="+mn-ea"/>
                        <a:ea typeface="+mn-ea"/>
                        <a:cs typeface="Meiryo UI"/>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auto" latinLnBrk="0" hangingPunct="1">
                        <a:lnSpc>
                          <a:spcPts val="1080"/>
                        </a:lnSpc>
                        <a:spcBef>
                          <a:spcPts val="0"/>
                        </a:spcBef>
                        <a:spcAft>
                          <a:spcPts val="0"/>
                        </a:spcAft>
                        <a:buClrTx/>
                        <a:buSzTx/>
                        <a:buFontTx/>
                        <a:buNone/>
                        <a:tabLst/>
                        <a:defRPr noProof="1"/>
                      </a:pPr>
                      <a:r>
                        <a:rPr kumimoji="1" lang="ja-JP" altLang="en-US" sz="1000" b="0" i="0" u="none" strike="noStrike" kern="1200" cap="none" spc="0" normalizeH="0" baseline="0" noProof="0">
                          <a:ln>
                            <a:noFill/>
                          </a:ln>
                          <a:solidFill>
                            <a:schemeClr val="tx1"/>
                          </a:solidFill>
                          <a:effectLst/>
                          <a:uLnTx/>
                          <a:uFillTx/>
                          <a:latin typeface="Meiryo UI"/>
                          <a:ea typeface="+mn-ea"/>
                          <a:cs typeface="+mn-cs"/>
                        </a:rPr>
                        <a:t>完了</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D</a:t>
                      </a: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72000" marR="0" lvl="0" indent="-72000" algn="l" defTabSz="685673" rtl="0" eaLnBrk="1" fontAlgn="ctr" latinLnBrk="0" hangingPunct="1">
                        <a:lnSpc>
                          <a:spcPts val="1080"/>
                        </a:lnSpc>
                        <a:spcBef>
                          <a:spcPts val="0"/>
                        </a:spcBef>
                        <a:spcAft>
                          <a:spcPts val="0"/>
                        </a:spcAft>
                        <a:buClrTx/>
                        <a:buSzTx/>
                        <a:buFont typeface="Meiryo UI" panose="020B0604020202020204" pitchFamily="34" charset="0"/>
                        <a:buChar char="•"/>
                        <a:tabLst/>
                        <a:defRPr noProof="1"/>
                      </a:pP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93259906"/>
                  </a:ext>
                </a:extLst>
              </a:tr>
              <a:tr h="366981">
                <a:tc rowSpan="2">
                  <a:txBody>
                    <a:bodyPr/>
                    <a:lstStyle/>
                    <a:p>
                      <a:pPr marL="0" lvl="0" algn="ctr" defTabSz="685673">
                        <a:lnSpc>
                          <a:spcPts val="1080"/>
                        </a:lnSpc>
                        <a:spcBef>
                          <a:spcPts val="0"/>
                        </a:spcBef>
                        <a:buNone/>
                      </a:pPr>
                      <a:r>
                        <a:rPr kumimoji="1" lang="en-US" altLang="ja-JP" sz="1000" b="0" i="0" u="none" strike="noStrike" kern="1200" noProof="1">
                          <a:solidFill>
                            <a:schemeClr val="tx1"/>
                          </a:solidFill>
                          <a:effectLst/>
                          <a:latin typeface="+mn-ea"/>
                          <a:ea typeface="+mn-ea"/>
                          <a:cs typeface="+mn-cs"/>
                        </a:rPr>
                        <a:t>15</a:t>
                      </a: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algn="ctr" defTabSz="685673">
                        <a:lnSpc>
                          <a:spcPts val="1080"/>
                        </a:lnSpc>
                        <a:spcBef>
                          <a:spcPts val="0"/>
                        </a:spcBef>
                        <a:buNone/>
                      </a:pPr>
                      <a:r>
                        <a:rPr lang="ja-JP" altLang="en-US" sz="1000" b="0" i="0" u="none" strike="noStrike" kern="1200" noProof="1">
                          <a:solidFill>
                            <a:schemeClr val="tx1"/>
                          </a:solidFill>
                          <a:effectLst/>
                          <a:latin typeface="+mn-ea"/>
                          <a:ea typeface="+mn-ea"/>
                          <a:cs typeface="+mn-cs"/>
                        </a:rPr>
                        <a:t>208-</a:t>
                      </a:r>
                      <a:r>
                        <a:rPr lang="en-US" altLang="ja-JP" sz="1000" b="0" i="0" u="none" strike="noStrike" kern="1200" noProof="1">
                          <a:solidFill>
                            <a:schemeClr val="tx1"/>
                          </a:solidFill>
                          <a:effectLst/>
                          <a:latin typeface="+mn-ea"/>
                          <a:ea typeface="+mn-ea"/>
                          <a:cs typeface="+mn-cs"/>
                        </a:rPr>
                        <a:t>1</a:t>
                      </a:r>
                      <a:endParaRPr kumimoji="1" lang="ja-JP" altLang="en-US" sz="1000" b="0" i="0" u="none" strike="noStrike" kern="1200" noProof="1">
                        <a:solidFill>
                          <a:schemeClr val="tx1"/>
                        </a:solidFill>
                        <a:effectLst/>
                        <a:latin typeface="+mn-ea"/>
                        <a:ea typeface="+mn-ea"/>
                        <a:cs typeface="+mn-cs"/>
                      </a:endParaRP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indent="0" algn="l" defTabSz="685673" rtl="0" eaLnBrk="1" latinLnBrk="0" hangingPunct="1">
                        <a:lnSpc>
                          <a:spcPts val="1080"/>
                        </a:lnSpc>
                        <a:spcBef>
                          <a:spcPts val="0"/>
                        </a:spcBef>
                        <a:buNone/>
                      </a:pPr>
                      <a:r>
                        <a:rPr kumimoji="1" lang="ja-JP" altLang="en-US" sz="1000" b="0" i="0" u="none" strike="noStrike" kern="1200" noProof="0">
                          <a:solidFill>
                            <a:schemeClr val="tx1"/>
                          </a:solidFill>
                          <a:effectLst/>
                          <a:latin typeface="+mn-ea"/>
                          <a:ea typeface="+mn-ea"/>
                          <a:cs typeface="+mn-cs"/>
                        </a:rPr>
                        <a:t>医療機関等におけるセキュリティインシデント発生時の即時遮断等対応</a:t>
                      </a:r>
                      <a:r>
                        <a:rPr kumimoji="1" lang="en-US" altLang="ja-JP" sz="1000" b="0" i="0" u="none" strike="noStrike" kern="1200" noProof="0">
                          <a:solidFill>
                            <a:schemeClr val="tx1"/>
                          </a:solidFill>
                          <a:effectLst/>
                          <a:latin typeface="+mn-ea"/>
                          <a:ea typeface="+mn-ea"/>
                          <a:cs typeface="+mn-cs"/>
                        </a:rPr>
                        <a:t>(</a:t>
                      </a:r>
                      <a:r>
                        <a:rPr kumimoji="1" lang="ja-JP" altLang="en-US" sz="1000" b="0" i="0" u="none" strike="noStrike" kern="1200" noProof="0">
                          <a:solidFill>
                            <a:schemeClr val="tx1"/>
                          </a:solidFill>
                          <a:effectLst/>
                          <a:latin typeface="+mn-ea"/>
                          <a:ea typeface="+mn-ea"/>
                          <a:cs typeface="+mn-cs"/>
                        </a:rPr>
                        <a:t>ブロックリストに関連する即時遮断対応</a:t>
                      </a:r>
                      <a:r>
                        <a:rPr kumimoji="1" lang="en-US" altLang="ja-JP" sz="1000" b="0" i="0" u="none" strike="noStrike" kern="1200" noProof="0">
                          <a:solidFill>
                            <a:schemeClr val="tx1"/>
                          </a:solidFill>
                          <a:effectLst/>
                          <a:latin typeface="+mn-ea"/>
                          <a:ea typeface="+mn-ea"/>
                          <a:cs typeface="+mn-cs"/>
                        </a:rPr>
                        <a:t>)</a:t>
                      </a:r>
                      <a:endParaRPr kumimoji="1" lang="en-US" altLang="ja-JP" sz="1000" b="0" i="0" u="none" strike="noStrike" kern="1200">
                        <a:solidFill>
                          <a:schemeClr val="tx1"/>
                        </a:solidFill>
                        <a:effectLst/>
                        <a:latin typeface="+mn-ea"/>
                        <a:ea typeface="+mn-ea"/>
                        <a:cs typeface="+mn-cs"/>
                      </a:endParaRP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rowSpan="2">
                  <a:txBody>
                    <a:bodyPr/>
                    <a:lstStyle/>
                    <a:p>
                      <a:pPr marL="0" lvl="0" indent="0" algn="ctr" defTabSz="685673">
                        <a:lnSpc>
                          <a:spcPts val="1080"/>
                        </a:lnSpc>
                        <a:spcBef>
                          <a:spcPts val="0"/>
                        </a:spcBef>
                        <a:spcAft>
                          <a:spcPts val="0"/>
                        </a:spcAft>
                        <a:buNone/>
                        <a:tabLst/>
                        <a:defRPr noProof="1"/>
                      </a:pPr>
                      <a:r>
                        <a:rPr lang="ja-JP" altLang="en-US" sz="1000" b="0" i="0" u="none" strike="noStrike" kern="1200" cap="none" spc="0" normalizeH="0" baseline="0" noProof="0">
                          <a:ln>
                            <a:noFill/>
                          </a:ln>
                          <a:solidFill>
                            <a:schemeClr val="tx1"/>
                          </a:solidFill>
                          <a:effectLst/>
                          <a:uLnTx/>
                          <a:uFillTx/>
                          <a:latin typeface="+mn-ea"/>
                          <a:ea typeface="+mn-ea"/>
                          <a:cs typeface="+mn-cs"/>
                        </a:rPr>
                        <a:t>3月</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rowSpan="2">
                  <a:txBody>
                    <a:bodyPr/>
                    <a:lstStyle/>
                    <a:p>
                      <a:pPr marL="0" lvl="0" indent="0" algn="ctr" defTabSz="685673">
                        <a:lnSpc>
                          <a:spcPts val="1080"/>
                        </a:lnSpc>
                        <a:spcBef>
                          <a:spcPts val="0"/>
                        </a:spcBef>
                        <a:spcAft>
                          <a:spcPts val="0"/>
                        </a:spcAft>
                        <a:buNone/>
                        <a:tabLst/>
                        <a:defRPr noProof="1"/>
                      </a:pPr>
                      <a:r>
                        <a:rPr lang="ja-JP" altLang="en-US" sz="1000" b="0" i="0" u="none" strike="noStrike" kern="1200" cap="none" spc="0" normalizeH="0" baseline="0" noProof="0">
                          <a:ln>
                            <a:noFill/>
                          </a:ln>
                          <a:solidFill>
                            <a:schemeClr val="tx1"/>
                          </a:solidFill>
                          <a:effectLst/>
                          <a:uLnTx/>
                          <a:uFillTx/>
                          <a:latin typeface="+mn-ea"/>
                          <a:ea typeface="+mn-ea"/>
                          <a:cs typeface="+mn-cs"/>
                        </a:rPr>
                        <a:t>完了</a:t>
                      </a: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indent="0" algn="ctr" defTabSz="685673">
                        <a:lnSpc>
                          <a:spcPts val="1080"/>
                        </a:lnSpc>
                        <a:spcBef>
                          <a:spcPts val="0"/>
                        </a:spcBef>
                        <a:spcAft>
                          <a:spcPts val="0"/>
                        </a:spcAft>
                        <a:buNone/>
                        <a:tabLst/>
                        <a:defRPr noProof="1"/>
                      </a:pPr>
                      <a:r>
                        <a:rPr kumimoji="1" lang="ja-JP" altLang="en-US" sz="1000" b="0" i="0" u="none" strike="noStrike" kern="1200" cap="none" spc="0" normalizeH="0" baseline="0" noProof="0">
                          <a:ln>
                            <a:noFill/>
                          </a:ln>
                          <a:solidFill>
                            <a:schemeClr val="tx1"/>
                          </a:solidFill>
                          <a:effectLst/>
                          <a:uLnTx/>
                          <a:uFillTx/>
                          <a:latin typeface="+mn-ea"/>
                          <a:ea typeface="+mn-ea"/>
                          <a:cs typeface="+mn-cs"/>
                        </a:rPr>
                        <a:t>西村</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indent="0" algn="l" defTabSz="685673">
                        <a:lnSpc>
                          <a:spcPts val="1080"/>
                        </a:lnSpc>
                        <a:spcBef>
                          <a:spcPts val="0"/>
                        </a:spcBef>
                        <a:spcAft>
                          <a:spcPts val="0"/>
                        </a:spcAft>
                        <a:buNone/>
                        <a:tabLst/>
                        <a:defRPr noProof="1"/>
                      </a:pP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511496926"/>
                  </a:ext>
                </a:extLst>
              </a:tr>
              <a:tr h="366981">
                <a:tc vMerge="1">
                  <a:txBody>
                    <a:bodyPr/>
                    <a:lstStyle/>
                    <a:p>
                      <a:endParaRPr kumimoji="1" lang="ja-JP" altLang="en-US"/>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algn="ctr">
                        <a:lnSpc>
                          <a:spcPts val="1080"/>
                        </a:lnSpc>
                        <a:spcBef>
                          <a:spcPts val="0"/>
                        </a:spcBef>
                        <a:buNone/>
                      </a:pPr>
                      <a:r>
                        <a:rPr lang="ja-JP" altLang="en-US" sz="1000" b="0" i="0" u="none" strike="noStrike" kern="1200" noProof="1">
                          <a:solidFill>
                            <a:schemeClr val="tx1"/>
                          </a:solidFill>
                          <a:effectLst/>
                          <a:latin typeface="+mn-ea"/>
                          <a:ea typeface="+mn-ea"/>
                          <a:cs typeface="+mn-cs"/>
                        </a:rPr>
                        <a:t>208-2</a:t>
                      </a:r>
                      <a:endParaRPr kumimoji="1" lang="ja-JP" altLang="en-US" sz="1000" b="0" i="0" u="none" strike="noStrike" kern="1200" noProof="1">
                        <a:solidFill>
                          <a:schemeClr val="tx1"/>
                        </a:solidFill>
                        <a:effectLst/>
                        <a:latin typeface="+mn-ea"/>
                        <a:ea typeface="+mn-ea"/>
                        <a:cs typeface="+mn-cs"/>
                      </a:endParaRP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indent="0" algn="l" rtl="0">
                        <a:lnSpc>
                          <a:spcPts val="1080"/>
                        </a:lnSpc>
                        <a:spcBef>
                          <a:spcPts val="0"/>
                        </a:spcBef>
                        <a:buNone/>
                      </a:pPr>
                      <a:r>
                        <a:rPr lang="ja-JP" altLang="en-US" sz="1000" b="0" i="0" u="none" strike="noStrike" kern="1200" noProof="0">
                          <a:solidFill>
                            <a:schemeClr val="tx1"/>
                          </a:solidFill>
                          <a:effectLst/>
                          <a:latin typeface="+mn-ea"/>
                          <a:ea typeface="+mn-ea"/>
                          <a:cs typeface="+mn-cs"/>
                        </a:rPr>
                        <a:t>医療機関等におけるセキュリティインシデント発生時の即時遮断等対応</a:t>
                      </a:r>
                      <a:r>
                        <a:rPr lang="en-US" altLang="ja-JP" sz="1000" b="0" i="0" u="none" strike="noStrike" kern="1200" noProof="0">
                          <a:solidFill>
                            <a:schemeClr val="tx1"/>
                          </a:solidFill>
                          <a:effectLst/>
                          <a:latin typeface="+mn-ea"/>
                          <a:ea typeface="+mn-ea"/>
                          <a:cs typeface="+mn-cs"/>
                        </a:rPr>
                        <a:t>(</a:t>
                      </a:r>
                      <a:r>
                        <a:rPr lang="ja-JP" altLang="en-US" sz="1000" b="0" i="0" u="none" strike="noStrike" kern="1200" noProof="0">
                          <a:solidFill>
                            <a:schemeClr val="tx1"/>
                          </a:solidFill>
                          <a:effectLst/>
                          <a:latin typeface="+mn-ea"/>
                          <a:ea typeface="+mn-ea"/>
                          <a:cs typeface="+mn-cs"/>
                        </a:rPr>
                        <a:t>運営管理システムにおける文書情報の検索結果一覧にて、結果を</a:t>
                      </a:r>
                      <a:r>
                        <a:rPr lang="en-US" altLang="ja-JP" sz="1000" b="0" i="0" u="none" strike="noStrike" kern="1200" noProof="0">
                          <a:solidFill>
                            <a:schemeClr val="tx1"/>
                          </a:solidFill>
                          <a:effectLst/>
                          <a:latin typeface="+mn-ea"/>
                          <a:ea typeface="+mn-ea"/>
                          <a:cs typeface="+mn-cs"/>
                        </a:rPr>
                        <a:t>CSV</a:t>
                      </a:r>
                      <a:r>
                        <a:rPr lang="ja-JP" altLang="en-US" sz="1000" b="0" i="0" u="none" strike="noStrike" kern="1200" noProof="0">
                          <a:solidFill>
                            <a:schemeClr val="tx1"/>
                          </a:solidFill>
                          <a:effectLst/>
                          <a:latin typeface="+mn-ea"/>
                          <a:ea typeface="+mn-ea"/>
                          <a:cs typeface="+mn-cs"/>
                        </a:rPr>
                        <a:t>ファイル形式としてもダウンロードするための機能拡張</a:t>
                      </a:r>
                      <a:r>
                        <a:rPr lang="en-US" altLang="ja-JP" sz="1000" b="0" i="0" u="none" strike="noStrike" kern="1200" noProof="0">
                          <a:solidFill>
                            <a:schemeClr val="tx1"/>
                          </a:solidFill>
                          <a:effectLst/>
                          <a:latin typeface="+mn-ea"/>
                          <a:ea typeface="+mn-ea"/>
                          <a:cs typeface="+mn-cs"/>
                        </a:rPr>
                        <a:t>)</a:t>
                      </a:r>
                      <a:endParaRPr kumimoji="1" lang="en-US" altLang="ja-JP" sz="1000" b="0" i="0" u="none" strike="noStrike" kern="1200">
                        <a:solidFill>
                          <a:schemeClr val="tx1"/>
                        </a:solidFill>
                        <a:effectLst/>
                        <a:latin typeface="+mn-ea"/>
                        <a:ea typeface="+mn-ea"/>
                        <a:cs typeface="+mn-cs"/>
                      </a:endParaRP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vMerge="1">
                  <a:txBody>
                    <a:bodyPr/>
                    <a:lstStyle/>
                    <a:p>
                      <a:endParaRPr kumimoji="1" lang="ja-JP" altLang="en-US"/>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vMerge="1">
                  <a:txBody>
                    <a:bodyPr/>
                    <a:lstStyle/>
                    <a:p>
                      <a:endParaRPr kumimoji="1" lang="ja-JP" altLang="en-US"/>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indent="0" algn="ctr" defTabSz="685673" rtl="0" eaLnBrk="1" latinLnBrk="0" hangingPunct="1">
                        <a:lnSpc>
                          <a:spcPts val="1080"/>
                        </a:lnSpc>
                        <a:spcBef>
                          <a:spcPts val="0"/>
                        </a:spcBef>
                        <a:spcAft>
                          <a:spcPts val="0"/>
                        </a:spcAft>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C</a:t>
                      </a: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indent="0" algn="ctr" defTabSz="685673" rtl="0" eaLnBrk="1" latinLnBrk="0" hangingPunct="1">
                        <a:lnSpc>
                          <a:spcPts val="1080"/>
                        </a:lnSpc>
                        <a:spcBef>
                          <a:spcPts val="0"/>
                        </a:spcBef>
                        <a:spcAft>
                          <a:spcPts val="0"/>
                        </a:spcAft>
                        <a:buFont typeface="Meiryo UI"/>
                        <a:buNone/>
                        <a:tabLst/>
                        <a:defRPr noProof="1"/>
                      </a:pPr>
                      <a:endParaRPr kumimoji="1" lang="en-US" altLang="ja-JP"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874414335"/>
                  </a:ext>
                </a:extLst>
              </a:tr>
              <a:tr h="366981">
                <a:tc>
                  <a:txBody>
                    <a:bodyPr/>
                    <a:lstStyle/>
                    <a:p>
                      <a:pPr marL="0" lvl="0" algn="ctr" defTabSz="685673">
                        <a:lnSpc>
                          <a:spcPts val="1080"/>
                        </a:lnSpc>
                        <a:spcBef>
                          <a:spcPts val="0"/>
                        </a:spcBef>
                        <a:buNone/>
                      </a:pPr>
                      <a:r>
                        <a:rPr kumimoji="1" lang="en-US" altLang="ja-JP" sz="1000" b="0" i="0" u="none" strike="noStrike" kern="1200" noProof="1">
                          <a:solidFill>
                            <a:schemeClr val="tx1"/>
                          </a:solidFill>
                          <a:effectLst/>
                          <a:latin typeface="+mn-ea"/>
                          <a:ea typeface="+mn-ea"/>
                          <a:cs typeface="+mn-cs"/>
                        </a:rPr>
                        <a:t>17</a:t>
                      </a: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algn="ctr">
                        <a:lnSpc>
                          <a:spcPts val="1080"/>
                        </a:lnSpc>
                        <a:spcBef>
                          <a:spcPts val="0"/>
                        </a:spcBef>
                        <a:buNone/>
                      </a:pPr>
                      <a:r>
                        <a:rPr kumimoji="1" lang="en-US" altLang="ja-JP" sz="1000" b="0" i="0" u="none" strike="noStrike" kern="1200" noProof="1">
                          <a:solidFill>
                            <a:schemeClr val="tx1"/>
                          </a:solidFill>
                          <a:effectLst/>
                          <a:latin typeface="+mn-ea"/>
                          <a:ea typeface="+mn-ea"/>
                          <a:cs typeface="+mn-cs"/>
                        </a:rPr>
                        <a:t>210</a:t>
                      </a:r>
                      <a:endParaRPr kumimoji="1" lang="ja-JP" altLang="en-US" sz="1000" b="0" i="0" u="none" strike="noStrike" kern="1200" noProof="1">
                        <a:solidFill>
                          <a:schemeClr val="tx1"/>
                        </a:solidFill>
                        <a:effectLst/>
                        <a:latin typeface="+mn-ea"/>
                        <a:ea typeface="+mn-ea"/>
                        <a:cs typeface="+mn-cs"/>
                      </a:endParaRP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indent="0" algn="l" rtl="0">
                        <a:lnSpc>
                          <a:spcPts val="1080"/>
                        </a:lnSpc>
                        <a:spcBef>
                          <a:spcPts val="0"/>
                        </a:spcBef>
                        <a:buNone/>
                      </a:pPr>
                      <a:r>
                        <a:rPr kumimoji="1" lang="ja-JP" altLang="en-US" sz="1000" b="0" i="0" u="none" strike="noStrike" kern="1200">
                          <a:solidFill>
                            <a:schemeClr val="tx1"/>
                          </a:solidFill>
                          <a:effectLst/>
                          <a:latin typeface="+mn-ea"/>
                          <a:ea typeface="+mn-ea"/>
                          <a:cs typeface="+mn-cs"/>
                        </a:rPr>
                        <a:t>血液型に関する情報を共有対象外とする改修</a:t>
                      </a:r>
                      <a:endParaRPr kumimoji="1" lang="en-US" altLang="ja-JP" sz="1000" b="0" i="0" u="none" strike="noStrike" kern="1200">
                        <a:solidFill>
                          <a:schemeClr val="tx1"/>
                        </a:solidFill>
                        <a:effectLst/>
                        <a:latin typeface="+mn-ea"/>
                        <a:ea typeface="+mn-ea"/>
                        <a:cs typeface="+mn-cs"/>
                      </a:endParaRP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indent="0" algn="ctr" defTabSz="685673">
                        <a:lnSpc>
                          <a:spcPts val="1080"/>
                        </a:lnSpc>
                        <a:spcBef>
                          <a:spcPts val="0"/>
                        </a:spcBef>
                        <a:spcAft>
                          <a:spcPts val="0"/>
                        </a:spcAft>
                        <a:buNone/>
                        <a:tabLst/>
                        <a:defRPr noProof="1"/>
                      </a:pPr>
                      <a:r>
                        <a:rPr lang="en-US" altLang="ja-JP" sz="1000" b="0" i="0" u="none" strike="noStrike" kern="1200" cap="none" spc="0" normalizeH="0" baseline="0" noProof="0">
                          <a:ln>
                            <a:noFill/>
                          </a:ln>
                          <a:solidFill>
                            <a:schemeClr val="tx1"/>
                          </a:solidFill>
                          <a:effectLst/>
                          <a:uLnTx/>
                          <a:uFillTx/>
                          <a:latin typeface="+mn-ea"/>
                          <a:ea typeface="+mn-ea"/>
                          <a:cs typeface="+mn-cs"/>
                        </a:rPr>
                        <a:t>3</a:t>
                      </a:r>
                      <a:r>
                        <a:rPr lang="ja-JP" altLang="en-US" sz="1000" b="0" i="0" u="none" strike="noStrike" kern="1200" cap="none" spc="0" normalizeH="0" baseline="0" noProof="0">
                          <a:ln>
                            <a:noFill/>
                          </a:ln>
                          <a:solidFill>
                            <a:schemeClr val="tx1"/>
                          </a:solidFill>
                          <a:effectLst/>
                          <a:uLnTx/>
                          <a:uFillTx/>
                          <a:latin typeface="+mn-ea"/>
                          <a:ea typeface="+mn-ea"/>
                          <a:cs typeface="+mn-cs"/>
                        </a:rPr>
                        <a:t>月</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indent="0" algn="ctr" defTabSz="685673">
                        <a:lnSpc>
                          <a:spcPts val="1080"/>
                        </a:lnSpc>
                        <a:spcBef>
                          <a:spcPts val="0"/>
                        </a:spcBef>
                        <a:spcAft>
                          <a:spcPts val="0"/>
                        </a:spcAft>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10</a:t>
                      </a:r>
                      <a:r>
                        <a:rPr kumimoji="1" lang="ja-JP" altLang="en-US" sz="1000" b="0" i="0" u="none" strike="noStrike" kern="1200" cap="none" spc="0" normalizeH="0" baseline="0" noProof="0">
                          <a:ln>
                            <a:noFill/>
                          </a:ln>
                          <a:solidFill>
                            <a:schemeClr val="tx1"/>
                          </a:solidFill>
                          <a:effectLst/>
                          <a:uLnTx/>
                          <a:uFillTx/>
                          <a:latin typeface="+mn-ea"/>
                          <a:ea typeface="+mn-ea"/>
                          <a:cs typeface="+mn-cs"/>
                        </a:rPr>
                        <a:t>月調達</a:t>
                      </a:r>
                      <a:br>
                        <a:rPr kumimoji="1" lang="en-US" altLang="ja-JP" sz="1000" b="0" i="0" u="none" strike="noStrike" kern="1200" cap="none" spc="0" normalizeH="0" baseline="0" noProof="0">
                          <a:ln>
                            <a:noFill/>
                          </a:ln>
                          <a:solidFill>
                            <a:srgbClr val="000000"/>
                          </a:solidFill>
                          <a:effectLst/>
                          <a:uLnTx/>
                          <a:uFillTx/>
                          <a:latin typeface="+mn-ea"/>
                          <a:ea typeface="+mn-ea"/>
                          <a:cs typeface="+mn-cs"/>
                        </a:rPr>
                      </a:br>
                      <a:r>
                        <a:rPr kumimoji="1" lang="ja-JP" altLang="en-US" sz="1000" b="0" i="0" u="none" strike="noStrike" kern="1200" cap="none" spc="0" normalizeH="0" baseline="0" noProof="0">
                          <a:ln>
                            <a:noFill/>
                          </a:ln>
                          <a:solidFill>
                            <a:schemeClr val="tx1"/>
                          </a:solidFill>
                          <a:effectLst/>
                          <a:uLnTx/>
                          <a:uFillTx/>
                          <a:latin typeface="+mn-ea"/>
                          <a:ea typeface="+mn-ea"/>
                          <a:cs typeface="+mn-cs"/>
                        </a:rPr>
                        <a:t>予定</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indent="0" algn="ctr" defTabSz="685673" rtl="0" eaLnBrk="1" latinLnBrk="0" hangingPunct="1">
                        <a:lnSpc>
                          <a:spcPts val="1080"/>
                        </a:lnSpc>
                        <a:spcBef>
                          <a:spcPts val="0"/>
                        </a:spcBef>
                        <a:spcAft>
                          <a:spcPts val="0"/>
                        </a:spcAft>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D</a:t>
                      </a: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rtl="0" eaLnBrk="1" fontAlgn="auto" latinLnBrk="0" hangingPunct="1">
                        <a:lnSpc>
                          <a:spcPts val="1200"/>
                        </a:lnSpc>
                        <a:spcBef>
                          <a:spcPts val="0"/>
                        </a:spcBef>
                        <a:spcAft>
                          <a:spcPts val="0"/>
                        </a:spcAft>
                        <a:buClrTx/>
                        <a:buSzTx/>
                        <a:buFontTx/>
                        <a:buNone/>
                      </a:pPr>
                      <a:endParaRPr kumimoji="1" lang="en-US" altLang="ja-JP" sz="1000" b="0" i="0" u="none" strike="noStrike" kern="1200" cap="none" spc="0" normalizeH="0" baseline="0" noProof="0">
                        <a:ln>
                          <a:noFill/>
                        </a:ln>
                        <a:solidFill>
                          <a:srgbClr val="FF0000"/>
                        </a:solidFill>
                        <a:effectLst/>
                        <a:uLnTx/>
                        <a:uFillTx/>
                        <a:latin typeface="Meiryo UI"/>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804156347"/>
                  </a:ext>
                </a:extLst>
              </a:tr>
              <a:tr h="366981">
                <a:tc>
                  <a:txBody>
                    <a:bodyPr/>
                    <a:lstStyle/>
                    <a:p>
                      <a:pPr marL="0" lvl="0" algn="ctr" defTabSz="685673">
                        <a:lnSpc>
                          <a:spcPts val="1080"/>
                        </a:lnSpc>
                        <a:spcBef>
                          <a:spcPts val="0"/>
                        </a:spcBef>
                        <a:buNone/>
                      </a:pPr>
                      <a:r>
                        <a:rPr kumimoji="1" lang="en-US" altLang="ja-JP" sz="1000" b="0" i="0" u="none" strike="noStrike" kern="1200" noProof="1">
                          <a:solidFill>
                            <a:schemeClr val="tx1"/>
                          </a:solidFill>
                          <a:effectLst/>
                          <a:latin typeface="+mn-ea"/>
                          <a:ea typeface="+mn-ea"/>
                          <a:cs typeface="+mn-cs"/>
                        </a:rPr>
                        <a:t>18</a:t>
                      </a: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algn="ctr">
                        <a:lnSpc>
                          <a:spcPts val="1080"/>
                        </a:lnSpc>
                        <a:spcBef>
                          <a:spcPts val="0"/>
                        </a:spcBef>
                        <a:buNone/>
                      </a:pPr>
                      <a:r>
                        <a:rPr kumimoji="1" lang="en-US" altLang="ja-JP" sz="1000" b="0" i="0" u="none" strike="noStrike" kern="1200" noProof="1">
                          <a:solidFill>
                            <a:schemeClr val="tx1"/>
                          </a:solidFill>
                          <a:effectLst/>
                          <a:latin typeface="+mn-ea"/>
                          <a:ea typeface="+mn-ea"/>
                          <a:cs typeface="+mn-cs"/>
                        </a:rPr>
                        <a:t>212</a:t>
                      </a:r>
                      <a:endParaRPr kumimoji="1" lang="ja-JP" altLang="en-US" sz="1000" b="0" i="0" u="none" strike="noStrike" kern="1200" noProof="1">
                        <a:solidFill>
                          <a:schemeClr val="tx1"/>
                        </a:solidFill>
                        <a:effectLst/>
                        <a:latin typeface="+mn-ea"/>
                        <a:ea typeface="+mn-ea"/>
                        <a:cs typeface="+mn-cs"/>
                      </a:endParaRP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indent="0" algn="l" rtl="0">
                        <a:lnSpc>
                          <a:spcPts val="1080"/>
                        </a:lnSpc>
                        <a:spcBef>
                          <a:spcPts val="0"/>
                        </a:spcBef>
                        <a:buNone/>
                      </a:pPr>
                      <a:r>
                        <a:rPr kumimoji="1" lang="ja-JP" altLang="en-US" sz="1000" b="0" i="0" u="none" strike="noStrike" kern="1200">
                          <a:solidFill>
                            <a:schemeClr val="tx1"/>
                          </a:solidFill>
                          <a:effectLst/>
                          <a:latin typeface="+mn-ea"/>
                          <a:ea typeface="+mn-ea"/>
                          <a:cs typeface="+mn-cs"/>
                        </a:rPr>
                        <a:t>ログ・統計機能の改修(R8追加起票)</a:t>
                      </a:r>
                      <a:endParaRPr kumimoji="1" lang="en-US" altLang="ja-JP" sz="1000" b="0" i="0" u="none" strike="noStrike" kern="1200">
                        <a:solidFill>
                          <a:schemeClr val="tx1"/>
                        </a:solidFill>
                        <a:effectLst/>
                        <a:latin typeface="+mn-ea"/>
                        <a:ea typeface="+mn-ea"/>
                        <a:cs typeface="+mn-cs"/>
                      </a:endParaRP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indent="0" algn="ctr" defTabSz="685673">
                        <a:lnSpc>
                          <a:spcPts val="1080"/>
                        </a:lnSpc>
                        <a:spcBef>
                          <a:spcPts val="0"/>
                        </a:spcBef>
                        <a:spcAft>
                          <a:spcPts val="0"/>
                        </a:spcAft>
                        <a:buNone/>
                        <a:tabLst/>
                        <a:defRPr noProof="1"/>
                      </a:pPr>
                      <a:r>
                        <a:rPr lang="en-US" altLang="ja-JP" sz="1000" b="0" i="0" u="none" strike="noStrike" kern="1200" cap="none" spc="0" normalizeH="0" baseline="0" noProof="0">
                          <a:ln>
                            <a:noFill/>
                          </a:ln>
                          <a:solidFill>
                            <a:schemeClr val="tx1"/>
                          </a:solidFill>
                          <a:effectLst/>
                          <a:uLnTx/>
                          <a:uFillTx/>
                          <a:latin typeface="+mn-ea"/>
                          <a:ea typeface="+mn-ea"/>
                          <a:cs typeface="+mn-cs"/>
                        </a:rPr>
                        <a:t>3</a:t>
                      </a:r>
                      <a:r>
                        <a:rPr lang="ja-JP" altLang="en-US" sz="1000" b="0" i="0" u="none" strike="noStrike" kern="1200" cap="none" spc="0" normalizeH="0" baseline="0" noProof="0">
                          <a:ln>
                            <a:noFill/>
                          </a:ln>
                          <a:solidFill>
                            <a:schemeClr val="tx1"/>
                          </a:solidFill>
                          <a:effectLst/>
                          <a:uLnTx/>
                          <a:uFillTx/>
                          <a:latin typeface="+mn-ea"/>
                          <a:ea typeface="+mn-ea"/>
                          <a:cs typeface="+mn-cs"/>
                        </a:rPr>
                        <a:t>月</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auto" latinLnBrk="0" hangingPunct="1">
                        <a:lnSpc>
                          <a:spcPts val="108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10</a:t>
                      </a:r>
                      <a:r>
                        <a:rPr kumimoji="1" lang="ja-JP" altLang="en-US" sz="1000" b="0" i="0" u="none" strike="noStrike" kern="1200" cap="none" spc="0" normalizeH="0" baseline="0" noProof="0">
                          <a:ln>
                            <a:noFill/>
                          </a:ln>
                          <a:solidFill>
                            <a:schemeClr val="tx1"/>
                          </a:solidFill>
                          <a:effectLst/>
                          <a:uLnTx/>
                          <a:uFillTx/>
                          <a:latin typeface="+mn-ea"/>
                          <a:ea typeface="+mn-ea"/>
                          <a:cs typeface="+mn-cs"/>
                        </a:rPr>
                        <a:t>月調達</a:t>
                      </a:r>
                      <a:br>
                        <a:rPr kumimoji="1" lang="en-US" altLang="ja-JP" sz="1000" b="0" i="0" u="none" strike="noStrike" kern="1200" cap="none" spc="0" normalizeH="0" baseline="0" noProof="0">
                          <a:ln>
                            <a:noFill/>
                          </a:ln>
                          <a:solidFill>
                            <a:srgbClr val="000000"/>
                          </a:solidFill>
                          <a:effectLst/>
                          <a:uLnTx/>
                          <a:uFillTx/>
                          <a:latin typeface="+mn-ea"/>
                          <a:ea typeface="+mn-ea"/>
                          <a:cs typeface="+mn-cs"/>
                        </a:rPr>
                      </a:br>
                      <a:r>
                        <a:rPr kumimoji="1" lang="ja-JP" altLang="en-US" sz="1000" b="0" i="0" u="none" strike="noStrike" kern="1200" cap="none" spc="0" normalizeH="0" baseline="0" noProof="0">
                          <a:ln>
                            <a:noFill/>
                          </a:ln>
                          <a:solidFill>
                            <a:schemeClr val="tx1"/>
                          </a:solidFill>
                          <a:effectLst/>
                          <a:uLnTx/>
                          <a:uFillTx/>
                          <a:latin typeface="+mn-ea"/>
                          <a:ea typeface="+mn-ea"/>
                          <a:cs typeface="+mn-cs"/>
                        </a:rPr>
                        <a:t>予定</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indent="0" algn="ctr" defTabSz="685673" rtl="0" eaLnBrk="1" latinLnBrk="0" hangingPunct="1">
                        <a:lnSpc>
                          <a:spcPts val="1080"/>
                        </a:lnSpc>
                        <a:spcBef>
                          <a:spcPts val="0"/>
                        </a:spcBef>
                        <a:spcAft>
                          <a:spcPts val="0"/>
                        </a:spcAft>
                        <a:buNone/>
                        <a:tabLst/>
                        <a:defRPr noProof="1"/>
                      </a:pPr>
                      <a:r>
                        <a:rPr kumimoji="1" lang="en-US" altLang="ja-JP" sz="1000" b="0" i="0" u="none" strike="noStrike" kern="1200" cap="none" spc="0" normalizeH="0" baseline="0" noProof="0">
                          <a:ln>
                            <a:noFill/>
                          </a:ln>
                          <a:solidFill>
                            <a:srgbClr val="FF0000"/>
                          </a:solidFill>
                          <a:effectLst/>
                          <a:uLnTx/>
                          <a:uFillTx/>
                          <a:latin typeface="+mn-ea"/>
                          <a:ea typeface="+mn-ea"/>
                          <a:cs typeface="+mn-cs"/>
                        </a:rPr>
                        <a:t>F</a:t>
                      </a:r>
                      <a:endParaRPr kumimoji="1" lang="ja-JP" altLang="en-US" sz="1000" b="0" i="0" u="none" strike="noStrike" kern="1200" cap="none" spc="0" normalizeH="0" baseline="0" noProof="0">
                        <a:ln>
                          <a:noFill/>
                        </a:ln>
                        <a:solidFill>
                          <a:srgbClr val="FF0000"/>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86995" lvl="0" indent="-76200" algn="l" defTabSz="685673" rtl="0" eaLnBrk="1" latinLnBrk="0" hangingPunct="1">
                        <a:lnSpc>
                          <a:spcPts val="1080"/>
                        </a:lnSpc>
                        <a:spcBef>
                          <a:spcPts val="0"/>
                        </a:spcBef>
                        <a:spcAft>
                          <a:spcPts val="0"/>
                        </a:spcAft>
                        <a:buFont typeface="Arial" panose="020B0604020202020204" pitchFamily="34" charset="0"/>
                        <a:buChar char="•"/>
                        <a:tabLst/>
                        <a:defRPr noProof="1"/>
                      </a:pPr>
                      <a:endParaRPr kumimoji="1" lang="en-US" altLang="ja-JP"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0958099"/>
                  </a:ext>
                </a:extLst>
              </a:tr>
              <a:tr h="366981">
                <a:tc>
                  <a:txBody>
                    <a:bodyPr/>
                    <a:lstStyle/>
                    <a:p>
                      <a:pPr marL="0" lvl="0" algn="ctr" defTabSz="685673">
                        <a:lnSpc>
                          <a:spcPts val="1080"/>
                        </a:lnSpc>
                        <a:spcBef>
                          <a:spcPts val="0"/>
                        </a:spcBef>
                        <a:buNone/>
                      </a:pPr>
                      <a:r>
                        <a:rPr lang="en-US" altLang="ja-JP" sz="1000" b="0" i="0" u="none" strike="noStrike" kern="1200" noProof="1">
                          <a:solidFill>
                            <a:srgbClr val="FF0000"/>
                          </a:solidFill>
                          <a:effectLst/>
                          <a:latin typeface="+mn-ea"/>
                          <a:ea typeface="+mn-ea"/>
                          <a:cs typeface="+mn-cs"/>
                        </a:rPr>
                        <a:t>19</a:t>
                      </a:r>
                      <a:endParaRPr kumimoji="1" lang="en-US" altLang="ja-JP" sz="1000" b="0" i="0" u="none" strike="noStrike" kern="1200" noProof="1">
                        <a:solidFill>
                          <a:srgbClr val="FF0000"/>
                        </a:solidFill>
                        <a:effectLst/>
                        <a:latin typeface="+mn-ea"/>
                        <a:ea typeface="+mn-ea"/>
                        <a:cs typeface="+mn-cs"/>
                      </a:endParaRP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algn="ctr">
                        <a:lnSpc>
                          <a:spcPts val="1080"/>
                        </a:lnSpc>
                        <a:spcBef>
                          <a:spcPts val="0"/>
                        </a:spcBef>
                        <a:buNone/>
                      </a:pPr>
                      <a:r>
                        <a:rPr kumimoji="1" lang="en-US" altLang="ja-JP" sz="1000" b="0" i="0" u="none" strike="noStrike" kern="1200" noProof="1">
                          <a:solidFill>
                            <a:srgbClr val="FF0000"/>
                          </a:solidFill>
                          <a:effectLst/>
                          <a:latin typeface="+mn-ea"/>
                          <a:ea typeface="+mn-ea"/>
                          <a:cs typeface="+mn-cs"/>
                        </a:rPr>
                        <a:t>221</a:t>
                      </a:r>
                      <a:endParaRPr kumimoji="1" lang="ja-JP" altLang="en-US" sz="1000" b="0" i="0" u="none" strike="noStrike" kern="1200" noProof="1">
                        <a:solidFill>
                          <a:srgbClr val="FF0000"/>
                        </a:solidFill>
                        <a:effectLst/>
                        <a:latin typeface="+mn-ea"/>
                        <a:ea typeface="+mn-ea"/>
                        <a:cs typeface="+mn-cs"/>
                      </a:endParaRP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indent="0" algn="l" rtl="0">
                        <a:lnSpc>
                          <a:spcPts val="1080"/>
                        </a:lnSpc>
                        <a:spcBef>
                          <a:spcPts val="0"/>
                        </a:spcBef>
                        <a:buNone/>
                      </a:pPr>
                      <a:r>
                        <a:rPr kumimoji="1" lang="ja-JP" altLang="en-US" sz="1000" b="0" i="0" u="none" strike="noStrike" kern="1200">
                          <a:solidFill>
                            <a:srgbClr val="FF0000"/>
                          </a:solidFill>
                          <a:effectLst/>
                          <a:latin typeface="+mn-ea"/>
                          <a:ea typeface="+mn-ea"/>
                          <a:cs typeface="+mn-cs"/>
                        </a:rPr>
                        <a:t>検査感染症 </a:t>
                      </a:r>
                      <a:r>
                        <a:rPr kumimoji="1" lang="en-US" altLang="ja-JP" sz="1000" b="0" i="0" u="none" strike="noStrike" kern="1200">
                          <a:solidFill>
                            <a:srgbClr val="FF0000"/>
                          </a:solidFill>
                          <a:effectLst/>
                          <a:latin typeface="+mn-ea"/>
                          <a:ea typeface="+mn-ea"/>
                          <a:cs typeface="+mn-cs"/>
                        </a:rPr>
                        <a:t>43+5</a:t>
                      </a:r>
                      <a:r>
                        <a:rPr kumimoji="1" lang="ja-JP" altLang="en-US" sz="1000" b="0" i="0" u="none" strike="noStrike" kern="1200">
                          <a:solidFill>
                            <a:srgbClr val="FF0000"/>
                          </a:solidFill>
                          <a:effectLst/>
                          <a:latin typeface="+mn-ea"/>
                          <a:ea typeface="+mn-ea"/>
                          <a:cs typeface="+mn-cs"/>
                        </a:rPr>
                        <a:t>項目のデータ登録時に</a:t>
                      </a:r>
                      <a:r>
                        <a:rPr kumimoji="1" lang="en-US" altLang="ja-JP" sz="1000" b="0" i="0" u="none" strike="noStrike" kern="1200">
                          <a:solidFill>
                            <a:srgbClr val="FF0000"/>
                          </a:solidFill>
                          <a:effectLst/>
                          <a:latin typeface="+mn-ea"/>
                          <a:ea typeface="+mn-ea"/>
                          <a:cs typeface="+mn-cs"/>
                        </a:rPr>
                        <a:t>JLAC11</a:t>
                      </a:r>
                      <a:r>
                        <a:rPr kumimoji="1" lang="ja-JP" altLang="en-US" sz="1000" b="0" i="0" u="none" strike="noStrike" kern="1200">
                          <a:solidFill>
                            <a:srgbClr val="FF0000"/>
                          </a:solidFill>
                          <a:effectLst/>
                          <a:latin typeface="+mn-ea"/>
                          <a:ea typeface="+mn-ea"/>
                          <a:cs typeface="+mn-cs"/>
                        </a:rPr>
                        <a:t>コード・</a:t>
                      </a:r>
                      <a:r>
                        <a:rPr kumimoji="1" lang="en-US" altLang="ja-JP" sz="1000" b="0" i="0" u="none" strike="noStrike" kern="1200">
                          <a:solidFill>
                            <a:srgbClr val="FF0000"/>
                          </a:solidFill>
                          <a:effectLst/>
                          <a:latin typeface="+mn-ea"/>
                          <a:ea typeface="+mn-ea"/>
                          <a:cs typeface="+mn-cs"/>
                        </a:rPr>
                        <a:t>JLAC10</a:t>
                      </a:r>
                      <a:r>
                        <a:rPr kumimoji="1" lang="ja-JP" altLang="en-US" sz="1000" b="0" i="0" u="none" strike="noStrike" kern="1200">
                          <a:solidFill>
                            <a:srgbClr val="FF0000"/>
                          </a:solidFill>
                          <a:effectLst/>
                          <a:latin typeface="+mn-ea"/>
                          <a:ea typeface="+mn-ea"/>
                          <a:cs typeface="+mn-cs"/>
                        </a:rPr>
                        <a:t>コードが併記されている場合に</a:t>
                      </a:r>
                      <a:r>
                        <a:rPr kumimoji="1" lang="en-US" altLang="ja-JP" sz="1000" b="0" i="0" u="none" strike="noStrike" kern="1200">
                          <a:solidFill>
                            <a:srgbClr val="FF0000"/>
                          </a:solidFill>
                          <a:effectLst/>
                          <a:latin typeface="+mn-ea"/>
                          <a:ea typeface="+mn-ea"/>
                          <a:cs typeface="+mn-cs"/>
                        </a:rPr>
                        <a:t>JLAC11</a:t>
                      </a:r>
                      <a:r>
                        <a:rPr kumimoji="1" lang="ja-JP" altLang="en-US" sz="1000" b="0" i="0" u="none" strike="noStrike" kern="1200">
                          <a:solidFill>
                            <a:srgbClr val="FF0000"/>
                          </a:solidFill>
                          <a:effectLst/>
                          <a:latin typeface="+mn-ea"/>
                          <a:ea typeface="+mn-ea"/>
                          <a:cs typeface="+mn-cs"/>
                        </a:rPr>
                        <a:t>コードを優先して出力する</a:t>
                      </a:r>
                      <a:endParaRPr kumimoji="1" lang="en-US" altLang="ja-JP" sz="1000" b="0" i="0" u="none" strike="noStrike" kern="1200">
                        <a:solidFill>
                          <a:srgbClr val="FF0000"/>
                        </a:solidFill>
                        <a:effectLst/>
                        <a:latin typeface="+mn-ea"/>
                        <a:ea typeface="+mn-ea"/>
                        <a:cs typeface="+mn-cs"/>
                      </a:endParaRP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indent="0" algn="ctr" defTabSz="685673">
                        <a:lnSpc>
                          <a:spcPts val="1080"/>
                        </a:lnSpc>
                        <a:spcBef>
                          <a:spcPts val="0"/>
                        </a:spcBef>
                        <a:spcAft>
                          <a:spcPts val="0"/>
                        </a:spcAft>
                        <a:buNone/>
                        <a:tabLst/>
                        <a:defRPr noProof="1"/>
                      </a:pPr>
                      <a:r>
                        <a:rPr lang="en-US" altLang="ja-JP" sz="1000" b="0" i="0" u="none" strike="noStrike" kern="1200" cap="none" spc="0" normalizeH="0" baseline="0" noProof="0">
                          <a:ln>
                            <a:noFill/>
                          </a:ln>
                          <a:solidFill>
                            <a:srgbClr val="FF0000"/>
                          </a:solidFill>
                          <a:effectLst/>
                          <a:uLnTx/>
                          <a:uFillTx/>
                          <a:latin typeface="+mn-ea"/>
                          <a:ea typeface="+mn-ea"/>
                          <a:cs typeface="+mn-cs"/>
                        </a:rPr>
                        <a:t>3</a:t>
                      </a:r>
                      <a:r>
                        <a:rPr lang="ja-JP" altLang="en-US" sz="1000" b="0" i="0" u="none" strike="noStrike" kern="1200" cap="none" spc="0" normalizeH="0" baseline="0" noProof="0">
                          <a:ln>
                            <a:noFill/>
                          </a:ln>
                          <a:solidFill>
                            <a:srgbClr val="FF0000"/>
                          </a:solidFill>
                          <a:effectLst/>
                          <a:uLnTx/>
                          <a:uFillTx/>
                          <a:latin typeface="+mn-ea"/>
                          <a:ea typeface="+mn-ea"/>
                          <a:cs typeface="+mn-cs"/>
                        </a:rPr>
                        <a:t>月</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auto" latinLnBrk="0" hangingPunct="1">
                        <a:lnSpc>
                          <a:spcPts val="108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rgbClr val="FF0000"/>
                          </a:solidFill>
                          <a:effectLst/>
                          <a:uLnTx/>
                          <a:uFillTx/>
                          <a:latin typeface="+mn-ea"/>
                          <a:ea typeface="+mn-ea"/>
                          <a:cs typeface="+mn-cs"/>
                        </a:rPr>
                        <a:t>10</a:t>
                      </a:r>
                      <a:r>
                        <a:rPr kumimoji="1" lang="ja-JP" altLang="en-US" sz="1000" b="0" i="0" u="none" strike="noStrike" kern="1200" cap="none" spc="0" normalizeH="0" baseline="0" noProof="0">
                          <a:ln>
                            <a:noFill/>
                          </a:ln>
                          <a:solidFill>
                            <a:srgbClr val="FF0000"/>
                          </a:solidFill>
                          <a:effectLst/>
                          <a:uLnTx/>
                          <a:uFillTx/>
                          <a:latin typeface="+mn-ea"/>
                          <a:ea typeface="+mn-ea"/>
                          <a:cs typeface="+mn-cs"/>
                        </a:rPr>
                        <a:t>月調達</a:t>
                      </a:r>
                      <a:br>
                        <a:rPr kumimoji="1" lang="en-US" altLang="ja-JP" sz="1000" b="0" i="0" u="none" strike="noStrike" kern="1200" cap="none" spc="0" normalizeH="0" baseline="0" noProof="0">
                          <a:ln>
                            <a:noFill/>
                          </a:ln>
                          <a:solidFill>
                            <a:srgbClr val="FF0000"/>
                          </a:solidFill>
                          <a:effectLst/>
                          <a:uLnTx/>
                          <a:uFillTx/>
                          <a:latin typeface="+mn-ea"/>
                          <a:ea typeface="+mn-ea"/>
                          <a:cs typeface="+mn-cs"/>
                        </a:rPr>
                      </a:br>
                      <a:r>
                        <a:rPr kumimoji="1" lang="ja-JP" altLang="en-US" sz="1000" b="0" i="0" u="none" strike="noStrike" kern="1200" cap="none" spc="0" normalizeH="0" baseline="0" noProof="0">
                          <a:ln>
                            <a:noFill/>
                          </a:ln>
                          <a:solidFill>
                            <a:srgbClr val="FF0000"/>
                          </a:solidFill>
                          <a:effectLst/>
                          <a:uLnTx/>
                          <a:uFillTx/>
                          <a:latin typeface="+mn-ea"/>
                          <a:ea typeface="+mn-ea"/>
                          <a:cs typeface="+mn-cs"/>
                        </a:rPr>
                        <a:t>予定</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auto" latinLnBrk="0" hangingPunct="1">
                        <a:lnSpc>
                          <a:spcPct val="10000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rgbClr val="FF0000"/>
                          </a:solidFill>
                          <a:effectLst/>
                          <a:uLnTx/>
                          <a:uFillTx/>
                          <a:latin typeface="+mn-ea"/>
                          <a:ea typeface="+mn-ea"/>
                          <a:cs typeface="+mn-cs"/>
                        </a:rPr>
                        <a:t>B</a:t>
                      </a:r>
                      <a:r>
                        <a:rPr kumimoji="1" lang="ja-JP" altLang="en-US" sz="1000" b="0" i="0" u="none" strike="noStrike" kern="1200" cap="none" spc="0" normalizeH="0" baseline="0" noProof="0">
                          <a:ln>
                            <a:noFill/>
                          </a:ln>
                          <a:solidFill>
                            <a:srgbClr val="FF0000"/>
                          </a:solidFill>
                          <a:effectLst/>
                          <a:uLnTx/>
                          <a:uFillTx/>
                          <a:latin typeface="+mn-ea"/>
                          <a:ea typeface="+mn-ea"/>
                          <a:cs typeface="+mn-cs"/>
                        </a:rPr>
                        <a:t>・</a:t>
                      </a:r>
                      <a:r>
                        <a:rPr kumimoji="1" lang="en-US" altLang="ja-JP" sz="1000" b="0" i="0" u="none" strike="noStrike" kern="1200" cap="none" spc="0" normalizeH="0" baseline="0" noProof="0">
                          <a:ln>
                            <a:noFill/>
                          </a:ln>
                          <a:solidFill>
                            <a:srgbClr val="FF0000"/>
                          </a:solidFill>
                          <a:effectLst/>
                          <a:uLnTx/>
                          <a:uFillTx/>
                          <a:latin typeface="+mn-ea"/>
                          <a:ea typeface="+mn-ea"/>
                          <a:cs typeface="+mn-cs"/>
                        </a:rPr>
                        <a:t>D​</a:t>
                      </a:r>
                      <a:endParaRPr kumimoji="1" lang="ja-JP" altLang="en-US" sz="1000" b="0" i="0" u="none" strike="noStrike" kern="1200" cap="none" spc="0" normalizeH="0" baseline="0" noProof="0">
                        <a:ln>
                          <a:noFill/>
                        </a:ln>
                        <a:solidFill>
                          <a:srgbClr val="FF0000"/>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86995" lvl="0" indent="-76200" algn="l" defTabSz="685673" rtl="0" eaLnBrk="1" latinLnBrk="0" hangingPunct="1">
                        <a:lnSpc>
                          <a:spcPts val="1080"/>
                        </a:lnSpc>
                        <a:spcBef>
                          <a:spcPts val="0"/>
                        </a:spcBef>
                        <a:spcAft>
                          <a:spcPts val="0"/>
                        </a:spcAft>
                        <a:buFont typeface="Arial" panose="020B0604020202020204" pitchFamily="34" charset="0"/>
                        <a:buChar char="•"/>
                        <a:tabLst/>
                        <a:defRPr noProof="1"/>
                      </a:pPr>
                      <a:endParaRPr kumimoji="1" lang="en-US" altLang="ja-JP" sz="1000" b="0" i="0" u="none" strike="noStrike" kern="1200" cap="none" spc="0" normalizeH="0" baseline="0" noProof="0">
                        <a:ln>
                          <a:noFill/>
                        </a:ln>
                        <a:solidFill>
                          <a:srgbClr val="FF0000"/>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611680728"/>
                  </a:ext>
                </a:extLst>
              </a:tr>
              <a:tr h="366981">
                <a:tc>
                  <a:txBody>
                    <a:bodyPr/>
                    <a:lstStyle/>
                    <a:p>
                      <a:pPr marL="0" lvl="0" algn="ctr">
                        <a:lnSpc>
                          <a:spcPts val="1080"/>
                        </a:lnSpc>
                        <a:spcBef>
                          <a:spcPts val="0"/>
                        </a:spcBef>
                        <a:buNone/>
                      </a:pPr>
                      <a:r>
                        <a:rPr lang="en-US" altLang="ja-JP" sz="1000" b="0" i="0" u="none" strike="noStrike" kern="1200" noProof="1">
                          <a:solidFill>
                            <a:srgbClr val="FF0000"/>
                          </a:solidFill>
                          <a:effectLst/>
                          <a:latin typeface="+mn-ea"/>
                          <a:ea typeface="+mn-ea"/>
                          <a:cs typeface="+mn-cs"/>
                        </a:rPr>
                        <a:t>20</a:t>
                      </a:r>
                      <a:endParaRPr kumimoji="1" lang="en-US" altLang="ja-JP" sz="1000" b="0" i="0" u="none" strike="noStrike" kern="1200" noProof="1">
                        <a:solidFill>
                          <a:srgbClr val="FF0000"/>
                        </a:solidFill>
                        <a:effectLst/>
                        <a:latin typeface="+mn-ea"/>
                        <a:ea typeface="+mn-ea"/>
                        <a:cs typeface="+mn-cs"/>
                      </a:endParaRPr>
                    </a:p>
                  </a:txBody>
                  <a:tcPr marL="45720" marR="45720" marT="41564" marB="41564" anchor="ctr">
                    <a:lnL w="6350">
                      <a:solidFill>
                        <a:schemeClr val="bg1">
                          <a:lumMod val="65000"/>
                        </a:schemeClr>
                      </a:solidFill>
                    </a:lnL>
                    <a:lnR w="6350">
                      <a:solidFill>
                        <a:schemeClr val="bg1">
                          <a:lumMod val="65000"/>
                        </a:schemeClr>
                      </a:solidFill>
                    </a:lnR>
                    <a:lnT w="6350">
                      <a:solidFill>
                        <a:schemeClr val="bg1">
                          <a:lumMod val="65000"/>
                        </a:schemeClr>
                      </a:solidFill>
                    </a:lnT>
                    <a:lnB w="6350">
                      <a:solidFill>
                        <a:schemeClr val="bg1">
                          <a:lumMod val="65000"/>
                        </a:schemeClr>
                      </a:solidFill>
                    </a:lnB>
                    <a:noFill/>
                  </a:tcPr>
                </a:tc>
                <a:tc>
                  <a:txBody>
                    <a:bodyPr/>
                    <a:lstStyle/>
                    <a:p>
                      <a:pPr marL="0" lvl="0" algn="ctr">
                        <a:lnSpc>
                          <a:spcPts val="1080"/>
                        </a:lnSpc>
                        <a:spcBef>
                          <a:spcPts val="0"/>
                        </a:spcBef>
                        <a:buNone/>
                      </a:pPr>
                      <a:r>
                        <a:rPr lang="en-US" altLang="ja-JP" sz="1000" b="0" i="0" u="none" strike="noStrike" kern="1200" noProof="1">
                          <a:solidFill>
                            <a:srgbClr val="FF0000"/>
                          </a:solidFill>
                          <a:effectLst/>
                          <a:latin typeface="+mn-ea"/>
                          <a:ea typeface="+mn-ea"/>
                          <a:cs typeface="+mn-cs"/>
                        </a:rPr>
                        <a:t>225</a:t>
                      </a:r>
                      <a:endParaRPr kumimoji="1" lang="en-US" altLang="ja-JP" sz="1000" b="0" i="0" u="none" strike="noStrike" kern="1200" noProof="1">
                        <a:solidFill>
                          <a:srgbClr val="FF0000"/>
                        </a:solidFill>
                        <a:effectLst/>
                        <a:latin typeface="+mn-ea"/>
                        <a:ea typeface="+mn-ea"/>
                        <a:cs typeface="+mn-cs"/>
                      </a:endParaRPr>
                    </a:p>
                  </a:txBody>
                  <a:tcPr marL="45720" marR="45720" marT="41564" marB="41564" anchor="ctr">
                    <a:lnL w="6350">
                      <a:solidFill>
                        <a:schemeClr val="bg1">
                          <a:lumMod val="65000"/>
                        </a:schemeClr>
                      </a:solidFill>
                    </a:lnL>
                    <a:lnR w="6350">
                      <a:solidFill>
                        <a:schemeClr val="bg1">
                          <a:lumMod val="65000"/>
                        </a:schemeClr>
                      </a:solidFill>
                    </a:lnR>
                    <a:lnT w="6350">
                      <a:solidFill>
                        <a:schemeClr val="bg1">
                          <a:lumMod val="65000"/>
                        </a:schemeClr>
                      </a:solidFill>
                    </a:lnT>
                    <a:lnB w="6350">
                      <a:solidFill>
                        <a:schemeClr val="bg1">
                          <a:lumMod val="65000"/>
                        </a:schemeClr>
                      </a:solidFill>
                    </a:lnB>
                    <a:noFill/>
                  </a:tcPr>
                </a:tc>
                <a:tc>
                  <a:txBody>
                    <a:bodyPr/>
                    <a:lstStyle/>
                    <a:p>
                      <a:pPr marL="0" lvl="0" indent="0" algn="l">
                        <a:lnSpc>
                          <a:spcPts val="1080"/>
                        </a:lnSpc>
                        <a:spcBef>
                          <a:spcPts val="0"/>
                        </a:spcBef>
                        <a:buNone/>
                      </a:pPr>
                      <a:r>
                        <a:rPr lang="ja-JP" sz="1000" b="0" i="0" u="none" strike="noStrike" kern="1200" noProof="0">
                          <a:solidFill>
                            <a:srgbClr val="FF0000"/>
                          </a:solidFill>
                          <a:effectLst/>
                        </a:rPr>
                        <a:t>BI基盤活用による臨床情報の可視化</a:t>
                      </a:r>
                      <a:endParaRPr kumimoji="1" lang="en-US" altLang="ja-JP"/>
                    </a:p>
                  </a:txBody>
                  <a:tcPr marL="45720" marR="45720" marT="41564" marB="41564" anchor="ctr">
                    <a:lnL w="6350">
                      <a:solidFill>
                        <a:schemeClr val="bg1">
                          <a:lumMod val="65000"/>
                        </a:schemeClr>
                      </a:solidFill>
                    </a:lnL>
                    <a:lnR w="6350">
                      <a:solidFill>
                        <a:schemeClr val="bg1">
                          <a:lumMod val="65000"/>
                        </a:schemeClr>
                      </a:solidFill>
                    </a:lnR>
                    <a:lnT w="6350">
                      <a:solidFill>
                        <a:schemeClr val="bg1">
                          <a:lumMod val="65000"/>
                        </a:schemeClr>
                      </a:solidFill>
                    </a:lnT>
                    <a:lnB w="6350">
                      <a:solidFill>
                        <a:schemeClr val="bg1">
                          <a:lumMod val="65000"/>
                        </a:schemeClr>
                      </a:solidFill>
                    </a:lnB>
                    <a:noFill/>
                  </a:tcPr>
                </a:tc>
                <a:tc>
                  <a:txBody>
                    <a:bodyPr/>
                    <a:lstStyle/>
                    <a:p>
                      <a:pPr lvl="0" algn="ctr">
                        <a:lnSpc>
                          <a:spcPct val="100000"/>
                        </a:lnSpc>
                        <a:spcBef>
                          <a:spcPts val="0"/>
                        </a:spcBef>
                        <a:spcAft>
                          <a:spcPts val="0"/>
                        </a:spcAft>
                        <a:buNone/>
                      </a:pPr>
                      <a:r>
                        <a:rPr lang="en-US" altLang="ja-JP" sz="1000" b="0" i="0" u="none" strike="noStrike" kern="1200" cap="none" spc="0" normalizeH="0" baseline="0" noProof="0">
                          <a:ln>
                            <a:noFill/>
                          </a:ln>
                          <a:solidFill>
                            <a:srgbClr val="FF0000"/>
                          </a:solidFill>
                          <a:effectLst/>
                          <a:uLnTx/>
                          <a:uFillTx/>
                          <a:latin typeface="Arial"/>
                          <a:ea typeface="+mn-ea"/>
                          <a:cs typeface="Arial"/>
                        </a:rPr>
                        <a:t>3</a:t>
                      </a:r>
                      <a:r>
                        <a:rPr lang="ja-JP" sz="1000" b="0" i="0" u="none" strike="noStrike" kern="1200" cap="none" spc="0" normalizeH="0" baseline="0" noProof="0">
                          <a:ln>
                            <a:noFill/>
                          </a:ln>
                          <a:solidFill>
                            <a:srgbClr val="FF0000"/>
                          </a:solidFill>
                          <a:effectLst/>
                          <a:uLnTx/>
                          <a:uFillTx/>
                          <a:latin typeface="Arial"/>
                          <a:ea typeface="+mn-ea"/>
                          <a:cs typeface="Arial"/>
                        </a:rPr>
                        <a:t>月</a:t>
                      </a:r>
                      <a:endParaRPr lang="ja-JP" sz="1000" b="0" i="0" u="none" strike="noStrike" kern="1200" cap="none" spc="0" normalizeH="0" baseline="0" noProof="0">
                        <a:ln>
                          <a:noFill/>
                        </a:ln>
                        <a:solidFill>
                          <a:srgbClr val="000000"/>
                        </a:solidFill>
                        <a:effectLst/>
                        <a:uLnTx/>
                        <a:uFillTx/>
                        <a:latin typeface="Arial"/>
                        <a:ea typeface="+mn-ea"/>
                        <a:cs typeface="Arial"/>
                      </a:endParaRPr>
                    </a:p>
                  </a:txBody>
                  <a:tcPr marL="45720" marR="45720" anchor="ctr">
                    <a:lnL w="6350">
                      <a:solidFill>
                        <a:schemeClr val="bg1">
                          <a:lumMod val="65000"/>
                        </a:schemeClr>
                      </a:solidFill>
                    </a:lnL>
                    <a:lnR w="6350">
                      <a:solidFill>
                        <a:schemeClr val="bg1">
                          <a:lumMod val="65000"/>
                        </a:schemeClr>
                      </a:solidFill>
                    </a:lnR>
                    <a:lnT w="6350">
                      <a:solidFill>
                        <a:schemeClr val="bg1">
                          <a:lumMod val="65000"/>
                        </a:schemeClr>
                      </a:solidFill>
                    </a:lnT>
                    <a:lnB w="6350">
                      <a:solidFill>
                        <a:schemeClr val="bg1">
                          <a:lumMod val="65000"/>
                        </a:schemeClr>
                      </a:solidFill>
                    </a:lnB>
                    <a:noFill/>
                  </a:tcPr>
                </a:tc>
                <a:tc>
                  <a:txBody>
                    <a:bodyPr/>
                    <a:lstStyle/>
                    <a:p>
                      <a:pPr lvl="0" algn="ctr">
                        <a:lnSpc>
                          <a:spcPct val="100000"/>
                        </a:lnSpc>
                        <a:spcBef>
                          <a:spcPts val="0"/>
                        </a:spcBef>
                        <a:spcAft>
                          <a:spcPts val="0"/>
                        </a:spcAft>
                        <a:buNone/>
                      </a:pPr>
                      <a:r>
                        <a:rPr lang="en-US" altLang="ja-JP" sz="1000" b="0" i="0" u="none" strike="noStrike" kern="1200" cap="none" spc="0" normalizeH="0" baseline="0" noProof="0">
                          <a:ln>
                            <a:noFill/>
                          </a:ln>
                          <a:solidFill>
                            <a:srgbClr val="FF0000"/>
                          </a:solidFill>
                          <a:effectLst/>
                          <a:uLnTx/>
                          <a:uFillTx/>
                          <a:latin typeface="Arial"/>
                          <a:ea typeface="+mn-ea"/>
                          <a:cs typeface="Arial"/>
                        </a:rPr>
                        <a:t>10</a:t>
                      </a:r>
                      <a:r>
                        <a:rPr lang="ja-JP" sz="1000" b="0" i="0" u="none" strike="noStrike" kern="1200" cap="none" spc="0" normalizeH="0" baseline="0" noProof="0">
                          <a:ln>
                            <a:noFill/>
                          </a:ln>
                          <a:solidFill>
                            <a:srgbClr val="FF0000"/>
                          </a:solidFill>
                          <a:effectLst/>
                          <a:uLnTx/>
                          <a:uFillTx/>
                          <a:latin typeface="Arial"/>
                          <a:ea typeface="+mn-ea"/>
                          <a:cs typeface="Arial"/>
                        </a:rPr>
                        <a:t>月調達</a:t>
                      </a:r>
                      <a:br>
                        <a:rPr lang="ja-JP" sz="1000" b="0" i="0" u="none" strike="noStrike" kern="1200" cap="none" spc="0" normalizeH="0" baseline="0" noProof="0">
                          <a:ln>
                            <a:noFill/>
                          </a:ln>
                          <a:solidFill>
                            <a:srgbClr val="FF0000"/>
                          </a:solidFill>
                          <a:effectLst/>
                          <a:uLnTx/>
                          <a:uFillTx/>
                          <a:latin typeface="Arial"/>
                          <a:ea typeface="+mn-ea"/>
                          <a:cs typeface="Arial"/>
                        </a:rPr>
                      </a:br>
                      <a:r>
                        <a:rPr lang="ja-JP" sz="1000" b="0" i="0" u="none" strike="noStrike" kern="1200" cap="none" spc="0" normalizeH="0" baseline="0" noProof="0">
                          <a:ln>
                            <a:noFill/>
                          </a:ln>
                          <a:solidFill>
                            <a:srgbClr val="FF0000"/>
                          </a:solidFill>
                          <a:effectLst/>
                          <a:uLnTx/>
                          <a:uFillTx/>
                          <a:latin typeface="Arial"/>
                          <a:ea typeface="+mn-ea"/>
                          <a:cs typeface="Arial"/>
                        </a:rPr>
                        <a:t>予定</a:t>
                      </a:r>
                      <a:endParaRPr lang="ja-JP" sz="1000" b="0" i="0" u="none" strike="noStrike" kern="1200" cap="none" spc="0" normalizeH="0" baseline="0" noProof="0">
                        <a:ln>
                          <a:noFill/>
                        </a:ln>
                        <a:solidFill>
                          <a:srgbClr val="000000"/>
                        </a:solidFill>
                        <a:effectLst/>
                        <a:uLnTx/>
                        <a:uFillTx/>
                        <a:latin typeface="Arial"/>
                        <a:ea typeface="+mn-ea"/>
                        <a:cs typeface="Arial"/>
                      </a:endParaRPr>
                    </a:p>
                  </a:txBody>
                  <a:tcPr marL="45720" marR="45720" anchor="ctr">
                    <a:lnL w="6350">
                      <a:solidFill>
                        <a:schemeClr val="bg1">
                          <a:lumMod val="65000"/>
                        </a:schemeClr>
                      </a:solidFill>
                    </a:lnL>
                    <a:lnR w="6350">
                      <a:solidFill>
                        <a:schemeClr val="bg1">
                          <a:lumMod val="65000"/>
                        </a:schemeClr>
                      </a:solidFill>
                    </a:lnR>
                    <a:lnT w="6350">
                      <a:solidFill>
                        <a:schemeClr val="bg1">
                          <a:lumMod val="65000"/>
                        </a:schemeClr>
                      </a:solidFill>
                    </a:lnT>
                    <a:lnB w="6350">
                      <a:solidFill>
                        <a:schemeClr val="bg1">
                          <a:lumMod val="65000"/>
                        </a:schemeClr>
                      </a:solidFill>
                    </a:lnB>
                    <a:noFill/>
                  </a:tcPr>
                </a:tc>
                <a:tc>
                  <a:txBody>
                    <a:bodyPr/>
                    <a:lstStyle/>
                    <a:p>
                      <a:pPr marL="0" lvl="0" indent="0" algn="ctr" defTabSz="685673">
                        <a:lnSpc>
                          <a:spcPct val="100000"/>
                        </a:lnSpc>
                        <a:spcBef>
                          <a:spcPts val="0"/>
                        </a:spcBef>
                        <a:spcAft>
                          <a:spcPts val="0"/>
                        </a:spcAft>
                        <a:buNone/>
                        <a:tabLst/>
                        <a:defRPr noProof="1"/>
                      </a:pPr>
                      <a:r>
                        <a:rPr lang="en-US" sz="1000" b="0" i="0" u="none" strike="noStrike" kern="1200" cap="none" spc="0" normalizeH="0" baseline="0" noProof="0">
                          <a:ln>
                            <a:noFill/>
                          </a:ln>
                          <a:solidFill>
                            <a:srgbClr val="FF0000"/>
                          </a:solidFill>
                          <a:effectLst/>
                          <a:uLnTx/>
                          <a:uFillTx/>
                          <a:latin typeface="Arial"/>
                          <a:ea typeface="+mn-ea"/>
                          <a:cs typeface="Arial"/>
                        </a:rPr>
                        <a:t>F</a:t>
                      </a:r>
                      <a:endParaRPr kumimoji="1" lang="en-US"/>
                    </a:p>
                  </a:txBody>
                  <a:tcPr marL="45720" marR="45720" anchor="ctr">
                    <a:lnL w="6350">
                      <a:solidFill>
                        <a:schemeClr val="bg1">
                          <a:lumMod val="65000"/>
                        </a:schemeClr>
                      </a:solidFill>
                    </a:lnL>
                    <a:lnR w="6350">
                      <a:solidFill>
                        <a:schemeClr val="bg1">
                          <a:lumMod val="65000"/>
                        </a:schemeClr>
                      </a:solidFill>
                    </a:lnR>
                    <a:lnT w="6350">
                      <a:solidFill>
                        <a:schemeClr val="bg1">
                          <a:lumMod val="65000"/>
                        </a:schemeClr>
                      </a:solidFill>
                    </a:lnT>
                    <a:lnB w="6350">
                      <a:solidFill>
                        <a:schemeClr val="bg1">
                          <a:lumMod val="65000"/>
                        </a:schemeClr>
                      </a:solidFill>
                    </a:lnB>
                    <a:noFill/>
                  </a:tcPr>
                </a:tc>
                <a:tc>
                  <a:txBody>
                    <a:bodyPr/>
                    <a:lstStyle/>
                    <a:p>
                      <a:pPr marL="182245" lvl="0" indent="-171450" algn="l" defTabSz="685673">
                        <a:lnSpc>
                          <a:spcPts val="1080"/>
                        </a:lnSpc>
                        <a:spcBef>
                          <a:spcPts val="0"/>
                        </a:spcBef>
                        <a:spcAft>
                          <a:spcPts val="0"/>
                        </a:spcAft>
                        <a:buFont typeface="Arial"/>
                        <a:buChar char="•"/>
                        <a:tabLst/>
                        <a:defRPr noProof="1"/>
                      </a:pPr>
                      <a:endParaRPr kumimoji="1" lang="en-US" altLang="ja-JP" sz="1000" b="0" i="0" u="none" strike="noStrike" kern="1200" cap="none" spc="0" normalizeH="0" baseline="0" noProof="0">
                        <a:ln>
                          <a:noFill/>
                        </a:ln>
                        <a:solidFill>
                          <a:srgbClr val="FF0000"/>
                        </a:solidFill>
                        <a:effectLst/>
                        <a:uLnTx/>
                        <a:uFillTx/>
                        <a:latin typeface="+mn-ea"/>
                        <a:ea typeface="+mn-ea"/>
                        <a:cs typeface="+mn-cs"/>
                      </a:endParaRPr>
                    </a:p>
                  </a:txBody>
                  <a:tcPr marL="45720" marR="45720" anchor="ctr">
                    <a:lnL w="6350">
                      <a:solidFill>
                        <a:schemeClr val="bg1">
                          <a:lumMod val="65000"/>
                        </a:schemeClr>
                      </a:solidFill>
                    </a:lnL>
                    <a:lnR w="6350">
                      <a:solidFill>
                        <a:schemeClr val="bg1">
                          <a:lumMod val="65000"/>
                        </a:schemeClr>
                      </a:solidFill>
                    </a:lnR>
                    <a:lnT w="6350">
                      <a:solidFill>
                        <a:schemeClr val="bg1">
                          <a:lumMod val="65000"/>
                        </a:schemeClr>
                      </a:solidFill>
                    </a:lnT>
                    <a:lnB w="6350">
                      <a:solidFill>
                        <a:schemeClr val="bg1">
                          <a:lumMod val="65000"/>
                        </a:schemeClr>
                      </a:solidFill>
                    </a:lnB>
                    <a:noFill/>
                  </a:tcPr>
                </a:tc>
                <a:extLst>
                  <a:ext uri="{0D108BD9-81ED-4DB2-BD59-A6C34878D82A}">
                    <a16:rowId xmlns:a16="http://schemas.microsoft.com/office/drawing/2014/main" val="3686113275"/>
                  </a:ext>
                </a:extLst>
              </a:tr>
            </a:tbl>
          </a:graphicData>
        </a:graphic>
      </p:graphicFrame>
      <p:sp>
        <p:nvSpPr>
          <p:cNvPr id="4" name="テキスト ボックス 3">
            <a:extLst>
              <a:ext uri="{FF2B5EF4-FFF2-40B4-BE49-F238E27FC236}">
                <a16:creationId xmlns:a16="http://schemas.microsoft.com/office/drawing/2014/main" id="{8CDFE84F-97F7-3E3A-E8CE-553521D62228}"/>
              </a:ext>
            </a:extLst>
          </p:cNvPr>
          <p:cNvSpPr txBox="1"/>
          <p:nvPr/>
        </p:nvSpPr>
        <p:spPr>
          <a:xfrm>
            <a:off x="507001" y="777820"/>
            <a:ext cx="2444355" cy="147163"/>
          </a:xfrm>
          <a:prstGeom prst="roundRect">
            <a:avLst/>
          </a:prstGeom>
          <a:solidFill>
            <a:schemeClr val="tx2"/>
          </a:solidFill>
        </p:spPr>
        <p:txBody>
          <a:bodyPr wrap="square" rtlCol="0" anchor="ctr">
            <a:noAutofit/>
          </a:bodyPr>
          <a:lstStyle>
            <a:defPPr>
              <a:defRPr lang="ja-JP" noProof="1"/>
            </a:defPPr>
            <a:lvl1pPr>
              <a:defRPr sz="1400" noProof="1">
                <a:solidFill>
                  <a:schemeClr val="bg1"/>
                </a:solidFill>
                <a:latin typeface="+mj-lt"/>
                <a:ea typeface="Meiryo UI" panose="020B0604030504040204" pitchFamily="50" charset="-128"/>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1">
                <a:ln>
                  <a:noFill/>
                </a:ln>
                <a:solidFill>
                  <a:prstClr val="white"/>
                </a:solidFill>
                <a:effectLst/>
                <a:uLnTx/>
                <a:uFillTx/>
                <a:latin typeface="Arial"/>
                <a:ea typeface="Meiryo UI"/>
                <a:cs typeface="+mn-cs"/>
              </a:rPr>
              <a:t>令和</a:t>
            </a:r>
            <a:r>
              <a:rPr kumimoji="1" lang="en-US" altLang="ja-JP" sz="1100" b="0" i="0" u="none" strike="noStrike" kern="1200" cap="none" spc="0" normalizeH="0" baseline="0" noProof="1">
                <a:ln>
                  <a:noFill/>
                </a:ln>
                <a:solidFill>
                  <a:prstClr val="white"/>
                </a:solidFill>
                <a:effectLst/>
                <a:uLnTx/>
                <a:uFillTx/>
                <a:latin typeface="Arial"/>
                <a:ea typeface="Meiryo UI"/>
                <a:cs typeface="+mn-cs"/>
              </a:rPr>
              <a:t>8</a:t>
            </a:r>
            <a:r>
              <a:rPr kumimoji="1" lang="ja-JP" altLang="en-US" sz="1100" b="0" i="0" u="none" strike="noStrike" kern="1200" cap="none" spc="0" normalizeH="0" baseline="0" noProof="1">
                <a:ln>
                  <a:noFill/>
                </a:ln>
                <a:solidFill>
                  <a:prstClr val="white"/>
                </a:solidFill>
                <a:effectLst/>
                <a:uLnTx/>
                <a:uFillTx/>
                <a:latin typeface="Arial"/>
                <a:ea typeface="Meiryo UI"/>
                <a:cs typeface="+mn-cs"/>
              </a:rPr>
              <a:t>年度</a:t>
            </a:r>
            <a:r>
              <a:rPr kumimoji="1" lang="en-US" altLang="ja-JP" sz="1100" b="0" i="0" u="none" strike="noStrike" kern="1200" cap="none" spc="0" normalizeH="0" baseline="0" noProof="1">
                <a:ln>
                  <a:noFill/>
                </a:ln>
                <a:solidFill>
                  <a:prstClr val="white"/>
                </a:solidFill>
                <a:effectLst/>
                <a:uLnTx/>
                <a:uFillTx/>
                <a:latin typeface="Arial"/>
                <a:ea typeface="Meiryo UI"/>
                <a:cs typeface="+mn-cs"/>
              </a:rPr>
              <a:t>3</a:t>
            </a:r>
            <a:r>
              <a:rPr kumimoji="1" lang="ja-JP" altLang="en-US" sz="1100" b="0" i="0" u="none" strike="noStrike" kern="1200" cap="none" spc="0" normalizeH="0" baseline="0" noProof="1">
                <a:ln>
                  <a:noFill/>
                </a:ln>
                <a:solidFill>
                  <a:prstClr val="white"/>
                </a:solidFill>
                <a:effectLst/>
                <a:uLnTx/>
                <a:uFillTx/>
                <a:latin typeface="Arial"/>
                <a:ea typeface="Meiryo UI"/>
                <a:cs typeface="+mn-cs"/>
              </a:rPr>
              <a:t>月リリース候補案件</a:t>
            </a:r>
            <a:r>
              <a:rPr kumimoji="1" lang="en-US" altLang="ja-JP" sz="1100" b="0" i="0" u="none" strike="noStrike" kern="1200" cap="none" spc="0" normalizeH="0" baseline="0" noProof="1">
                <a:ln>
                  <a:noFill/>
                </a:ln>
                <a:solidFill>
                  <a:prstClr val="white"/>
                </a:solidFill>
                <a:effectLst/>
                <a:uLnTx/>
                <a:uFillTx/>
                <a:latin typeface="Arial"/>
                <a:ea typeface="Meiryo UI"/>
                <a:cs typeface="+mn-cs"/>
              </a:rPr>
              <a:t>(2/2)</a:t>
            </a:r>
            <a:endParaRPr kumimoji="0" lang="ja-JP" altLang="en-US" sz="1100" b="0" i="0" u="none" strike="noStrike" kern="0" cap="none" spc="0" normalizeH="0" baseline="0" noProof="1">
              <a:ln>
                <a:noFill/>
              </a:ln>
              <a:solidFill>
                <a:srgbClr val="FFFFFF"/>
              </a:solidFill>
              <a:effectLst/>
              <a:uLnTx/>
              <a:uFillTx/>
              <a:latin typeface="Meiryo UI"/>
              <a:ea typeface="Meiryo UI" panose="020B0604030504040204" pitchFamily="50" charset="-128"/>
              <a:cs typeface="+mn-cs"/>
            </a:endParaRPr>
          </a:p>
        </p:txBody>
      </p:sp>
      <p:graphicFrame>
        <p:nvGraphicFramePr>
          <p:cNvPr id="16" name="表 15">
            <a:extLst>
              <a:ext uri="{FF2B5EF4-FFF2-40B4-BE49-F238E27FC236}">
                <a16:creationId xmlns:a16="http://schemas.microsoft.com/office/drawing/2014/main" id="{72E0DBED-E743-63D7-753F-DD6204EF91AF}"/>
              </a:ext>
            </a:extLst>
          </p:cNvPr>
          <p:cNvGraphicFramePr>
            <a:graphicFrameLocks noGrp="1"/>
          </p:cNvGraphicFramePr>
          <p:nvPr>
            <p:extLst>
              <p:ext uri="{D42A27DB-BD31-4B8C-83A1-F6EECF244321}">
                <p14:modId xmlns:p14="http://schemas.microsoft.com/office/powerpoint/2010/main" val="3098327627"/>
              </p:ext>
            </p:extLst>
          </p:nvPr>
        </p:nvGraphicFramePr>
        <p:xfrm>
          <a:off x="507000" y="4775231"/>
          <a:ext cx="9035858" cy="1866741"/>
        </p:xfrm>
        <a:graphic>
          <a:graphicData uri="http://schemas.openxmlformats.org/drawingml/2006/table">
            <a:tbl>
              <a:tblPr firstRow="1" bandRow="1">
                <a:tableStyleId>{5C22544A-7EE6-4342-B048-85BDC9FD1C3A}</a:tableStyleId>
              </a:tblPr>
              <a:tblGrid>
                <a:gridCol w="288213">
                  <a:extLst>
                    <a:ext uri="{9D8B030D-6E8A-4147-A177-3AD203B41FA5}">
                      <a16:colId xmlns:a16="http://schemas.microsoft.com/office/drawing/2014/main" val="2101549305"/>
                    </a:ext>
                  </a:extLst>
                </a:gridCol>
                <a:gridCol w="556509">
                  <a:extLst>
                    <a:ext uri="{9D8B030D-6E8A-4147-A177-3AD203B41FA5}">
                      <a16:colId xmlns:a16="http://schemas.microsoft.com/office/drawing/2014/main" val="4255713497"/>
                    </a:ext>
                  </a:extLst>
                </a:gridCol>
                <a:gridCol w="3078114">
                  <a:extLst>
                    <a:ext uri="{9D8B030D-6E8A-4147-A177-3AD203B41FA5}">
                      <a16:colId xmlns:a16="http://schemas.microsoft.com/office/drawing/2014/main" val="2299355979"/>
                    </a:ext>
                  </a:extLst>
                </a:gridCol>
                <a:gridCol w="538834">
                  <a:extLst>
                    <a:ext uri="{9D8B030D-6E8A-4147-A177-3AD203B41FA5}">
                      <a16:colId xmlns:a16="http://schemas.microsoft.com/office/drawing/2014/main" val="1134433152"/>
                    </a:ext>
                  </a:extLst>
                </a:gridCol>
                <a:gridCol w="869696">
                  <a:extLst>
                    <a:ext uri="{9D8B030D-6E8A-4147-A177-3AD203B41FA5}">
                      <a16:colId xmlns:a16="http://schemas.microsoft.com/office/drawing/2014/main" val="3691285807"/>
                    </a:ext>
                  </a:extLst>
                </a:gridCol>
                <a:gridCol w="501021">
                  <a:extLst>
                    <a:ext uri="{9D8B030D-6E8A-4147-A177-3AD203B41FA5}">
                      <a16:colId xmlns:a16="http://schemas.microsoft.com/office/drawing/2014/main" val="779774557"/>
                    </a:ext>
                  </a:extLst>
                </a:gridCol>
                <a:gridCol w="3203471">
                  <a:extLst>
                    <a:ext uri="{9D8B030D-6E8A-4147-A177-3AD203B41FA5}">
                      <a16:colId xmlns:a16="http://schemas.microsoft.com/office/drawing/2014/main" val="971229648"/>
                    </a:ext>
                  </a:extLst>
                </a:gridCol>
              </a:tblGrid>
              <a:tr h="377553">
                <a:tc>
                  <a:txBody>
                    <a:bodyPr/>
                    <a:lstStyle/>
                    <a:p>
                      <a:pPr lvl="0" algn="ctr">
                        <a:spcBef>
                          <a:spcPts val="300"/>
                        </a:spcBef>
                        <a:buNone/>
                      </a:pPr>
                      <a:r>
                        <a:rPr lang="en-US" altLang="ja-JP" sz="1000" b="1" noProof="1">
                          <a:solidFill>
                            <a:schemeClr val="bg1"/>
                          </a:solidFill>
                          <a:latin typeface="+mn-ea"/>
                          <a:ea typeface="+mn-ea"/>
                        </a:rPr>
                        <a:t>#</a:t>
                      </a:r>
                      <a:endParaRPr kumimoji="1" lang="ja-JP" altLang="en-US" sz="1000" b="1" noProof="1">
                        <a:solidFill>
                          <a:schemeClr val="bg1"/>
                        </a:solidFill>
                        <a:latin typeface="+mn-ea"/>
                        <a:ea typeface="+mn-ea"/>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marL="0" lvl="0" algn="ctr" defTabSz="685673" rtl="0">
                        <a:spcBef>
                          <a:spcPts val="300"/>
                        </a:spcBef>
                        <a:buNone/>
                      </a:pPr>
                      <a:r>
                        <a:rPr lang="en-US" altLang="ja-JP" sz="1000" b="1" kern="1200" noProof="1">
                          <a:solidFill>
                            <a:schemeClr val="bg1"/>
                          </a:solidFill>
                          <a:latin typeface="+mn-ea"/>
                          <a:ea typeface="+mn-ea"/>
                          <a:cs typeface="+mn-cs"/>
                        </a:rPr>
                        <a:t>ID</a:t>
                      </a:r>
                      <a:endParaRPr kumimoji="1" lang="ja-JP" altLang="en-US" sz="1000" b="1" kern="1200" noProof="1">
                        <a:solidFill>
                          <a:schemeClr val="bg1"/>
                        </a:solidFill>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marL="0" lvl="0" algn="ctr" defTabSz="685673" rtl="0">
                        <a:spcBef>
                          <a:spcPts val="300"/>
                        </a:spcBef>
                        <a:buNone/>
                      </a:pPr>
                      <a:r>
                        <a:rPr lang="ja-JP" altLang="en-US" sz="1000" b="1" kern="1200" noProof="1">
                          <a:solidFill>
                            <a:schemeClr val="bg1"/>
                          </a:solidFill>
                          <a:latin typeface="+mn-ea"/>
                          <a:ea typeface="+mn-ea"/>
                          <a:cs typeface="+mn-cs"/>
                        </a:rPr>
                        <a:t>案件</a:t>
                      </a:r>
                      <a:endParaRPr kumimoji="1" lang="en-US" altLang="ja-JP"/>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lvl="0" algn="ctr">
                        <a:spcBef>
                          <a:spcPts val="0"/>
                        </a:spcBef>
                        <a:buNone/>
                      </a:pPr>
                      <a:r>
                        <a:rPr lang="ja-JP" altLang="en-US" sz="1000" b="1" kern="1200" noProof="1">
                          <a:solidFill>
                            <a:schemeClr val="bg1"/>
                          </a:solidFill>
                          <a:latin typeface="+mn-ea"/>
                          <a:ea typeface="+mn-ea"/>
                          <a:cs typeface="+mn-cs"/>
                        </a:rPr>
                        <a:t>リリース</a:t>
                      </a:r>
                      <a:endParaRPr lang="en-US" altLang="ja-JP" sz="1000" b="1" kern="1200" noProof="1">
                        <a:solidFill>
                          <a:schemeClr val="bg1"/>
                        </a:solidFill>
                        <a:latin typeface="+mn-ea"/>
                        <a:ea typeface="+mn-ea"/>
                        <a:cs typeface="+mn-cs"/>
                      </a:endParaRPr>
                    </a:p>
                    <a:p>
                      <a:pPr lvl="0" algn="ctr">
                        <a:spcBef>
                          <a:spcPts val="0"/>
                        </a:spcBef>
                        <a:buNone/>
                      </a:pPr>
                      <a:r>
                        <a:rPr lang="ja-JP" altLang="en-US" sz="1000" b="1" kern="1200" noProof="1">
                          <a:solidFill>
                            <a:schemeClr val="bg1"/>
                          </a:solidFill>
                          <a:latin typeface="+mn-ea"/>
                          <a:ea typeface="+mn-ea"/>
                          <a:cs typeface="+mn-cs"/>
                        </a:rPr>
                        <a:t>時期</a:t>
                      </a:r>
                      <a:endParaRPr kumimoji="1" lang="en-US" altLang="ja-JP" sz="1000" b="1" kern="1200" noProof="1">
                        <a:solidFill>
                          <a:schemeClr val="bg1"/>
                        </a:solidFill>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lvl="0" algn="ctr">
                        <a:spcBef>
                          <a:spcPts val="0"/>
                        </a:spcBef>
                        <a:buNone/>
                      </a:pPr>
                      <a:r>
                        <a:rPr kumimoji="1" lang="ja-JP" altLang="en-US" sz="1000" b="1" noProof="1">
                          <a:solidFill>
                            <a:schemeClr val="bg1"/>
                          </a:solidFill>
                          <a:latin typeface="+mn-ea"/>
                          <a:ea typeface="+mn-ea"/>
                        </a:rPr>
                        <a:t>調達</a:t>
                      </a:r>
                      <a:r>
                        <a:rPr lang="ja-JP" altLang="en-US" sz="1000" b="1" noProof="1">
                          <a:solidFill>
                            <a:schemeClr val="bg1"/>
                          </a:solidFill>
                          <a:latin typeface="+mn-ea"/>
                          <a:ea typeface="+mn-ea"/>
                        </a:rPr>
                        <a:t>状況</a:t>
                      </a:r>
                      <a:endParaRPr kumimoji="1" lang="en-US" altLang="ja-JP"/>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lvl="0" algn="ctr">
                        <a:spcBef>
                          <a:spcPts val="0"/>
                        </a:spcBef>
                        <a:buNone/>
                      </a:pPr>
                      <a:r>
                        <a:rPr lang="ja-JP" altLang="en-US" sz="1000" b="1" kern="1200" noProof="1">
                          <a:solidFill>
                            <a:schemeClr val="bg1"/>
                          </a:solidFill>
                          <a:latin typeface="+mn-ea"/>
                          <a:ea typeface="+mn-ea"/>
                          <a:cs typeface="+mn-cs"/>
                        </a:rPr>
                        <a:t>担当</a:t>
                      </a:r>
                      <a:endParaRPr lang="en-US" altLang="ja-JP" sz="1000" b="1" kern="1200" noProof="1">
                        <a:solidFill>
                          <a:schemeClr val="bg1"/>
                        </a:solidFill>
                        <a:latin typeface="+mn-ea"/>
                        <a:ea typeface="+mn-ea"/>
                        <a:cs typeface="+mn-cs"/>
                      </a:endParaRPr>
                    </a:p>
                    <a:p>
                      <a:pPr lvl="0" algn="ctr">
                        <a:spcBef>
                          <a:spcPts val="0"/>
                        </a:spcBef>
                        <a:buNone/>
                      </a:pPr>
                      <a:r>
                        <a:rPr lang="ja-JP" altLang="en-US" sz="1000" b="1" kern="1200" noProof="1">
                          <a:solidFill>
                            <a:schemeClr val="bg1"/>
                          </a:solidFill>
                          <a:latin typeface="+mn-ea"/>
                          <a:ea typeface="+mn-ea"/>
                          <a:cs typeface="+mn-cs"/>
                        </a:rPr>
                        <a:t>チーム</a:t>
                      </a:r>
                      <a:endParaRPr kumimoji="1" lang="en-US" altLang="ja-JP" sz="1000" b="1" kern="1200" noProof="1">
                        <a:solidFill>
                          <a:schemeClr val="bg1"/>
                        </a:solidFill>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lvl="0" algn="ctr">
                        <a:spcBef>
                          <a:spcPts val="300"/>
                        </a:spcBef>
                        <a:buNone/>
                      </a:pPr>
                      <a:r>
                        <a:rPr lang="ja-JP" altLang="en-US" sz="1000" b="0" noProof="1">
                          <a:solidFill>
                            <a:schemeClr val="bg1"/>
                          </a:solidFill>
                          <a:latin typeface="+mn-ea"/>
                          <a:ea typeface="+mn-ea"/>
                        </a:rPr>
                        <a:t>付議事項等</a:t>
                      </a:r>
                      <a:endParaRPr kumimoji="1" lang="en-US" altLang="ja-JP"/>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2">
                        <a:lumMod val="60000"/>
                        <a:lumOff val="40000"/>
                      </a:schemeClr>
                    </a:solidFill>
                  </a:tcPr>
                </a:tc>
                <a:extLst>
                  <a:ext uri="{0D108BD9-81ED-4DB2-BD59-A6C34878D82A}">
                    <a16:rowId xmlns:a16="http://schemas.microsoft.com/office/drawing/2014/main" val="3583684863"/>
                  </a:ext>
                </a:extLst>
              </a:tr>
              <a:tr h="348456">
                <a:tc>
                  <a:txBody>
                    <a:bodyPr/>
                    <a:lstStyle/>
                    <a:p>
                      <a:pPr algn="ctr" fontAlgn="ctr">
                        <a:lnSpc>
                          <a:spcPts val="1080"/>
                        </a:lnSpc>
                        <a:spcBef>
                          <a:spcPts val="0"/>
                        </a:spcBef>
                      </a:pPr>
                      <a:r>
                        <a:rPr lang="en-US" altLang="ja-JP" sz="1000" b="0" i="0" u="none" strike="noStrike" noProof="1">
                          <a:solidFill>
                            <a:schemeClr val="tx1"/>
                          </a:solidFill>
                          <a:effectLst/>
                          <a:latin typeface="+mn-ea"/>
                          <a:ea typeface="+mn-ea"/>
                        </a:rPr>
                        <a:t>1</a:t>
                      </a: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fontAlgn="t">
                        <a:lnSpc>
                          <a:spcPts val="1080"/>
                        </a:lnSpc>
                        <a:spcBef>
                          <a:spcPts val="0"/>
                        </a:spcBef>
                        <a:buNone/>
                      </a:pPr>
                      <a:r>
                        <a:rPr lang="en-US" altLang="ja-JP" sz="1000" b="0" i="0" u="none" strike="noStrike" noProof="1">
                          <a:solidFill>
                            <a:schemeClr val="tx1"/>
                          </a:solidFill>
                          <a:effectLst/>
                          <a:latin typeface="+mn-ea"/>
                          <a:ea typeface="+mn-ea"/>
                        </a:rPr>
                        <a:t>048</a:t>
                      </a: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l" fontAlgn="t">
                        <a:lnSpc>
                          <a:spcPts val="1080"/>
                        </a:lnSpc>
                        <a:spcBef>
                          <a:spcPts val="0"/>
                        </a:spcBef>
                        <a:buNone/>
                      </a:pPr>
                      <a:r>
                        <a:rPr lang="en-US" altLang="ja-JP" sz="1000" b="0" i="0" u="none" strike="noStrike" noProof="1">
                          <a:solidFill>
                            <a:schemeClr val="tx1"/>
                          </a:solidFill>
                          <a:effectLst/>
                          <a:latin typeface="+mn-ea"/>
                          <a:ea typeface="+mn-ea"/>
                        </a:rPr>
                        <a:t>RESTful API</a:t>
                      </a:r>
                      <a:r>
                        <a:rPr lang="ja-JP" altLang="en-US" sz="1000" b="0" i="0" u="none" strike="noStrike" noProof="1">
                          <a:solidFill>
                            <a:schemeClr val="tx1"/>
                          </a:solidFill>
                          <a:effectLst/>
                          <a:latin typeface="+mn-ea"/>
                          <a:ea typeface="+mn-ea"/>
                        </a:rPr>
                        <a:t>を用いて</a:t>
                      </a:r>
                      <a:r>
                        <a:rPr lang="en-US" altLang="ja-JP" sz="1000" b="0" i="0" u="none" strike="noStrike" noProof="1">
                          <a:solidFill>
                            <a:schemeClr val="tx1"/>
                          </a:solidFill>
                          <a:effectLst/>
                          <a:latin typeface="+mn-ea"/>
                          <a:ea typeface="+mn-ea"/>
                        </a:rPr>
                        <a:t>FHIR</a:t>
                      </a:r>
                      <a:r>
                        <a:rPr lang="ja-JP" altLang="en-US" sz="1000" b="0" i="0" u="none" strike="noStrike" noProof="1">
                          <a:solidFill>
                            <a:schemeClr val="tx1"/>
                          </a:solidFill>
                          <a:effectLst/>
                          <a:latin typeface="+mn-ea"/>
                          <a:ea typeface="+mn-ea"/>
                        </a:rPr>
                        <a:t>リソース単位のデータ取得が可能な</a:t>
                      </a:r>
                      <a:r>
                        <a:rPr lang="en-US" altLang="ja-JP" sz="1000" b="0" i="0" u="none" strike="noStrike" noProof="1">
                          <a:solidFill>
                            <a:schemeClr val="tx1"/>
                          </a:solidFill>
                          <a:effectLst/>
                          <a:latin typeface="+mn-ea"/>
                          <a:ea typeface="+mn-ea"/>
                        </a:rPr>
                        <a:t>DB</a:t>
                      </a:r>
                      <a:r>
                        <a:rPr lang="ja-JP" altLang="en-US" sz="1000" b="0" i="0" u="none" strike="noStrike" noProof="1">
                          <a:solidFill>
                            <a:schemeClr val="tx1"/>
                          </a:solidFill>
                          <a:effectLst/>
                          <a:latin typeface="+mn-ea"/>
                          <a:ea typeface="+mn-ea"/>
                        </a:rPr>
                        <a:t>及び</a:t>
                      </a:r>
                      <a:r>
                        <a:rPr lang="en-US" altLang="ja-JP" sz="1000" b="0" i="0" u="none" strike="noStrike" noProof="1">
                          <a:solidFill>
                            <a:schemeClr val="tx1"/>
                          </a:solidFill>
                          <a:effectLst/>
                          <a:latin typeface="+mn-ea"/>
                          <a:ea typeface="+mn-ea"/>
                        </a:rPr>
                        <a:t>API</a:t>
                      </a:r>
                      <a:r>
                        <a:rPr lang="ja-JP" altLang="en-US" sz="1000" b="0" i="0" u="none" strike="noStrike" noProof="1">
                          <a:solidFill>
                            <a:schemeClr val="tx1"/>
                          </a:solidFill>
                          <a:effectLst/>
                          <a:latin typeface="+mn-ea"/>
                          <a:ea typeface="+mn-ea"/>
                        </a:rPr>
                        <a:t>構築</a:t>
                      </a: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r>
                        <a:rPr kumimoji="1" lang="ja-JP" altLang="en-US" sz="1000" b="0" i="0" u="none" strike="noStrike" kern="1200" cap="none" spc="0" normalizeH="0" baseline="0" noProof="0">
                          <a:ln>
                            <a:noFill/>
                          </a:ln>
                          <a:solidFill>
                            <a:schemeClr val="tx1"/>
                          </a:solidFill>
                          <a:effectLst/>
                          <a:uLnTx/>
                          <a:uFillTx/>
                          <a:latin typeface="+mn-ea"/>
                          <a:ea typeface="+mn-ea"/>
                          <a:cs typeface="+mn-cs"/>
                        </a:rPr>
                        <a:t>未定</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10</a:t>
                      </a:r>
                      <a:r>
                        <a:rPr kumimoji="1" lang="ja-JP" altLang="en-US" sz="1000" b="0" i="0" u="none" strike="noStrike" kern="1200" cap="none" spc="0" normalizeH="0" baseline="0" noProof="0">
                          <a:ln>
                            <a:noFill/>
                          </a:ln>
                          <a:solidFill>
                            <a:schemeClr val="tx1"/>
                          </a:solidFill>
                          <a:effectLst/>
                          <a:uLnTx/>
                          <a:uFillTx/>
                          <a:latin typeface="+mn-ea"/>
                          <a:ea typeface="+mn-ea"/>
                          <a:cs typeface="+mn-cs"/>
                        </a:rPr>
                        <a:t>月調達</a:t>
                      </a:r>
                      <a:br>
                        <a:rPr kumimoji="1" lang="en-US" altLang="ja-JP" sz="1000" b="0" i="0" u="none" strike="noStrike" kern="1200" cap="none" spc="0" normalizeH="0" baseline="0" noProof="0">
                          <a:ln>
                            <a:noFill/>
                          </a:ln>
                          <a:solidFill>
                            <a:srgbClr val="000000"/>
                          </a:solidFill>
                          <a:effectLst/>
                          <a:uLnTx/>
                          <a:uFillTx/>
                          <a:latin typeface="+mn-ea"/>
                          <a:ea typeface="+mn-ea"/>
                          <a:cs typeface="+mn-cs"/>
                        </a:rPr>
                      </a:br>
                      <a:r>
                        <a:rPr kumimoji="1" lang="ja-JP" altLang="en-US" sz="1000" b="0" i="0" u="none" strike="noStrike" kern="1200" cap="none" spc="0" normalizeH="0" baseline="0" noProof="0">
                          <a:ln>
                            <a:noFill/>
                          </a:ln>
                          <a:solidFill>
                            <a:schemeClr val="tx1"/>
                          </a:solidFill>
                          <a:effectLst/>
                          <a:uLnTx/>
                          <a:uFillTx/>
                          <a:latin typeface="+mn-ea"/>
                          <a:ea typeface="+mn-ea"/>
                          <a:cs typeface="+mn-cs"/>
                        </a:rPr>
                        <a:t>予定</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E</a:t>
                      </a: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72000" marR="0" lvl="0" indent="-72000" algn="l" defTabSz="685673" rtl="0" eaLnBrk="1" fontAlgn="ctr" latinLnBrk="0" hangingPunct="1">
                        <a:lnSpc>
                          <a:spcPts val="1080"/>
                        </a:lnSpc>
                        <a:spcBef>
                          <a:spcPts val="0"/>
                        </a:spcBef>
                        <a:spcAft>
                          <a:spcPts val="0"/>
                        </a:spcAft>
                        <a:buClrTx/>
                        <a:buSzTx/>
                        <a:buFont typeface="Meiryo UI" panose="020B0604020202020204" pitchFamily="34" charset="0"/>
                        <a:buChar char="•"/>
                        <a:tabLst/>
                        <a:defRPr noProof="1"/>
                      </a:pPr>
                      <a:endParaRPr kumimoji="1" lang="ja-JP" altLang="en-US" sz="1000" b="0" i="0" u="none" strike="noStrike" kern="1200" cap="none" spc="0" normalizeH="0" baseline="0" noProof="0">
                        <a:ln>
                          <a:noFill/>
                        </a:ln>
                        <a:solidFill>
                          <a:srgbClr val="FF0000"/>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722449841"/>
                  </a:ext>
                </a:extLst>
              </a:tr>
              <a:tr h="348456">
                <a:tc>
                  <a:txBody>
                    <a:bodyPr/>
                    <a:lstStyle/>
                    <a:p>
                      <a:pPr algn="ctr" fontAlgn="ctr">
                        <a:lnSpc>
                          <a:spcPts val="1080"/>
                        </a:lnSpc>
                        <a:spcBef>
                          <a:spcPts val="0"/>
                        </a:spcBef>
                      </a:pPr>
                      <a:r>
                        <a:rPr lang="en-US" altLang="ja-JP" sz="1000" b="0" i="0" u="none" strike="noStrike" noProof="1">
                          <a:solidFill>
                            <a:schemeClr val="tx1"/>
                          </a:solidFill>
                          <a:effectLst/>
                          <a:latin typeface="+mn-ea"/>
                          <a:ea typeface="+mn-ea"/>
                        </a:rPr>
                        <a:t>2</a:t>
                      </a: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fontAlgn="t">
                        <a:lnSpc>
                          <a:spcPts val="1080"/>
                        </a:lnSpc>
                        <a:spcBef>
                          <a:spcPts val="0"/>
                        </a:spcBef>
                        <a:buNone/>
                      </a:pPr>
                      <a:r>
                        <a:rPr lang="en-US" altLang="ja-JP" sz="1000" b="0" i="0" u="none" strike="noStrike" noProof="1">
                          <a:solidFill>
                            <a:schemeClr val="tx1"/>
                          </a:solidFill>
                          <a:effectLst/>
                          <a:latin typeface="+mn-ea"/>
                          <a:ea typeface="+mn-ea"/>
                        </a:rPr>
                        <a:t>151</a:t>
                      </a: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l" fontAlgn="t">
                        <a:lnSpc>
                          <a:spcPts val="1080"/>
                        </a:lnSpc>
                        <a:spcBef>
                          <a:spcPts val="0"/>
                        </a:spcBef>
                        <a:buNone/>
                      </a:pPr>
                      <a:r>
                        <a:rPr lang="ja-JP" altLang="en-US" sz="1000" b="0" i="0" u="none" strike="noStrike" noProof="1">
                          <a:solidFill>
                            <a:schemeClr val="tx1"/>
                          </a:solidFill>
                          <a:effectLst/>
                          <a:latin typeface="+mn-ea"/>
                          <a:ea typeface="+mn-ea"/>
                        </a:rPr>
                        <a:t>2次利用</a:t>
                      </a:r>
                      <a:r>
                        <a:rPr lang="en-US" altLang="ja-JP" sz="1000" b="0" i="0" u="none" strike="noStrike" noProof="1">
                          <a:solidFill>
                            <a:schemeClr val="tx1"/>
                          </a:solidFill>
                          <a:effectLst/>
                          <a:latin typeface="+mn-ea"/>
                          <a:ea typeface="+mn-ea"/>
                        </a:rPr>
                        <a:t>DB</a:t>
                      </a:r>
                      <a:r>
                        <a:rPr lang="ja-JP" altLang="en-US" sz="1000" b="0" i="0" u="none" strike="noStrike" noProof="1">
                          <a:solidFill>
                            <a:schemeClr val="tx1"/>
                          </a:solidFill>
                          <a:effectLst/>
                          <a:latin typeface="+mn-ea"/>
                          <a:ea typeface="+mn-ea"/>
                        </a:rPr>
                        <a:t>への情報連携(連携仕様に応じた出力機能および連携ネットワークの構築)</a:t>
                      </a: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r>
                        <a:rPr kumimoji="1" lang="ja-JP" altLang="en-US" sz="1000" b="0" i="0" u="none" strike="noStrike" kern="1200" cap="none" spc="0" normalizeH="0" baseline="0" noProof="0">
                          <a:ln>
                            <a:noFill/>
                          </a:ln>
                          <a:solidFill>
                            <a:schemeClr val="tx1"/>
                          </a:solidFill>
                          <a:effectLst/>
                          <a:uLnTx/>
                          <a:uFillTx/>
                          <a:latin typeface="+mn-ea"/>
                          <a:ea typeface="+mn-ea"/>
                          <a:cs typeface="+mn-cs"/>
                        </a:rPr>
                        <a:t>未定</a:t>
                      </a:r>
                      <a:endParaRPr kumimoji="1" lang="en-US" altLang="ja-JP" sz="1000" b="0" i="0" u="none" strike="noStrike" kern="1200" cap="none" spc="0" normalizeH="0" baseline="0" noProof="0">
                        <a:ln>
                          <a:noFill/>
                        </a:ln>
                        <a:solidFill>
                          <a:schemeClr val="tx1"/>
                        </a:solidFill>
                        <a:effectLst/>
                        <a:uLnTx/>
                        <a:uFillTx/>
                        <a:latin typeface="+mn-ea"/>
                        <a:ea typeface="+mn-ea"/>
                        <a:cs typeface="Meiryo UI"/>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10</a:t>
                      </a:r>
                      <a:r>
                        <a:rPr kumimoji="1" lang="ja-JP" altLang="en-US" sz="1000" b="0" i="0" u="none" strike="noStrike" kern="1200" cap="none" spc="0" normalizeH="0" baseline="0" noProof="0">
                          <a:ln>
                            <a:noFill/>
                          </a:ln>
                          <a:solidFill>
                            <a:schemeClr val="tx1"/>
                          </a:solidFill>
                          <a:effectLst/>
                          <a:uLnTx/>
                          <a:uFillTx/>
                          <a:latin typeface="+mn-ea"/>
                          <a:ea typeface="+mn-ea"/>
                          <a:cs typeface="+mn-cs"/>
                        </a:rPr>
                        <a:t>月調達</a:t>
                      </a:r>
                      <a:br>
                        <a:rPr kumimoji="1" lang="en-US" altLang="ja-JP" sz="1000" b="0" i="0" u="none" strike="noStrike" kern="1200" cap="none" spc="0" normalizeH="0" baseline="0" noProof="0">
                          <a:ln>
                            <a:noFill/>
                          </a:ln>
                          <a:solidFill>
                            <a:srgbClr val="000000"/>
                          </a:solidFill>
                          <a:effectLst/>
                          <a:uLnTx/>
                          <a:uFillTx/>
                          <a:latin typeface="+mn-ea"/>
                          <a:ea typeface="+mn-ea"/>
                          <a:cs typeface="+mn-cs"/>
                        </a:rPr>
                      </a:br>
                      <a:r>
                        <a:rPr kumimoji="1" lang="ja-JP" altLang="en-US" sz="1000" b="0" i="0" u="none" strike="noStrike" kern="1200" cap="none" spc="0" normalizeH="0" baseline="0" noProof="0">
                          <a:ln>
                            <a:noFill/>
                          </a:ln>
                          <a:solidFill>
                            <a:schemeClr val="tx1"/>
                          </a:solidFill>
                          <a:effectLst/>
                          <a:uLnTx/>
                          <a:uFillTx/>
                          <a:latin typeface="+mn-ea"/>
                          <a:ea typeface="+mn-ea"/>
                          <a:cs typeface="+mn-cs"/>
                        </a:rPr>
                        <a:t>予定</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E</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72000" marR="0" lvl="0" indent="-72000" algn="l" defTabSz="685673" rtl="0" eaLnBrk="1" fontAlgn="ctr" latinLnBrk="0" hangingPunct="1">
                        <a:lnSpc>
                          <a:spcPts val="1080"/>
                        </a:lnSpc>
                        <a:spcBef>
                          <a:spcPts val="0"/>
                        </a:spcBef>
                        <a:spcAft>
                          <a:spcPts val="0"/>
                        </a:spcAft>
                        <a:buClrTx/>
                        <a:buSzTx/>
                        <a:buFont typeface="Meiryo UI" panose="020B0604020202020204" pitchFamily="34" charset="0"/>
                        <a:buChar char="•"/>
                        <a:tabLst/>
                        <a:defRPr noProof="1"/>
                      </a:pPr>
                      <a:endParaRPr kumimoji="1" lang="en-US" altLang="ja-JP"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64938040"/>
                  </a:ext>
                </a:extLst>
              </a:tr>
              <a:tr h="348456">
                <a:tc>
                  <a:txBody>
                    <a:bodyPr/>
                    <a:lstStyle/>
                    <a:p>
                      <a:pPr marL="0" lvl="0" algn="ctr" defTabSz="685673" rtl="0" eaLnBrk="1" fontAlgn="ctr" latinLnBrk="0" hangingPunct="1">
                        <a:lnSpc>
                          <a:spcPts val="1080"/>
                        </a:lnSpc>
                        <a:spcBef>
                          <a:spcPts val="0"/>
                        </a:spcBef>
                        <a:buNone/>
                      </a:pPr>
                      <a:r>
                        <a:rPr kumimoji="1" lang="en-US" altLang="ja-JP" sz="1000" b="0" i="0" u="none" strike="noStrike" kern="1200" noProof="1">
                          <a:solidFill>
                            <a:schemeClr val="tx1"/>
                          </a:solidFill>
                          <a:effectLst/>
                          <a:latin typeface="+mn-ea"/>
                          <a:ea typeface="+mn-ea"/>
                          <a:cs typeface="+mn-cs"/>
                        </a:rPr>
                        <a:t>3</a:t>
                      </a: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algn="ctr" defTabSz="685673" rtl="0" eaLnBrk="1" latinLnBrk="0" hangingPunct="1">
                        <a:lnSpc>
                          <a:spcPts val="1080"/>
                        </a:lnSpc>
                        <a:spcBef>
                          <a:spcPts val="0"/>
                        </a:spcBef>
                        <a:buNone/>
                      </a:pPr>
                      <a:r>
                        <a:rPr kumimoji="1" lang="ja-JP" altLang="en-US" sz="1000" b="0" i="0" u="none" strike="noStrike" kern="1200" noProof="1">
                          <a:solidFill>
                            <a:schemeClr val="tx1"/>
                          </a:solidFill>
                          <a:effectLst/>
                          <a:latin typeface="+mn-ea"/>
                          <a:ea typeface="+mn-ea"/>
                          <a:cs typeface="+mn-cs"/>
                        </a:rPr>
                        <a:t>ー</a:t>
                      </a:r>
                      <a:endParaRPr kumimoji="1" lang="en-US" altLang="ja-JP" sz="1000" b="0" i="0" u="none" strike="noStrike" kern="1200" noProof="1">
                        <a:solidFill>
                          <a:schemeClr val="tx1"/>
                        </a:solidFill>
                        <a:effectLst/>
                        <a:latin typeface="+mn-ea"/>
                        <a:ea typeface="+mn-ea"/>
                        <a:cs typeface="+mn-cs"/>
                      </a:endParaRP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indent="0" algn="l" defTabSz="685673" rtl="0" eaLnBrk="1" latinLnBrk="0" hangingPunct="1">
                        <a:lnSpc>
                          <a:spcPts val="1080"/>
                        </a:lnSpc>
                        <a:spcBef>
                          <a:spcPts val="0"/>
                        </a:spcBef>
                        <a:buNone/>
                      </a:pPr>
                      <a:r>
                        <a:rPr kumimoji="1" lang="ja-JP" altLang="en-US" sz="1000" b="0" i="0" u="none" strike="noStrike" kern="1200" noProof="0">
                          <a:solidFill>
                            <a:schemeClr val="tx1"/>
                          </a:solidFill>
                          <a:effectLst/>
                          <a:latin typeface="+mn-ea"/>
                          <a:ea typeface="+mn-ea"/>
                          <a:cs typeface="+mn-cs"/>
                        </a:rPr>
                        <a:t>アクセンチュアの開発稼働支援(R8年度下半期)</a:t>
                      </a: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r>
                        <a:rPr kumimoji="1" lang="ja-JP" altLang="en-US" sz="1000" b="0" i="0" u="none" strike="noStrike" kern="1200" cap="none" spc="0" normalizeH="0" baseline="0" noProof="0">
                          <a:ln>
                            <a:noFill/>
                          </a:ln>
                          <a:solidFill>
                            <a:schemeClr val="tx1"/>
                          </a:solidFill>
                          <a:effectLst/>
                          <a:uLnTx/>
                          <a:uFillTx/>
                          <a:latin typeface="+mn-ea"/>
                          <a:ea typeface="+mn-ea"/>
                          <a:cs typeface="+mn-cs"/>
                        </a:rPr>
                        <a:t>ー</a:t>
                      </a:r>
                      <a:endParaRPr kumimoji="1" lang="en-US" altLang="ja-JP" sz="1000" b="0" i="0" u="none" strike="noStrike" kern="1200" cap="none" spc="0" normalizeH="0" baseline="0" noProof="0">
                        <a:ln>
                          <a:noFill/>
                        </a:ln>
                        <a:solidFill>
                          <a:schemeClr val="tx1"/>
                        </a:solidFill>
                        <a:effectLst/>
                        <a:uLnTx/>
                        <a:uFillTx/>
                        <a:latin typeface="+mn-ea"/>
                        <a:ea typeface="+mn-ea"/>
                        <a:cs typeface="Meiryo UI"/>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r>
                        <a:rPr kumimoji="1" lang="ja-JP" altLang="en-US" sz="1000" b="0" i="0" u="none" strike="noStrike" kern="1200" cap="none" spc="0" normalizeH="0" baseline="0" noProof="0">
                          <a:ln>
                            <a:noFill/>
                          </a:ln>
                          <a:solidFill>
                            <a:schemeClr val="tx1"/>
                          </a:solidFill>
                          <a:effectLst/>
                          <a:uLnTx/>
                          <a:uFillTx/>
                          <a:latin typeface="+mn-ea"/>
                          <a:ea typeface="+mn-ea"/>
                          <a:cs typeface="+mn-cs"/>
                        </a:rPr>
                        <a:t>完了</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r>
                        <a:rPr kumimoji="1" lang="ja-JP" altLang="en-US" sz="1000" b="0" i="0" u="none" strike="noStrike" kern="1200" cap="none" spc="0" normalizeH="0" baseline="0" noProof="0">
                          <a:ln>
                            <a:noFill/>
                          </a:ln>
                          <a:solidFill>
                            <a:schemeClr val="tx1"/>
                          </a:solidFill>
                          <a:effectLst/>
                          <a:uLnTx/>
                          <a:uFillTx/>
                          <a:latin typeface="+mn-ea"/>
                          <a:ea typeface="+mn-ea"/>
                          <a:cs typeface="+mn-cs"/>
                        </a:rPr>
                        <a:t>ー</a:t>
                      </a:r>
                      <a:endParaRPr kumimoji="1" lang="en-US" altLang="ja-JP"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72000" marR="0" lvl="0" indent="-72000" algn="l" defTabSz="685673" rtl="0" eaLnBrk="1" fontAlgn="ctr" latinLnBrk="0" hangingPunct="1">
                        <a:lnSpc>
                          <a:spcPts val="1080"/>
                        </a:lnSpc>
                        <a:spcBef>
                          <a:spcPts val="0"/>
                        </a:spcBef>
                        <a:spcAft>
                          <a:spcPts val="0"/>
                        </a:spcAft>
                        <a:buClrTx/>
                        <a:buSzTx/>
                        <a:buFont typeface="Meiryo UI" panose="020B0604020202020204" pitchFamily="34" charset="0"/>
                        <a:buChar char="•"/>
                        <a:tabLst/>
                        <a:defRPr noProof="1"/>
                      </a:pPr>
                      <a:endParaRPr kumimoji="1" lang="en-US" altLang="ja-JP"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828620868"/>
                  </a:ext>
                </a:extLst>
              </a:tr>
              <a:tr h="348456">
                <a:tc>
                  <a:txBody>
                    <a:bodyPr/>
                    <a:lstStyle/>
                    <a:p>
                      <a:pPr marL="0" lvl="0" algn="ctr" defTabSz="685673" rtl="0" eaLnBrk="1" fontAlgn="ctr" latinLnBrk="0" hangingPunct="1">
                        <a:lnSpc>
                          <a:spcPts val="1080"/>
                        </a:lnSpc>
                        <a:spcBef>
                          <a:spcPts val="0"/>
                        </a:spcBef>
                        <a:buNone/>
                      </a:pPr>
                      <a:r>
                        <a:rPr kumimoji="1" lang="en-US" altLang="ja-JP" sz="1000" b="0" i="0" u="none" strike="noStrike" kern="1200" noProof="1">
                          <a:solidFill>
                            <a:schemeClr val="tx1"/>
                          </a:solidFill>
                          <a:effectLst/>
                          <a:latin typeface="+mn-ea"/>
                          <a:ea typeface="+mn-ea"/>
                          <a:cs typeface="+mn-cs"/>
                        </a:rPr>
                        <a:t>4</a:t>
                      </a: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algn="ctr" defTabSz="685673" rtl="0" eaLnBrk="1" latinLnBrk="0" hangingPunct="1">
                        <a:lnSpc>
                          <a:spcPts val="1080"/>
                        </a:lnSpc>
                        <a:spcBef>
                          <a:spcPts val="0"/>
                        </a:spcBef>
                        <a:buNone/>
                      </a:pPr>
                      <a:r>
                        <a:rPr kumimoji="1" lang="ja-JP" altLang="en-US" sz="1000" b="0" i="0" u="none" strike="noStrike" kern="1200" noProof="1">
                          <a:solidFill>
                            <a:schemeClr val="tx1"/>
                          </a:solidFill>
                          <a:effectLst/>
                          <a:latin typeface="+mn-ea"/>
                          <a:ea typeface="+mn-ea"/>
                          <a:cs typeface="+mn-cs"/>
                        </a:rPr>
                        <a:t>ー</a:t>
                      </a:r>
                      <a:endParaRPr kumimoji="1" lang="en-US" altLang="ja-JP" sz="1000" b="0" i="0" u="none" strike="noStrike" kern="1200" noProof="1">
                        <a:solidFill>
                          <a:schemeClr val="tx1"/>
                        </a:solidFill>
                        <a:effectLst/>
                        <a:latin typeface="+mn-ea"/>
                        <a:ea typeface="+mn-ea"/>
                        <a:cs typeface="+mn-cs"/>
                      </a:endParaRP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indent="0" algn="l" defTabSz="685673" rtl="0" eaLnBrk="1" latinLnBrk="0" hangingPunct="1">
                        <a:lnSpc>
                          <a:spcPts val="1080"/>
                        </a:lnSpc>
                        <a:spcBef>
                          <a:spcPts val="0"/>
                        </a:spcBef>
                        <a:buNone/>
                      </a:pPr>
                      <a:r>
                        <a:rPr kumimoji="1" lang="ja-JP" altLang="en-US" sz="1000" b="0" i="0" u="none" strike="noStrike" kern="1200" noProof="0">
                          <a:solidFill>
                            <a:schemeClr val="tx1"/>
                          </a:solidFill>
                          <a:effectLst/>
                          <a:latin typeface="+mn-ea"/>
                          <a:ea typeface="+mn-ea"/>
                          <a:cs typeface="+mn-cs"/>
                        </a:rPr>
                        <a:t>フォーティエンスのモデル事業支援(R8年度12月以降)</a:t>
                      </a: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r>
                        <a:rPr kumimoji="1" lang="ja-JP" altLang="en-US" sz="1000" b="0" i="0" u="none" strike="noStrike" kern="1200" cap="none" spc="0" normalizeH="0" baseline="0" noProof="0">
                          <a:ln>
                            <a:noFill/>
                          </a:ln>
                          <a:solidFill>
                            <a:schemeClr val="tx1"/>
                          </a:solidFill>
                          <a:effectLst/>
                          <a:uLnTx/>
                          <a:uFillTx/>
                          <a:latin typeface="+mn-ea"/>
                          <a:ea typeface="+mn-ea"/>
                          <a:cs typeface="+mn-cs"/>
                        </a:rPr>
                        <a:t>ー</a:t>
                      </a:r>
                      <a:endParaRPr kumimoji="1" lang="en-US" altLang="ja-JP" sz="1000" b="0" i="0" u="none" strike="noStrike" kern="1200" cap="none" spc="0" normalizeH="0" baseline="0" noProof="0">
                        <a:ln>
                          <a:noFill/>
                        </a:ln>
                        <a:solidFill>
                          <a:schemeClr val="tx1"/>
                        </a:solidFill>
                        <a:effectLst/>
                        <a:uLnTx/>
                        <a:uFillTx/>
                        <a:latin typeface="+mn-ea"/>
                        <a:ea typeface="+mn-ea"/>
                        <a:cs typeface="Meiryo UI"/>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10</a:t>
                      </a:r>
                      <a:r>
                        <a:rPr kumimoji="1" lang="ja-JP" altLang="en-US" sz="1000" b="0" i="0" u="none" strike="noStrike" kern="1200" cap="none" spc="0" normalizeH="0" baseline="0" noProof="0">
                          <a:ln>
                            <a:noFill/>
                          </a:ln>
                          <a:solidFill>
                            <a:schemeClr val="tx1"/>
                          </a:solidFill>
                          <a:effectLst/>
                          <a:uLnTx/>
                          <a:uFillTx/>
                          <a:latin typeface="+mn-ea"/>
                          <a:ea typeface="+mn-ea"/>
                          <a:cs typeface="+mn-cs"/>
                        </a:rPr>
                        <a:t>月調達</a:t>
                      </a:r>
                      <a:br>
                        <a:rPr kumimoji="1" lang="en-US" altLang="ja-JP" sz="1000" b="0" i="0" u="none" strike="noStrike" kern="1200" cap="none" spc="0" normalizeH="0" baseline="0" noProof="0">
                          <a:ln>
                            <a:noFill/>
                          </a:ln>
                          <a:solidFill>
                            <a:srgbClr val="000000"/>
                          </a:solidFill>
                          <a:effectLst/>
                          <a:uLnTx/>
                          <a:uFillTx/>
                          <a:latin typeface="+mn-ea"/>
                          <a:ea typeface="+mn-ea"/>
                          <a:cs typeface="+mn-cs"/>
                        </a:rPr>
                      </a:br>
                      <a:r>
                        <a:rPr kumimoji="1" lang="ja-JP" altLang="en-US" sz="1000" b="0" i="0" u="none" strike="noStrike" kern="1200" cap="none" spc="0" normalizeH="0" baseline="0" noProof="0">
                          <a:ln>
                            <a:noFill/>
                          </a:ln>
                          <a:solidFill>
                            <a:schemeClr val="tx1"/>
                          </a:solidFill>
                          <a:effectLst/>
                          <a:uLnTx/>
                          <a:uFillTx/>
                          <a:latin typeface="+mn-ea"/>
                          <a:ea typeface="+mn-ea"/>
                          <a:cs typeface="+mn-cs"/>
                        </a:rPr>
                        <a:t>予定</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r>
                        <a:rPr kumimoji="1" lang="ja-JP" altLang="en-US" sz="1000" b="0" i="0" u="none" strike="noStrike" kern="1200" cap="none" spc="0" normalizeH="0" baseline="0" noProof="0">
                          <a:ln>
                            <a:noFill/>
                          </a:ln>
                          <a:solidFill>
                            <a:schemeClr val="tx1"/>
                          </a:solidFill>
                          <a:effectLst/>
                          <a:uLnTx/>
                          <a:uFillTx/>
                          <a:latin typeface="+mn-ea"/>
                          <a:ea typeface="+mn-ea"/>
                          <a:cs typeface="+mn-cs"/>
                        </a:rPr>
                        <a:t>ー</a:t>
                      </a:r>
                      <a:endParaRPr kumimoji="1" lang="en-US" altLang="ja-JP"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72000" marR="0" lvl="0" indent="-72000" algn="l" defTabSz="685673" rtl="0" eaLnBrk="1" fontAlgn="ctr" latinLnBrk="0" hangingPunct="1">
                        <a:lnSpc>
                          <a:spcPts val="1080"/>
                        </a:lnSpc>
                        <a:spcBef>
                          <a:spcPts val="0"/>
                        </a:spcBef>
                        <a:spcAft>
                          <a:spcPts val="0"/>
                        </a:spcAft>
                        <a:buClrTx/>
                        <a:buSzTx/>
                        <a:buFont typeface="Meiryo UI" panose="020B0604020202020204" pitchFamily="34" charset="0"/>
                        <a:buChar char="•"/>
                        <a:tabLst/>
                        <a:defRPr noProof="1"/>
                      </a:pPr>
                      <a:endParaRPr kumimoji="1" lang="en-US" altLang="ja-JP"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043459808"/>
                  </a:ext>
                </a:extLst>
              </a:tr>
            </a:tbl>
          </a:graphicData>
        </a:graphic>
      </p:graphicFrame>
      <p:sp>
        <p:nvSpPr>
          <p:cNvPr id="18" name="テキスト ボックス 17">
            <a:extLst>
              <a:ext uri="{FF2B5EF4-FFF2-40B4-BE49-F238E27FC236}">
                <a16:creationId xmlns:a16="http://schemas.microsoft.com/office/drawing/2014/main" id="{6DD98E58-36E5-7AC4-49A3-1CDE327EFF3E}"/>
              </a:ext>
            </a:extLst>
          </p:cNvPr>
          <p:cNvSpPr txBox="1"/>
          <p:nvPr/>
        </p:nvSpPr>
        <p:spPr>
          <a:xfrm>
            <a:off x="507002" y="4516329"/>
            <a:ext cx="2841640" cy="216000"/>
          </a:xfrm>
          <a:prstGeom prst="roundRect">
            <a:avLst/>
          </a:prstGeom>
          <a:solidFill>
            <a:schemeClr val="tx2"/>
          </a:solidFill>
        </p:spPr>
        <p:txBody>
          <a:bodyPr wrap="square" rtlCol="0" anchor="ctr">
            <a:noAutofit/>
          </a:bodyPr>
          <a:lstStyle>
            <a:defPPr>
              <a:defRPr lang="ja-JP" noProof="1"/>
            </a:defPPr>
            <a:lvl1pPr>
              <a:defRPr sz="1400" noProof="1">
                <a:solidFill>
                  <a:schemeClr val="bg1"/>
                </a:solidFill>
                <a:latin typeface="+mj-lt"/>
                <a:ea typeface="Meiryo UI" panose="020B0604030504040204" pitchFamily="50" charset="-128"/>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0" normalizeH="0" baseline="0" noProof="1">
                <a:ln>
                  <a:noFill/>
                </a:ln>
                <a:solidFill>
                  <a:prstClr val="white"/>
                </a:solidFill>
                <a:effectLst/>
                <a:uLnTx/>
                <a:uFillTx/>
                <a:latin typeface="Arial"/>
                <a:ea typeface="Meiryo UI" panose="020B0604030504040204" pitchFamily="50" charset="-128"/>
                <a:cs typeface="+mn-cs"/>
              </a:rPr>
              <a:t>その他</a:t>
            </a:r>
            <a:r>
              <a:rPr kumimoji="1" lang="en-US" altLang="ja-JP" sz="1050" b="0" i="0" u="none" strike="noStrike" kern="1200" cap="none" spc="0" normalizeH="0" baseline="0" noProof="1">
                <a:ln>
                  <a:noFill/>
                </a:ln>
                <a:solidFill>
                  <a:prstClr val="white"/>
                </a:solidFill>
                <a:effectLst/>
                <a:uLnTx/>
                <a:uFillTx/>
                <a:latin typeface="Arial"/>
                <a:ea typeface="Meiryo UI" panose="020B0604030504040204" pitchFamily="50" charset="-128"/>
                <a:cs typeface="+mn-cs"/>
              </a:rPr>
              <a:t>:</a:t>
            </a:r>
            <a:r>
              <a:rPr kumimoji="1" lang="ja-JP" altLang="en-US" sz="1050" b="0" i="0" u="none" strike="noStrike" kern="1200" cap="none" spc="0" normalizeH="0" baseline="0" noProof="1">
                <a:ln>
                  <a:noFill/>
                </a:ln>
                <a:solidFill>
                  <a:prstClr val="white"/>
                </a:solidFill>
                <a:effectLst/>
                <a:uLnTx/>
                <a:uFillTx/>
                <a:latin typeface="Arial"/>
                <a:ea typeface="Meiryo UI" panose="020B0604030504040204" pitchFamily="50" charset="-128"/>
                <a:cs typeface="+mn-cs"/>
              </a:rPr>
              <a:t>リリース時期未定・調整中の案件の一覧</a:t>
            </a:r>
          </a:p>
        </p:txBody>
      </p:sp>
    </p:spTree>
    <p:extLst>
      <p:ext uri="{BB962C8B-B14F-4D97-AF65-F5344CB8AC3E}">
        <p14:creationId xmlns:p14="http://schemas.microsoft.com/office/powerpoint/2010/main" val="37273157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32008-C56D-0B03-1962-282ED2A54F6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EB26C0E-5E7E-52AC-4494-48D271CA61FD}"/>
              </a:ext>
            </a:extLst>
          </p:cNvPr>
          <p:cNvSpPr>
            <a:spLocks noGrp="1"/>
          </p:cNvSpPr>
          <p:nvPr>
            <p:ph type="title"/>
          </p:nvPr>
        </p:nvSpPr>
        <p:spPr/>
        <p:txBody>
          <a:bodyPr vert="horz"/>
          <a:lstStyle/>
          <a:p>
            <a:r>
              <a:rPr lang="en-US" altLang="ja-JP" sz="1800" kern="1200" noProof="1">
                <a:solidFill>
                  <a:srgbClr val="324F71"/>
                </a:solidFill>
              </a:rPr>
              <a:t>3</a:t>
            </a:r>
            <a:r>
              <a:rPr lang="ja-JP" altLang="en-US" sz="1800" kern="1200" noProof="1">
                <a:solidFill>
                  <a:srgbClr val="324F71"/>
                </a:solidFill>
              </a:rPr>
              <a:t>．令和</a:t>
            </a:r>
            <a:r>
              <a:rPr lang="en-US" altLang="ja-JP" sz="1800" kern="1200" noProof="1">
                <a:solidFill>
                  <a:srgbClr val="324F71"/>
                </a:solidFill>
              </a:rPr>
              <a:t>8</a:t>
            </a:r>
            <a:r>
              <a:rPr lang="ja-JP" altLang="en-US" sz="1800" kern="1200" noProof="1">
                <a:solidFill>
                  <a:srgbClr val="324F71"/>
                </a:solidFill>
              </a:rPr>
              <a:t>年度案件の概況</a:t>
            </a:r>
            <a:br>
              <a:rPr lang="en-US" altLang="ja-JP" sz="1800" kern="1200" noProof="1">
                <a:solidFill>
                  <a:srgbClr val="324F71"/>
                </a:solidFill>
              </a:rPr>
            </a:br>
            <a:r>
              <a:rPr lang="ja-JP" altLang="en-US" sz="1800" kern="1200" noProof="1">
                <a:solidFill>
                  <a:srgbClr val="324F71"/>
                </a:solidFill>
              </a:rPr>
              <a:t>参考：</a:t>
            </a:r>
            <a:r>
              <a:rPr kumimoji="1" lang="en-US" altLang="ja-JP" sz="1800" noProof="1">
                <a:solidFill>
                  <a:srgbClr val="324F71"/>
                </a:solidFill>
              </a:rPr>
              <a:t>DX</a:t>
            </a:r>
            <a:r>
              <a:rPr kumimoji="1" lang="ja-JP" altLang="en-US" sz="1800" noProof="1">
                <a:solidFill>
                  <a:srgbClr val="324F71"/>
                </a:solidFill>
              </a:rPr>
              <a:t>機構チーム体制(</a:t>
            </a:r>
            <a:r>
              <a:rPr kumimoji="1" lang="en-US" altLang="ja-JP" sz="1800" noProof="1">
                <a:solidFill>
                  <a:srgbClr val="324F71"/>
                </a:solidFill>
              </a:rPr>
              <a:t>2026</a:t>
            </a:r>
            <a:r>
              <a:rPr kumimoji="1" lang="ja-JP" altLang="en-US" sz="1800" noProof="1">
                <a:solidFill>
                  <a:srgbClr val="324F71"/>
                </a:solidFill>
              </a:rPr>
              <a:t>年</a:t>
            </a:r>
            <a:r>
              <a:rPr lang="en-US" altLang="ja-JP" sz="1800" noProof="1">
                <a:solidFill>
                  <a:srgbClr val="324F71"/>
                </a:solidFill>
              </a:rPr>
              <a:t>10</a:t>
            </a:r>
            <a:r>
              <a:rPr kumimoji="1" lang="ja-JP" altLang="en-US" sz="1800" noProof="1">
                <a:solidFill>
                  <a:srgbClr val="324F71"/>
                </a:solidFill>
              </a:rPr>
              <a:t>月～)</a:t>
            </a:r>
          </a:p>
        </p:txBody>
      </p:sp>
      <p:graphicFrame>
        <p:nvGraphicFramePr>
          <p:cNvPr id="5" name="表 4">
            <a:extLst>
              <a:ext uri="{FF2B5EF4-FFF2-40B4-BE49-F238E27FC236}">
                <a16:creationId xmlns:a16="http://schemas.microsoft.com/office/drawing/2014/main" id="{67BA55E6-BD9A-6849-6231-130413677CB1}"/>
              </a:ext>
            </a:extLst>
          </p:cNvPr>
          <p:cNvGraphicFramePr>
            <a:graphicFrameLocks noGrp="1"/>
          </p:cNvGraphicFramePr>
          <p:nvPr>
            <p:extLst>
              <p:ext uri="{D42A27DB-BD31-4B8C-83A1-F6EECF244321}">
                <p14:modId xmlns:p14="http://schemas.microsoft.com/office/powerpoint/2010/main" val="1466587331"/>
              </p:ext>
            </p:extLst>
          </p:nvPr>
        </p:nvGraphicFramePr>
        <p:xfrm>
          <a:off x="831124" y="2258067"/>
          <a:ext cx="8243753" cy="3199667"/>
        </p:xfrm>
        <a:graphic>
          <a:graphicData uri="http://schemas.openxmlformats.org/drawingml/2006/table">
            <a:tbl>
              <a:tblPr firstRow="1" bandRow="1">
                <a:tableStyleId>{5C22544A-7EE6-4342-B048-85BDC9FD1C3A}</a:tableStyleId>
              </a:tblPr>
              <a:tblGrid>
                <a:gridCol w="588280">
                  <a:extLst>
                    <a:ext uri="{9D8B030D-6E8A-4147-A177-3AD203B41FA5}">
                      <a16:colId xmlns:a16="http://schemas.microsoft.com/office/drawing/2014/main" val="2101549305"/>
                    </a:ext>
                  </a:extLst>
                </a:gridCol>
                <a:gridCol w="3458125">
                  <a:extLst>
                    <a:ext uri="{9D8B030D-6E8A-4147-A177-3AD203B41FA5}">
                      <a16:colId xmlns:a16="http://schemas.microsoft.com/office/drawing/2014/main" val="4255713497"/>
                    </a:ext>
                  </a:extLst>
                </a:gridCol>
                <a:gridCol w="802796">
                  <a:extLst>
                    <a:ext uri="{9D8B030D-6E8A-4147-A177-3AD203B41FA5}">
                      <a16:colId xmlns:a16="http://schemas.microsoft.com/office/drawing/2014/main" val="2299355979"/>
                    </a:ext>
                  </a:extLst>
                </a:gridCol>
                <a:gridCol w="848638">
                  <a:extLst>
                    <a:ext uri="{9D8B030D-6E8A-4147-A177-3AD203B41FA5}">
                      <a16:colId xmlns:a16="http://schemas.microsoft.com/office/drawing/2014/main" val="2885414043"/>
                    </a:ext>
                  </a:extLst>
                </a:gridCol>
                <a:gridCol w="848638">
                  <a:extLst>
                    <a:ext uri="{9D8B030D-6E8A-4147-A177-3AD203B41FA5}">
                      <a16:colId xmlns:a16="http://schemas.microsoft.com/office/drawing/2014/main" val="2555341077"/>
                    </a:ext>
                  </a:extLst>
                </a:gridCol>
                <a:gridCol w="848638">
                  <a:extLst>
                    <a:ext uri="{9D8B030D-6E8A-4147-A177-3AD203B41FA5}">
                      <a16:colId xmlns:a16="http://schemas.microsoft.com/office/drawing/2014/main" val="3799423361"/>
                    </a:ext>
                  </a:extLst>
                </a:gridCol>
                <a:gridCol w="848638">
                  <a:extLst>
                    <a:ext uri="{9D8B030D-6E8A-4147-A177-3AD203B41FA5}">
                      <a16:colId xmlns:a16="http://schemas.microsoft.com/office/drawing/2014/main" val="1169573880"/>
                    </a:ext>
                  </a:extLst>
                </a:gridCol>
              </a:tblGrid>
              <a:tr h="346516">
                <a:tc>
                  <a:txBody>
                    <a:bodyPr/>
                    <a:lstStyle/>
                    <a:p>
                      <a:pPr algn="ctr">
                        <a:spcBef>
                          <a:spcPts val="300"/>
                        </a:spcBef>
                      </a:pPr>
                      <a:r>
                        <a:rPr kumimoji="1" lang="ja-JP" altLang="en-US" sz="1000" b="1" i="0" kern="1200" noProof="1">
                          <a:solidFill>
                            <a:schemeClr val="lt1"/>
                          </a:solidFill>
                          <a:effectLst/>
                          <a:latin typeface="+mj-ea"/>
                          <a:ea typeface="+mj-ea"/>
                          <a:cs typeface="+mn-cs"/>
                        </a:rPr>
                        <a:t>チーム名</a:t>
                      </a:r>
                      <a:endParaRPr kumimoji="1" lang="ja-JP" altLang="en-US" sz="1000" b="1" noProof="1">
                        <a:latin typeface="+mj-ea"/>
                        <a:ea typeface="+mj-ea"/>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algn="ctr">
                        <a:spcBef>
                          <a:spcPts val="300"/>
                        </a:spcBef>
                      </a:pPr>
                      <a:r>
                        <a:rPr kumimoji="1" lang="ja-JP" altLang="en-US" sz="1000" noProof="1">
                          <a:latin typeface="+mj-ea"/>
                          <a:ea typeface="+mj-ea"/>
                        </a:rPr>
                        <a:t>担当</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algn="ctr">
                        <a:spcBef>
                          <a:spcPts val="300"/>
                        </a:spcBef>
                      </a:pPr>
                      <a:r>
                        <a:rPr kumimoji="1" lang="ja-JP" altLang="en-US" sz="1000" noProof="1">
                          <a:latin typeface="+mj-ea"/>
                          <a:ea typeface="+mj-ea"/>
                        </a:rPr>
                        <a:t>リーダー</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gridSpan="4">
                  <a:txBody>
                    <a:bodyPr/>
                    <a:lstStyle/>
                    <a:p>
                      <a:pPr algn="ctr">
                        <a:spcBef>
                          <a:spcPts val="300"/>
                        </a:spcBef>
                      </a:pPr>
                      <a:r>
                        <a:rPr kumimoji="1" lang="ja-JP" altLang="en-US" sz="1000" b="1" kern="1200" noProof="1">
                          <a:solidFill>
                            <a:schemeClr val="lt1"/>
                          </a:solidFill>
                          <a:latin typeface="+mj-ea"/>
                          <a:ea typeface="+mj-ea"/>
                          <a:cs typeface="+mn-cs"/>
                        </a:rPr>
                        <a:t>メンバ</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hMerge="1">
                  <a:txBody>
                    <a:bodyPr/>
                    <a:lstStyle/>
                    <a:p>
                      <a:pPr algn="ctr">
                        <a:spcBef>
                          <a:spcPts val="300"/>
                        </a:spcBef>
                      </a:pPr>
                      <a:endParaRPr kumimoji="1" lang="ja-JP" altLang="en-US" sz="1000" noProof="1">
                        <a:latin typeface="+mj-ea"/>
                        <a:ea typeface="+mj-ea"/>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hMerge="1">
                  <a:txBody>
                    <a:bodyPr/>
                    <a:lstStyle/>
                    <a:p>
                      <a:pPr algn="ctr">
                        <a:spcBef>
                          <a:spcPts val="300"/>
                        </a:spcBef>
                      </a:pPr>
                      <a:endParaRPr kumimoji="1" lang="ja-JP" altLang="en-US" sz="1000" noProof="1">
                        <a:latin typeface="+mj-ea"/>
                        <a:ea typeface="+mj-ea"/>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hMerge="1">
                  <a:txBody>
                    <a:bodyPr/>
                    <a:lstStyle/>
                    <a:p>
                      <a:pPr algn="ctr">
                        <a:spcBef>
                          <a:spcPts val="300"/>
                        </a:spcBef>
                      </a:pPr>
                      <a:endParaRPr kumimoji="1" lang="ja-JP" altLang="en-US" sz="1000" b="1" kern="1200" noProof="1">
                        <a:solidFill>
                          <a:schemeClr val="lt1"/>
                        </a:solidFill>
                        <a:latin typeface="+mj-ea"/>
                        <a:ea typeface="+mj-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3583684863"/>
                  </a:ext>
                </a:extLst>
              </a:tr>
              <a:tr h="407593">
                <a:tc>
                  <a:txBody>
                    <a:bodyPr/>
                    <a:lstStyle/>
                    <a:p>
                      <a:pPr algn="ctr">
                        <a:buNone/>
                      </a:pPr>
                      <a:r>
                        <a:rPr lang="en-US" sz="1000" noProof="1">
                          <a:solidFill>
                            <a:schemeClr val="tx1"/>
                          </a:solidFill>
                          <a:effectLst/>
                          <a:latin typeface="+mj-ea"/>
                          <a:ea typeface="+mj-ea"/>
                        </a:rPr>
                        <a:t>A</a:t>
                      </a:r>
                    </a:p>
                  </a:txBody>
                  <a:tcPr marL="82550" marR="82550" marT="38100" marB="381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buNone/>
                      </a:pPr>
                      <a:r>
                        <a:rPr lang="ja-JP" altLang="en-US" sz="1000" noProof="1">
                          <a:solidFill>
                            <a:schemeClr val="tx1"/>
                          </a:solidFill>
                          <a:effectLst/>
                          <a:latin typeface="+mj-ea"/>
                          <a:ea typeface="+mj-ea"/>
                        </a:rPr>
                        <a:t>マスター、ポータル、健診、ドキュメント管理とりまとめ、利用申請（委託契約対応含む）</a:t>
                      </a:r>
                    </a:p>
                  </a:txBody>
                  <a:tcPr marL="82550" marR="82550" marT="38100" marB="381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lang="ja-JP" altLang="en-US" sz="1000" noProof="1">
                          <a:solidFill>
                            <a:schemeClr val="tx1"/>
                          </a:solidFill>
                          <a:effectLst/>
                          <a:latin typeface="+mj-ea"/>
                          <a:ea typeface="+mj-ea"/>
                        </a:rPr>
                        <a:t>大野</a:t>
                      </a:r>
                    </a:p>
                  </a:txBody>
                  <a:tcPr marL="82550" marR="82550" marT="38100" marB="381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lang="ja-JP" altLang="en-US" sz="1000" noProof="1">
                          <a:solidFill>
                            <a:schemeClr val="tx1"/>
                          </a:solidFill>
                          <a:effectLst/>
                          <a:latin typeface="+mj-ea"/>
                          <a:ea typeface="+mj-ea"/>
                        </a:rPr>
                        <a:t>山舗</a:t>
                      </a:r>
                      <a:endParaRPr lang="en-US" altLang="ja-JP" sz="1000" noProof="1">
                        <a:solidFill>
                          <a:schemeClr val="tx1"/>
                        </a:solidFill>
                        <a:effectLst/>
                        <a:latin typeface="+mj-ea"/>
                        <a:ea typeface="+mj-ea"/>
                      </a:endParaRPr>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lang="ja-JP" altLang="en-US" sz="1000" noProof="1">
                          <a:solidFill>
                            <a:schemeClr val="tx1"/>
                          </a:solidFill>
                          <a:effectLst/>
                          <a:latin typeface="+mj-ea"/>
                          <a:ea typeface="+mj-ea"/>
                        </a:rPr>
                        <a:t>齋藤</a:t>
                      </a:r>
                      <a:endParaRPr lang="en-US" altLang="ja-JP" sz="1000" noProof="1">
                        <a:solidFill>
                          <a:schemeClr val="tx1"/>
                        </a:solidFill>
                        <a:effectLst/>
                        <a:latin typeface="+mj-ea"/>
                        <a:ea typeface="+mj-ea"/>
                      </a:endParaRPr>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lang="ja-JP" altLang="en-US" sz="1000" noProof="1">
                          <a:solidFill>
                            <a:schemeClr val="tx1"/>
                          </a:solidFill>
                          <a:effectLst/>
                          <a:latin typeface="+mj-ea"/>
                          <a:ea typeface="+mj-ea"/>
                        </a:rPr>
                        <a:t>高野</a:t>
                      </a:r>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kumimoji="1" lang="ja-JP" altLang="en-US" sz="1000" b="0" i="0" u="none" strike="noStrike" kern="1200" cap="none" spc="0" normalizeH="0" baseline="0" noProof="0">
                          <a:ln>
                            <a:noFill/>
                          </a:ln>
                          <a:solidFill>
                            <a:prstClr val="black"/>
                          </a:solidFill>
                          <a:effectLst/>
                          <a:uLnTx/>
                          <a:uFillTx/>
                          <a:latin typeface="Meiryo UI"/>
                          <a:ea typeface="+mn-ea"/>
                          <a:cs typeface="+mn-cs"/>
                        </a:rPr>
                        <a:t>ー</a:t>
                      </a:r>
                      <a:endParaRPr lang="ja-JP" altLang="en-US" sz="1000" noProof="1">
                        <a:solidFill>
                          <a:schemeClr val="tx1"/>
                        </a:solidFill>
                        <a:effectLst/>
                        <a:latin typeface="+mj-ea"/>
                        <a:ea typeface="+mj-ea"/>
                      </a:endParaRPr>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832582573"/>
                  </a:ext>
                </a:extLst>
              </a:tr>
              <a:tr h="407593">
                <a:tc>
                  <a:txBody>
                    <a:bodyPr/>
                    <a:lstStyle/>
                    <a:p>
                      <a:pPr algn="ctr">
                        <a:buNone/>
                      </a:pPr>
                      <a:r>
                        <a:rPr lang="en-US" sz="1000" noProof="1">
                          <a:solidFill>
                            <a:schemeClr val="tx1"/>
                          </a:solidFill>
                          <a:effectLst/>
                          <a:latin typeface="+mj-ea"/>
                          <a:ea typeface="+mj-ea"/>
                        </a:rPr>
                        <a:t>B</a:t>
                      </a:r>
                    </a:p>
                  </a:txBody>
                  <a:tcPr marL="82550" marR="82550" marT="38100" marB="381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buNone/>
                      </a:pPr>
                      <a:r>
                        <a:rPr lang="en-US" altLang="ja-JP" sz="1000" noProof="1">
                          <a:solidFill>
                            <a:schemeClr val="tx1"/>
                          </a:solidFill>
                          <a:effectLst/>
                          <a:latin typeface="+mj-ea"/>
                          <a:ea typeface="+mj-ea"/>
                        </a:rPr>
                        <a:t>FHIR</a:t>
                      </a:r>
                      <a:r>
                        <a:rPr lang="ja-JP" altLang="en-US" sz="1000" noProof="1">
                          <a:solidFill>
                            <a:schemeClr val="tx1"/>
                          </a:solidFill>
                          <a:effectLst/>
                          <a:latin typeface="+mj-ea"/>
                          <a:ea typeface="+mj-ea"/>
                        </a:rPr>
                        <a:t>関連（アドオンチェック）、障害対応、ベンダ作業申請、受入テスト（テスト資材含む）とりまとめ</a:t>
                      </a:r>
                    </a:p>
                  </a:txBody>
                  <a:tcPr marL="82550" marR="82550" marT="38100" marB="381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lang="ja-JP" altLang="en-US" sz="1000" noProof="1">
                          <a:solidFill>
                            <a:schemeClr val="tx1"/>
                          </a:solidFill>
                          <a:effectLst/>
                          <a:latin typeface="+mj-ea"/>
                          <a:ea typeface="+mj-ea"/>
                        </a:rPr>
                        <a:t>山本</a:t>
                      </a:r>
                      <a:r>
                        <a:rPr lang="en-US" altLang="ja-JP" sz="1000" noProof="1">
                          <a:solidFill>
                            <a:schemeClr val="tx1"/>
                          </a:solidFill>
                          <a:effectLst/>
                          <a:latin typeface="+mj-ea"/>
                          <a:ea typeface="+mj-ea"/>
                        </a:rPr>
                        <a:t>(</a:t>
                      </a:r>
                      <a:r>
                        <a:rPr lang="ja-JP" altLang="en-US" sz="1000" noProof="1">
                          <a:solidFill>
                            <a:schemeClr val="tx1"/>
                          </a:solidFill>
                          <a:effectLst/>
                          <a:latin typeface="+mj-ea"/>
                          <a:ea typeface="+mj-ea"/>
                        </a:rPr>
                        <a:t>晃</a:t>
                      </a:r>
                      <a:r>
                        <a:rPr lang="en-US" altLang="ja-JP" sz="1000" noProof="1">
                          <a:solidFill>
                            <a:schemeClr val="tx1"/>
                          </a:solidFill>
                          <a:effectLst/>
                          <a:latin typeface="+mj-ea"/>
                          <a:ea typeface="+mj-ea"/>
                        </a:rPr>
                        <a:t>)</a:t>
                      </a:r>
                    </a:p>
                  </a:txBody>
                  <a:tcPr marL="82550" marR="82550" marT="38100" marB="381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lang="ja-JP" altLang="en-US" sz="1000" noProof="1">
                          <a:solidFill>
                            <a:schemeClr val="tx1"/>
                          </a:solidFill>
                          <a:effectLst/>
                          <a:latin typeface="+mj-ea"/>
                          <a:ea typeface="+mj-ea"/>
                        </a:rPr>
                        <a:t>熊田</a:t>
                      </a:r>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lang="ja-JP" altLang="en-US" sz="1000" noProof="1">
                          <a:solidFill>
                            <a:schemeClr val="tx1"/>
                          </a:solidFill>
                          <a:effectLst/>
                          <a:latin typeface="+mj-ea"/>
                          <a:ea typeface="+mj-ea"/>
                        </a:rPr>
                        <a:t>芳原</a:t>
                      </a:r>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lang="zh-TW" altLang="en-US" sz="1000" noProof="1">
                          <a:solidFill>
                            <a:schemeClr val="tx1"/>
                          </a:solidFill>
                          <a:effectLst/>
                          <a:latin typeface="+mj-ea"/>
                          <a:ea typeface="+mj-ea"/>
                        </a:rPr>
                        <a:t>欠員１</a:t>
                      </a:r>
                      <a:endParaRPr lang="en-US" altLang="zh-TW" sz="1000" noProof="1">
                        <a:solidFill>
                          <a:schemeClr val="tx1"/>
                        </a:solidFill>
                        <a:effectLst/>
                        <a:latin typeface="+mj-ea"/>
                        <a:ea typeface="+mj-ea"/>
                      </a:endParaRPr>
                    </a:p>
                    <a:p>
                      <a:pPr algn="ctr">
                        <a:buNone/>
                      </a:pPr>
                      <a:r>
                        <a:rPr lang="zh-TW" altLang="en-US" sz="1000" noProof="1">
                          <a:solidFill>
                            <a:schemeClr val="tx1"/>
                          </a:solidFill>
                          <a:effectLst/>
                          <a:latin typeface="+mj-ea"/>
                          <a:ea typeface="+mj-ea"/>
                        </a:rPr>
                        <a:t>（</a:t>
                      </a:r>
                      <a:r>
                        <a:rPr lang="en-US" altLang="zh-TW" sz="1000" noProof="1">
                          <a:solidFill>
                            <a:schemeClr val="tx1"/>
                          </a:solidFill>
                          <a:effectLst/>
                          <a:latin typeface="+mj-ea"/>
                          <a:ea typeface="+mj-ea"/>
                        </a:rPr>
                        <a:t>11</a:t>
                      </a:r>
                      <a:r>
                        <a:rPr lang="zh-TW" altLang="en-US" sz="1000" noProof="1">
                          <a:solidFill>
                            <a:schemeClr val="tx1"/>
                          </a:solidFill>
                          <a:effectLst/>
                          <a:latin typeface="+mj-ea"/>
                          <a:ea typeface="+mj-ea"/>
                        </a:rPr>
                        <a:t>月予定）</a:t>
                      </a:r>
                      <a:endParaRPr lang="ja-JP" altLang="en-US" sz="1000" noProof="1">
                        <a:solidFill>
                          <a:schemeClr val="tx1"/>
                        </a:solidFill>
                        <a:effectLst/>
                        <a:latin typeface="+mj-ea"/>
                        <a:ea typeface="+mj-ea"/>
                      </a:endParaRPr>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auto" latinLnBrk="0" hangingPunct="1">
                        <a:lnSpc>
                          <a:spcPct val="100000"/>
                        </a:lnSpc>
                        <a:spcBef>
                          <a:spcPts val="0"/>
                        </a:spcBef>
                        <a:spcAft>
                          <a:spcPts val="0"/>
                        </a:spcAft>
                        <a:buClrTx/>
                        <a:buSzTx/>
                        <a:buFontTx/>
                        <a:buNone/>
                        <a:tabLst/>
                        <a:defRPr noProof="1"/>
                      </a:pPr>
                      <a:r>
                        <a:rPr kumimoji="1" lang="ja-JP" altLang="en-US" sz="1000" kern="1200" noProof="1">
                          <a:solidFill>
                            <a:schemeClr val="tx1"/>
                          </a:solidFill>
                          <a:effectLst/>
                          <a:latin typeface="+mj-ea"/>
                          <a:ea typeface="+mn-ea"/>
                          <a:cs typeface="+mn-cs"/>
                        </a:rPr>
                        <a:t>ー</a:t>
                      </a:r>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4248863900"/>
                  </a:ext>
                </a:extLst>
              </a:tr>
              <a:tr h="407593">
                <a:tc>
                  <a:txBody>
                    <a:bodyPr/>
                    <a:lstStyle/>
                    <a:p>
                      <a:pPr algn="ctr">
                        <a:buNone/>
                      </a:pPr>
                      <a:r>
                        <a:rPr lang="en-US" sz="1000" noProof="1">
                          <a:solidFill>
                            <a:schemeClr val="tx1"/>
                          </a:solidFill>
                          <a:effectLst/>
                          <a:latin typeface="+mj-ea"/>
                          <a:ea typeface="+mj-ea"/>
                        </a:rPr>
                        <a:t>B’</a:t>
                      </a:r>
                    </a:p>
                  </a:txBody>
                  <a:tcPr marL="82550" marR="82550" marT="38100" marB="381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buNone/>
                      </a:pPr>
                      <a:r>
                        <a:rPr lang="ja-JP" altLang="en-US" sz="1000" noProof="1">
                          <a:solidFill>
                            <a:schemeClr val="tx1"/>
                          </a:solidFill>
                          <a:effectLst/>
                          <a:latin typeface="+mj-ea"/>
                          <a:ea typeface="+mj-ea"/>
                        </a:rPr>
                        <a:t>介護連携</a:t>
                      </a:r>
                    </a:p>
                  </a:txBody>
                  <a:tcPr marL="82550" marR="82550" marT="38100" marB="381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auto" latinLnBrk="0" hangingPunct="1">
                        <a:lnSpc>
                          <a:spcPct val="100000"/>
                        </a:lnSpc>
                        <a:spcBef>
                          <a:spcPts val="0"/>
                        </a:spcBef>
                        <a:spcAft>
                          <a:spcPts val="0"/>
                        </a:spcAft>
                        <a:buClrTx/>
                        <a:buSzTx/>
                        <a:buFontTx/>
                        <a:buNone/>
                        <a:tabLst/>
                        <a:defRPr/>
                      </a:pPr>
                      <a:r>
                        <a:rPr kumimoji="1" lang="ja-JP" altLang="en-US" sz="1000" kern="1200" noProof="1">
                          <a:solidFill>
                            <a:schemeClr val="tx1"/>
                          </a:solidFill>
                          <a:effectLst/>
                          <a:latin typeface="+mj-ea"/>
                          <a:ea typeface="+mn-ea"/>
                          <a:cs typeface="+mn-cs"/>
                        </a:rPr>
                        <a:t>山本</a:t>
                      </a:r>
                      <a:r>
                        <a:rPr kumimoji="1" lang="en-US" altLang="ja-JP" sz="1000" kern="1200" noProof="1">
                          <a:solidFill>
                            <a:schemeClr val="tx1"/>
                          </a:solidFill>
                          <a:effectLst/>
                          <a:latin typeface="+mj-ea"/>
                          <a:ea typeface="+mn-ea"/>
                          <a:cs typeface="+mn-cs"/>
                        </a:rPr>
                        <a:t>(</a:t>
                      </a:r>
                      <a:r>
                        <a:rPr kumimoji="1" lang="ja-JP" altLang="en-US" sz="1000" kern="1200" noProof="1">
                          <a:solidFill>
                            <a:schemeClr val="tx1"/>
                          </a:solidFill>
                          <a:effectLst/>
                          <a:latin typeface="+mj-ea"/>
                          <a:ea typeface="+mn-ea"/>
                          <a:cs typeface="+mn-cs"/>
                        </a:rPr>
                        <a:t>晃</a:t>
                      </a:r>
                      <a:r>
                        <a:rPr kumimoji="1" lang="en-US" altLang="ja-JP" sz="1000" kern="1200" noProof="1">
                          <a:solidFill>
                            <a:schemeClr val="tx1"/>
                          </a:solidFill>
                          <a:effectLst/>
                          <a:latin typeface="+mj-ea"/>
                          <a:ea typeface="+mn-ea"/>
                          <a:cs typeface="+mn-cs"/>
                        </a:rPr>
                        <a:t>)</a:t>
                      </a:r>
                    </a:p>
                    <a:p>
                      <a:pPr marL="0" marR="0" lvl="0" indent="0" algn="ctr" defTabSz="685673" rtl="0" eaLnBrk="1" fontAlgn="auto" latinLnBrk="0" hangingPunct="1">
                        <a:lnSpc>
                          <a:spcPct val="100000"/>
                        </a:lnSpc>
                        <a:spcBef>
                          <a:spcPts val="0"/>
                        </a:spcBef>
                        <a:spcAft>
                          <a:spcPts val="0"/>
                        </a:spcAft>
                        <a:buClrTx/>
                        <a:buSzTx/>
                        <a:buFontTx/>
                        <a:buNone/>
                        <a:tabLst/>
                        <a:defRPr/>
                      </a:pPr>
                      <a:r>
                        <a:rPr kumimoji="1" lang="ja-JP" altLang="en-US" sz="1000" kern="1200" noProof="1">
                          <a:solidFill>
                            <a:schemeClr val="tx1"/>
                          </a:solidFill>
                          <a:effectLst/>
                          <a:latin typeface="+mj-ea"/>
                          <a:ea typeface="+mn-ea"/>
                          <a:cs typeface="+mn-cs"/>
                        </a:rPr>
                        <a:t>（兼務）</a:t>
                      </a:r>
                      <a:endParaRPr kumimoji="1" lang="en-US" altLang="ja-JP" sz="1000" kern="1200" noProof="1">
                        <a:solidFill>
                          <a:schemeClr val="tx1"/>
                        </a:solidFill>
                        <a:effectLst/>
                        <a:latin typeface="+mj-ea"/>
                        <a:ea typeface="+mn-ea"/>
                        <a:cs typeface="+mn-cs"/>
                      </a:endParaRPr>
                    </a:p>
                  </a:txBody>
                  <a:tcPr marL="82550" marR="82550" marT="38100" marB="381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lang="ja-JP" altLang="en-US" sz="1000" noProof="1">
                          <a:solidFill>
                            <a:schemeClr val="tx1"/>
                          </a:solidFill>
                          <a:effectLst/>
                          <a:latin typeface="+mj-ea"/>
                          <a:ea typeface="+mj-ea"/>
                        </a:rPr>
                        <a:t>野村</a:t>
                      </a:r>
                      <a:endParaRPr lang="en-US" altLang="ja-JP" sz="1000" noProof="1">
                        <a:solidFill>
                          <a:schemeClr val="tx1"/>
                        </a:solidFill>
                        <a:effectLst/>
                        <a:latin typeface="+mj-ea"/>
                        <a:ea typeface="+mj-ea"/>
                      </a:endParaRPr>
                    </a:p>
                    <a:p>
                      <a:pPr algn="ctr">
                        <a:buNone/>
                      </a:pPr>
                      <a:r>
                        <a:rPr lang="ja-JP" altLang="en-US" sz="1000" noProof="1">
                          <a:solidFill>
                            <a:schemeClr val="tx1"/>
                          </a:solidFill>
                          <a:effectLst/>
                          <a:latin typeface="+mj-ea"/>
                          <a:ea typeface="+mj-ea"/>
                        </a:rPr>
                        <a:t>（兼務）</a:t>
                      </a:r>
                      <a:endParaRPr lang="en-US" altLang="ja-JP" sz="1000" noProof="1">
                        <a:solidFill>
                          <a:schemeClr val="tx1"/>
                        </a:solidFill>
                        <a:effectLst/>
                        <a:latin typeface="+mj-ea"/>
                        <a:ea typeface="+mj-ea"/>
                      </a:endParaRPr>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endParaRPr lang="en-US" altLang="ja-JP" sz="1000" noProof="1">
                        <a:solidFill>
                          <a:schemeClr val="tx1"/>
                        </a:solidFill>
                        <a:effectLst/>
                        <a:latin typeface="+mj-ea"/>
                        <a:ea typeface="+mj-ea"/>
                      </a:endParaRPr>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endParaRPr kumimoji="1" lang="en-US" altLang="ja-JP" sz="1000" kern="1200" noProof="1">
                        <a:solidFill>
                          <a:schemeClr val="tx1"/>
                        </a:solidFill>
                        <a:effectLst/>
                        <a:latin typeface="+mj-ea"/>
                        <a:ea typeface="+mn-ea"/>
                        <a:cs typeface="+mn-cs"/>
                      </a:endParaRPr>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endParaRPr lang="ja-JP" altLang="en-US" sz="1000" noProof="1">
                        <a:solidFill>
                          <a:schemeClr val="tx1"/>
                        </a:solidFill>
                        <a:effectLst/>
                        <a:latin typeface="+mj-ea"/>
                        <a:ea typeface="+mj-ea"/>
                      </a:endParaRPr>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63287520"/>
                  </a:ext>
                </a:extLst>
              </a:tr>
              <a:tr h="407593">
                <a:tc>
                  <a:txBody>
                    <a:bodyPr/>
                    <a:lstStyle/>
                    <a:p>
                      <a:pPr algn="ctr">
                        <a:buNone/>
                      </a:pPr>
                      <a:r>
                        <a:rPr lang="en-US" sz="1000" noProof="1">
                          <a:solidFill>
                            <a:schemeClr val="tx1"/>
                          </a:solidFill>
                          <a:effectLst/>
                          <a:latin typeface="+mj-ea"/>
                          <a:ea typeface="+mj-ea"/>
                        </a:rPr>
                        <a:t>C</a:t>
                      </a:r>
                    </a:p>
                  </a:txBody>
                  <a:tcPr marL="82550" marR="82550" marT="38100" marB="381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buNone/>
                      </a:pPr>
                      <a:r>
                        <a:rPr lang="ja-JP" altLang="en-US" sz="1000" noProof="1">
                          <a:solidFill>
                            <a:schemeClr val="tx1"/>
                          </a:solidFill>
                          <a:effectLst/>
                          <a:latin typeface="+mj-ea"/>
                          <a:ea typeface="+mj-ea"/>
                        </a:rPr>
                        <a:t>文書(</a:t>
                      </a:r>
                      <a:r>
                        <a:rPr lang="en-US" altLang="ja-JP" sz="1000" noProof="1">
                          <a:solidFill>
                            <a:schemeClr val="tx1"/>
                          </a:solidFill>
                          <a:effectLst/>
                          <a:latin typeface="+mj-ea"/>
                          <a:ea typeface="+mj-ea"/>
                        </a:rPr>
                        <a:t>ONS</a:t>
                      </a:r>
                      <a:r>
                        <a:rPr lang="ja-JP" altLang="en-US" sz="1000" noProof="1">
                          <a:solidFill>
                            <a:schemeClr val="tx1"/>
                          </a:solidFill>
                          <a:effectLst/>
                          <a:latin typeface="+mj-ea"/>
                          <a:ea typeface="+mj-ea"/>
                        </a:rPr>
                        <a:t>等運用とりまとめ)</a:t>
                      </a:r>
                    </a:p>
                  </a:txBody>
                  <a:tcPr marL="82550" marR="82550" marT="38100" marB="381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lang="ja-JP" altLang="en-US" sz="1000" noProof="1">
                          <a:solidFill>
                            <a:schemeClr val="tx1"/>
                          </a:solidFill>
                          <a:effectLst/>
                          <a:latin typeface="+mj-ea"/>
                          <a:ea typeface="+mj-ea"/>
                        </a:rPr>
                        <a:t>細沼</a:t>
                      </a:r>
                      <a:endParaRPr lang="en-US" altLang="ja-JP" sz="1000" noProof="1">
                        <a:solidFill>
                          <a:schemeClr val="tx1"/>
                        </a:solidFill>
                        <a:effectLst/>
                        <a:latin typeface="+mj-ea"/>
                        <a:ea typeface="+mj-ea"/>
                      </a:endParaRPr>
                    </a:p>
                  </a:txBody>
                  <a:tcPr marL="82550" marR="82550" marT="38100" marB="381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kumimoji="1" lang="ja-JP" altLang="en-US" sz="1000" kern="1200" noProof="1">
                          <a:solidFill>
                            <a:schemeClr val="tx1"/>
                          </a:solidFill>
                          <a:effectLst/>
                          <a:latin typeface="+mj-ea"/>
                          <a:ea typeface="+mn-ea"/>
                          <a:cs typeface="+mn-cs"/>
                        </a:rPr>
                        <a:t>中村</a:t>
                      </a:r>
                      <a:endParaRPr lang="en-US" altLang="ja-JP" sz="1000" noProof="1">
                        <a:solidFill>
                          <a:schemeClr val="tx1"/>
                        </a:solidFill>
                        <a:effectLst/>
                        <a:latin typeface="+mj-ea"/>
                        <a:ea typeface="+mj-ea"/>
                      </a:endParaRPr>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lang="ja-JP" altLang="en-US" sz="1000" noProof="1">
                          <a:solidFill>
                            <a:schemeClr val="tx1"/>
                          </a:solidFill>
                          <a:effectLst/>
                          <a:latin typeface="+mj-ea"/>
                          <a:ea typeface="+mj-ea"/>
                        </a:rPr>
                        <a:t>山本（貴）</a:t>
                      </a:r>
                      <a:endParaRPr lang="en-US" altLang="ja-JP" sz="1000" noProof="1">
                        <a:solidFill>
                          <a:schemeClr val="tx1"/>
                        </a:solidFill>
                        <a:effectLst/>
                        <a:latin typeface="+mj-ea"/>
                        <a:ea typeface="+mj-ea"/>
                      </a:endParaRPr>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kumimoji="1" lang="ja-JP" altLang="en-US" sz="1000" kern="1200" noProof="1">
                          <a:solidFill>
                            <a:schemeClr val="tx1"/>
                          </a:solidFill>
                          <a:effectLst/>
                          <a:latin typeface="+mj-ea"/>
                          <a:ea typeface="+mn-ea"/>
                          <a:cs typeface="+mn-cs"/>
                        </a:rPr>
                        <a:t>ー</a:t>
                      </a:r>
                      <a:endParaRPr kumimoji="1" lang="en-US" altLang="ja-JP" sz="1000" kern="1200" noProof="1">
                        <a:solidFill>
                          <a:schemeClr val="tx1"/>
                        </a:solidFill>
                        <a:effectLst/>
                        <a:latin typeface="+mj-ea"/>
                        <a:ea typeface="+mn-ea"/>
                        <a:cs typeface="+mn-cs"/>
                      </a:endParaRPr>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kumimoji="1" lang="ja-JP" altLang="en-US" sz="1000" b="0" i="0" u="none" strike="noStrike" kern="1200" cap="none" spc="0" normalizeH="0" baseline="0" noProof="0">
                          <a:ln>
                            <a:noFill/>
                          </a:ln>
                          <a:solidFill>
                            <a:prstClr val="black"/>
                          </a:solidFill>
                          <a:effectLst/>
                          <a:uLnTx/>
                          <a:uFillTx/>
                          <a:latin typeface="Meiryo UI"/>
                          <a:ea typeface="+mn-ea"/>
                          <a:cs typeface="+mn-cs"/>
                        </a:rPr>
                        <a:t>ー</a:t>
                      </a:r>
                      <a:endParaRPr lang="ja-JP" altLang="en-US" sz="1000" noProof="1">
                        <a:solidFill>
                          <a:schemeClr val="tx1"/>
                        </a:solidFill>
                        <a:effectLst/>
                        <a:latin typeface="+mj-ea"/>
                        <a:ea typeface="+mj-ea"/>
                      </a:endParaRPr>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025556607"/>
                  </a:ext>
                </a:extLst>
              </a:tr>
              <a:tr h="407593">
                <a:tc>
                  <a:txBody>
                    <a:bodyPr/>
                    <a:lstStyle/>
                    <a:p>
                      <a:pPr algn="ctr">
                        <a:buNone/>
                      </a:pPr>
                      <a:r>
                        <a:rPr lang="en-US" sz="1000" noProof="1">
                          <a:solidFill>
                            <a:schemeClr val="tx1"/>
                          </a:solidFill>
                          <a:effectLst/>
                          <a:latin typeface="+mj-ea"/>
                          <a:ea typeface="+mj-ea"/>
                        </a:rPr>
                        <a:t>D</a:t>
                      </a:r>
                    </a:p>
                  </a:txBody>
                  <a:tcPr marL="82550" marR="82550" marT="38100" marB="381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buNone/>
                      </a:pPr>
                      <a:r>
                        <a:rPr lang="ja-JP" altLang="en-US" sz="1000" noProof="1">
                          <a:solidFill>
                            <a:schemeClr val="tx1"/>
                          </a:solidFill>
                          <a:effectLst/>
                          <a:latin typeface="+mj-ea"/>
                          <a:ea typeface="+mj-ea"/>
                        </a:rPr>
                        <a:t>マイナポ、患者サマリ、臨床、マイナ在宅受付</a:t>
                      </a:r>
                      <a:r>
                        <a:rPr lang="en-US" altLang="ja-JP" sz="1000" noProof="1">
                          <a:solidFill>
                            <a:schemeClr val="tx1"/>
                          </a:solidFill>
                          <a:effectLst/>
                          <a:latin typeface="+mj-ea"/>
                          <a:ea typeface="+mj-ea"/>
                        </a:rPr>
                        <a:t>WEB</a:t>
                      </a:r>
                      <a:r>
                        <a:rPr lang="ja-JP" altLang="en-US" sz="1000" noProof="1">
                          <a:solidFill>
                            <a:schemeClr val="tx1"/>
                          </a:solidFill>
                          <a:effectLst/>
                          <a:latin typeface="+mj-ea"/>
                          <a:ea typeface="+mj-ea"/>
                        </a:rPr>
                        <a:t>、マイナ資格確認アプリ、ユーザー同意画面（顔端末等）</a:t>
                      </a:r>
                      <a:endParaRPr lang="en-US" altLang="ja-JP" sz="1000" noProof="1">
                        <a:solidFill>
                          <a:schemeClr val="tx1"/>
                        </a:solidFill>
                        <a:effectLst/>
                        <a:latin typeface="+mj-ea"/>
                        <a:ea typeface="+mj-ea"/>
                      </a:endParaRPr>
                    </a:p>
                  </a:txBody>
                  <a:tcPr marL="82550" marR="82550" marT="38100" marB="381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lang="ja-JP" altLang="en-US" sz="1000" noProof="1">
                          <a:solidFill>
                            <a:schemeClr val="tx1"/>
                          </a:solidFill>
                          <a:effectLst/>
                          <a:latin typeface="+mj-ea"/>
                          <a:ea typeface="+mj-ea"/>
                        </a:rPr>
                        <a:t>天野</a:t>
                      </a:r>
                    </a:p>
                  </a:txBody>
                  <a:tcPr marL="82550" marR="82550" marT="38100" marB="381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lang="ja-JP" altLang="en-US" sz="1000" noProof="1">
                          <a:solidFill>
                            <a:schemeClr val="tx1"/>
                          </a:solidFill>
                          <a:effectLst/>
                          <a:latin typeface="+mj-ea"/>
                          <a:ea typeface="+mj-ea"/>
                        </a:rPr>
                        <a:t>内田</a:t>
                      </a:r>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kumimoji="1" lang="ja-JP" altLang="en-US" sz="1000" kern="1200" noProof="1">
                          <a:solidFill>
                            <a:schemeClr val="tx1"/>
                          </a:solidFill>
                          <a:effectLst/>
                          <a:latin typeface="+mj-ea"/>
                          <a:ea typeface="+mn-ea"/>
                          <a:cs typeface="+mn-cs"/>
                        </a:rPr>
                        <a:t>山本</a:t>
                      </a:r>
                      <a:r>
                        <a:rPr kumimoji="1" lang="en-US" altLang="ja-JP" sz="1000" kern="1200" noProof="1">
                          <a:solidFill>
                            <a:schemeClr val="tx1"/>
                          </a:solidFill>
                          <a:effectLst/>
                          <a:latin typeface="+mj-ea"/>
                          <a:ea typeface="+mn-ea"/>
                          <a:cs typeface="+mn-cs"/>
                        </a:rPr>
                        <a:t>(</a:t>
                      </a:r>
                      <a:r>
                        <a:rPr kumimoji="1" lang="ja-JP" altLang="en-US" sz="1000" kern="1200" noProof="1">
                          <a:solidFill>
                            <a:schemeClr val="tx1"/>
                          </a:solidFill>
                          <a:effectLst/>
                          <a:latin typeface="+mj-ea"/>
                          <a:ea typeface="+mn-ea"/>
                          <a:cs typeface="+mn-cs"/>
                        </a:rPr>
                        <a:t>佳</a:t>
                      </a:r>
                      <a:r>
                        <a:rPr kumimoji="1" lang="en-US" altLang="ja-JP" sz="1000" kern="1200" noProof="1">
                          <a:solidFill>
                            <a:schemeClr val="tx1"/>
                          </a:solidFill>
                          <a:effectLst/>
                          <a:latin typeface="+mj-ea"/>
                          <a:ea typeface="+mn-ea"/>
                          <a:cs typeface="+mn-cs"/>
                        </a:rPr>
                        <a:t>)</a:t>
                      </a:r>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kumimoji="1" lang="ja-JP" altLang="en-US" sz="1000" kern="1200" noProof="1">
                          <a:solidFill>
                            <a:schemeClr val="tx1"/>
                          </a:solidFill>
                          <a:effectLst/>
                          <a:latin typeface="+mj-ea"/>
                          <a:ea typeface="+mn-ea"/>
                          <a:cs typeface="+mn-cs"/>
                        </a:rPr>
                        <a:t>芳原</a:t>
                      </a:r>
                      <a:r>
                        <a:rPr kumimoji="1" lang="en-US" altLang="ja-JP" sz="1000" kern="1200" noProof="1">
                          <a:solidFill>
                            <a:schemeClr val="tx1"/>
                          </a:solidFill>
                          <a:effectLst/>
                          <a:latin typeface="+mj-ea"/>
                          <a:ea typeface="+mn-ea"/>
                          <a:cs typeface="+mn-cs"/>
                        </a:rPr>
                        <a:t>(</a:t>
                      </a:r>
                      <a:r>
                        <a:rPr kumimoji="1" lang="ja-JP" altLang="en-US" sz="1000" kern="1200" noProof="1">
                          <a:solidFill>
                            <a:schemeClr val="tx1"/>
                          </a:solidFill>
                          <a:effectLst/>
                          <a:latin typeface="+mj-ea"/>
                          <a:ea typeface="+mn-ea"/>
                          <a:cs typeface="+mn-cs"/>
                        </a:rPr>
                        <a:t>兼務</a:t>
                      </a:r>
                      <a:r>
                        <a:rPr kumimoji="1" lang="en-US" altLang="ja-JP" sz="1000" kern="1200" noProof="1">
                          <a:solidFill>
                            <a:schemeClr val="tx1"/>
                          </a:solidFill>
                          <a:effectLst/>
                          <a:latin typeface="+mj-ea"/>
                          <a:ea typeface="+mn-ea"/>
                          <a:cs typeface="+mn-cs"/>
                        </a:rPr>
                        <a:t>)</a:t>
                      </a:r>
                      <a:endParaRPr lang="en-US" altLang="ja-JP" sz="1000" noProof="1">
                        <a:solidFill>
                          <a:schemeClr val="tx1"/>
                        </a:solidFill>
                        <a:effectLst/>
                        <a:latin typeface="+mj-ea"/>
                        <a:ea typeface="+mj-ea"/>
                      </a:endParaRPr>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kumimoji="1" lang="ja-JP" altLang="en-US" sz="1000" b="0" i="0" u="none" strike="noStrike" kern="1200" cap="none" spc="0" normalizeH="0" baseline="0" noProof="0">
                          <a:ln>
                            <a:noFill/>
                          </a:ln>
                          <a:solidFill>
                            <a:prstClr val="black"/>
                          </a:solidFill>
                          <a:effectLst/>
                          <a:uLnTx/>
                          <a:uFillTx/>
                          <a:latin typeface="Meiryo UI"/>
                          <a:ea typeface="+mn-ea"/>
                          <a:cs typeface="+mn-cs"/>
                        </a:rPr>
                        <a:t>ー</a:t>
                      </a:r>
                      <a:endParaRPr lang="en-US" altLang="ja-JP" sz="1000" noProof="1">
                        <a:solidFill>
                          <a:schemeClr val="tx1"/>
                        </a:solidFill>
                        <a:effectLst/>
                        <a:latin typeface="+mj-ea"/>
                        <a:ea typeface="+mj-ea"/>
                      </a:endParaRPr>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612520692"/>
                  </a:ext>
                </a:extLst>
              </a:tr>
              <a:tr h="407593">
                <a:tc>
                  <a:txBody>
                    <a:bodyPr/>
                    <a:lstStyle/>
                    <a:p>
                      <a:pPr algn="ctr">
                        <a:buNone/>
                      </a:pPr>
                      <a:r>
                        <a:rPr lang="en-US" sz="1000" noProof="1">
                          <a:solidFill>
                            <a:schemeClr val="tx1"/>
                          </a:solidFill>
                          <a:effectLst/>
                          <a:latin typeface="+mj-ea"/>
                          <a:ea typeface="+mj-ea"/>
                        </a:rPr>
                        <a:t>E</a:t>
                      </a:r>
                    </a:p>
                  </a:txBody>
                  <a:tcPr marL="82550" marR="82550" marT="38100" marB="381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buNone/>
                      </a:pPr>
                      <a:r>
                        <a:rPr lang="ja-JP" altLang="en-US" sz="1000" noProof="1">
                          <a:solidFill>
                            <a:schemeClr val="tx1"/>
                          </a:solidFill>
                          <a:effectLst/>
                          <a:latin typeface="+mj-ea"/>
                          <a:ea typeface="+mj-ea"/>
                        </a:rPr>
                        <a:t>クラウド間連携（</a:t>
                      </a:r>
                      <a:r>
                        <a:rPr lang="en-US" altLang="ja-JP" sz="1000" noProof="1">
                          <a:solidFill>
                            <a:schemeClr val="tx1"/>
                          </a:solidFill>
                          <a:effectLst/>
                          <a:latin typeface="+mj-ea"/>
                          <a:ea typeface="+mj-ea"/>
                        </a:rPr>
                        <a:t>R8.2</a:t>
                      </a:r>
                      <a:r>
                        <a:rPr lang="ja-JP" altLang="en-US" sz="1000" noProof="1">
                          <a:solidFill>
                            <a:schemeClr val="tx1"/>
                          </a:solidFill>
                          <a:effectLst/>
                          <a:latin typeface="+mj-ea"/>
                          <a:ea typeface="+mj-ea"/>
                        </a:rPr>
                        <a:t>スタート）、電カル</a:t>
                      </a:r>
                      <a:r>
                        <a:rPr lang="en-US" altLang="ja-JP" sz="1000" noProof="1">
                          <a:solidFill>
                            <a:schemeClr val="tx1"/>
                          </a:solidFill>
                          <a:effectLst/>
                          <a:latin typeface="+mj-ea"/>
                          <a:ea typeface="+mj-ea"/>
                        </a:rPr>
                        <a:t>DB</a:t>
                      </a:r>
                      <a:r>
                        <a:rPr lang="ja-JP" altLang="en-US" sz="1000" noProof="1">
                          <a:solidFill>
                            <a:schemeClr val="tx1"/>
                          </a:solidFill>
                          <a:effectLst/>
                          <a:latin typeface="+mj-ea"/>
                          <a:ea typeface="+mj-ea"/>
                        </a:rPr>
                        <a:t>（</a:t>
                      </a:r>
                      <a:r>
                        <a:rPr lang="en-US" altLang="ja-JP" sz="1000" noProof="1">
                          <a:solidFill>
                            <a:schemeClr val="tx1"/>
                          </a:solidFill>
                          <a:effectLst/>
                          <a:latin typeface="+mj-ea"/>
                          <a:ea typeface="+mj-ea"/>
                        </a:rPr>
                        <a:t>R8</a:t>
                      </a:r>
                      <a:r>
                        <a:rPr lang="ja-JP" altLang="en-US" sz="1000" noProof="1">
                          <a:solidFill>
                            <a:schemeClr val="tx1"/>
                          </a:solidFill>
                          <a:effectLst/>
                          <a:latin typeface="+mj-ea"/>
                          <a:ea typeface="+mj-ea"/>
                        </a:rPr>
                        <a:t>後半スタート）、運用経費等とりまとめ、</a:t>
                      </a:r>
                      <a:r>
                        <a:rPr lang="en-US" altLang="ja-JP" sz="1000" noProof="1">
                          <a:solidFill>
                            <a:schemeClr val="tx1"/>
                          </a:solidFill>
                          <a:effectLst/>
                          <a:latin typeface="+mj-ea"/>
                          <a:ea typeface="+mj-ea"/>
                        </a:rPr>
                        <a:t>RESTFUL</a:t>
                      </a:r>
                      <a:endParaRPr lang="ja-JP" altLang="en-US" sz="1000" noProof="1">
                        <a:solidFill>
                          <a:schemeClr val="tx1"/>
                        </a:solidFill>
                        <a:effectLst/>
                        <a:latin typeface="+mj-ea"/>
                        <a:ea typeface="+mj-ea"/>
                      </a:endParaRPr>
                    </a:p>
                  </a:txBody>
                  <a:tcPr marL="82550" marR="82550" marT="38100" marB="381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lang="ja-JP" altLang="en-US" sz="1000" noProof="1">
                          <a:solidFill>
                            <a:schemeClr val="tx1"/>
                          </a:solidFill>
                          <a:effectLst/>
                          <a:latin typeface="+mj-ea"/>
                          <a:ea typeface="+mj-ea"/>
                        </a:rPr>
                        <a:t>野村</a:t>
                      </a:r>
                    </a:p>
                  </a:txBody>
                  <a:tcPr marL="82550" marR="82550" marT="38100" marB="381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lang="zh-TW" altLang="en-US" sz="1000" noProof="1">
                          <a:solidFill>
                            <a:schemeClr val="tx1"/>
                          </a:solidFill>
                          <a:effectLst/>
                          <a:latin typeface="+mj-ea"/>
                          <a:ea typeface="+mj-ea"/>
                        </a:rPr>
                        <a:t>宮脇</a:t>
                      </a:r>
                      <a:endParaRPr lang="en-US" altLang="zh-TW" sz="1000" noProof="1">
                        <a:solidFill>
                          <a:schemeClr val="tx1"/>
                        </a:solidFill>
                        <a:effectLst/>
                        <a:latin typeface="+mj-ea"/>
                        <a:ea typeface="+mj-ea"/>
                      </a:endParaRPr>
                    </a:p>
                    <a:p>
                      <a:pPr algn="ctr">
                        <a:buNone/>
                      </a:pPr>
                      <a:r>
                        <a:rPr lang="zh-TW" altLang="en-US" sz="1000" noProof="1">
                          <a:solidFill>
                            <a:schemeClr val="tx1"/>
                          </a:solidFill>
                          <a:effectLst/>
                          <a:latin typeface="+mj-ea"/>
                          <a:ea typeface="+mj-ea"/>
                        </a:rPr>
                        <a:t>（兼務）</a:t>
                      </a:r>
                      <a:endParaRPr lang="ja-JP" altLang="en-US" sz="1000" noProof="1">
                        <a:solidFill>
                          <a:schemeClr val="tx1"/>
                        </a:solidFill>
                        <a:effectLst/>
                        <a:latin typeface="+mj-ea"/>
                        <a:ea typeface="+mj-ea"/>
                      </a:endParaRPr>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lang="ja-JP" altLang="en-US" sz="1000" noProof="1">
                          <a:solidFill>
                            <a:schemeClr val="tx1"/>
                          </a:solidFill>
                          <a:effectLst/>
                          <a:latin typeface="+mj-ea"/>
                          <a:ea typeface="+mj-ea"/>
                        </a:rPr>
                        <a:t>ー</a:t>
                      </a:r>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kumimoji="1" lang="ja-JP" altLang="en-US" sz="1000" b="0" i="0" u="none" strike="noStrike" kern="1200" cap="none" spc="0" normalizeH="0" baseline="0" noProof="0">
                          <a:ln>
                            <a:noFill/>
                          </a:ln>
                          <a:solidFill>
                            <a:prstClr val="black"/>
                          </a:solidFill>
                          <a:effectLst/>
                          <a:uLnTx/>
                          <a:uFillTx/>
                          <a:latin typeface="Meiryo UI"/>
                          <a:ea typeface="Meiryo UI"/>
                          <a:cs typeface="+mn-cs"/>
                        </a:rPr>
                        <a:t>ー</a:t>
                      </a:r>
                      <a:endParaRPr lang="ja-JP" altLang="en-US" sz="1000" noProof="1">
                        <a:solidFill>
                          <a:schemeClr val="tx1"/>
                        </a:solidFill>
                        <a:effectLst/>
                        <a:latin typeface="+mj-ea"/>
                        <a:ea typeface="+mj-ea"/>
                      </a:endParaRPr>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kumimoji="1" lang="ja-JP" altLang="en-US" sz="1000" b="0" i="0" u="none" strike="noStrike" kern="1200" cap="none" spc="0" normalizeH="0" baseline="0" noProof="0">
                          <a:ln>
                            <a:noFill/>
                          </a:ln>
                          <a:solidFill>
                            <a:prstClr val="black"/>
                          </a:solidFill>
                          <a:effectLst/>
                          <a:uLnTx/>
                          <a:uFillTx/>
                          <a:latin typeface="Meiryo UI"/>
                          <a:ea typeface="+mn-ea"/>
                          <a:cs typeface="+mn-cs"/>
                        </a:rPr>
                        <a:t>ー</a:t>
                      </a:r>
                      <a:endParaRPr lang="ja-JP" altLang="en-US" sz="1000" noProof="1">
                        <a:solidFill>
                          <a:schemeClr val="tx1"/>
                        </a:solidFill>
                        <a:effectLst/>
                        <a:latin typeface="+mj-ea"/>
                        <a:ea typeface="+mj-ea"/>
                      </a:endParaRPr>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885995903"/>
                  </a:ext>
                </a:extLst>
              </a:tr>
              <a:tr h="407593">
                <a:tc>
                  <a:txBody>
                    <a:bodyPr/>
                    <a:lstStyle/>
                    <a:p>
                      <a:pPr algn="ctr">
                        <a:buNone/>
                      </a:pPr>
                      <a:r>
                        <a:rPr lang="en-US" sz="1000" noProof="1">
                          <a:solidFill>
                            <a:schemeClr val="tx1"/>
                          </a:solidFill>
                          <a:effectLst/>
                          <a:latin typeface="+mj-ea"/>
                          <a:ea typeface="+mj-ea"/>
                        </a:rPr>
                        <a:t>F</a:t>
                      </a:r>
                    </a:p>
                  </a:txBody>
                  <a:tcPr marL="82550" marR="82550" marT="38100" marB="381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buNone/>
                      </a:pPr>
                      <a:r>
                        <a:rPr lang="ja-JP" altLang="en-US" sz="1000" noProof="1">
                          <a:solidFill>
                            <a:schemeClr val="tx1"/>
                          </a:solidFill>
                          <a:effectLst/>
                          <a:latin typeface="+mj-ea"/>
                          <a:ea typeface="+mj-ea"/>
                        </a:rPr>
                        <a:t>モデル、厚労対応（対厚労の打合せ参加、予算調整、法施行、国会対応等）、統計情報運用（</a:t>
                      </a:r>
                      <a:r>
                        <a:rPr lang="en-US" altLang="ja-JP" sz="1000" noProof="1">
                          <a:solidFill>
                            <a:schemeClr val="tx1"/>
                          </a:solidFill>
                          <a:effectLst/>
                          <a:latin typeface="+mj-ea"/>
                          <a:ea typeface="+mj-ea"/>
                        </a:rPr>
                        <a:t>BI</a:t>
                      </a:r>
                      <a:r>
                        <a:rPr lang="ja-JP" altLang="en-US" sz="1000" noProof="1">
                          <a:solidFill>
                            <a:schemeClr val="tx1"/>
                          </a:solidFill>
                          <a:effectLst/>
                          <a:latin typeface="+mj-ea"/>
                          <a:ea typeface="+mj-ea"/>
                        </a:rPr>
                        <a:t>ツール開発含む）</a:t>
                      </a:r>
                      <a:endParaRPr lang="en-US" altLang="ja-JP" sz="1000" noProof="1">
                        <a:solidFill>
                          <a:schemeClr val="tx1"/>
                        </a:solidFill>
                        <a:effectLst/>
                        <a:latin typeface="+mj-ea"/>
                        <a:ea typeface="+mj-ea"/>
                      </a:endParaRPr>
                    </a:p>
                  </a:txBody>
                  <a:tcPr marL="82550" marR="82550" marT="38100" marB="381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lang="ja-JP" altLang="en-US" sz="1000" noProof="1">
                          <a:solidFill>
                            <a:schemeClr val="tx1"/>
                          </a:solidFill>
                          <a:effectLst/>
                          <a:latin typeface="+mj-ea"/>
                          <a:ea typeface="+mj-ea"/>
                        </a:rPr>
                        <a:t>福田</a:t>
                      </a:r>
                    </a:p>
                  </a:txBody>
                  <a:tcPr marL="82550" marR="82550" marT="38100" marB="381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lang="ja-JP" altLang="en-US" sz="1000" noProof="1">
                          <a:solidFill>
                            <a:schemeClr val="tx1"/>
                          </a:solidFill>
                          <a:effectLst/>
                          <a:latin typeface="+mj-ea"/>
                          <a:ea typeface="+mj-ea"/>
                        </a:rPr>
                        <a:t>青木</a:t>
                      </a:r>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lang="ja-JP" altLang="en-US" sz="1000" noProof="1">
                          <a:solidFill>
                            <a:schemeClr val="tx1"/>
                          </a:solidFill>
                          <a:effectLst/>
                          <a:latin typeface="+mj-ea"/>
                          <a:ea typeface="+mj-ea"/>
                        </a:rPr>
                        <a:t>竹内</a:t>
                      </a:r>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lang="zh-TW" altLang="en-US" sz="1000" noProof="1">
                          <a:solidFill>
                            <a:schemeClr val="tx1"/>
                          </a:solidFill>
                          <a:effectLst/>
                          <a:latin typeface="+mj-ea"/>
                          <a:ea typeface="+mj-ea"/>
                        </a:rPr>
                        <a:t>山舗</a:t>
                      </a:r>
                      <a:endParaRPr lang="en-US" altLang="zh-TW" sz="1000" noProof="1">
                        <a:solidFill>
                          <a:schemeClr val="tx1"/>
                        </a:solidFill>
                        <a:effectLst/>
                        <a:latin typeface="+mj-ea"/>
                        <a:ea typeface="+mj-ea"/>
                      </a:endParaRPr>
                    </a:p>
                    <a:p>
                      <a:pPr algn="ctr">
                        <a:buNone/>
                      </a:pPr>
                      <a:r>
                        <a:rPr lang="zh-TW" altLang="en-US" sz="1000" noProof="1">
                          <a:solidFill>
                            <a:schemeClr val="tx1"/>
                          </a:solidFill>
                          <a:effectLst/>
                          <a:latin typeface="+mj-ea"/>
                          <a:ea typeface="+mj-ea"/>
                        </a:rPr>
                        <a:t>（</a:t>
                      </a:r>
                      <a:r>
                        <a:rPr lang="en-US" altLang="zh-TW" sz="1000" noProof="1">
                          <a:solidFill>
                            <a:schemeClr val="tx1"/>
                          </a:solidFill>
                          <a:effectLst/>
                          <a:latin typeface="+mj-ea"/>
                          <a:ea typeface="+mj-ea"/>
                        </a:rPr>
                        <a:t>BI</a:t>
                      </a:r>
                      <a:r>
                        <a:rPr lang="zh-TW" altLang="en-US" sz="1000" noProof="1">
                          <a:solidFill>
                            <a:schemeClr val="tx1"/>
                          </a:solidFill>
                          <a:effectLst/>
                          <a:latin typeface="+mj-ea"/>
                          <a:ea typeface="+mj-ea"/>
                        </a:rPr>
                        <a:t>開発兼務）</a:t>
                      </a:r>
                      <a:endParaRPr lang="ja-JP" altLang="en-US" sz="1000" noProof="1">
                        <a:solidFill>
                          <a:schemeClr val="tx1"/>
                        </a:solidFill>
                        <a:effectLst/>
                        <a:latin typeface="+mj-ea"/>
                        <a:ea typeface="+mj-ea"/>
                      </a:endParaRPr>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lang="zh-TW" altLang="en-US" sz="1000" noProof="1">
                          <a:solidFill>
                            <a:schemeClr val="tx1"/>
                          </a:solidFill>
                          <a:effectLst/>
                          <a:latin typeface="+mj-ea"/>
                          <a:ea typeface="+mj-ea"/>
                        </a:rPr>
                        <a:t>高野</a:t>
                      </a:r>
                      <a:endParaRPr lang="en-US" altLang="zh-TW" sz="1000" noProof="1">
                        <a:solidFill>
                          <a:schemeClr val="tx1"/>
                        </a:solidFill>
                        <a:effectLst/>
                        <a:latin typeface="+mj-ea"/>
                        <a:ea typeface="+mj-ea"/>
                      </a:endParaRPr>
                    </a:p>
                    <a:p>
                      <a:pPr algn="ctr">
                        <a:buNone/>
                      </a:pPr>
                      <a:r>
                        <a:rPr lang="zh-TW" altLang="en-US" sz="1000" noProof="1">
                          <a:solidFill>
                            <a:schemeClr val="tx1"/>
                          </a:solidFill>
                          <a:effectLst/>
                          <a:latin typeface="+mj-ea"/>
                          <a:ea typeface="+mj-ea"/>
                        </a:rPr>
                        <a:t>（</a:t>
                      </a:r>
                      <a:r>
                        <a:rPr lang="en-US" altLang="zh-TW" sz="1000" noProof="1">
                          <a:solidFill>
                            <a:schemeClr val="tx1"/>
                          </a:solidFill>
                          <a:effectLst/>
                          <a:latin typeface="+mj-ea"/>
                          <a:ea typeface="+mj-ea"/>
                        </a:rPr>
                        <a:t>BI</a:t>
                      </a:r>
                      <a:r>
                        <a:rPr lang="zh-TW" altLang="en-US" sz="1000" noProof="1">
                          <a:solidFill>
                            <a:schemeClr val="tx1"/>
                          </a:solidFill>
                          <a:effectLst/>
                          <a:latin typeface="+mj-ea"/>
                          <a:ea typeface="+mj-ea"/>
                        </a:rPr>
                        <a:t>開発兼務）</a:t>
                      </a:r>
                      <a:endParaRPr lang="ja-JP" altLang="en-US" sz="1000" noProof="1">
                        <a:solidFill>
                          <a:schemeClr val="tx1"/>
                        </a:solidFill>
                        <a:effectLst/>
                        <a:latin typeface="+mj-ea"/>
                        <a:ea typeface="+mj-ea"/>
                      </a:endParaRPr>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178038601"/>
                  </a:ext>
                </a:extLst>
              </a:tr>
            </a:tbl>
          </a:graphicData>
        </a:graphic>
      </p:graphicFrame>
      <p:sp>
        <p:nvSpPr>
          <p:cNvPr id="7" name="テキスト ボックス 6">
            <a:extLst>
              <a:ext uri="{FF2B5EF4-FFF2-40B4-BE49-F238E27FC236}">
                <a16:creationId xmlns:a16="http://schemas.microsoft.com/office/drawing/2014/main" id="{A2C2CFE3-0063-5020-EC17-6512E48D35EB}"/>
              </a:ext>
            </a:extLst>
          </p:cNvPr>
          <p:cNvSpPr txBox="1"/>
          <p:nvPr/>
        </p:nvSpPr>
        <p:spPr>
          <a:xfrm>
            <a:off x="507000" y="5477688"/>
            <a:ext cx="2236200" cy="551543"/>
          </a:xfrm>
          <a:prstGeom prst="rect">
            <a:avLst/>
          </a:prstGeom>
          <a:noFill/>
        </p:spPr>
        <p:txBody>
          <a:bodyPr wrap="square" lIns="36000" tIns="36000" rIns="36000" bIns="36000" rtlCol="0" anchor="ctr">
            <a:noAutofit/>
          </a:bodyPr>
          <a:lstStyle/>
          <a:p>
            <a:pPr marL="0" marR="0" lvl="0" indent="0" algn="l" defTabSz="914400" rtl="0" eaLnBrk="1" fontAlgn="base" latinLnBrk="0" hangingPunct="1">
              <a:lnSpc>
                <a:spcPct val="80000"/>
              </a:lnSpc>
              <a:spcBef>
                <a:spcPct val="0"/>
              </a:spcBef>
              <a:spcAft>
                <a:spcPct val="0"/>
              </a:spcAft>
              <a:buClrTx/>
              <a:buSzTx/>
              <a:buFontTx/>
              <a:buNone/>
              <a:tabLst/>
              <a:defRPr noProof="1"/>
            </a:pPr>
            <a:r>
              <a:rPr kumimoji="1" lang="en-US" altLang="ja-JP"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2026</a:t>
            </a:r>
            <a:r>
              <a:rPr kumimoji="1" lang="ja-JP" altLang="en-US"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年</a:t>
            </a:r>
            <a:r>
              <a:rPr lang="en-US" altLang="ja-JP" sz="1000">
                <a:solidFill>
                  <a:prstClr val="black"/>
                </a:solidFill>
                <a:latin typeface="Meiryo UI" panose="020B0604030504040204" pitchFamily="50" charset="-128"/>
                <a:ea typeface="Meiryo UI" panose="020B0604030504040204" pitchFamily="50" charset="-128"/>
              </a:rPr>
              <a:t>10</a:t>
            </a:r>
            <a:r>
              <a:rPr kumimoji="1" lang="ja-JP" altLang="en-US"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月</a:t>
            </a:r>
            <a:r>
              <a:rPr kumimoji="1" lang="en-US" altLang="ja-JP"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5</a:t>
            </a:r>
            <a:r>
              <a:rPr kumimoji="1" lang="ja-JP" altLang="en-US"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日時点</a:t>
            </a:r>
          </a:p>
        </p:txBody>
      </p:sp>
      <p:sp>
        <p:nvSpPr>
          <p:cNvPr id="4" name="テキスト ボックス 3">
            <a:extLst>
              <a:ext uri="{FF2B5EF4-FFF2-40B4-BE49-F238E27FC236}">
                <a16:creationId xmlns:a16="http://schemas.microsoft.com/office/drawing/2014/main" id="{CDF7E541-E6A0-01C1-A285-A61AFAF93A86}"/>
              </a:ext>
            </a:extLst>
          </p:cNvPr>
          <p:cNvSpPr txBox="1"/>
          <p:nvPr/>
        </p:nvSpPr>
        <p:spPr>
          <a:xfrm>
            <a:off x="507000" y="997897"/>
            <a:ext cx="2236200" cy="576000"/>
          </a:xfrm>
          <a:prstGeom prst="rect">
            <a:avLst/>
          </a:prstGeom>
          <a:noFill/>
        </p:spPr>
        <p:txBody>
          <a:bodyPr wrap="square" lIns="36000" tIns="36000" rIns="36000" bIns="36000" rtlCol="0" anchor="ctr">
            <a:noAutofit/>
          </a:bodyPr>
          <a:lstStyle/>
          <a:p>
            <a:pPr marL="0" marR="0" lvl="0" indent="0" algn="l" defTabSz="914400" rtl="0" eaLnBrk="1" fontAlgn="base" latinLnBrk="0" hangingPunct="1">
              <a:lnSpc>
                <a:spcPct val="80000"/>
              </a:lnSpc>
              <a:spcBef>
                <a:spcPts val="600"/>
              </a:spcBef>
              <a:spcAft>
                <a:spcPct val="0"/>
              </a:spcAft>
              <a:buClrTx/>
              <a:buSzTx/>
              <a:buFontTx/>
              <a:buNone/>
              <a:tabLst/>
              <a:defRPr noProof="1"/>
            </a:pPr>
            <a:r>
              <a:rPr kumimoji="1" lang="ja-JP" altLang="en-US" sz="1400" b="1" i="0" u="sng"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■統括</a:t>
            </a:r>
            <a:endParaRPr kumimoji="1" lang="en-US" altLang="ja-JP" sz="1400" b="1" i="0" u="sng"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base" latinLnBrk="0" hangingPunct="1">
              <a:lnSpc>
                <a:spcPct val="80000"/>
              </a:lnSpc>
              <a:spcBef>
                <a:spcPts val="600"/>
              </a:spcBef>
              <a:spcAft>
                <a:spcPct val="0"/>
              </a:spcAft>
              <a:buClrTx/>
              <a:buSzTx/>
              <a:buFontTx/>
              <a:buNone/>
              <a:tabLst/>
              <a:defRPr noProof="1"/>
            </a:pPr>
            <a:r>
              <a:rPr kumimoji="1" lang="ja-JP" altLang="en-US" sz="14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全体統括：西村</a:t>
            </a:r>
            <a:endParaRPr kumimoji="1" lang="en-US" altLang="ja-JP" sz="14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base" latinLnBrk="0" hangingPunct="1">
              <a:lnSpc>
                <a:spcPct val="80000"/>
              </a:lnSpc>
              <a:spcBef>
                <a:spcPts val="600"/>
              </a:spcBef>
              <a:spcAft>
                <a:spcPct val="0"/>
              </a:spcAft>
              <a:buClrTx/>
              <a:buSzTx/>
              <a:buFontTx/>
              <a:buNone/>
              <a:tabLst/>
              <a:defRPr noProof="1"/>
            </a:pPr>
            <a:r>
              <a:rPr kumimoji="1" lang="ja-JP" altLang="en-US" sz="14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技術統括：宮脇</a:t>
            </a:r>
            <a:endParaRPr kumimoji="1" lang="en-US" altLang="ja-JP" sz="14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base" latinLnBrk="0" hangingPunct="1">
              <a:lnSpc>
                <a:spcPct val="80000"/>
              </a:lnSpc>
              <a:spcBef>
                <a:spcPts val="600"/>
              </a:spcBef>
              <a:spcAft>
                <a:spcPct val="0"/>
              </a:spcAft>
              <a:buClrTx/>
              <a:buSzTx/>
              <a:buFontTx/>
              <a:buNone/>
              <a:tabLst/>
              <a:defRPr noProof="1"/>
            </a:pPr>
            <a:r>
              <a:rPr kumimoji="1" lang="ja-JP" altLang="en-US" sz="14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運用統括：廣上</a:t>
            </a:r>
          </a:p>
        </p:txBody>
      </p:sp>
      <p:sp>
        <p:nvSpPr>
          <p:cNvPr id="6" name="テキスト ボックス 5">
            <a:extLst>
              <a:ext uri="{FF2B5EF4-FFF2-40B4-BE49-F238E27FC236}">
                <a16:creationId xmlns:a16="http://schemas.microsoft.com/office/drawing/2014/main" id="{AE56A472-3411-3CA4-6153-C9CB9EED5AD7}"/>
              </a:ext>
            </a:extLst>
          </p:cNvPr>
          <p:cNvSpPr txBox="1"/>
          <p:nvPr/>
        </p:nvSpPr>
        <p:spPr>
          <a:xfrm>
            <a:off x="507000" y="1818138"/>
            <a:ext cx="2236200" cy="576000"/>
          </a:xfrm>
          <a:prstGeom prst="rect">
            <a:avLst/>
          </a:prstGeom>
          <a:noFill/>
        </p:spPr>
        <p:txBody>
          <a:bodyPr wrap="square" lIns="36000" tIns="36000" rIns="36000" bIns="36000" rtlCol="0" anchor="ctr">
            <a:noAutofit/>
          </a:bodyPr>
          <a:lstStyle/>
          <a:p>
            <a:pPr marL="0" marR="0" lvl="0" indent="0" algn="l" defTabSz="914400" rtl="0" eaLnBrk="1" fontAlgn="base" latinLnBrk="0" hangingPunct="1">
              <a:lnSpc>
                <a:spcPct val="80000"/>
              </a:lnSpc>
              <a:spcBef>
                <a:spcPts val="600"/>
              </a:spcBef>
              <a:spcAft>
                <a:spcPct val="0"/>
              </a:spcAft>
              <a:buClrTx/>
              <a:buSzTx/>
              <a:buFontTx/>
              <a:buNone/>
              <a:tabLst/>
              <a:defRPr noProof="1"/>
            </a:pPr>
            <a:r>
              <a:rPr kumimoji="1" lang="ja-JP" altLang="en-US" sz="1400" b="1" i="0" u="sng"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■各チーム</a:t>
            </a:r>
            <a:endParaRPr kumimoji="1" lang="ja-JP" altLang="en-US" sz="14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Tree>
    <p:extLst>
      <p:ext uri="{BB962C8B-B14F-4D97-AF65-F5344CB8AC3E}">
        <p14:creationId xmlns:p14="http://schemas.microsoft.com/office/powerpoint/2010/main" val="6448711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BEBA47-C55D-1657-F61E-2A55BE199DF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51004C9-08DA-A49E-263A-90A0E203EFDD}"/>
              </a:ext>
            </a:extLst>
          </p:cNvPr>
          <p:cNvSpPr>
            <a:spLocks noGrp="1"/>
          </p:cNvSpPr>
          <p:nvPr>
            <p:ph type="title"/>
          </p:nvPr>
        </p:nvSpPr>
        <p:spPr/>
        <p:txBody>
          <a:bodyPr vert="horz"/>
          <a:lstStyle/>
          <a:p>
            <a:r>
              <a:rPr lang="en-US" altLang="ja-JP" sz="1800"/>
              <a:t>4</a:t>
            </a:r>
            <a:r>
              <a:rPr lang="ja-JP" altLang="en-US" sz="1800"/>
              <a:t>．令和</a:t>
            </a:r>
            <a:r>
              <a:rPr lang="en-US" altLang="ja-JP" sz="1800"/>
              <a:t>9</a:t>
            </a:r>
            <a:r>
              <a:rPr lang="ja-JP" altLang="en-US" sz="1800"/>
              <a:t>年度案件候補の概況</a:t>
            </a:r>
            <a:endParaRPr kumimoji="1" lang="ja-JP" altLang="en-US" sz="1800"/>
          </a:p>
        </p:txBody>
      </p:sp>
      <p:graphicFrame>
        <p:nvGraphicFramePr>
          <p:cNvPr id="4" name="表 3">
            <a:extLst>
              <a:ext uri="{FF2B5EF4-FFF2-40B4-BE49-F238E27FC236}">
                <a16:creationId xmlns:a16="http://schemas.microsoft.com/office/drawing/2014/main" id="{A1449706-27C7-A2FC-BF55-B51E7EE26CE3}"/>
              </a:ext>
            </a:extLst>
          </p:cNvPr>
          <p:cNvGraphicFramePr>
            <a:graphicFrameLocks noGrp="1"/>
          </p:cNvGraphicFramePr>
          <p:nvPr>
            <p:extLst>
              <p:ext uri="{D42A27DB-BD31-4B8C-83A1-F6EECF244321}">
                <p14:modId xmlns:p14="http://schemas.microsoft.com/office/powerpoint/2010/main" val="1741024179"/>
              </p:ext>
            </p:extLst>
          </p:nvPr>
        </p:nvGraphicFramePr>
        <p:xfrm>
          <a:off x="507000" y="860330"/>
          <a:ext cx="9029914" cy="5806440"/>
        </p:xfrm>
        <a:graphic>
          <a:graphicData uri="http://schemas.openxmlformats.org/drawingml/2006/table">
            <a:tbl>
              <a:tblPr firstRow="1" bandRow="1">
                <a:tableStyleId>{5C22544A-7EE6-4342-B048-85BDC9FD1C3A}</a:tableStyleId>
              </a:tblPr>
              <a:tblGrid>
                <a:gridCol w="343710">
                  <a:extLst>
                    <a:ext uri="{9D8B030D-6E8A-4147-A177-3AD203B41FA5}">
                      <a16:colId xmlns:a16="http://schemas.microsoft.com/office/drawing/2014/main" val="2101549305"/>
                    </a:ext>
                  </a:extLst>
                </a:gridCol>
                <a:gridCol w="426257">
                  <a:extLst>
                    <a:ext uri="{9D8B030D-6E8A-4147-A177-3AD203B41FA5}">
                      <a16:colId xmlns:a16="http://schemas.microsoft.com/office/drawing/2014/main" val="4255713497"/>
                    </a:ext>
                  </a:extLst>
                </a:gridCol>
                <a:gridCol w="3044631">
                  <a:extLst>
                    <a:ext uri="{9D8B030D-6E8A-4147-A177-3AD203B41FA5}">
                      <a16:colId xmlns:a16="http://schemas.microsoft.com/office/drawing/2014/main" val="2299355979"/>
                    </a:ext>
                  </a:extLst>
                </a:gridCol>
                <a:gridCol w="659423">
                  <a:extLst>
                    <a:ext uri="{9D8B030D-6E8A-4147-A177-3AD203B41FA5}">
                      <a16:colId xmlns:a16="http://schemas.microsoft.com/office/drawing/2014/main" val="4265849454"/>
                    </a:ext>
                  </a:extLst>
                </a:gridCol>
                <a:gridCol w="644438">
                  <a:extLst>
                    <a:ext uri="{9D8B030D-6E8A-4147-A177-3AD203B41FA5}">
                      <a16:colId xmlns:a16="http://schemas.microsoft.com/office/drawing/2014/main" val="2885414043"/>
                    </a:ext>
                  </a:extLst>
                </a:gridCol>
                <a:gridCol w="3911455">
                  <a:extLst>
                    <a:ext uri="{9D8B030D-6E8A-4147-A177-3AD203B41FA5}">
                      <a16:colId xmlns:a16="http://schemas.microsoft.com/office/drawing/2014/main" val="2555341077"/>
                    </a:ext>
                  </a:extLst>
                </a:gridCol>
              </a:tblGrid>
              <a:tr h="293867">
                <a:tc>
                  <a:txBody>
                    <a:bodyPr/>
                    <a:lstStyle/>
                    <a:p>
                      <a:pPr algn="ctr">
                        <a:spcBef>
                          <a:spcPts val="300"/>
                        </a:spcBef>
                      </a:pPr>
                      <a:r>
                        <a:rPr kumimoji="1" lang="en-US" altLang="ja-JP" sz="900">
                          <a:latin typeface="+mj-ea"/>
                          <a:ea typeface="+mj-ea"/>
                        </a:rPr>
                        <a:t>#</a:t>
                      </a:r>
                      <a:endParaRPr kumimoji="1" lang="ja-JP" altLang="en-US" sz="900">
                        <a:latin typeface="+mj-ea"/>
                        <a:ea typeface="+mj-ea"/>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algn="ctr">
                        <a:spcBef>
                          <a:spcPts val="300"/>
                        </a:spcBef>
                      </a:pPr>
                      <a:r>
                        <a:rPr kumimoji="1" lang="en-US" altLang="ja-JP" sz="900">
                          <a:latin typeface="+mj-ea"/>
                          <a:ea typeface="+mj-ea"/>
                        </a:rPr>
                        <a:t>ID</a:t>
                      </a:r>
                      <a:endParaRPr kumimoji="1" lang="ja-JP" altLang="en-US" sz="900">
                        <a:latin typeface="+mj-ea"/>
                        <a:ea typeface="+mj-ea"/>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algn="ctr">
                        <a:spcBef>
                          <a:spcPts val="300"/>
                        </a:spcBef>
                      </a:pPr>
                      <a:r>
                        <a:rPr kumimoji="1" lang="ja-JP" altLang="en-US" sz="900">
                          <a:latin typeface="+mj-ea"/>
                          <a:ea typeface="+mj-ea"/>
                        </a:rPr>
                        <a:t>案件</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algn="ctr">
                        <a:spcBef>
                          <a:spcPts val="300"/>
                        </a:spcBef>
                      </a:pPr>
                      <a:r>
                        <a:rPr kumimoji="1" lang="ja-JP" altLang="en-US" sz="900">
                          <a:latin typeface="+mj-ea"/>
                          <a:ea typeface="+mj-ea"/>
                        </a:rPr>
                        <a:t>要件整理</a:t>
                      </a:r>
                      <a:br>
                        <a:rPr kumimoji="1" lang="en-US" altLang="ja-JP" sz="900">
                          <a:latin typeface="+mj-ea"/>
                          <a:ea typeface="+mj-ea"/>
                        </a:rPr>
                      </a:br>
                      <a:r>
                        <a:rPr kumimoji="1" lang="ja-JP" altLang="en-US" sz="900">
                          <a:latin typeface="+mj-ea"/>
                          <a:ea typeface="+mj-ea"/>
                        </a:rPr>
                        <a:t>ステータス</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algn="ctr">
                        <a:spcBef>
                          <a:spcPts val="300"/>
                        </a:spcBef>
                      </a:pPr>
                      <a:r>
                        <a:rPr kumimoji="1" lang="ja-JP" altLang="en-US" sz="900">
                          <a:latin typeface="+mj-ea"/>
                          <a:ea typeface="+mj-ea"/>
                        </a:rPr>
                        <a:t>開発要否</a:t>
                      </a:r>
                      <a:br>
                        <a:rPr kumimoji="1" lang="en-US" altLang="ja-JP" sz="900">
                          <a:latin typeface="+mj-ea"/>
                          <a:ea typeface="+mj-ea"/>
                        </a:rPr>
                      </a:br>
                      <a:r>
                        <a:rPr kumimoji="1" lang="ja-JP" altLang="en-US" sz="900">
                          <a:latin typeface="+mj-ea"/>
                          <a:ea typeface="+mj-ea"/>
                        </a:rPr>
                        <a:t>ステータス</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algn="ctr">
                        <a:spcBef>
                          <a:spcPts val="300"/>
                        </a:spcBef>
                      </a:pPr>
                      <a:r>
                        <a:rPr kumimoji="1" lang="ja-JP" altLang="en-US" sz="900">
                          <a:latin typeface="+mj-ea"/>
                          <a:ea typeface="+mj-ea"/>
                        </a:rPr>
                        <a:t>付議事項</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2">
                        <a:lumMod val="60000"/>
                        <a:lumOff val="40000"/>
                      </a:schemeClr>
                    </a:solidFill>
                  </a:tcPr>
                </a:tc>
                <a:extLst>
                  <a:ext uri="{0D108BD9-81ED-4DB2-BD59-A6C34878D82A}">
                    <a16:rowId xmlns:a16="http://schemas.microsoft.com/office/drawing/2014/main" val="3583684863"/>
                  </a:ext>
                </a:extLst>
              </a:tr>
              <a:tr h="209395">
                <a:tc>
                  <a:txBody>
                    <a:bodyPr/>
                    <a:lstStyle/>
                    <a:p>
                      <a:pPr marL="0" marR="0" indent="0" algn="ctr" rtl="0" fontAlgn="base">
                        <a:buNone/>
                      </a:pPr>
                      <a:r>
                        <a:rPr lang="en-US" sz="900" b="0" i="0" u="none" strike="noStrike">
                          <a:solidFill>
                            <a:srgbClr val="000000"/>
                          </a:solidFill>
                          <a:effectLst/>
                          <a:latin typeface="Meiryo UI" panose="020B0604030504040204" pitchFamily="50" charset="-128"/>
                          <a:ea typeface="Meiryo UI" panose="020B0604030504040204" pitchFamily="50" charset="-128"/>
                        </a:rPr>
                        <a:t>1</a:t>
                      </a:r>
                      <a:r>
                        <a:rPr lang="en-US" sz="900" b="0" i="0">
                          <a:solidFill>
                            <a:srgbClr val="000000"/>
                          </a:solidFill>
                          <a:effectLst/>
                          <a:latin typeface="Meiryo UI" panose="020B0604030504040204" pitchFamily="50" charset="-128"/>
                          <a:ea typeface="Meiryo UI" panose="020B0604030504040204" pitchFamily="50" charset="-128"/>
                        </a:rPr>
                        <a:t>​</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indent="0" algn="ctr" rtl="0" fontAlgn="base">
                        <a:buNone/>
                      </a:pPr>
                      <a:r>
                        <a:rPr lang="ja-JP" sz="900" b="0" i="0" u="none" strike="noStrike">
                          <a:solidFill>
                            <a:srgbClr val="000000"/>
                          </a:solidFill>
                          <a:effectLst/>
                          <a:latin typeface="Meiryo UI" panose="020B0604030504040204" pitchFamily="50" charset="-128"/>
                          <a:ea typeface="Meiryo UI" panose="020B0604030504040204" pitchFamily="50" charset="-128"/>
                        </a:rPr>
                        <a:t>011</a:t>
                      </a:r>
                      <a:r>
                        <a:rPr lang="en-US" sz="900" b="0" i="0">
                          <a:solidFill>
                            <a:srgbClr val="000000"/>
                          </a:solidFill>
                          <a:effectLst/>
                          <a:latin typeface="Meiryo UI" panose="020B0604030504040204" pitchFamily="50" charset="-128"/>
                          <a:ea typeface="Meiryo UI" panose="020B0604030504040204" pitchFamily="50" charset="-128"/>
                        </a:rPr>
                        <a:t>​</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indent="0" algn="l" rtl="0" fontAlgn="base">
                        <a:buNone/>
                      </a:pPr>
                      <a:r>
                        <a:rPr lang="ja-JP" sz="900" b="0" i="0" u="none" strike="noStrike">
                          <a:solidFill>
                            <a:srgbClr val="000000"/>
                          </a:solidFill>
                          <a:effectLst/>
                          <a:latin typeface="Meiryo UI" panose="020B0604030504040204" pitchFamily="50" charset="-128"/>
                          <a:ea typeface="Meiryo UI" panose="020B0604030504040204" pitchFamily="50" charset="-128"/>
                        </a:rPr>
                        <a:t>健診PDF帳票の表示件数の拡張</a:t>
                      </a:r>
                      <a:r>
                        <a:rPr lang="en-US" sz="900" b="0" i="0">
                          <a:solidFill>
                            <a:srgbClr val="000000"/>
                          </a:solidFill>
                          <a:effectLst/>
                          <a:latin typeface="Meiryo UI" panose="020B0604030504040204" pitchFamily="50" charset="-128"/>
                          <a:ea typeface="Meiryo UI" panose="020B0604030504040204" pitchFamily="50" charset="-128"/>
                        </a:rPr>
                        <a:t>​</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base"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未着手</a:t>
                      </a:r>
                      <a:endPar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indent="0" algn="ctr" rtl="0" fontAlgn="base">
                        <a:buNone/>
                      </a:pPr>
                      <a:r>
                        <a:rPr lang="ja-JP" altLang="en-US" sz="900" b="0" i="0">
                          <a:solidFill>
                            <a:srgbClr val="000000"/>
                          </a:solidFill>
                          <a:effectLst/>
                          <a:latin typeface="Meiryo UI" panose="020B0604030504040204" pitchFamily="50" charset="-128"/>
                          <a:ea typeface="Meiryo UI" panose="020B0604030504040204" pitchFamily="50" charset="-128"/>
                        </a:rPr>
                        <a:t>ー</a:t>
                      </a:r>
                      <a:endParaRPr lang="en-US" sz="900" b="0" i="0">
                        <a:solidFill>
                          <a:srgbClr val="000000"/>
                        </a:solidFill>
                        <a:effectLst/>
                        <a:latin typeface="Meiryo UI" panose="020B0604030504040204" pitchFamily="50" charset="-128"/>
                        <a:ea typeface="Meiryo UI" panose="020B0604030504040204" pitchFamily="50" charset="-128"/>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92075" marR="0" lvl="0" indent="-92075" algn="l" defTabSz="685673" rtl="0" eaLnBrk="1" fontAlgn="ctr" latinLnBrk="0" hangingPunct="1">
                        <a:lnSpc>
                          <a:spcPct val="100000"/>
                        </a:lnSpc>
                        <a:spcBef>
                          <a:spcPts val="300"/>
                        </a:spcBef>
                        <a:spcAft>
                          <a:spcPts val="0"/>
                        </a:spcAft>
                        <a:buClrTx/>
                        <a:buSzTx/>
                        <a:buFont typeface="Arial" panose="020B0604020202020204" pitchFamily="34" charset="0"/>
                        <a:buChar char="•"/>
                        <a:tabLst/>
                        <a:defRPr/>
                      </a:pPr>
                      <a:endParaRPr kumimoji="1" lang="en-US" altLang="ja-JP" sz="900" b="0" i="0" u="none" strike="noStrike" kern="1200" cap="none" spc="0" normalizeH="0" baseline="0" noProof="0">
                        <a:ln>
                          <a:noFill/>
                        </a:ln>
                        <a:solidFill>
                          <a:prstClr val="black"/>
                        </a:solidFill>
                        <a:effectLst/>
                        <a:uLnTx/>
                        <a:uFillTx/>
                        <a:latin typeface="Meiryo UI"/>
                        <a:ea typeface="Meiryo UI"/>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823003587"/>
                  </a:ext>
                </a:extLst>
              </a:tr>
              <a:tr h="209395">
                <a:tc>
                  <a:txBody>
                    <a:bodyPr/>
                    <a:lstStyle/>
                    <a:p>
                      <a:pPr marL="0" marR="0" indent="0" algn="ctr" rtl="0" fontAlgn="base">
                        <a:buNone/>
                      </a:pPr>
                      <a:r>
                        <a:rPr lang="en-US" sz="900" b="0" i="0" u="none" strike="noStrike">
                          <a:solidFill>
                            <a:srgbClr val="000000"/>
                          </a:solidFill>
                          <a:effectLst/>
                          <a:latin typeface="Meiryo UI" panose="020B0604030504040204" pitchFamily="50" charset="-128"/>
                          <a:ea typeface="Meiryo UI" panose="020B0604030504040204" pitchFamily="50" charset="-128"/>
                        </a:rPr>
                        <a:t>2</a:t>
                      </a:r>
                      <a:r>
                        <a:rPr lang="ja-JP" sz="900" b="0" i="0">
                          <a:solidFill>
                            <a:srgbClr val="000000"/>
                          </a:solidFill>
                          <a:effectLst/>
                          <a:latin typeface="Meiryo UI" panose="020B0604030504040204" pitchFamily="50" charset="-128"/>
                          <a:ea typeface="Meiryo UI" panose="020B0604030504040204" pitchFamily="50" charset="-128"/>
                        </a:rPr>
                        <a:t>​</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indent="0" algn="ctr" rtl="0" fontAlgn="base">
                        <a:buNone/>
                      </a:pPr>
                      <a:r>
                        <a:rPr lang="ja-JP" sz="900" b="0" i="0" u="none" strike="noStrike">
                          <a:solidFill>
                            <a:srgbClr val="000000"/>
                          </a:solidFill>
                          <a:effectLst/>
                          <a:latin typeface="Meiryo UI" panose="020B0604030504040204" pitchFamily="50" charset="-128"/>
                          <a:ea typeface="Meiryo UI" panose="020B0604030504040204" pitchFamily="50" charset="-128"/>
                        </a:rPr>
                        <a:t>059</a:t>
                      </a:r>
                      <a:r>
                        <a:rPr lang="en-US" sz="900" b="0" i="0">
                          <a:solidFill>
                            <a:srgbClr val="000000"/>
                          </a:solidFill>
                          <a:effectLst/>
                          <a:latin typeface="Meiryo UI" panose="020B0604030504040204" pitchFamily="50" charset="-128"/>
                          <a:ea typeface="Meiryo UI" panose="020B0604030504040204" pitchFamily="50" charset="-128"/>
                        </a:rPr>
                        <a:t>​</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indent="0" algn="l" rtl="0" fontAlgn="base">
                        <a:buNone/>
                      </a:pPr>
                      <a:r>
                        <a:rPr lang="ja-JP" sz="900" b="0" i="0" u="none" strike="noStrike">
                          <a:solidFill>
                            <a:srgbClr val="000000"/>
                          </a:solidFill>
                          <a:effectLst/>
                          <a:latin typeface="Meiryo UI" panose="020B0604030504040204" pitchFamily="50" charset="-128"/>
                          <a:ea typeface="Meiryo UI" panose="020B0604030504040204" pitchFamily="50" charset="-128"/>
                        </a:rPr>
                        <a:t>医療機関等検索の検索キーの追加</a:t>
                      </a:r>
                      <a:r>
                        <a:rPr lang="en-US" sz="900" b="0" i="0">
                          <a:solidFill>
                            <a:srgbClr val="000000"/>
                          </a:solidFill>
                          <a:effectLst/>
                          <a:latin typeface="Meiryo UI" panose="020B0604030504040204" pitchFamily="50" charset="-128"/>
                          <a:ea typeface="Meiryo UI" panose="020B0604030504040204" pitchFamily="50" charset="-128"/>
                        </a:rPr>
                        <a:t>​</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base"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未着手</a:t>
                      </a:r>
                      <a:endPar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base" latinLnBrk="0" hangingPunct="1">
                        <a:lnSpc>
                          <a:spcPct val="100000"/>
                        </a:lnSpc>
                        <a:spcBef>
                          <a:spcPts val="0"/>
                        </a:spcBef>
                        <a:spcAft>
                          <a:spcPts val="0"/>
                        </a:spcAft>
                        <a:buClrTx/>
                        <a:buSzTx/>
                        <a:buFontTx/>
                        <a:buNone/>
                        <a:tabLst/>
                        <a:defRPr/>
                      </a:pPr>
                      <a:r>
                        <a:rPr lang="ja-JP" altLang="en-US" sz="900" b="0" i="0">
                          <a:solidFill>
                            <a:srgbClr val="000000"/>
                          </a:solidFill>
                          <a:effectLst/>
                          <a:latin typeface="Meiryo UI" panose="020B0604030504040204" pitchFamily="50" charset="-128"/>
                          <a:ea typeface="Meiryo UI" panose="020B0604030504040204" pitchFamily="50" charset="-128"/>
                        </a:rPr>
                        <a:t>ー</a:t>
                      </a:r>
                      <a:endParaRPr lang="en-US" altLang="ja-JP" sz="900" b="0" i="0">
                        <a:solidFill>
                          <a:srgbClr val="000000"/>
                        </a:solidFill>
                        <a:effectLst/>
                        <a:latin typeface="Meiryo UI" panose="020B0604030504040204" pitchFamily="50" charset="-128"/>
                        <a:ea typeface="Meiryo UI" panose="020B0604030504040204" pitchFamily="50" charset="-128"/>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92075" marR="0" lvl="0" indent="-92075" algn="l" defTabSz="685673" rtl="0" eaLnBrk="1" fontAlgn="ctr" latinLnBrk="0" hangingPunct="1">
                        <a:lnSpc>
                          <a:spcPct val="100000"/>
                        </a:lnSpc>
                        <a:spcBef>
                          <a:spcPts val="300"/>
                        </a:spcBef>
                        <a:spcAft>
                          <a:spcPts val="0"/>
                        </a:spcAft>
                        <a:buClrTx/>
                        <a:buSzTx/>
                        <a:buFont typeface="Arial" panose="020B0604020202020204" pitchFamily="34" charset="0"/>
                        <a:buChar char="•"/>
                        <a:tabLst/>
                        <a:defRPr/>
                      </a:pPr>
                      <a:endParaRPr kumimoji="1" lang="en-US" altLang="ja-JP" sz="900" b="0" i="0" u="none" strike="noStrike" kern="1200" cap="none" spc="0" normalizeH="0" baseline="0" noProof="0">
                        <a:ln>
                          <a:noFill/>
                        </a:ln>
                        <a:solidFill>
                          <a:prstClr val="black"/>
                        </a:solidFill>
                        <a:effectLst/>
                        <a:uLnTx/>
                        <a:uFillTx/>
                        <a:latin typeface="Meiryo UI"/>
                        <a:ea typeface="Meiryo UI"/>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517905966"/>
                  </a:ext>
                </a:extLst>
              </a:tr>
              <a:tr h="335032">
                <a:tc>
                  <a:txBody>
                    <a:bodyPr/>
                    <a:lstStyle/>
                    <a:p>
                      <a:pPr marL="0" marR="0" indent="0" algn="ctr" rtl="0" fontAlgn="base">
                        <a:buNone/>
                      </a:pPr>
                      <a:r>
                        <a:rPr lang="en-US" sz="900" b="0" i="0" u="none" strike="noStrike">
                          <a:solidFill>
                            <a:srgbClr val="000000"/>
                          </a:solidFill>
                          <a:effectLst/>
                          <a:latin typeface="Meiryo UI" panose="020B0604030504040204" pitchFamily="50" charset="-128"/>
                          <a:ea typeface="Meiryo UI" panose="020B0604030504040204" pitchFamily="50" charset="-128"/>
                        </a:rPr>
                        <a:t>3</a:t>
                      </a:r>
                      <a:r>
                        <a:rPr lang="ja-JP" sz="900" b="0" i="0">
                          <a:solidFill>
                            <a:srgbClr val="000000"/>
                          </a:solidFill>
                          <a:effectLst/>
                          <a:latin typeface="Meiryo UI" panose="020B0604030504040204" pitchFamily="50" charset="-128"/>
                          <a:ea typeface="Meiryo UI" panose="020B0604030504040204" pitchFamily="50" charset="-128"/>
                        </a:rPr>
                        <a:t>​</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indent="0" algn="ctr" rtl="0" fontAlgn="base">
                        <a:buNone/>
                      </a:pPr>
                      <a:r>
                        <a:rPr lang="ja-JP" sz="900" b="0" i="0" u="none" strike="noStrike">
                          <a:solidFill>
                            <a:srgbClr val="000000"/>
                          </a:solidFill>
                          <a:effectLst/>
                          <a:latin typeface="Meiryo UI" panose="020B0604030504040204" pitchFamily="50" charset="-128"/>
                          <a:ea typeface="Meiryo UI" panose="020B0604030504040204" pitchFamily="50" charset="-128"/>
                        </a:rPr>
                        <a:t>148</a:t>
                      </a:r>
                      <a:r>
                        <a:rPr lang="en-US" sz="900" b="0" i="0">
                          <a:solidFill>
                            <a:srgbClr val="000000"/>
                          </a:solidFill>
                          <a:effectLst/>
                          <a:latin typeface="Meiryo UI" panose="020B0604030504040204" pitchFamily="50" charset="-128"/>
                          <a:ea typeface="Meiryo UI" panose="020B0604030504040204" pitchFamily="50" charset="-128"/>
                        </a:rPr>
                        <a:t>​</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indent="0" algn="l" rtl="0" fontAlgn="base">
                        <a:buNone/>
                      </a:pPr>
                      <a:r>
                        <a:rPr lang="ja-JP" sz="900" b="0" i="0" u="none" strike="noStrike">
                          <a:solidFill>
                            <a:srgbClr val="000000"/>
                          </a:solidFill>
                          <a:effectLst/>
                          <a:latin typeface="Meiryo UI" panose="020B0604030504040204" pitchFamily="50" charset="-128"/>
                          <a:ea typeface="Meiryo UI" panose="020B0604030504040204" pitchFamily="50" charset="-128"/>
                        </a:rPr>
                        <a:t>本サービス対象施設種別の追加（訪問看護ステーションによる健診文書・臨床情報閲覧）</a:t>
                      </a:r>
                      <a:r>
                        <a:rPr lang="en-US" sz="900" b="0" i="0">
                          <a:solidFill>
                            <a:srgbClr val="000000"/>
                          </a:solidFill>
                          <a:effectLst/>
                          <a:latin typeface="Meiryo UI" panose="020B0604030504040204" pitchFamily="50" charset="-128"/>
                          <a:ea typeface="Meiryo UI" panose="020B0604030504040204" pitchFamily="50" charset="-128"/>
                        </a:rPr>
                        <a:t>​</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base"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未着手</a:t>
                      </a:r>
                      <a:endPar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base" latinLnBrk="0" hangingPunct="1">
                        <a:lnSpc>
                          <a:spcPct val="100000"/>
                        </a:lnSpc>
                        <a:spcBef>
                          <a:spcPts val="0"/>
                        </a:spcBef>
                        <a:spcAft>
                          <a:spcPts val="0"/>
                        </a:spcAft>
                        <a:buClrTx/>
                        <a:buSzTx/>
                        <a:buFontTx/>
                        <a:buNone/>
                        <a:tabLst/>
                        <a:defRPr/>
                      </a:pPr>
                      <a:r>
                        <a:rPr lang="ja-JP" altLang="en-US" sz="900" b="0" i="0">
                          <a:solidFill>
                            <a:srgbClr val="000000"/>
                          </a:solidFill>
                          <a:effectLst/>
                          <a:latin typeface="Meiryo UI" panose="020B0604030504040204" pitchFamily="50" charset="-128"/>
                          <a:ea typeface="Meiryo UI" panose="020B0604030504040204" pitchFamily="50" charset="-128"/>
                        </a:rPr>
                        <a:t>ー</a:t>
                      </a:r>
                      <a:endParaRPr lang="en-US" altLang="ja-JP" sz="900" b="0" i="0">
                        <a:solidFill>
                          <a:srgbClr val="000000"/>
                        </a:solidFill>
                        <a:effectLst/>
                        <a:latin typeface="Meiryo UI" panose="020B0604030504040204" pitchFamily="50" charset="-128"/>
                        <a:ea typeface="Meiryo UI" panose="020B0604030504040204" pitchFamily="50" charset="-128"/>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92075" marR="0" lvl="0" indent="-92075" algn="l" defTabSz="685673" rtl="0" eaLnBrk="1" fontAlgn="ctr" latinLnBrk="0" hangingPunct="1">
                        <a:lnSpc>
                          <a:spcPct val="100000"/>
                        </a:lnSpc>
                        <a:spcBef>
                          <a:spcPts val="300"/>
                        </a:spcBef>
                        <a:spcAft>
                          <a:spcPts val="0"/>
                        </a:spcAft>
                        <a:buClrTx/>
                        <a:buSzTx/>
                        <a:buFont typeface="Arial" panose="020B0604020202020204" pitchFamily="34" charset="0"/>
                        <a:buChar char="•"/>
                        <a:tabLst/>
                        <a:defRPr/>
                      </a:pPr>
                      <a:endParaRPr kumimoji="1" lang="en-US" altLang="ja-JP" sz="900" b="0" i="0" u="none" strike="noStrike" kern="1200" cap="none" spc="0" normalizeH="0" baseline="0" noProof="0">
                        <a:ln>
                          <a:noFill/>
                        </a:ln>
                        <a:solidFill>
                          <a:prstClr val="black"/>
                        </a:solidFill>
                        <a:effectLst/>
                        <a:uLnTx/>
                        <a:uFillTx/>
                        <a:latin typeface="Meiryo UI"/>
                        <a:ea typeface="Meiryo UI"/>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673164382"/>
                  </a:ext>
                </a:extLst>
              </a:tr>
              <a:tr h="335032">
                <a:tc>
                  <a:txBody>
                    <a:bodyPr/>
                    <a:lstStyle/>
                    <a:p>
                      <a:pPr marL="0" marR="0" indent="0" algn="ctr" rtl="0" fontAlgn="base">
                        <a:buNone/>
                      </a:pPr>
                      <a:r>
                        <a:rPr lang="en-US" sz="900" b="0" i="0" u="none" strike="noStrike">
                          <a:solidFill>
                            <a:srgbClr val="000000"/>
                          </a:solidFill>
                          <a:effectLst/>
                          <a:latin typeface="Meiryo UI" panose="020B0604030504040204" pitchFamily="50" charset="-128"/>
                          <a:ea typeface="Meiryo UI" panose="020B0604030504040204" pitchFamily="50" charset="-128"/>
                        </a:rPr>
                        <a:t>4</a:t>
                      </a:r>
                      <a:r>
                        <a:rPr lang="ja-JP" sz="900" b="0" i="0">
                          <a:solidFill>
                            <a:srgbClr val="000000"/>
                          </a:solidFill>
                          <a:effectLst/>
                          <a:latin typeface="Meiryo UI" panose="020B0604030504040204" pitchFamily="50" charset="-128"/>
                          <a:ea typeface="Meiryo UI" panose="020B0604030504040204" pitchFamily="50" charset="-128"/>
                        </a:rPr>
                        <a:t>​</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indent="0" algn="ctr" rtl="0" fontAlgn="base">
                        <a:buNone/>
                      </a:pPr>
                      <a:r>
                        <a:rPr lang="ja-JP" sz="900" b="0" i="0" u="none" strike="noStrike">
                          <a:solidFill>
                            <a:srgbClr val="000000"/>
                          </a:solidFill>
                          <a:effectLst/>
                          <a:latin typeface="Meiryo UI" panose="020B0604030504040204" pitchFamily="50" charset="-128"/>
                          <a:ea typeface="Meiryo UI" panose="020B0604030504040204" pitchFamily="50" charset="-128"/>
                        </a:rPr>
                        <a:t>149</a:t>
                      </a:r>
                      <a:r>
                        <a:rPr lang="en-US" sz="900" b="0" i="0">
                          <a:solidFill>
                            <a:srgbClr val="000000"/>
                          </a:solidFill>
                          <a:effectLst/>
                          <a:latin typeface="Meiryo UI" panose="020B0604030504040204" pitchFamily="50" charset="-128"/>
                          <a:ea typeface="Meiryo UI" panose="020B0604030504040204" pitchFamily="50" charset="-128"/>
                        </a:rPr>
                        <a:t>​</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indent="0" algn="l" rtl="0" fontAlgn="base">
                        <a:buNone/>
                      </a:pPr>
                      <a:r>
                        <a:rPr lang="ja-JP" sz="900" b="0" i="0" u="none" strike="noStrike">
                          <a:solidFill>
                            <a:srgbClr val="000000"/>
                          </a:solidFill>
                          <a:effectLst/>
                          <a:latin typeface="Meiryo UI" panose="020B0604030504040204" pitchFamily="50" charset="-128"/>
                          <a:ea typeface="Meiryo UI" panose="020B0604030504040204" pitchFamily="50" charset="-128"/>
                        </a:rPr>
                        <a:t>「職域診療所」へのサービス導入</a:t>
                      </a:r>
                      <a:r>
                        <a:rPr lang="en-US" sz="900" b="0" i="0">
                          <a:solidFill>
                            <a:srgbClr val="000000"/>
                          </a:solidFill>
                          <a:effectLst/>
                          <a:latin typeface="Meiryo UI" panose="020B0604030504040204" pitchFamily="50" charset="-128"/>
                          <a:ea typeface="Meiryo UI" panose="020B0604030504040204" pitchFamily="50" charset="-128"/>
                        </a:rPr>
                        <a:t>​</a:t>
                      </a:r>
                      <a:br>
                        <a:rPr lang="en-US" sz="900" b="0" i="0">
                          <a:solidFill>
                            <a:srgbClr val="000000"/>
                          </a:solidFill>
                          <a:effectLst/>
                          <a:latin typeface="Meiryo UI" panose="020B0604030504040204" pitchFamily="50" charset="-128"/>
                          <a:ea typeface="Meiryo UI" panose="020B0604030504040204" pitchFamily="50" charset="-128"/>
                        </a:rPr>
                      </a:br>
                      <a:r>
                        <a:rPr lang="ja-JP" sz="900" b="0" i="0" u="none" strike="noStrike">
                          <a:solidFill>
                            <a:srgbClr val="000000"/>
                          </a:solidFill>
                          <a:effectLst/>
                          <a:latin typeface="Meiryo UI" panose="020B0604030504040204" pitchFamily="50" charset="-128"/>
                          <a:ea typeface="Meiryo UI" panose="020B0604030504040204" pitchFamily="50" charset="-128"/>
                        </a:rPr>
                        <a:t>(3文書6情報/2文書6情報の登録・閲覧）</a:t>
                      </a:r>
                      <a:r>
                        <a:rPr lang="en-US" sz="900" b="0" i="0">
                          <a:solidFill>
                            <a:srgbClr val="000000"/>
                          </a:solidFill>
                          <a:effectLst/>
                          <a:latin typeface="Meiryo UI" panose="020B0604030504040204" pitchFamily="50" charset="-128"/>
                          <a:ea typeface="Meiryo UI" panose="020B0604030504040204" pitchFamily="50" charset="-128"/>
                        </a:rPr>
                        <a:t>​</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base"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未着手</a:t>
                      </a:r>
                      <a:endPar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base" latinLnBrk="0" hangingPunct="1">
                        <a:lnSpc>
                          <a:spcPct val="100000"/>
                        </a:lnSpc>
                        <a:spcBef>
                          <a:spcPts val="0"/>
                        </a:spcBef>
                        <a:spcAft>
                          <a:spcPts val="0"/>
                        </a:spcAft>
                        <a:buClrTx/>
                        <a:buSzTx/>
                        <a:buFontTx/>
                        <a:buNone/>
                        <a:tabLst/>
                        <a:defRPr/>
                      </a:pPr>
                      <a:r>
                        <a:rPr lang="ja-JP" altLang="en-US" sz="900" b="0" i="0">
                          <a:solidFill>
                            <a:srgbClr val="000000"/>
                          </a:solidFill>
                          <a:effectLst/>
                          <a:latin typeface="Meiryo UI" panose="020B0604030504040204" pitchFamily="50" charset="-128"/>
                          <a:ea typeface="Meiryo UI" panose="020B0604030504040204" pitchFamily="50" charset="-128"/>
                        </a:rPr>
                        <a:t>ー</a:t>
                      </a:r>
                      <a:endParaRPr lang="en-US" altLang="ja-JP" sz="900" b="0" i="0">
                        <a:solidFill>
                          <a:srgbClr val="000000"/>
                        </a:solidFill>
                        <a:effectLst/>
                        <a:latin typeface="Meiryo UI" panose="020B0604030504040204" pitchFamily="50" charset="-128"/>
                        <a:ea typeface="Meiryo UI" panose="020B0604030504040204" pitchFamily="50" charset="-128"/>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92075" marR="0" lvl="0" indent="-92075" algn="l" defTabSz="685673" rtl="0" eaLnBrk="1" fontAlgn="ctr" latinLnBrk="0" hangingPunct="1">
                        <a:lnSpc>
                          <a:spcPct val="100000"/>
                        </a:lnSpc>
                        <a:spcBef>
                          <a:spcPts val="300"/>
                        </a:spcBef>
                        <a:spcAft>
                          <a:spcPts val="0"/>
                        </a:spcAft>
                        <a:buClrTx/>
                        <a:buSzTx/>
                        <a:buFont typeface="Arial" panose="020B0604020202020204" pitchFamily="34" charset="0"/>
                        <a:buChar char="•"/>
                        <a:tabLst/>
                        <a:defRPr/>
                      </a:pPr>
                      <a:endParaRPr kumimoji="1" lang="en-US" altLang="ja-JP" sz="900" b="0" i="0" u="none" strike="noStrike" kern="1200" cap="none" spc="0" normalizeH="0" baseline="0" noProof="0">
                        <a:ln>
                          <a:noFill/>
                        </a:ln>
                        <a:solidFill>
                          <a:prstClr val="black"/>
                        </a:solidFill>
                        <a:effectLst/>
                        <a:uLnTx/>
                        <a:uFillTx/>
                        <a:latin typeface="Meiryo UI"/>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090416691"/>
                  </a:ext>
                </a:extLst>
              </a:tr>
              <a:tr h="209395">
                <a:tc>
                  <a:txBody>
                    <a:bodyPr/>
                    <a:lstStyle/>
                    <a:p>
                      <a:pPr marL="0" marR="0" indent="0" algn="ctr" rtl="0" fontAlgn="base">
                        <a:buNone/>
                      </a:pPr>
                      <a:r>
                        <a:rPr lang="en-US" sz="900" b="0" i="0" u="none" strike="noStrike">
                          <a:solidFill>
                            <a:srgbClr val="000000"/>
                          </a:solidFill>
                          <a:effectLst/>
                          <a:latin typeface="Meiryo UI" panose="020B0604030504040204" pitchFamily="50" charset="-128"/>
                          <a:ea typeface="Meiryo UI" panose="020B0604030504040204" pitchFamily="50" charset="-128"/>
                        </a:rPr>
                        <a:t>5</a:t>
                      </a:r>
                      <a:r>
                        <a:rPr lang="ja-JP" sz="900" b="0" i="0">
                          <a:solidFill>
                            <a:srgbClr val="000000"/>
                          </a:solidFill>
                          <a:effectLst/>
                          <a:latin typeface="Meiryo UI" panose="020B0604030504040204" pitchFamily="50" charset="-128"/>
                          <a:ea typeface="Meiryo UI" panose="020B0604030504040204" pitchFamily="50" charset="-128"/>
                        </a:rPr>
                        <a:t>​</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indent="0" algn="ctr" rtl="0" fontAlgn="base">
                        <a:buNone/>
                      </a:pPr>
                      <a:r>
                        <a:rPr lang="ja-JP" sz="900" b="0" i="0" u="none" strike="noStrike">
                          <a:solidFill>
                            <a:srgbClr val="000000"/>
                          </a:solidFill>
                          <a:effectLst/>
                          <a:latin typeface="Meiryo UI" panose="020B0604030504040204" pitchFamily="50" charset="-128"/>
                          <a:ea typeface="Meiryo UI" panose="020B0604030504040204" pitchFamily="50" charset="-128"/>
                        </a:rPr>
                        <a:t>159</a:t>
                      </a:r>
                      <a:r>
                        <a:rPr lang="en-US" sz="900" b="0" i="0">
                          <a:solidFill>
                            <a:srgbClr val="000000"/>
                          </a:solidFill>
                          <a:effectLst/>
                          <a:latin typeface="Meiryo UI" panose="020B0604030504040204" pitchFamily="50" charset="-128"/>
                          <a:ea typeface="Meiryo UI" panose="020B0604030504040204" pitchFamily="50" charset="-128"/>
                        </a:rPr>
                        <a:t>​</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indent="0" algn="l" rtl="0" fontAlgn="base">
                        <a:buNone/>
                      </a:pPr>
                      <a:r>
                        <a:rPr lang="ja-JP" sz="900" b="0" i="0" u="none" strike="noStrike">
                          <a:solidFill>
                            <a:srgbClr val="000000"/>
                          </a:solidFill>
                          <a:effectLst/>
                          <a:latin typeface="Meiryo UI" panose="020B0604030504040204" pitchFamily="50" charset="-128"/>
                          <a:ea typeface="Meiryo UI" panose="020B0604030504040204" pitchFamily="50" charset="-128"/>
                        </a:rPr>
                        <a:t>「健診実施機関(単独)」へのサービス導入</a:t>
                      </a:r>
                      <a:r>
                        <a:rPr lang="en-US" sz="900" b="0" i="0">
                          <a:solidFill>
                            <a:srgbClr val="000000"/>
                          </a:solidFill>
                          <a:effectLst/>
                          <a:latin typeface="Meiryo UI" panose="020B0604030504040204" pitchFamily="50" charset="-128"/>
                          <a:ea typeface="Meiryo UI" panose="020B0604030504040204" pitchFamily="50" charset="-128"/>
                        </a:rPr>
                        <a:t>​</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base"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未着手</a:t>
                      </a:r>
                      <a:endPar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base" latinLnBrk="0" hangingPunct="1">
                        <a:lnSpc>
                          <a:spcPct val="100000"/>
                        </a:lnSpc>
                        <a:spcBef>
                          <a:spcPts val="0"/>
                        </a:spcBef>
                        <a:spcAft>
                          <a:spcPts val="0"/>
                        </a:spcAft>
                        <a:buClrTx/>
                        <a:buSzTx/>
                        <a:buFontTx/>
                        <a:buNone/>
                        <a:tabLst/>
                        <a:defRPr/>
                      </a:pPr>
                      <a:r>
                        <a:rPr lang="ja-JP" altLang="en-US" sz="900" b="0" i="0">
                          <a:solidFill>
                            <a:srgbClr val="000000"/>
                          </a:solidFill>
                          <a:effectLst/>
                          <a:latin typeface="Meiryo UI" panose="020B0604030504040204" pitchFamily="50" charset="-128"/>
                          <a:ea typeface="Meiryo UI" panose="020B0604030504040204" pitchFamily="50" charset="-128"/>
                        </a:rPr>
                        <a:t>ー</a:t>
                      </a:r>
                      <a:endParaRPr lang="en-US" altLang="ja-JP" sz="900" b="0" i="0">
                        <a:solidFill>
                          <a:srgbClr val="000000"/>
                        </a:solidFill>
                        <a:effectLst/>
                        <a:latin typeface="Meiryo UI" panose="020B0604030504040204" pitchFamily="50" charset="-128"/>
                        <a:ea typeface="Meiryo UI" panose="020B0604030504040204" pitchFamily="50" charset="-128"/>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92075" marR="0" lvl="0" indent="-92075" algn="l" defTabSz="685673" rtl="0" eaLnBrk="1" fontAlgn="ctr" latinLnBrk="0" hangingPunct="1">
                        <a:lnSpc>
                          <a:spcPct val="100000"/>
                        </a:lnSpc>
                        <a:spcBef>
                          <a:spcPts val="300"/>
                        </a:spcBef>
                        <a:spcAft>
                          <a:spcPts val="0"/>
                        </a:spcAft>
                        <a:buClrTx/>
                        <a:buSzTx/>
                        <a:buFont typeface="Arial" panose="020B0604020202020204" pitchFamily="34" charset="0"/>
                        <a:buChar char="•"/>
                        <a:tabLst/>
                        <a:defRPr/>
                      </a:pPr>
                      <a:endParaRPr kumimoji="1" lang="en-US" altLang="ja-JP" sz="900" b="0" i="0" u="none" strike="noStrike" kern="1200" cap="none" spc="0" normalizeH="0" baseline="0" noProof="0">
                        <a:ln>
                          <a:noFill/>
                        </a:ln>
                        <a:solidFill>
                          <a:prstClr val="black"/>
                        </a:solidFill>
                        <a:effectLst/>
                        <a:uLnTx/>
                        <a:uFillTx/>
                        <a:latin typeface="Meiryo UI"/>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74489670"/>
                  </a:ext>
                </a:extLst>
              </a:tr>
              <a:tr h="209395">
                <a:tc>
                  <a:txBody>
                    <a:bodyPr/>
                    <a:lstStyle/>
                    <a:p>
                      <a:pPr marL="0" marR="0" indent="0" algn="ctr" rtl="0" fontAlgn="base">
                        <a:buNone/>
                      </a:pPr>
                      <a:r>
                        <a:rPr lang="en-US" sz="900" b="0" i="0" u="none" strike="noStrike">
                          <a:solidFill>
                            <a:srgbClr val="000000"/>
                          </a:solidFill>
                          <a:effectLst/>
                          <a:latin typeface="Meiryo UI" panose="020B0604030504040204" pitchFamily="50" charset="-128"/>
                          <a:ea typeface="Meiryo UI" panose="020B0604030504040204" pitchFamily="50" charset="-128"/>
                        </a:rPr>
                        <a:t>6</a:t>
                      </a:r>
                      <a:r>
                        <a:rPr lang="ja-JP" sz="900" b="0" i="0">
                          <a:solidFill>
                            <a:srgbClr val="000000"/>
                          </a:solidFill>
                          <a:effectLst/>
                          <a:latin typeface="Meiryo UI" panose="020B0604030504040204" pitchFamily="50" charset="-128"/>
                          <a:ea typeface="Meiryo UI" panose="020B0604030504040204" pitchFamily="50" charset="-128"/>
                        </a:rPr>
                        <a:t>​</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indent="0" algn="ctr" rtl="0" fontAlgn="base">
                        <a:buNone/>
                      </a:pPr>
                      <a:r>
                        <a:rPr lang="ja-JP" sz="900" b="0" i="0" u="none" strike="noStrike">
                          <a:solidFill>
                            <a:srgbClr val="000000"/>
                          </a:solidFill>
                          <a:effectLst/>
                          <a:latin typeface="Meiryo UI" panose="020B0604030504040204" pitchFamily="50" charset="-128"/>
                          <a:ea typeface="Meiryo UI" panose="020B0604030504040204" pitchFamily="50" charset="-128"/>
                        </a:rPr>
                        <a:t>178</a:t>
                      </a:r>
                      <a:r>
                        <a:rPr lang="en-US" sz="900" b="0" i="0">
                          <a:solidFill>
                            <a:srgbClr val="000000"/>
                          </a:solidFill>
                          <a:effectLst/>
                          <a:latin typeface="Meiryo UI" panose="020B0604030504040204" pitchFamily="50" charset="-128"/>
                          <a:ea typeface="Meiryo UI" panose="020B0604030504040204" pitchFamily="50" charset="-128"/>
                        </a:rPr>
                        <a:t>​</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indent="0" algn="l" rtl="0" fontAlgn="base">
                        <a:buNone/>
                      </a:pPr>
                      <a:r>
                        <a:rPr lang="ja-JP" sz="900" b="0" i="0" u="none" strike="noStrike">
                          <a:solidFill>
                            <a:srgbClr val="000000"/>
                          </a:solidFill>
                          <a:effectLst/>
                          <a:latin typeface="Meiryo UI" panose="020B0604030504040204" pitchFamily="50" charset="-128"/>
                          <a:ea typeface="Meiryo UI" panose="020B0604030504040204" pitchFamily="50" charset="-128"/>
                        </a:rPr>
                        <a:t>文書・臨床情報・患者サマリーの保存期間の延長</a:t>
                      </a:r>
                      <a:r>
                        <a:rPr lang="en-US" sz="900" b="0" i="0">
                          <a:solidFill>
                            <a:srgbClr val="000000"/>
                          </a:solidFill>
                          <a:effectLst/>
                          <a:latin typeface="Meiryo UI" panose="020B0604030504040204" pitchFamily="50" charset="-128"/>
                          <a:ea typeface="Meiryo UI" panose="020B0604030504040204" pitchFamily="50" charset="-128"/>
                        </a:rPr>
                        <a:t>​</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base"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未着手</a:t>
                      </a:r>
                      <a:endPar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base" latinLnBrk="0" hangingPunct="1">
                        <a:lnSpc>
                          <a:spcPct val="100000"/>
                        </a:lnSpc>
                        <a:spcBef>
                          <a:spcPts val="0"/>
                        </a:spcBef>
                        <a:spcAft>
                          <a:spcPts val="0"/>
                        </a:spcAft>
                        <a:buClrTx/>
                        <a:buSzTx/>
                        <a:buFontTx/>
                        <a:buNone/>
                        <a:tabLst/>
                        <a:defRPr/>
                      </a:pPr>
                      <a:r>
                        <a:rPr lang="ja-JP" altLang="en-US" sz="900" b="0" i="0">
                          <a:solidFill>
                            <a:srgbClr val="000000"/>
                          </a:solidFill>
                          <a:effectLst/>
                          <a:latin typeface="Meiryo UI" panose="020B0604030504040204" pitchFamily="50" charset="-128"/>
                          <a:ea typeface="Meiryo UI" panose="020B0604030504040204" pitchFamily="50" charset="-128"/>
                        </a:rPr>
                        <a:t>ー</a:t>
                      </a:r>
                      <a:endParaRPr lang="en-US" altLang="ja-JP" sz="900" b="0" i="0">
                        <a:solidFill>
                          <a:srgbClr val="000000"/>
                        </a:solidFill>
                        <a:effectLst/>
                        <a:latin typeface="Meiryo UI" panose="020B0604030504040204" pitchFamily="50" charset="-128"/>
                        <a:ea typeface="Meiryo UI" panose="020B0604030504040204" pitchFamily="50" charset="-128"/>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92075" marR="0" lvl="0" indent="-92075" algn="l" defTabSz="685673" rtl="0" eaLnBrk="1" fontAlgn="ctr" latinLnBrk="0" hangingPunct="1">
                        <a:lnSpc>
                          <a:spcPct val="100000"/>
                        </a:lnSpc>
                        <a:spcBef>
                          <a:spcPts val="300"/>
                        </a:spcBef>
                        <a:spcAft>
                          <a:spcPts val="0"/>
                        </a:spcAft>
                        <a:buClrTx/>
                        <a:buSzTx/>
                        <a:buFont typeface="Arial" panose="020B0604020202020204" pitchFamily="34" charset="0"/>
                        <a:buChar char="•"/>
                        <a:tabLst/>
                        <a:defRPr/>
                      </a:pPr>
                      <a:endParaRPr kumimoji="1" lang="en-US" altLang="ja-JP" sz="900" b="0" i="0" u="none" strike="noStrike" kern="1200" cap="none" spc="0" normalizeH="0" baseline="0" noProof="0">
                        <a:ln>
                          <a:noFill/>
                        </a:ln>
                        <a:solidFill>
                          <a:schemeClr val="tx1"/>
                        </a:solidFill>
                        <a:effectLst/>
                        <a:uLnTx/>
                        <a:uFillTx/>
                        <a:latin typeface="Meiryo UI"/>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089521161"/>
                  </a:ext>
                </a:extLst>
              </a:tr>
              <a:tr h="335032">
                <a:tc>
                  <a:txBody>
                    <a:bodyPr/>
                    <a:lstStyle/>
                    <a:p>
                      <a:pPr marL="0" marR="0" indent="0" algn="ctr" rtl="0" fontAlgn="base">
                        <a:buNone/>
                      </a:pPr>
                      <a:r>
                        <a:rPr lang="en-US" sz="900" b="0" i="0" u="none" strike="noStrike">
                          <a:solidFill>
                            <a:srgbClr val="000000"/>
                          </a:solidFill>
                          <a:effectLst/>
                          <a:latin typeface="Meiryo UI" panose="020B0604030504040204" pitchFamily="50" charset="-128"/>
                          <a:ea typeface="Meiryo UI" panose="020B0604030504040204" pitchFamily="50" charset="-128"/>
                        </a:rPr>
                        <a:t>7</a:t>
                      </a:r>
                      <a:r>
                        <a:rPr lang="ja-JP" sz="900" b="0" i="0">
                          <a:solidFill>
                            <a:srgbClr val="000000"/>
                          </a:solidFill>
                          <a:effectLst/>
                          <a:latin typeface="Meiryo UI" panose="020B0604030504040204" pitchFamily="50" charset="-128"/>
                          <a:ea typeface="Meiryo UI" panose="020B0604030504040204" pitchFamily="50" charset="-128"/>
                        </a:rPr>
                        <a:t>​</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indent="0" algn="ctr" rtl="0" fontAlgn="base">
                        <a:buNone/>
                      </a:pPr>
                      <a:r>
                        <a:rPr lang="ja-JP" sz="900" b="0" i="0" u="none" strike="noStrike">
                          <a:solidFill>
                            <a:srgbClr val="000000"/>
                          </a:solidFill>
                          <a:effectLst/>
                          <a:latin typeface="Meiryo UI" panose="020B0604030504040204" pitchFamily="50" charset="-128"/>
                          <a:ea typeface="Meiryo UI" panose="020B0604030504040204" pitchFamily="50" charset="-128"/>
                        </a:rPr>
                        <a:t>207</a:t>
                      </a:r>
                      <a:r>
                        <a:rPr lang="en-US" sz="900" b="0" i="0">
                          <a:solidFill>
                            <a:srgbClr val="000000"/>
                          </a:solidFill>
                          <a:effectLst/>
                          <a:latin typeface="Meiryo UI" panose="020B0604030504040204" pitchFamily="50" charset="-128"/>
                          <a:ea typeface="Meiryo UI" panose="020B0604030504040204" pitchFamily="50" charset="-128"/>
                        </a:rPr>
                        <a:t>​</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indent="0" algn="l" rtl="0" fontAlgn="base">
                        <a:buNone/>
                      </a:pPr>
                      <a:r>
                        <a:rPr lang="ja-JP" sz="900" b="0" i="0" u="none" strike="noStrike">
                          <a:solidFill>
                            <a:srgbClr val="000000"/>
                          </a:solidFill>
                          <a:effectLst/>
                          <a:latin typeface="Meiryo UI" panose="020B0604030504040204" pitchFamily="50" charset="-128"/>
                          <a:ea typeface="Meiryo UI" panose="020B0604030504040204" pitchFamily="50" charset="-128"/>
                        </a:rPr>
                        <a:t>自己情報提供不可フラグ設定した患者に対する患者サマリーの登録時のエラーのアドオンチェック</a:t>
                      </a:r>
                      <a:r>
                        <a:rPr lang="en-US" sz="900" b="0" i="0">
                          <a:solidFill>
                            <a:srgbClr val="000000"/>
                          </a:solidFill>
                          <a:effectLst/>
                          <a:latin typeface="Meiryo UI" panose="020B0604030504040204" pitchFamily="50" charset="-128"/>
                          <a:ea typeface="Meiryo UI" panose="020B0604030504040204" pitchFamily="50" charset="-128"/>
                        </a:rPr>
                        <a:t>​</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base"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未着手</a:t>
                      </a:r>
                      <a:endPar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base" latinLnBrk="0" hangingPunct="1">
                        <a:lnSpc>
                          <a:spcPct val="100000"/>
                        </a:lnSpc>
                        <a:spcBef>
                          <a:spcPts val="0"/>
                        </a:spcBef>
                        <a:spcAft>
                          <a:spcPts val="0"/>
                        </a:spcAft>
                        <a:buClrTx/>
                        <a:buSzTx/>
                        <a:buFontTx/>
                        <a:buNone/>
                        <a:tabLst/>
                        <a:defRPr/>
                      </a:pPr>
                      <a:r>
                        <a:rPr lang="ja-JP" altLang="en-US" sz="900" b="0" i="0">
                          <a:solidFill>
                            <a:srgbClr val="000000"/>
                          </a:solidFill>
                          <a:effectLst/>
                          <a:latin typeface="Meiryo UI" panose="020B0604030504040204" pitchFamily="50" charset="-128"/>
                          <a:ea typeface="Meiryo UI" panose="020B0604030504040204" pitchFamily="50" charset="-128"/>
                        </a:rPr>
                        <a:t>ー</a:t>
                      </a:r>
                      <a:endParaRPr lang="en-US" altLang="ja-JP" sz="900" b="0" i="0">
                        <a:solidFill>
                          <a:srgbClr val="000000"/>
                        </a:solidFill>
                        <a:effectLst/>
                        <a:latin typeface="Meiryo UI" panose="020B0604030504040204" pitchFamily="50" charset="-128"/>
                        <a:ea typeface="Meiryo UI" panose="020B0604030504040204" pitchFamily="50" charset="-128"/>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92075" marR="0" lvl="0" indent="-92075" algn="l" defTabSz="685673" rtl="0" eaLnBrk="1" fontAlgn="ctr" latinLnBrk="0" hangingPunct="1">
                        <a:lnSpc>
                          <a:spcPct val="100000"/>
                        </a:lnSpc>
                        <a:spcBef>
                          <a:spcPts val="300"/>
                        </a:spcBef>
                        <a:spcAft>
                          <a:spcPts val="0"/>
                        </a:spcAft>
                        <a:buClrTx/>
                        <a:buSzTx/>
                        <a:buFont typeface="Arial" panose="020B0604020202020204" pitchFamily="34" charset="0"/>
                        <a:buChar char="•"/>
                        <a:tabLst/>
                        <a:defRPr/>
                      </a:pPr>
                      <a:endParaRPr kumimoji="1" lang="en-US" altLang="ja-JP" sz="900" b="0" i="0" u="none" strike="noStrike" kern="1200" cap="none" spc="0" normalizeH="0" baseline="0" noProof="0">
                        <a:ln>
                          <a:noFill/>
                        </a:ln>
                        <a:solidFill>
                          <a:schemeClr val="tx1"/>
                        </a:solidFill>
                        <a:effectLst/>
                        <a:uLnTx/>
                        <a:uFillTx/>
                        <a:latin typeface="Meiryo UI"/>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443028264"/>
                  </a:ext>
                </a:extLst>
              </a:tr>
              <a:tr h="335032">
                <a:tc>
                  <a:txBody>
                    <a:bodyPr/>
                    <a:lstStyle/>
                    <a:p>
                      <a:pPr marL="0" marR="0" indent="0" algn="ctr" rtl="0" fontAlgn="base">
                        <a:buNone/>
                      </a:pPr>
                      <a:r>
                        <a:rPr lang="en-US" sz="900" b="0" i="0" u="none" strike="noStrike">
                          <a:solidFill>
                            <a:srgbClr val="000000"/>
                          </a:solidFill>
                          <a:effectLst/>
                          <a:latin typeface="Meiryo UI" panose="020B0604030504040204" pitchFamily="50" charset="-128"/>
                          <a:ea typeface="Meiryo UI" panose="020B0604030504040204" pitchFamily="50" charset="-128"/>
                        </a:rPr>
                        <a:t>8</a:t>
                      </a:r>
                      <a:r>
                        <a:rPr lang="ja-JP" sz="900" b="0" i="0">
                          <a:solidFill>
                            <a:srgbClr val="000000"/>
                          </a:solidFill>
                          <a:effectLst/>
                          <a:latin typeface="Meiryo UI" panose="020B0604030504040204" pitchFamily="50" charset="-128"/>
                          <a:ea typeface="Meiryo UI" panose="020B0604030504040204" pitchFamily="50" charset="-128"/>
                        </a:rPr>
                        <a:t>​</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indent="0" algn="ctr" rtl="0" fontAlgn="base">
                        <a:buNone/>
                      </a:pPr>
                      <a:r>
                        <a:rPr lang="ja-JP" sz="900" b="0" i="0" u="none" strike="noStrike">
                          <a:solidFill>
                            <a:srgbClr val="000000"/>
                          </a:solidFill>
                          <a:effectLst/>
                          <a:latin typeface="Meiryo UI" panose="020B0604030504040204" pitchFamily="50" charset="-128"/>
                          <a:ea typeface="Meiryo UI" panose="020B0604030504040204" pitchFamily="50" charset="-128"/>
                        </a:rPr>
                        <a:t>211</a:t>
                      </a:r>
                      <a:r>
                        <a:rPr lang="en-US" sz="900" b="0" i="0">
                          <a:solidFill>
                            <a:srgbClr val="000000"/>
                          </a:solidFill>
                          <a:effectLst/>
                          <a:latin typeface="Meiryo UI" panose="020B0604030504040204" pitchFamily="50" charset="-128"/>
                          <a:ea typeface="Meiryo UI" panose="020B0604030504040204" pitchFamily="50" charset="-128"/>
                        </a:rPr>
                        <a:t>​</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indent="0" algn="l" rtl="0" fontAlgn="base">
                        <a:buNone/>
                      </a:pPr>
                      <a:r>
                        <a:rPr lang="ja-JP" sz="900" b="0" i="0" u="none" strike="noStrike">
                          <a:solidFill>
                            <a:srgbClr val="000000"/>
                          </a:solidFill>
                          <a:effectLst/>
                          <a:latin typeface="Meiryo UI" panose="020B0604030504040204" pitchFamily="50" charset="-128"/>
                          <a:ea typeface="Meiryo UI" panose="020B0604030504040204" pitchFamily="50" charset="-128"/>
                        </a:rPr>
                        <a:t>標準マスタにおける1つのコードに対するdisplay値変更時における経過措置期間の設定機能の追加</a:t>
                      </a:r>
                      <a:r>
                        <a:rPr lang="en-US" sz="900" b="0" i="0">
                          <a:solidFill>
                            <a:srgbClr val="000000"/>
                          </a:solidFill>
                          <a:effectLst/>
                          <a:latin typeface="Meiryo UI" panose="020B0604030504040204" pitchFamily="50" charset="-128"/>
                          <a:ea typeface="Meiryo UI" panose="020B0604030504040204" pitchFamily="50" charset="-128"/>
                        </a:rPr>
                        <a:t>​</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base"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未着手</a:t>
                      </a:r>
                      <a:endPar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base" latinLnBrk="0" hangingPunct="1">
                        <a:lnSpc>
                          <a:spcPct val="100000"/>
                        </a:lnSpc>
                        <a:spcBef>
                          <a:spcPts val="0"/>
                        </a:spcBef>
                        <a:spcAft>
                          <a:spcPts val="0"/>
                        </a:spcAft>
                        <a:buClrTx/>
                        <a:buSzTx/>
                        <a:buFontTx/>
                        <a:buNone/>
                        <a:tabLst/>
                        <a:defRPr/>
                      </a:pPr>
                      <a:r>
                        <a:rPr lang="ja-JP" altLang="en-US" sz="900" b="0" i="0">
                          <a:solidFill>
                            <a:srgbClr val="000000"/>
                          </a:solidFill>
                          <a:effectLst/>
                          <a:latin typeface="Meiryo UI" panose="020B0604030504040204" pitchFamily="50" charset="-128"/>
                          <a:ea typeface="Meiryo UI" panose="020B0604030504040204" pitchFamily="50" charset="-128"/>
                        </a:rPr>
                        <a:t>ー</a:t>
                      </a:r>
                      <a:endParaRPr lang="en-US" altLang="ja-JP" sz="900" b="0" i="0">
                        <a:solidFill>
                          <a:srgbClr val="000000"/>
                        </a:solidFill>
                        <a:effectLst/>
                        <a:latin typeface="Meiryo UI" panose="020B0604030504040204" pitchFamily="50" charset="-128"/>
                        <a:ea typeface="Meiryo UI" panose="020B0604030504040204" pitchFamily="50" charset="-128"/>
                      </a:endParaRPr>
                    </a:p>
                    <a:p>
                      <a:pPr marL="0" marR="0" indent="0" algn="ctr" rtl="0" fontAlgn="base">
                        <a:buNone/>
                      </a:pPr>
                      <a:endParaRPr lang="en-US" sz="900" b="0" i="0">
                        <a:solidFill>
                          <a:srgbClr val="000000"/>
                        </a:solidFill>
                        <a:effectLst/>
                        <a:latin typeface="Meiryo UI" panose="020B0604030504040204" pitchFamily="50" charset="-128"/>
                        <a:ea typeface="Meiryo UI" panose="020B0604030504040204" pitchFamily="50" charset="-128"/>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92075" marR="0" lvl="0" indent="-92075" algn="l" defTabSz="685673" rtl="0" eaLnBrk="1" fontAlgn="ctr" latinLnBrk="0" hangingPunct="1">
                        <a:lnSpc>
                          <a:spcPct val="100000"/>
                        </a:lnSpc>
                        <a:spcBef>
                          <a:spcPts val="300"/>
                        </a:spcBef>
                        <a:spcAft>
                          <a:spcPts val="0"/>
                        </a:spcAft>
                        <a:buClrTx/>
                        <a:buSzTx/>
                        <a:buFont typeface="Arial" panose="020B0604020202020204" pitchFamily="34" charset="0"/>
                        <a:buChar char="•"/>
                        <a:tabLst/>
                        <a:defRPr/>
                      </a:pPr>
                      <a:endParaRPr kumimoji="1" lang="en-US" altLang="ja-JP" sz="900" b="0" i="0" u="none" strike="noStrike" kern="1200" cap="none" spc="0" normalizeH="0" baseline="0" noProof="0">
                        <a:ln>
                          <a:noFill/>
                        </a:ln>
                        <a:solidFill>
                          <a:schemeClr val="tx1"/>
                        </a:solidFill>
                        <a:effectLst/>
                        <a:uLnTx/>
                        <a:uFillTx/>
                        <a:latin typeface="Meiryo UI"/>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336507747"/>
                  </a:ext>
                </a:extLst>
              </a:tr>
              <a:tr h="209395">
                <a:tc>
                  <a:txBody>
                    <a:bodyPr/>
                    <a:lstStyle/>
                    <a:p>
                      <a:pPr marL="0" marR="0" indent="0" algn="ctr" rtl="0" fontAlgn="base">
                        <a:buNone/>
                      </a:pPr>
                      <a:r>
                        <a:rPr lang="en-US" sz="900" b="0" i="0" u="none" strike="noStrike">
                          <a:solidFill>
                            <a:srgbClr val="000000"/>
                          </a:solidFill>
                          <a:effectLst/>
                          <a:latin typeface="Meiryo UI" panose="020B0604030504040204" pitchFamily="50" charset="-128"/>
                          <a:ea typeface="Meiryo UI" panose="020B0604030504040204" pitchFamily="50" charset="-128"/>
                        </a:rPr>
                        <a:t>9</a:t>
                      </a:r>
                      <a:r>
                        <a:rPr lang="ja-JP" sz="900" b="0" i="0">
                          <a:solidFill>
                            <a:srgbClr val="000000"/>
                          </a:solidFill>
                          <a:effectLst/>
                          <a:latin typeface="Meiryo UI" panose="020B0604030504040204" pitchFamily="50" charset="-128"/>
                          <a:ea typeface="Meiryo UI" panose="020B0604030504040204" pitchFamily="50" charset="-128"/>
                        </a:rPr>
                        <a:t>​</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indent="0" algn="ctr" rtl="0" fontAlgn="base">
                        <a:buNone/>
                      </a:pPr>
                      <a:r>
                        <a:rPr lang="ja-JP" sz="900" b="0" i="0" u="none" strike="noStrike">
                          <a:solidFill>
                            <a:srgbClr val="000000"/>
                          </a:solidFill>
                          <a:effectLst/>
                          <a:latin typeface="Meiryo UI" panose="020B0604030504040204" pitchFamily="50" charset="-128"/>
                          <a:ea typeface="Meiryo UI" panose="020B0604030504040204" pitchFamily="50" charset="-128"/>
                        </a:rPr>
                        <a:t>214</a:t>
                      </a:r>
                      <a:r>
                        <a:rPr lang="en-US" sz="900" b="0" i="0">
                          <a:solidFill>
                            <a:srgbClr val="000000"/>
                          </a:solidFill>
                          <a:effectLst/>
                          <a:latin typeface="Meiryo UI" panose="020B0604030504040204" pitchFamily="50" charset="-128"/>
                          <a:ea typeface="Meiryo UI" panose="020B0604030504040204" pitchFamily="50" charset="-128"/>
                        </a:rPr>
                        <a:t>​</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indent="0" algn="l" rtl="0" fontAlgn="base">
                        <a:buNone/>
                      </a:pPr>
                      <a:r>
                        <a:rPr lang="ja-JP" sz="900" b="0" i="0" u="none" strike="noStrike">
                          <a:solidFill>
                            <a:srgbClr val="000000"/>
                          </a:solidFill>
                          <a:effectLst/>
                          <a:latin typeface="Meiryo UI" panose="020B0604030504040204" pitchFamily="50" charset="-128"/>
                          <a:ea typeface="Meiryo UI" panose="020B0604030504040204" pitchFamily="50" charset="-128"/>
                        </a:rPr>
                        <a:t>健診項目の拡充</a:t>
                      </a:r>
                      <a:r>
                        <a:rPr lang="en-US" sz="900" b="0" i="0">
                          <a:solidFill>
                            <a:srgbClr val="000000"/>
                          </a:solidFill>
                          <a:effectLst/>
                          <a:latin typeface="Meiryo UI" panose="020B0604030504040204" pitchFamily="50" charset="-128"/>
                          <a:ea typeface="Meiryo UI" panose="020B0604030504040204" pitchFamily="50" charset="-128"/>
                        </a:rPr>
                        <a:t>​</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base"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未着手</a:t>
                      </a:r>
                      <a:endPar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base" latinLnBrk="0" hangingPunct="1">
                        <a:lnSpc>
                          <a:spcPct val="100000"/>
                        </a:lnSpc>
                        <a:spcBef>
                          <a:spcPts val="0"/>
                        </a:spcBef>
                        <a:spcAft>
                          <a:spcPts val="0"/>
                        </a:spcAft>
                        <a:buClrTx/>
                        <a:buSzTx/>
                        <a:buFontTx/>
                        <a:buNone/>
                        <a:tabLst/>
                        <a:defRPr/>
                      </a:pPr>
                      <a:r>
                        <a:rPr lang="ja-JP" altLang="en-US" sz="900" b="0" i="0">
                          <a:solidFill>
                            <a:srgbClr val="000000"/>
                          </a:solidFill>
                          <a:effectLst/>
                          <a:latin typeface="Meiryo UI" panose="020B0604030504040204" pitchFamily="50" charset="-128"/>
                          <a:ea typeface="Meiryo UI" panose="020B0604030504040204" pitchFamily="50" charset="-128"/>
                        </a:rPr>
                        <a:t>ー</a:t>
                      </a:r>
                      <a:endParaRPr lang="en-US" altLang="ja-JP" sz="900" b="0" i="0">
                        <a:solidFill>
                          <a:srgbClr val="000000"/>
                        </a:solidFill>
                        <a:effectLst/>
                        <a:latin typeface="Meiryo UI" panose="020B0604030504040204" pitchFamily="50" charset="-128"/>
                        <a:ea typeface="Meiryo UI" panose="020B0604030504040204" pitchFamily="50" charset="-128"/>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92075" marR="0" lvl="0" indent="-92075" algn="l" defTabSz="685673" rtl="0" eaLnBrk="1" fontAlgn="ctr" latinLnBrk="0" hangingPunct="1">
                        <a:lnSpc>
                          <a:spcPct val="100000"/>
                        </a:lnSpc>
                        <a:spcBef>
                          <a:spcPts val="300"/>
                        </a:spcBef>
                        <a:spcAft>
                          <a:spcPts val="0"/>
                        </a:spcAft>
                        <a:buClrTx/>
                        <a:buSzTx/>
                        <a:buFont typeface="Arial" panose="020B0604020202020204" pitchFamily="34" charset="0"/>
                        <a:buChar char="•"/>
                        <a:tabLst/>
                        <a:defRPr/>
                      </a:pPr>
                      <a:endParaRPr kumimoji="1" lang="en-US" altLang="ja-JP" sz="900" b="0" i="0" u="none" strike="noStrike" kern="1200" cap="none" spc="0" normalizeH="0" baseline="0" noProof="0">
                        <a:ln>
                          <a:noFill/>
                        </a:ln>
                        <a:solidFill>
                          <a:prstClr val="black"/>
                        </a:solidFill>
                        <a:effectLst/>
                        <a:uLnTx/>
                        <a:uFillTx/>
                        <a:latin typeface="Meiryo UI"/>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976395864"/>
                  </a:ext>
                </a:extLst>
              </a:tr>
              <a:tr h="209395">
                <a:tc>
                  <a:txBody>
                    <a:bodyPr/>
                    <a:lstStyle/>
                    <a:p>
                      <a:pPr marL="0" marR="0" indent="0" algn="ctr" rtl="0" fontAlgn="base">
                        <a:buNone/>
                      </a:pPr>
                      <a:r>
                        <a:rPr lang="en-US" sz="900" b="0" i="0" u="none" strike="noStrike">
                          <a:solidFill>
                            <a:srgbClr val="000000"/>
                          </a:solidFill>
                          <a:effectLst/>
                          <a:latin typeface="Meiryo UI" panose="020B0604030504040204" pitchFamily="50" charset="-128"/>
                          <a:ea typeface="Meiryo UI" panose="020B0604030504040204" pitchFamily="50" charset="-128"/>
                        </a:rPr>
                        <a:t>10</a:t>
                      </a:r>
                      <a:r>
                        <a:rPr lang="ja-JP" sz="900" b="0" i="0">
                          <a:solidFill>
                            <a:srgbClr val="000000"/>
                          </a:solidFill>
                          <a:effectLst/>
                          <a:latin typeface="Meiryo UI" panose="020B0604030504040204" pitchFamily="50" charset="-128"/>
                          <a:ea typeface="Meiryo UI" panose="020B0604030504040204" pitchFamily="50" charset="-128"/>
                        </a:rPr>
                        <a:t>​</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indent="0" algn="ctr" rtl="0" fontAlgn="base">
                        <a:buNone/>
                      </a:pPr>
                      <a:r>
                        <a:rPr lang="ja-JP" sz="900" b="0" i="0" u="none" strike="noStrike">
                          <a:solidFill>
                            <a:srgbClr val="000000"/>
                          </a:solidFill>
                          <a:effectLst/>
                          <a:latin typeface="Meiryo UI" panose="020B0604030504040204" pitchFamily="50" charset="-128"/>
                          <a:ea typeface="Meiryo UI" panose="020B0604030504040204" pitchFamily="50" charset="-128"/>
                        </a:rPr>
                        <a:t>215</a:t>
                      </a:r>
                      <a:r>
                        <a:rPr lang="en-US" sz="900" b="0" i="0">
                          <a:solidFill>
                            <a:srgbClr val="000000"/>
                          </a:solidFill>
                          <a:effectLst/>
                          <a:latin typeface="Meiryo UI" panose="020B0604030504040204" pitchFamily="50" charset="-128"/>
                          <a:ea typeface="Meiryo UI" panose="020B0604030504040204" pitchFamily="50" charset="-128"/>
                        </a:rPr>
                        <a:t>​</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indent="0" algn="l" rtl="0" fontAlgn="base">
                        <a:buNone/>
                      </a:pPr>
                      <a:r>
                        <a:rPr lang="ja-JP" sz="900" b="0" i="0" u="none" strike="noStrike">
                          <a:solidFill>
                            <a:srgbClr val="000000"/>
                          </a:solidFill>
                          <a:effectLst/>
                          <a:latin typeface="Meiryo UI" panose="020B0604030504040204" pitchFamily="50" charset="-128"/>
                          <a:ea typeface="Meiryo UI" panose="020B0604030504040204" pitchFamily="50" charset="-128"/>
                        </a:rPr>
                        <a:t>保険医療機関（歯科）の診療情報提供書</a:t>
                      </a:r>
                      <a:r>
                        <a:rPr lang="en-US" sz="900" b="0" i="0">
                          <a:solidFill>
                            <a:srgbClr val="000000"/>
                          </a:solidFill>
                          <a:effectLst/>
                          <a:latin typeface="Meiryo UI" panose="020B0604030504040204" pitchFamily="50" charset="-128"/>
                          <a:ea typeface="Meiryo UI" panose="020B0604030504040204" pitchFamily="50" charset="-128"/>
                        </a:rPr>
                        <a:t>​</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base"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未着手</a:t>
                      </a:r>
                      <a:endPar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base" latinLnBrk="0" hangingPunct="1">
                        <a:lnSpc>
                          <a:spcPct val="100000"/>
                        </a:lnSpc>
                        <a:spcBef>
                          <a:spcPts val="0"/>
                        </a:spcBef>
                        <a:spcAft>
                          <a:spcPts val="0"/>
                        </a:spcAft>
                        <a:buClrTx/>
                        <a:buSzTx/>
                        <a:buFontTx/>
                        <a:buNone/>
                        <a:tabLst/>
                        <a:defRPr/>
                      </a:pPr>
                      <a:r>
                        <a:rPr lang="ja-JP" altLang="en-US" sz="900" b="0" i="0">
                          <a:solidFill>
                            <a:srgbClr val="000000"/>
                          </a:solidFill>
                          <a:effectLst/>
                          <a:latin typeface="Meiryo UI" panose="020B0604030504040204" pitchFamily="50" charset="-128"/>
                          <a:ea typeface="Meiryo UI" panose="020B0604030504040204" pitchFamily="50" charset="-128"/>
                        </a:rPr>
                        <a:t>ー</a:t>
                      </a:r>
                      <a:endParaRPr lang="en-US" altLang="ja-JP" sz="900" b="0" i="0">
                        <a:solidFill>
                          <a:srgbClr val="000000"/>
                        </a:solidFill>
                        <a:effectLst/>
                        <a:latin typeface="Meiryo UI" panose="020B0604030504040204" pitchFamily="50" charset="-128"/>
                        <a:ea typeface="Meiryo UI" panose="020B0604030504040204" pitchFamily="50" charset="-128"/>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92075" marR="0" lvl="0" indent="-92075" algn="l" defTabSz="685673" rtl="0" eaLnBrk="1" fontAlgn="ctr" latinLnBrk="0" hangingPunct="1">
                        <a:lnSpc>
                          <a:spcPct val="100000"/>
                        </a:lnSpc>
                        <a:spcBef>
                          <a:spcPts val="300"/>
                        </a:spcBef>
                        <a:spcAft>
                          <a:spcPts val="0"/>
                        </a:spcAft>
                        <a:buClrTx/>
                        <a:buSzTx/>
                        <a:buFont typeface="Arial" panose="020B0604020202020204" pitchFamily="34" charset="0"/>
                        <a:buChar char="•"/>
                        <a:tabLst/>
                        <a:defRPr/>
                      </a:pPr>
                      <a:endParaRPr kumimoji="1" lang="en-US" altLang="ja-JP" sz="900" b="0" i="0" u="none" strike="noStrike" kern="1200" cap="none" spc="0" normalizeH="0" baseline="0" noProof="0">
                        <a:ln>
                          <a:noFill/>
                        </a:ln>
                        <a:solidFill>
                          <a:prstClr val="black"/>
                        </a:solidFill>
                        <a:effectLst/>
                        <a:uLnTx/>
                        <a:uFillTx/>
                        <a:latin typeface="Meiryo UI"/>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425124671"/>
                  </a:ext>
                </a:extLst>
              </a:tr>
              <a:tr h="209395">
                <a:tc>
                  <a:txBody>
                    <a:bodyPr/>
                    <a:lstStyle/>
                    <a:p>
                      <a:pPr marL="0" marR="0" indent="0" algn="ctr" rtl="0" fontAlgn="base">
                        <a:buNone/>
                      </a:pPr>
                      <a:r>
                        <a:rPr lang="en-US" sz="900" b="0" i="0" u="none" strike="noStrike">
                          <a:solidFill>
                            <a:srgbClr val="000000"/>
                          </a:solidFill>
                          <a:effectLst/>
                          <a:latin typeface="Meiryo UI" panose="020B0604030504040204" pitchFamily="50" charset="-128"/>
                          <a:ea typeface="Meiryo UI" panose="020B0604030504040204" pitchFamily="50" charset="-128"/>
                        </a:rPr>
                        <a:t>11</a:t>
                      </a:r>
                      <a:r>
                        <a:rPr lang="ja-JP" sz="900" b="0" i="0">
                          <a:solidFill>
                            <a:srgbClr val="000000"/>
                          </a:solidFill>
                          <a:effectLst/>
                          <a:latin typeface="Meiryo UI" panose="020B0604030504040204" pitchFamily="50" charset="-128"/>
                          <a:ea typeface="Meiryo UI" panose="020B0604030504040204" pitchFamily="50" charset="-128"/>
                        </a:rPr>
                        <a:t>​</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indent="0" algn="ctr" rtl="0" fontAlgn="base">
                        <a:buNone/>
                      </a:pPr>
                      <a:r>
                        <a:rPr lang="ja-JP" sz="900" b="0" i="0" u="none" strike="noStrike">
                          <a:solidFill>
                            <a:srgbClr val="000000"/>
                          </a:solidFill>
                          <a:effectLst/>
                          <a:latin typeface="Meiryo UI" panose="020B0604030504040204" pitchFamily="50" charset="-128"/>
                          <a:ea typeface="Meiryo UI" panose="020B0604030504040204" pitchFamily="50" charset="-128"/>
                        </a:rPr>
                        <a:t>216</a:t>
                      </a:r>
                      <a:r>
                        <a:rPr lang="en-US" sz="900" b="0" i="0">
                          <a:solidFill>
                            <a:srgbClr val="000000"/>
                          </a:solidFill>
                          <a:effectLst/>
                          <a:latin typeface="Meiryo UI" panose="020B0604030504040204" pitchFamily="50" charset="-128"/>
                          <a:ea typeface="Meiryo UI" panose="020B0604030504040204" pitchFamily="50" charset="-128"/>
                        </a:rPr>
                        <a:t>​</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indent="0" algn="l" rtl="0" fontAlgn="base">
                        <a:buNone/>
                      </a:pPr>
                      <a:r>
                        <a:rPr lang="ja-JP" sz="900" b="0" i="0" u="none" strike="noStrike">
                          <a:solidFill>
                            <a:srgbClr val="000000"/>
                          </a:solidFill>
                          <a:effectLst/>
                          <a:latin typeface="Meiryo UI" panose="020B0604030504040204" pitchFamily="50" charset="-128"/>
                          <a:ea typeface="Meiryo UI" panose="020B0604030504040204" pitchFamily="50" charset="-128"/>
                        </a:rPr>
                        <a:t>サポートするプロファイルバージョンの終了(令和</a:t>
                      </a:r>
                      <a:r>
                        <a:rPr lang="en-US" sz="900" b="0" i="0" u="none" strike="noStrike">
                          <a:solidFill>
                            <a:srgbClr val="000000"/>
                          </a:solidFill>
                          <a:effectLst/>
                          <a:latin typeface="Meiryo UI" panose="020B0604030504040204" pitchFamily="50" charset="-128"/>
                          <a:ea typeface="Meiryo UI" panose="020B0604030504040204" pitchFamily="50" charset="-128"/>
                        </a:rPr>
                        <a:t>9</a:t>
                      </a:r>
                      <a:r>
                        <a:rPr lang="ja-JP" sz="900" b="0" i="0" u="none" strike="noStrike">
                          <a:solidFill>
                            <a:srgbClr val="000000"/>
                          </a:solidFill>
                          <a:effectLst/>
                          <a:latin typeface="Meiryo UI" panose="020B0604030504040204" pitchFamily="50" charset="-128"/>
                          <a:ea typeface="Meiryo UI" panose="020B0604030504040204" pitchFamily="50" charset="-128"/>
                        </a:rPr>
                        <a:t>年)</a:t>
                      </a:r>
                      <a:r>
                        <a:rPr lang="en-US" sz="900" b="0" i="0">
                          <a:solidFill>
                            <a:srgbClr val="000000"/>
                          </a:solidFill>
                          <a:effectLst/>
                          <a:latin typeface="Meiryo UI" panose="020B0604030504040204" pitchFamily="50" charset="-128"/>
                          <a:ea typeface="Meiryo UI" panose="020B0604030504040204" pitchFamily="50" charset="-128"/>
                        </a:rPr>
                        <a:t>​</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base"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未着手</a:t>
                      </a:r>
                      <a:endPar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base" latinLnBrk="0" hangingPunct="1">
                        <a:lnSpc>
                          <a:spcPct val="100000"/>
                        </a:lnSpc>
                        <a:spcBef>
                          <a:spcPts val="0"/>
                        </a:spcBef>
                        <a:spcAft>
                          <a:spcPts val="0"/>
                        </a:spcAft>
                        <a:buClrTx/>
                        <a:buSzTx/>
                        <a:buFontTx/>
                        <a:buNone/>
                        <a:tabLst/>
                        <a:defRPr/>
                      </a:pPr>
                      <a:r>
                        <a:rPr lang="ja-JP" altLang="en-US" sz="900" b="0" i="0">
                          <a:solidFill>
                            <a:srgbClr val="000000"/>
                          </a:solidFill>
                          <a:effectLst/>
                          <a:latin typeface="Meiryo UI" panose="020B0604030504040204" pitchFamily="50" charset="-128"/>
                          <a:ea typeface="Meiryo UI" panose="020B0604030504040204" pitchFamily="50" charset="-128"/>
                        </a:rPr>
                        <a:t>ー</a:t>
                      </a:r>
                      <a:endParaRPr lang="en-US" altLang="ja-JP" sz="900" b="0" i="0">
                        <a:solidFill>
                          <a:srgbClr val="000000"/>
                        </a:solidFill>
                        <a:effectLst/>
                        <a:latin typeface="Meiryo UI" panose="020B0604030504040204" pitchFamily="50" charset="-128"/>
                        <a:ea typeface="Meiryo UI" panose="020B0604030504040204" pitchFamily="50" charset="-128"/>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92075" marR="0" lvl="0" indent="-92075" algn="l" defTabSz="685673" rtl="0" eaLnBrk="1" fontAlgn="ctr" latinLnBrk="0" hangingPunct="1">
                        <a:lnSpc>
                          <a:spcPct val="100000"/>
                        </a:lnSpc>
                        <a:spcBef>
                          <a:spcPts val="300"/>
                        </a:spcBef>
                        <a:spcAft>
                          <a:spcPts val="0"/>
                        </a:spcAft>
                        <a:buClrTx/>
                        <a:buSzTx/>
                        <a:buFont typeface="Arial" panose="020B0604020202020204" pitchFamily="34" charset="0"/>
                        <a:buChar char="•"/>
                        <a:tabLst/>
                        <a:defRPr/>
                      </a:pPr>
                      <a:endParaRPr kumimoji="1" lang="en-US" altLang="ja-JP" sz="900" b="0" i="0" u="none" strike="noStrike" kern="1200" cap="none" spc="0" normalizeH="0" baseline="0" noProof="0">
                        <a:ln>
                          <a:noFill/>
                        </a:ln>
                        <a:solidFill>
                          <a:prstClr val="black"/>
                        </a:solidFill>
                        <a:effectLst/>
                        <a:uLnTx/>
                        <a:uFillTx/>
                        <a:latin typeface="Meiryo UI"/>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638402101"/>
                  </a:ext>
                </a:extLst>
              </a:tr>
              <a:tr h="335032">
                <a:tc>
                  <a:txBody>
                    <a:bodyPr/>
                    <a:lstStyle/>
                    <a:p>
                      <a:pPr marL="0" marR="0" indent="0" algn="ctr" rtl="0" fontAlgn="base">
                        <a:buNone/>
                      </a:pPr>
                      <a:r>
                        <a:rPr lang="en-US" sz="900" b="0" i="0" u="none" strike="noStrike">
                          <a:solidFill>
                            <a:srgbClr val="000000"/>
                          </a:solidFill>
                          <a:effectLst/>
                          <a:latin typeface="Meiryo UI" panose="020B0604030504040204" pitchFamily="50" charset="-128"/>
                          <a:ea typeface="Meiryo UI" panose="020B0604030504040204" pitchFamily="50" charset="-128"/>
                        </a:rPr>
                        <a:t>12</a:t>
                      </a:r>
                      <a:r>
                        <a:rPr lang="ja-JP" sz="900" b="0" i="0">
                          <a:solidFill>
                            <a:srgbClr val="000000"/>
                          </a:solidFill>
                          <a:effectLst/>
                          <a:latin typeface="Meiryo UI" panose="020B0604030504040204" pitchFamily="50" charset="-128"/>
                          <a:ea typeface="Meiryo UI" panose="020B0604030504040204" pitchFamily="50" charset="-128"/>
                        </a:rPr>
                        <a:t>​</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indent="0" algn="ctr" rtl="0" fontAlgn="base">
                        <a:buNone/>
                      </a:pPr>
                      <a:r>
                        <a:rPr lang="ja-JP" sz="900" b="0" i="0" u="none" strike="noStrike">
                          <a:solidFill>
                            <a:srgbClr val="000000"/>
                          </a:solidFill>
                          <a:effectLst/>
                          <a:latin typeface="Meiryo UI" panose="020B0604030504040204" pitchFamily="50" charset="-128"/>
                          <a:ea typeface="Meiryo UI" panose="020B0604030504040204" pitchFamily="50" charset="-128"/>
                        </a:rPr>
                        <a:t>217</a:t>
                      </a:r>
                      <a:r>
                        <a:rPr lang="en-US" sz="900" b="0" i="0">
                          <a:solidFill>
                            <a:srgbClr val="000000"/>
                          </a:solidFill>
                          <a:effectLst/>
                          <a:latin typeface="Meiryo UI" panose="020B0604030504040204" pitchFamily="50" charset="-128"/>
                          <a:ea typeface="Meiryo UI" panose="020B0604030504040204" pitchFamily="50" charset="-128"/>
                        </a:rPr>
                        <a:t>​</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indent="0" algn="l" rtl="0" fontAlgn="base">
                        <a:buNone/>
                      </a:pPr>
                      <a:r>
                        <a:rPr lang="ja-JP" sz="900" b="0" i="0" u="none" strike="noStrike">
                          <a:solidFill>
                            <a:srgbClr val="000000"/>
                          </a:solidFill>
                          <a:effectLst/>
                          <a:latin typeface="Meiryo UI" panose="020B0604030504040204" pitchFamily="50" charset="-128"/>
                          <a:ea typeface="Meiryo UI" panose="020B0604030504040204" pitchFamily="50" charset="-128"/>
                        </a:rPr>
                        <a:t>健診文書の登録について保険者へ連携する同意がなくても登録可能とする</a:t>
                      </a:r>
                      <a:r>
                        <a:rPr lang="en-US" sz="900" b="0" i="0">
                          <a:solidFill>
                            <a:srgbClr val="000000"/>
                          </a:solidFill>
                          <a:effectLst/>
                          <a:latin typeface="Meiryo UI" panose="020B0604030504040204" pitchFamily="50" charset="-128"/>
                          <a:ea typeface="Meiryo UI" panose="020B0604030504040204" pitchFamily="50" charset="-128"/>
                        </a:rPr>
                        <a:t>​</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base"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未着手</a:t>
                      </a:r>
                      <a:endPar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base" latinLnBrk="0" hangingPunct="1">
                        <a:lnSpc>
                          <a:spcPct val="100000"/>
                        </a:lnSpc>
                        <a:spcBef>
                          <a:spcPts val="0"/>
                        </a:spcBef>
                        <a:spcAft>
                          <a:spcPts val="0"/>
                        </a:spcAft>
                        <a:buClrTx/>
                        <a:buSzTx/>
                        <a:buFontTx/>
                        <a:buNone/>
                        <a:tabLst/>
                        <a:defRPr/>
                      </a:pPr>
                      <a:r>
                        <a:rPr lang="ja-JP" altLang="en-US" sz="900" b="0" i="0">
                          <a:solidFill>
                            <a:srgbClr val="000000"/>
                          </a:solidFill>
                          <a:effectLst/>
                          <a:latin typeface="Meiryo UI" panose="020B0604030504040204" pitchFamily="50" charset="-128"/>
                          <a:ea typeface="Meiryo UI" panose="020B0604030504040204" pitchFamily="50" charset="-128"/>
                        </a:rPr>
                        <a:t>ー</a:t>
                      </a:r>
                      <a:endParaRPr lang="en-US" altLang="ja-JP" sz="900" b="0" i="0">
                        <a:solidFill>
                          <a:srgbClr val="000000"/>
                        </a:solidFill>
                        <a:effectLst/>
                        <a:latin typeface="Meiryo UI" panose="020B0604030504040204" pitchFamily="50" charset="-128"/>
                        <a:ea typeface="Meiryo UI" panose="020B0604030504040204" pitchFamily="50" charset="-128"/>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685673" rtl="0" eaLnBrk="1" fontAlgn="ctr" latinLnBrk="0" hangingPunct="1">
                        <a:lnSpc>
                          <a:spcPct val="100000"/>
                        </a:lnSpc>
                        <a:spcBef>
                          <a:spcPts val="300"/>
                        </a:spcBef>
                        <a:spcAft>
                          <a:spcPts val="0"/>
                        </a:spcAft>
                        <a:buClrTx/>
                        <a:buSzTx/>
                        <a:buFont typeface="Arial" panose="020B0604020202020204" pitchFamily="34" charset="0"/>
                        <a:buNone/>
                        <a:tabLst/>
                        <a:defRPr/>
                      </a:pPr>
                      <a:endParaRPr kumimoji="1" lang="en-US" altLang="ja-JP" sz="900" b="0" i="0" u="none" strike="noStrike" kern="1200" cap="none" spc="0" normalizeH="0" baseline="0" noProof="0">
                        <a:ln>
                          <a:noFill/>
                        </a:ln>
                        <a:solidFill>
                          <a:schemeClr val="tx1"/>
                        </a:solidFill>
                        <a:effectLst/>
                        <a:uLnTx/>
                        <a:uFillTx/>
                        <a:latin typeface="Meiryo UI"/>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56338813"/>
                  </a:ext>
                </a:extLst>
              </a:tr>
              <a:tr h="209395">
                <a:tc>
                  <a:txBody>
                    <a:bodyPr/>
                    <a:lstStyle/>
                    <a:p>
                      <a:pPr marL="0" marR="0" indent="0" algn="ctr" rtl="0" fontAlgn="base">
                        <a:buNone/>
                      </a:pPr>
                      <a:r>
                        <a:rPr lang="en-US" sz="900" b="0" i="0" u="none" strike="noStrike">
                          <a:solidFill>
                            <a:srgbClr val="000000"/>
                          </a:solidFill>
                          <a:effectLst/>
                          <a:latin typeface="Meiryo UI" panose="020B0604030504040204" pitchFamily="50" charset="-128"/>
                          <a:ea typeface="Meiryo UI" panose="020B0604030504040204" pitchFamily="50" charset="-128"/>
                        </a:rPr>
                        <a:t>13</a:t>
                      </a:r>
                      <a:r>
                        <a:rPr lang="ja-JP" sz="900" b="0" i="0">
                          <a:solidFill>
                            <a:srgbClr val="000000"/>
                          </a:solidFill>
                          <a:effectLst/>
                          <a:latin typeface="Meiryo UI" panose="020B0604030504040204" pitchFamily="50" charset="-128"/>
                          <a:ea typeface="Meiryo UI" panose="020B0604030504040204" pitchFamily="50" charset="-128"/>
                        </a:rPr>
                        <a:t>​</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indent="0" algn="ctr" rtl="0" fontAlgn="base">
                        <a:buNone/>
                      </a:pPr>
                      <a:r>
                        <a:rPr lang="ja-JP" sz="900" b="0" i="0" u="none" strike="noStrike">
                          <a:solidFill>
                            <a:srgbClr val="000000"/>
                          </a:solidFill>
                          <a:effectLst/>
                          <a:latin typeface="Meiryo UI" panose="020B0604030504040204" pitchFamily="50" charset="-128"/>
                          <a:ea typeface="Meiryo UI" panose="020B0604030504040204" pitchFamily="50" charset="-128"/>
                        </a:rPr>
                        <a:t>218</a:t>
                      </a:r>
                      <a:r>
                        <a:rPr lang="en-US" sz="900" b="0" i="0">
                          <a:solidFill>
                            <a:srgbClr val="000000"/>
                          </a:solidFill>
                          <a:effectLst/>
                          <a:latin typeface="Meiryo UI" panose="020B0604030504040204" pitchFamily="50" charset="-128"/>
                          <a:ea typeface="Meiryo UI" panose="020B0604030504040204" pitchFamily="50" charset="-128"/>
                        </a:rPr>
                        <a:t>​</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indent="0" algn="l" rtl="0" fontAlgn="base">
                        <a:buNone/>
                      </a:pPr>
                      <a:r>
                        <a:rPr lang="ja-JP" sz="900" b="0" i="0" u="none" strike="noStrike">
                          <a:solidFill>
                            <a:srgbClr val="000000"/>
                          </a:solidFill>
                          <a:effectLst/>
                          <a:latin typeface="Meiryo UI" panose="020B0604030504040204" pitchFamily="50" charset="-128"/>
                          <a:ea typeface="Meiryo UI" panose="020B0604030504040204" pitchFamily="50" charset="-128"/>
                        </a:rPr>
                        <a:t>検査・感染症の検査結果に対する注意事項の追記</a:t>
                      </a:r>
                      <a:r>
                        <a:rPr lang="en-US" sz="900" b="0" i="0">
                          <a:solidFill>
                            <a:srgbClr val="000000"/>
                          </a:solidFill>
                          <a:effectLst/>
                          <a:latin typeface="Meiryo UI" panose="020B0604030504040204" pitchFamily="50" charset="-128"/>
                          <a:ea typeface="Meiryo UI" panose="020B0604030504040204" pitchFamily="50" charset="-128"/>
                        </a:rPr>
                        <a:t>​</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base"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未着手</a:t>
                      </a:r>
                      <a:endPar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base" latinLnBrk="0" hangingPunct="1">
                        <a:lnSpc>
                          <a:spcPct val="100000"/>
                        </a:lnSpc>
                        <a:spcBef>
                          <a:spcPts val="0"/>
                        </a:spcBef>
                        <a:spcAft>
                          <a:spcPts val="0"/>
                        </a:spcAft>
                        <a:buClrTx/>
                        <a:buSzTx/>
                        <a:buFontTx/>
                        <a:buNone/>
                        <a:tabLst/>
                        <a:defRPr/>
                      </a:pPr>
                      <a:r>
                        <a:rPr lang="ja-JP" altLang="en-US" sz="900" b="0" i="0">
                          <a:solidFill>
                            <a:srgbClr val="000000"/>
                          </a:solidFill>
                          <a:effectLst/>
                          <a:latin typeface="Meiryo UI" panose="020B0604030504040204" pitchFamily="50" charset="-128"/>
                          <a:ea typeface="Meiryo UI" panose="020B0604030504040204" pitchFamily="50" charset="-128"/>
                        </a:rPr>
                        <a:t>ー</a:t>
                      </a:r>
                      <a:endParaRPr lang="en-US" altLang="ja-JP" sz="900" b="0" i="0">
                        <a:solidFill>
                          <a:srgbClr val="000000"/>
                        </a:solidFill>
                        <a:effectLst/>
                        <a:latin typeface="Meiryo UI" panose="020B0604030504040204" pitchFamily="50" charset="-128"/>
                        <a:ea typeface="Meiryo UI" panose="020B0604030504040204" pitchFamily="50" charset="-128"/>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685673" rtl="0" eaLnBrk="1" fontAlgn="ctr" latinLnBrk="0" hangingPunct="1">
                        <a:lnSpc>
                          <a:spcPct val="100000"/>
                        </a:lnSpc>
                        <a:spcBef>
                          <a:spcPts val="300"/>
                        </a:spcBef>
                        <a:spcAft>
                          <a:spcPts val="0"/>
                        </a:spcAft>
                        <a:buClrTx/>
                        <a:buSzTx/>
                        <a:buFont typeface="Arial" panose="020B0604020202020204" pitchFamily="34" charset="0"/>
                        <a:buNone/>
                        <a:tabLst/>
                        <a:defRPr/>
                      </a:pPr>
                      <a:endParaRPr kumimoji="1" lang="en-US" altLang="ja-JP" sz="900" b="0" i="0" u="none" strike="noStrike" kern="1200" cap="none" spc="0" normalizeH="0" baseline="0" noProof="0">
                        <a:ln>
                          <a:noFill/>
                        </a:ln>
                        <a:solidFill>
                          <a:prstClr val="black"/>
                        </a:solidFill>
                        <a:effectLst/>
                        <a:uLnTx/>
                        <a:uFillTx/>
                        <a:latin typeface="Meiryo UI"/>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811983925"/>
                  </a:ext>
                </a:extLst>
              </a:tr>
              <a:tr h="335032">
                <a:tc>
                  <a:txBody>
                    <a:bodyPr/>
                    <a:lstStyle/>
                    <a:p>
                      <a:pPr marL="0" marR="0" indent="0" algn="ctr" rtl="0" fontAlgn="base">
                        <a:buNone/>
                      </a:pPr>
                      <a:r>
                        <a:rPr lang="en-US" sz="900" b="0" i="0" u="none" strike="noStrike">
                          <a:solidFill>
                            <a:srgbClr val="000000"/>
                          </a:solidFill>
                          <a:effectLst/>
                          <a:latin typeface="Meiryo UI" panose="020B0604030504040204" pitchFamily="50" charset="-128"/>
                          <a:ea typeface="Meiryo UI" panose="020B0604030504040204" pitchFamily="50" charset="-128"/>
                        </a:rPr>
                        <a:t>14</a:t>
                      </a:r>
                      <a:r>
                        <a:rPr lang="ja-JP" sz="900" b="0" i="0">
                          <a:solidFill>
                            <a:srgbClr val="000000"/>
                          </a:solidFill>
                          <a:effectLst/>
                          <a:latin typeface="Meiryo UI" panose="020B0604030504040204" pitchFamily="50" charset="-128"/>
                          <a:ea typeface="Meiryo UI" panose="020B0604030504040204" pitchFamily="50" charset="-128"/>
                        </a:rPr>
                        <a:t>​</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indent="0" algn="ctr" rtl="0" fontAlgn="base">
                        <a:buNone/>
                      </a:pPr>
                      <a:r>
                        <a:rPr lang="ja-JP" sz="900" b="0" i="0" u="none" strike="noStrike">
                          <a:solidFill>
                            <a:srgbClr val="000000"/>
                          </a:solidFill>
                          <a:effectLst/>
                          <a:latin typeface="Meiryo UI" panose="020B0604030504040204" pitchFamily="50" charset="-128"/>
                          <a:ea typeface="Meiryo UI" panose="020B0604030504040204" pitchFamily="50" charset="-128"/>
                        </a:rPr>
                        <a:t>219</a:t>
                      </a:r>
                      <a:r>
                        <a:rPr lang="en-US" sz="900" b="0" i="0">
                          <a:solidFill>
                            <a:srgbClr val="000000"/>
                          </a:solidFill>
                          <a:effectLst/>
                          <a:latin typeface="Meiryo UI" panose="020B0604030504040204" pitchFamily="50" charset="-128"/>
                          <a:ea typeface="Meiryo UI" panose="020B0604030504040204" pitchFamily="50" charset="-128"/>
                        </a:rPr>
                        <a:t>​</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indent="0" algn="l" rtl="0" fontAlgn="base">
                        <a:buNone/>
                      </a:pPr>
                      <a:r>
                        <a:rPr lang="ja-JP" sz="900" b="0" i="0" u="none" strike="noStrike">
                          <a:solidFill>
                            <a:srgbClr val="000000"/>
                          </a:solidFill>
                          <a:effectLst/>
                          <a:latin typeface="Meiryo UI" panose="020B0604030504040204" pitchFamily="50" charset="-128"/>
                          <a:ea typeface="Meiryo UI" panose="020B0604030504040204" pitchFamily="50" charset="-128"/>
                        </a:rPr>
                        <a:t>医療機関の承継が発生した際における患者サマリーのマイナポでの処方情報・検査情報の表示対象範囲の正規化</a:t>
                      </a:r>
                      <a:r>
                        <a:rPr lang="en-US" sz="900" b="0" i="0">
                          <a:solidFill>
                            <a:srgbClr val="000000"/>
                          </a:solidFill>
                          <a:effectLst/>
                          <a:latin typeface="Meiryo UI" panose="020B0604030504040204" pitchFamily="50" charset="-128"/>
                          <a:ea typeface="Meiryo UI" panose="020B0604030504040204" pitchFamily="50" charset="-128"/>
                        </a:rPr>
                        <a:t>​</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base"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未着手</a:t>
                      </a:r>
                      <a:endPar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base" latinLnBrk="0" hangingPunct="1">
                        <a:lnSpc>
                          <a:spcPct val="100000"/>
                        </a:lnSpc>
                        <a:spcBef>
                          <a:spcPts val="0"/>
                        </a:spcBef>
                        <a:spcAft>
                          <a:spcPts val="0"/>
                        </a:spcAft>
                        <a:buClrTx/>
                        <a:buSzTx/>
                        <a:buFontTx/>
                        <a:buNone/>
                        <a:tabLst/>
                        <a:defRPr/>
                      </a:pPr>
                      <a:r>
                        <a:rPr lang="ja-JP" altLang="en-US" sz="900" b="0" i="0">
                          <a:solidFill>
                            <a:srgbClr val="000000"/>
                          </a:solidFill>
                          <a:effectLst/>
                          <a:latin typeface="Meiryo UI" panose="020B0604030504040204" pitchFamily="50" charset="-128"/>
                          <a:ea typeface="Meiryo UI" panose="020B0604030504040204" pitchFamily="50" charset="-128"/>
                        </a:rPr>
                        <a:t>ー</a:t>
                      </a:r>
                      <a:endParaRPr lang="en-US" altLang="ja-JP" sz="900" b="0" i="0">
                        <a:solidFill>
                          <a:srgbClr val="000000"/>
                        </a:solidFill>
                        <a:effectLst/>
                        <a:latin typeface="Meiryo UI" panose="020B0604030504040204" pitchFamily="50" charset="-128"/>
                        <a:ea typeface="Meiryo UI" panose="020B0604030504040204" pitchFamily="50" charset="-128"/>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92075" marR="0" lvl="0" indent="-92075" algn="l" defTabSz="685673" rtl="0" eaLnBrk="1" fontAlgn="ctr" latinLnBrk="0" hangingPunct="1">
                        <a:lnSpc>
                          <a:spcPct val="100000"/>
                        </a:lnSpc>
                        <a:spcBef>
                          <a:spcPts val="300"/>
                        </a:spcBef>
                        <a:spcAft>
                          <a:spcPts val="0"/>
                        </a:spcAft>
                        <a:buClrTx/>
                        <a:buSzTx/>
                        <a:buFont typeface="Arial" panose="020B0604020202020204" pitchFamily="34" charset="0"/>
                        <a:buChar char="•"/>
                        <a:tabLst/>
                        <a:defRPr/>
                      </a:pPr>
                      <a:endParaRPr kumimoji="1" lang="en-US" altLang="ja-JP" sz="900" b="0" i="0" u="none" strike="noStrike" kern="1200" cap="none" spc="0" normalizeH="0" baseline="0" noProof="0">
                        <a:ln>
                          <a:noFill/>
                        </a:ln>
                        <a:solidFill>
                          <a:prstClr val="black"/>
                        </a:solidFill>
                        <a:effectLst/>
                        <a:uLnTx/>
                        <a:uFillTx/>
                        <a:latin typeface="Meiryo UI"/>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685312448"/>
                  </a:ext>
                </a:extLst>
              </a:tr>
              <a:tr h="335032">
                <a:tc>
                  <a:txBody>
                    <a:bodyPr/>
                    <a:lstStyle/>
                    <a:p>
                      <a:pPr marL="0" marR="0" indent="0" algn="r" rtl="0" fontAlgn="base">
                        <a:buNone/>
                      </a:pPr>
                      <a:r>
                        <a:rPr lang="en-US" sz="900" b="0" i="0" u="none" strike="noStrike">
                          <a:solidFill>
                            <a:srgbClr val="000000"/>
                          </a:solidFill>
                          <a:effectLst/>
                          <a:latin typeface="Meiryo UI" panose="020B0604030504040204" pitchFamily="50" charset="-128"/>
                          <a:ea typeface="Meiryo UI" panose="020B0604030504040204" pitchFamily="50" charset="-128"/>
                        </a:rPr>
                        <a:t>15</a:t>
                      </a:r>
                      <a:r>
                        <a:rPr lang="ja-JP" sz="900" b="0" i="0">
                          <a:solidFill>
                            <a:srgbClr val="000000"/>
                          </a:solidFill>
                          <a:effectLst/>
                          <a:latin typeface="Meiryo UI" panose="020B0604030504040204" pitchFamily="50" charset="-128"/>
                          <a:ea typeface="Meiryo UI" panose="020B0604030504040204" pitchFamily="50" charset="-128"/>
                        </a:rPr>
                        <a:t>​</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indent="0" algn="ctr" rtl="0" fontAlgn="base">
                        <a:buNone/>
                      </a:pPr>
                      <a:r>
                        <a:rPr lang="ja-JP" sz="900" b="0" i="0" u="none" strike="noStrike">
                          <a:solidFill>
                            <a:srgbClr val="000000"/>
                          </a:solidFill>
                          <a:effectLst/>
                          <a:latin typeface="Meiryo UI" panose="020B0604030504040204" pitchFamily="50" charset="-128"/>
                          <a:ea typeface="Meiryo UI" panose="020B0604030504040204" pitchFamily="50" charset="-128"/>
                        </a:rPr>
                        <a:t>220</a:t>
                      </a:r>
                      <a:r>
                        <a:rPr lang="en-US" sz="900" b="0" i="0">
                          <a:solidFill>
                            <a:srgbClr val="000000"/>
                          </a:solidFill>
                          <a:effectLst/>
                          <a:latin typeface="Meiryo UI" panose="020B0604030504040204" pitchFamily="50" charset="-128"/>
                          <a:ea typeface="Meiryo UI" panose="020B0604030504040204" pitchFamily="50" charset="-128"/>
                        </a:rPr>
                        <a:t>​</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indent="0" algn="l" defTabSz="685673" rtl="0" eaLnBrk="1" fontAlgn="base" latinLnBrk="0" hangingPunct="1">
                        <a:buNone/>
                      </a:pPr>
                      <a:r>
                        <a:rPr kumimoji="1" lang="ja-JP" altLang="en-US" sz="900" b="0" i="0" u="none" strike="noStrike" kern="1200">
                          <a:solidFill>
                            <a:srgbClr val="000000"/>
                          </a:solidFill>
                          <a:effectLst/>
                          <a:latin typeface="Meiryo UI" panose="020B0604030504040204" pitchFamily="50" charset="-128"/>
                          <a:ea typeface="Meiryo UI" panose="020B0604030504040204" pitchFamily="50" charset="-128"/>
                          <a:cs typeface="+mn-cs"/>
                        </a:rPr>
                        <a:t>承継申請に基づく医療機関コードの変換処理における旧医療機関発行した患者サマリーの挙動の変更​</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base"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未着手</a:t>
                      </a:r>
                      <a:endPar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base" latinLnBrk="0" hangingPunct="1">
                        <a:lnSpc>
                          <a:spcPct val="100000"/>
                        </a:lnSpc>
                        <a:spcBef>
                          <a:spcPts val="0"/>
                        </a:spcBef>
                        <a:spcAft>
                          <a:spcPts val="0"/>
                        </a:spcAft>
                        <a:buClrTx/>
                        <a:buSzTx/>
                        <a:buFontTx/>
                        <a:buNone/>
                        <a:tabLst/>
                        <a:defRPr/>
                      </a:pPr>
                      <a:r>
                        <a:rPr lang="ja-JP" altLang="en-US" sz="900" b="0" i="0">
                          <a:solidFill>
                            <a:srgbClr val="000000"/>
                          </a:solidFill>
                          <a:effectLst/>
                          <a:latin typeface="Meiryo UI" panose="020B0604030504040204" pitchFamily="50" charset="-128"/>
                          <a:ea typeface="Meiryo UI" panose="020B0604030504040204" pitchFamily="50" charset="-128"/>
                        </a:rPr>
                        <a:t>ー</a:t>
                      </a:r>
                      <a:endParaRPr lang="en-US" altLang="ja-JP" sz="900" b="0" i="0">
                        <a:solidFill>
                          <a:srgbClr val="000000"/>
                        </a:solidFill>
                        <a:effectLst/>
                        <a:latin typeface="Meiryo UI" panose="020B0604030504040204" pitchFamily="50" charset="-128"/>
                        <a:ea typeface="Meiryo UI" panose="020B0604030504040204" pitchFamily="50" charset="-128"/>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92075" marR="0" lvl="0" indent="-92075" algn="l" defTabSz="685673" rtl="0" eaLnBrk="1" fontAlgn="ctr" latinLnBrk="0" hangingPunct="1">
                        <a:lnSpc>
                          <a:spcPct val="100000"/>
                        </a:lnSpc>
                        <a:spcBef>
                          <a:spcPts val="300"/>
                        </a:spcBef>
                        <a:spcAft>
                          <a:spcPts val="0"/>
                        </a:spcAft>
                        <a:buClrTx/>
                        <a:buSzTx/>
                        <a:buFont typeface="Arial" panose="020B0604020202020204" pitchFamily="34" charset="0"/>
                        <a:buChar char="•"/>
                        <a:tabLst/>
                        <a:defRPr/>
                      </a:pPr>
                      <a:endParaRPr kumimoji="1" lang="en-US" altLang="ja-JP" sz="900" b="0" i="0" u="none" strike="noStrike" kern="1200" cap="none" spc="0" normalizeH="0" baseline="0" noProof="0">
                        <a:ln>
                          <a:noFill/>
                        </a:ln>
                        <a:solidFill>
                          <a:prstClr val="black"/>
                        </a:solidFill>
                        <a:effectLst/>
                        <a:uLnTx/>
                        <a:uFillTx/>
                        <a:latin typeface="Meiryo UI"/>
                        <a:ea typeface="Meiryo UI"/>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4033023671"/>
                  </a:ext>
                </a:extLst>
              </a:tr>
              <a:tr h="209395">
                <a:tc>
                  <a:txBody>
                    <a:bodyPr/>
                    <a:lstStyle/>
                    <a:p>
                      <a:pPr marL="0" marR="0" indent="0" algn="r" rtl="0" fontAlgn="base">
                        <a:buNone/>
                      </a:pPr>
                      <a:r>
                        <a:rPr lang="en-US" sz="900" b="0" i="0" u="none" strike="noStrike">
                          <a:solidFill>
                            <a:srgbClr val="000000"/>
                          </a:solidFill>
                          <a:effectLst/>
                          <a:latin typeface="Meiryo UI" panose="020B0604030504040204" pitchFamily="50" charset="-128"/>
                          <a:ea typeface="Meiryo UI" panose="020B0604030504040204" pitchFamily="50" charset="-128"/>
                        </a:rPr>
                        <a:t>16</a:t>
                      </a:r>
                      <a:r>
                        <a:rPr lang="ja-JP" sz="900" b="0" i="0">
                          <a:solidFill>
                            <a:srgbClr val="000000"/>
                          </a:solidFill>
                          <a:effectLst/>
                          <a:latin typeface="Meiryo UI" panose="020B0604030504040204" pitchFamily="50" charset="-128"/>
                          <a:ea typeface="Meiryo UI" panose="020B0604030504040204" pitchFamily="50" charset="-128"/>
                        </a:rPr>
                        <a:t>​</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indent="0" algn="ctr" rtl="0" fontAlgn="base">
                        <a:buNone/>
                      </a:pPr>
                      <a:r>
                        <a:rPr lang="en-US" sz="900" b="0" i="0" u="none" strike="noStrike">
                          <a:solidFill>
                            <a:srgbClr val="000000"/>
                          </a:solidFill>
                          <a:effectLst/>
                          <a:latin typeface="Meiryo UI" panose="020B0604030504040204" pitchFamily="50" charset="-128"/>
                          <a:ea typeface="Meiryo UI" panose="020B0604030504040204" pitchFamily="50" charset="-128"/>
                        </a:rPr>
                        <a:t>226</a:t>
                      </a:r>
                      <a:r>
                        <a:rPr lang="ja-JP" sz="900" b="0" i="0">
                          <a:solidFill>
                            <a:srgbClr val="000000"/>
                          </a:solidFill>
                          <a:effectLst/>
                          <a:latin typeface="Meiryo UI" panose="020B0604030504040204" pitchFamily="50" charset="-128"/>
                          <a:ea typeface="Meiryo UI" panose="020B0604030504040204" pitchFamily="50" charset="-128"/>
                        </a:rPr>
                        <a:t>​</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indent="0" algn="l" rtl="0" fontAlgn="base">
                        <a:buNone/>
                      </a:pPr>
                      <a:r>
                        <a:rPr lang="ja-JP" sz="900" b="0" i="0" u="none" strike="noStrike">
                          <a:solidFill>
                            <a:srgbClr val="000000"/>
                          </a:solidFill>
                          <a:effectLst/>
                          <a:latin typeface="Meiryo UI" panose="020B0604030504040204" pitchFamily="50" charset="-128"/>
                          <a:ea typeface="Meiryo UI" panose="020B0604030504040204" pitchFamily="50" charset="-128"/>
                        </a:rPr>
                        <a:t>患者サマリへのPDFの添付機能</a:t>
                      </a:r>
                      <a:r>
                        <a:rPr lang="en-US" sz="900" b="0" i="0">
                          <a:solidFill>
                            <a:srgbClr val="000000"/>
                          </a:solidFill>
                          <a:effectLst/>
                          <a:latin typeface="Meiryo UI" panose="020B0604030504040204" pitchFamily="50" charset="-128"/>
                          <a:ea typeface="Meiryo UI" panose="020B0604030504040204" pitchFamily="50" charset="-128"/>
                        </a:rPr>
                        <a:t>​</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base"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未着手</a:t>
                      </a:r>
                      <a:endPar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base" latinLnBrk="0" hangingPunct="1">
                        <a:lnSpc>
                          <a:spcPct val="100000"/>
                        </a:lnSpc>
                        <a:spcBef>
                          <a:spcPts val="0"/>
                        </a:spcBef>
                        <a:spcAft>
                          <a:spcPts val="0"/>
                        </a:spcAft>
                        <a:buClrTx/>
                        <a:buSzTx/>
                        <a:buFontTx/>
                        <a:buNone/>
                        <a:tabLst/>
                        <a:defRPr/>
                      </a:pPr>
                      <a:r>
                        <a:rPr lang="ja-JP" altLang="en-US" sz="900" b="0" i="0">
                          <a:solidFill>
                            <a:srgbClr val="000000"/>
                          </a:solidFill>
                          <a:effectLst/>
                          <a:latin typeface="Meiryo UI" panose="020B0604030504040204" pitchFamily="50" charset="-128"/>
                          <a:ea typeface="Meiryo UI" panose="020B0604030504040204" pitchFamily="50" charset="-128"/>
                        </a:rPr>
                        <a:t>ー</a:t>
                      </a:r>
                      <a:endParaRPr lang="en-US" altLang="ja-JP" sz="900" b="0" i="0">
                        <a:solidFill>
                          <a:srgbClr val="000000"/>
                        </a:solidFill>
                        <a:effectLst/>
                        <a:latin typeface="Meiryo UI" panose="020B0604030504040204" pitchFamily="50" charset="-128"/>
                        <a:ea typeface="Meiryo UI" panose="020B0604030504040204" pitchFamily="50" charset="-128"/>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92075" marR="0" lvl="0" indent="-92075" algn="l" defTabSz="685673" rtl="0" eaLnBrk="1" fontAlgn="ctr" latinLnBrk="0" hangingPunct="1">
                        <a:lnSpc>
                          <a:spcPct val="100000"/>
                        </a:lnSpc>
                        <a:spcBef>
                          <a:spcPts val="300"/>
                        </a:spcBef>
                        <a:spcAft>
                          <a:spcPts val="0"/>
                        </a:spcAft>
                        <a:buClrTx/>
                        <a:buSzTx/>
                        <a:buFont typeface="Arial" panose="020B0604020202020204" pitchFamily="34" charset="0"/>
                        <a:buChar char="•"/>
                        <a:tabLst/>
                        <a:defRPr/>
                      </a:pPr>
                      <a:endParaRPr kumimoji="1" lang="en-US" altLang="ja-JP" sz="900" b="0" i="0" u="none" strike="noStrike" kern="1200" cap="none" spc="0" normalizeH="0" baseline="0" noProof="0">
                        <a:ln>
                          <a:noFill/>
                        </a:ln>
                        <a:solidFill>
                          <a:prstClr val="black"/>
                        </a:solidFill>
                        <a:effectLst/>
                        <a:uLnTx/>
                        <a:uFillTx/>
                        <a:latin typeface="Meiryo UI"/>
                        <a:ea typeface="Meiryo UI"/>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819135729"/>
                  </a:ext>
                </a:extLst>
              </a:tr>
              <a:tr h="163741">
                <a:tc>
                  <a:txBody>
                    <a:bodyPr/>
                    <a:lstStyle/>
                    <a:p>
                      <a:pPr marL="0" marR="0" indent="0" algn="r" rtl="0" fontAlgn="base">
                        <a:buNone/>
                      </a:pPr>
                      <a:r>
                        <a:rPr lang="en-US" sz="900" b="0" i="0" u="none" strike="noStrike">
                          <a:solidFill>
                            <a:srgbClr val="000000"/>
                          </a:solidFill>
                          <a:effectLst/>
                          <a:latin typeface="Meiryo UI" panose="020B0604030504040204" pitchFamily="50" charset="-128"/>
                          <a:ea typeface="Meiryo UI" panose="020B0604030504040204" pitchFamily="50" charset="-128"/>
                        </a:rPr>
                        <a:t>17</a:t>
                      </a:r>
                      <a:r>
                        <a:rPr lang="ja-JP" sz="900" b="0" i="0">
                          <a:solidFill>
                            <a:srgbClr val="000000"/>
                          </a:solidFill>
                          <a:effectLst/>
                          <a:latin typeface="Meiryo UI" panose="020B0604030504040204" pitchFamily="50" charset="-128"/>
                          <a:ea typeface="Meiryo UI" panose="020B0604030504040204" pitchFamily="50" charset="-128"/>
                        </a:rPr>
                        <a:t>​</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indent="0" algn="ctr" rtl="0" fontAlgn="base">
                        <a:buNone/>
                      </a:pPr>
                      <a:r>
                        <a:rPr lang="en-US" sz="900" b="0" i="0" u="none" strike="noStrike">
                          <a:solidFill>
                            <a:srgbClr val="000000"/>
                          </a:solidFill>
                          <a:effectLst/>
                          <a:latin typeface="Meiryo UI" panose="020B0604030504040204" pitchFamily="50" charset="-128"/>
                          <a:ea typeface="Meiryo UI" panose="020B0604030504040204" pitchFamily="50" charset="-128"/>
                        </a:rPr>
                        <a:t>222</a:t>
                      </a:r>
                      <a:r>
                        <a:rPr lang="ja-JP" sz="900" b="0" i="0">
                          <a:solidFill>
                            <a:srgbClr val="000000"/>
                          </a:solidFill>
                          <a:effectLst/>
                          <a:latin typeface="Meiryo UI" panose="020B0604030504040204" pitchFamily="50" charset="-128"/>
                          <a:ea typeface="Meiryo UI" panose="020B0604030504040204" pitchFamily="50" charset="-128"/>
                        </a:rPr>
                        <a:t>​</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indent="0" algn="l" rtl="0" fontAlgn="base">
                        <a:buNone/>
                      </a:pPr>
                      <a:r>
                        <a:rPr lang="ja-JP" sz="900" b="0" i="0" u="none" strike="noStrike">
                          <a:solidFill>
                            <a:srgbClr val="000000"/>
                          </a:solidFill>
                          <a:effectLst/>
                          <a:latin typeface="Meiryo UI" panose="020B0604030504040204" pitchFamily="50" charset="-128"/>
                          <a:ea typeface="Meiryo UI" panose="020B0604030504040204" pitchFamily="50" charset="-128"/>
                        </a:rPr>
                        <a:t>臨床情報等の</a:t>
                      </a:r>
                      <a:r>
                        <a:rPr lang="en-US" sz="900" b="0" i="0" u="none" strike="noStrike">
                          <a:solidFill>
                            <a:srgbClr val="000000"/>
                          </a:solidFill>
                          <a:effectLst/>
                          <a:latin typeface="Meiryo UI" panose="020B0604030504040204" pitchFamily="50" charset="-128"/>
                          <a:ea typeface="Meiryo UI" panose="020B0604030504040204" pitchFamily="50" charset="-128"/>
                        </a:rPr>
                        <a:t>XML</a:t>
                      </a:r>
                      <a:r>
                        <a:rPr lang="ja-JP" sz="900" b="0" i="0" u="none" strike="noStrike">
                          <a:solidFill>
                            <a:srgbClr val="000000"/>
                          </a:solidFill>
                          <a:effectLst/>
                          <a:latin typeface="Meiryo UI" panose="020B0604030504040204" pitchFamily="50" charset="-128"/>
                          <a:ea typeface="Meiryo UI" panose="020B0604030504040204" pitchFamily="50" charset="-128"/>
                        </a:rPr>
                        <a:t>から出力する文字の黒丸対応</a:t>
                      </a:r>
                      <a:r>
                        <a:rPr lang="en-US" sz="900" b="0" i="0" u="none" strike="noStrike">
                          <a:solidFill>
                            <a:srgbClr val="000000"/>
                          </a:solidFill>
                          <a:effectLst/>
                          <a:latin typeface="Meiryo UI" panose="020B0604030504040204" pitchFamily="50" charset="-128"/>
                          <a:ea typeface="Meiryo UI" panose="020B0604030504040204" pitchFamily="50" charset="-128"/>
                        </a:rPr>
                        <a:t>(</a:t>
                      </a:r>
                      <a:r>
                        <a:rPr lang="ja-JP" sz="900" b="0" i="0" u="none" strike="noStrike">
                          <a:solidFill>
                            <a:srgbClr val="000000"/>
                          </a:solidFill>
                          <a:effectLst/>
                          <a:latin typeface="Meiryo UI" panose="020B0604030504040204" pitchFamily="50" charset="-128"/>
                          <a:ea typeface="Meiryo UI" panose="020B0604030504040204" pitchFamily="50" charset="-128"/>
                        </a:rPr>
                        <a:t>文字コードの固定</a:t>
                      </a:r>
                      <a:r>
                        <a:rPr lang="en-US" sz="900" b="0" i="0" u="none" strike="noStrike">
                          <a:solidFill>
                            <a:srgbClr val="000000"/>
                          </a:solidFill>
                          <a:effectLst/>
                          <a:latin typeface="Meiryo UI" panose="020B0604030504040204" pitchFamily="50" charset="-128"/>
                          <a:ea typeface="Meiryo UI" panose="020B0604030504040204" pitchFamily="50" charset="-128"/>
                        </a:rPr>
                        <a:t>/</a:t>
                      </a:r>
                      <a:r>
                        <a:rPr lang="ja-JP" sz="900" b="0" i="0" u="none" strike="noStrike">
                          <a:solidFill>
                            <a:srgbClr val="000000"/>
                          </a:solidFill>
                          <a:effectLst/>
                          <a:latin typeface="Meiryo UI" panose="020B0604030504040204" pitchFamily="50" charset="-128"/>
                          <a:ea typeface="Meiryo UI" panose="020B0604030504040204" pitchFamily="50" charset="-128"/>
                        </a:rPr>
                        <a:t>拡張</a:t>
                      </a:r>
                      <a:r>
                        <a:rPr lang="en-US" sz="900" b="0" i="0" u="none" strike="noStrike">
                          <a:solidFill>
                            <a:srgbClr val="000000"/>
                          </a:solidFill>
                          <a:effectLst/>
                          <a:latin typeface="Meiryo UI" panose="020B0604030504040204" pitchFamily="50" charset="-128"/>
                          <a:ea typeface="Meiryo UI" panose="020B0604030504040204" pitchFamily="50" charset="-128"/>
                        </a:rPr>
                        <a:t>)</a:t>
                      </a:r>
                      <a:r>
                        <a:rPr lang="ja-JP" sz="900" b="0" i="0">
                          <a:solidFill>
                            <a:srgbClr val="000000"/>
                          </a:solidFill>
                          <a:effectLst/>
                          <a:latin typeface="Meiryo UI" panose="020B0604030504040204" pitchFamily="50" charset="-128"/>
                          <a:ea typeface="Meiryo UI" panose="020B0604030504040204" pitchFamily="50" charset="-128"/>
                        </a:rPr>
                        <a:t>​</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base"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未着手</a:t>
                      </a:r>
                      <a:endPar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base" latinLnBrk="0" hangingPunct="1">
                        <a:lnSpc>
                          <a:spcPct val="100000"/>
                        </a:lnSpc>
                        <a:spcBef>
                          <a:spcPts val="0"/>
                        </a:spcBef>
                        <a:spcAft>
                          <a:spcPts val="0"/>
                        </a:spcAft>
                        <a:buClrTx/>
                        <a:buSzTx/>
                        <a:buFontTx/>
                        <a:buNone/>
                        <a:tabLst/>
                        <a:defRPr/>
                      </a:pPr>
                      <a:r>
                        <a:rPr lang="ja-JP" altLang="en-US" sz="900" b="0" i="0">
                          <a:solidFill>
                            <a:srgbClr val="000000"/>
                          </a:solidFill>
                          <a:effectLst/>
                          <a:latin typeface="Meiryo UI" panose="020B0604030504040204" pitchFamily="50" charset="-128"/>
                          <a:ea typeface="Meiryo UI" panose="020B0604030504040204" pitchFamily="50" charset="-128"/>
                        </a:rPr>
                        <a:t>ー</a:t>
                      </a:r>
                      <a:endParaRPr lang="en-US" altLang="ja-JP" sz="900" b="0" i="0">
                        <a:solidFill>
                          <a:srgbClr val="000000"/>
                        </a:solidFill>
                        <a:effectLst/>
                        <a:latin typeface="Meiryo UI" panose="020B0604030504040204" pitchFamily="50" charset="-128"/>
                        <a:ea typeface="Meiryo UI" panose="020B0604030504040204" pitchFamily="50" charset="-128"/>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92075" marR="0" lvl="0" indent="-92075" algn="l" defTabSz="685673" rtl="0" eaLnBrk="1" fontAlgn="ctr" latinLnBrk="0" hangingPunct="1">
                        <a:lnSpc>
                          <a:spcPct val="100000"/>
                        </a:lnSpc>
                        <a:spcBef>
                          <a:spcPts val="300"/>
                        </a:spcBef>
                        <a:spcAft>
                          <a:spcPts val="0"/>
                        </a:spcAft>
                        <a:buClrTx/>
                        <a:buSzTx/>
                        <a:buFont typeface="Arial" panose="020B0604020202020204" pitchFamily="34" charset="0"/>
                        <a:buChar char="•"/>
                        <a:tabLst/>
                        <a:defRPr/>
                      </a:pPr>
                      <a:endParaRPr kumimoji="1" lang="en-US" altLang="ja-JP" sz="900" b="0" i="0" u="none" strike="noStrike" kern="1200" cap="none" spc="0" normalizeH="0" baseline="0" noProof="0">
                        <a:ln>
                          <a:noFill/>
                        </a:ln>
                        <a:solidFill>
                          <a:prstClr val="black"/>
                        </a:solidFill>
                        <a:effectLst/>
                        <a:uLnTx/>
                        <a:uFillTx/>
                        <a:latin typeface="Meiryo UI"/>
                        <a:ea typeface="Meiryo UI"/>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042107124"/>
                  </a:ext>
                </a:extLst>
              </a:tr>
              <a:tr h="209395">
                <a:tc>
                  <a:txBody>
                    <a:bodyPr/>
                    <a:lstStyle/>
                    <a:p>
                      <a:pPr marL="0" marR="0" indent="0" algn="r" rtl="0" fontAlgn="base">
                        <a:buNone/>
                      </a:pPr>
                      <a:r>
                        <a:rPr lang="en-US" sz="900" b="0" i="0" u="none" strike="noStrike">
                          <a:solidFill>
                            <a:srgbClr val="000000"/>
                          </a:solidFill>
                          <a:effectLst/>
                          <a:latin typeface="Meiryo UI" panose="020B0604030504040204" pitchFamily="50" charset="-128"/>
                          <a:ea typeface="Meiryo UI" panose="020B0604030504040204" pitchFamily="50" charset="-128"/>
                        </a:rPr>
                        <a:t>18</a:t>
                      </a:r>
                      <a:r>
                        <a:rPr lang="ja-JP" sz="900" b="0" i="0">
                          <a:solidFill>
                            <a:srgbClr val="000000"/>
                          </a:solidFill>
                          <a:effectLst/>
                          <a:latin typeface="Meiryo UI" panose="020B0604030504040204" pitchFamily="50" charset="-128"/>
                          <a:ea typeface="Meiryo UI" panose="020B0604030504040204" pitchFamily="50" charset="-128"/>
                        </a:rPr>
                        <a:t>​</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indent="0" algn="ctr" rtl="0" fontAlgn="base">
                        <a:buNone/>
                      </a:pPr>
                      <a:r>
                        <a:rPr lang="en-US" sz="900" b="0" i="0" u="none" strike="noStrike">
                          <a:solidFill>
                            <a:srgbClr val="000000"/>
                          </a:solidFill>
                          <a:effectLst/>
                          <a:latin typeface="Meiryo UI" panose="020B0604030504040204" pitchFamily="50" charset="-128"/>
                          <a:ea typeface="Meiryo UI" panose="020B0604030504040204" pitchFamily="50" charset="-128"/>
                        </a:rPr>
                        <a:t>223</a:t>
                      </a:r>
                      <a:r>
                        <a:rPr lang="ja-JP" sz="900" b="0" i="0">
                          <a:solidFill>
                            <a:srgbClr val="000000"/>
                          </a:solidFill>
                          <a:effectLst/>
                          <a:latin typeface="Meiryo UI" panose="020B0604030504040204" pitchFamily="50" charset="-128"/>
                          <a:ea typeface="Meiryo UI" panose="020B0604030504040204" pitchFamily="50" charset="-128"/>
                        </a:rPr>
                        <a:t>​</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indent="0" algn="l" rtl="0" fontAlgn="base">
                        <a:buNone/>
                      </a:pPr>
                      <a:r>
                        <a:rPr lang="ja-JP" sz="900" b="0" i="0" u="none" strike="noStrike">
                          <a:solidFill>
                            <a:srgbClr val="000000"/>
                          </a:solidFill>
                          <a:effectLst/>
                          <a:latin typeface="Meiryo UI" panose="020B0604030504040204" pitchFamily="50" charset="-128"/>
                          <a:ea typeface="Meiryo UI" panose="020B0604030504040204" pitchFamily="50" charset="-128"/>
                        </a:rPr>
                        <a:t>電子署名の危殆化対応</a:t>
                      </a:r>
                      <a:r>
                        <a:rPr lang="en-US" sz="900" b="0" i="0">
                          <a:solidFill>
                            <a:srgbClr val="000000"/>
                          </a:solidFill>
                          <a:effectLst/>
                          <a:latin typeface="Meiryo UI" panose="020B0604030504040204" pitchFamily="50" charset="-128"/>
                          <a:ea typeface="Meiryo UI" panose="020B0604030504040204" pitchFamily="50" charset="-128"/>
                        </a:rPr>
                        <a:t>​</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base"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未着手</a:t>
                      </a:r>
                      <a:endPar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base" latinLnBrk="0" hangingPunct="1">
                        <a:lnSpc>
                          <a:spcPct val="100000"/>
                        </a:lnSpc>
                        <a:spcBef>
                          <a:spcPts val="0"/>
                        </a:spcBef>
                        <a:spcAft>
                          <a:spcPts val="0"/>
                        </a:spcAft>
                        <a:buClrTx/>
                        <a:buSzTx/>
                        <a:buFontTx/>
                        <a:buNone/>
                        <a:tabLst/>
                        <a:defRPr/>
                      </a:pPr>
                      <a:r>
                        <a:rPr lang="ja-JP" altLang="en-US" sz="900" b="0" i="0">
                          <a:solidFill>
                            <a:srgbClr val="000000"/>
                          </a:solidFill>
                          <a:effectLst/>
                          <a:latin typeface="Meiryo UI" panose="020B0604030504040204" pitchFamily="50" charset="-128"/>
                          <a:ea typeface="Meiryo UI" panose="020B0604030504040204" pitchFamily="50" charset="-128"/>
                        </a:rPr>
                        <a:t>ー</a:t>
                      </a:r>
                      <a:endParaRPr lang="en-US" altLang="ja-JP" sz="900" b="0" i="0">
                        <a:solidFill>
                          <a:srgbClr val="000000"/>
                        </a:solidFill>
                        <a:effectLst/>
                        <a:latin typeface="Meiryo UI" panose="020B0604030504040204" pitchFamily="50" charset="-128"/>
                        <a:ea typeface="Meiryo UI" panose="020B0604030504040204" pitchFamily="50" charset="-128"/>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92075" marR="0" lvl="0" indent="-92075" algn="l" defTabSz="685673" rtl="0" eaLnBrk="1" fontAlgn="ctr" latinLnBrk="0" hangingPunct="1">
                        <a:lnSpc>
                          <a:spcPct val="100000"/>
                        </a:lnSpc>
                        <a:spcBef>
                          <a:spcPts val="300"/>
                        </a:spcBef>
                        <a:spcAft>
                          <a:spcPts val="0"/>
                        </a:spcAft>
                        <a:buClrTx/>
                        <a:buSzTx/>
                        <a:buFont typeface="Arial" panose="020B0604020202020204" pitchFamily="34" charset="0"/>
                        <a:buChar char="•"/>
                        <a:tabLst/>
                        <a:defRPr/>
                      </a:pPr>
                      <a:endParaRPr kumimoji="1" lang="en-US" altLang="ja-JP" sz="900" b="0" i="0" u="none" strike="noStrike" kern="1200" cap="none" spc="0" normalizeH="0" baseline="0" noProof="0">
                        <a:ln>
                          <a:noFill/>
                        </a:ln>
                        <a:solidFill>
                          <a:prstClr val="black"/>
                        </a:solidFill>
                        <a:effectLst/>
                        <a:uLnTx/>
                        <a:uFillTx/>
                        <a:latin typeface="Meiryo UI"/>
                        <a:ea typeface="Meiryo UI"/>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830602741"/>
                  </a:ext>
                </a:extLst>
              </a:tr>
              <a:tr h="209395">
                <a:tc>
                  <a:txBody>
                    <a:bodyPr/>
                    <a:lstStyle/>
                    <a:p>
                      <a:pPr marL="0" marR="0" indent="0" algn="r" rtl="0" fontAlgn="base">
                        <a:buNone/>
                      </a:pPr>
                      <a:r>
                        <a:rPr lang="en-US" sz="900" b="0" i="0" u="none" strike="noStrike">
                          <a:solidFill>
                            <a:srgbClr val="000000"/>
                          </a:solidFill>
                          <a:effectLst/>
                          <a:latin typeface="Meiryo UI" panose="020B0604030504040204" pitchFamily="50" charset="-128"/>
                          <a:ea typeface="Meiryo UI" panose="020B0604030504040204" pitchFamily="50" charset="-128"/>
                        </a:rPr>
                        <a:t>19</a:t>
                      </a:r>
                      <a:r>
                        <a:rPr lang="ja-JP" sz="900" b="0" i="0">
                          <a:solidFill>
                            <a:srgbClr val="000000"/>
                          </a:solidFill>
                          <a:effectLst/>
                          <a:latin typeface="Meiryo UI" panose="020B0604030504040204" pitchFamily="50" charset="-128"/>
                          <a:ea typeface="Meiryo UI" panose="020B0604030504040204" pitchFamily="50" charset="-128"/>
                        </a:rPr>
                        <a:t>​</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indent="0" algn="ctr" rtl="0" fontAlgn="base">
                        <a:buNone/>
                      </a:pPr>
                      <a:r>
                        <a:rPr lang="en-US" sz="900" b="0" i="0" u="none" strike="noStrike">
                          <a:solidFill>
                            <a:srgbClr val="000000"/>
                          </a:solidFill>
                          <a:effectLst/>
                          <a:latin typeface="Meiryo UI" panose="020B0604030504040204" pitchFamily="50" charset="-128"/>
                          <a:ea typeface="Meiryo UI" panose="020B0604030504040204" pitchFamily="50" charset="-128"/>
                        </a:rPr>
                        <a:t>224</a:t>
                      </a:r>
                      <a:r>
                        <a:rPr lang="ja-JP" sz="900" b="0" i="0">
                          <a:solidFill>
                            <a:srgbClr val="000000"/>
                          </a:solidFill>
                          <a:effectLst/>
                          <a:latin typeface="Meiryo UI" panose="020B0604030504040204" pitchFamily="50" charset="-128"/>
                          <a:ea typeface="Meiryo UI" panose="020B0604030504040204" pitchFamily="50" charset="-128"/>
                        </a:rPr>
                        <a:t>​</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indent="0" algn="l" rtl="0" fontAlgn="base">
                        <a:buNone/>
                      </a:pPr>
                      <a:r>
                        <a:rPr lang="ja-JP" sz="900" b="0" i="0" u="none" strike="noStrike">
                          <a:solidFill>
                            <a:srgbClr val="000000"/>
                          </a:solidFill>
                          <a:effectLst/>
                          <a:latin typeface="Meiryo UI" panose="020B0604030504040204" pitchFamily="50" charset="-128"/>
                          <a:ea typeface="Meiryo UI" panose="020B0604030504040204" pitchFamily="50" charset="-128"/>
                        </a:rPr>
                        <a:t>ICD11への移行に伴う傷病名マスタの変更</a:t>
                      </a:r>
                      <a:r>
                        <a:rPr lang="en-US" sz="900" b="0" i="0">
                          <a:solidFill>
                            <a:srgbClr val="000000"/>
                          </a:solidFill>
                          <a:effectLst/>
                          <a:latin typeface="Meiryo UI" panose="020B0604030504040204" pitchFamily="50" charset="-128"/>
                          <a:ea typeface="Meiryo UI" panose="020B0604030504040204" pitchFamily="50" charset="-128"/>
                        </a:rPr>
                        <a:t>​</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base"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未着手</a:t>
                      </a:r>
                      <a:endPar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base" latinLnBrk="0" hangingPunct="1">
                        <a:lnSpc>
                          <a:spcPct val="100000"/>
                        </a:lnSpc>
                        <a:spcBef>
                          <a:spcPts val="0"/>
                        </a:spcBef>
                        <a:spcAft>
                          <a:spcPts val="0"/>
                        </a:spcAft>
                        <a:buClrTx/>
                        <a:buSzTx/>
                        <a:buFontTx/>
                        <a:buNone/>
                        <a:tabLst/>
                        <a:defRPr/>
                      </a:pPr>
                      <a:r>
                        <a:rPr lang="ja-JP" altLang="en-US" sz="900" b="0" i="0">
                          <a:solidFill>
                            <a:srgbClr val="000000"/>
                          </a:solidFill>
                          <a:effectLst/>
                          <a:latin typeface="Meiryo UI" panose="020B0604030504040204" pitchFamily="50" charset="-128"/>
                          <a:ea typeface="Meiryo UI" panose="020B0604030504040204" pitchFamily="50" charset="-128"/>
                        </a:rPr>
                        <a:t>ー</a:t>
                      </a:r>
                      <a:endParaRPr lang="en-US" altLang="ja-JP" sz="900" b="0" i="0">
                        <a:solidFill>
                          <a:srgbClr val="000000"/>
                        </a:solidFill>
                        <a:effectLst/>
                        <a:latin typeface="Meiryo UI" panose="020B0604030504040204" pitchFamily="50" charset="-128"/>
                        <a:ea typeface="Meiryo UI" panose="020B0604030504040204" pitchFamily="50" charset="-128"/>
                      </a:endParaRP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92075" marR="0" lvl="0" indent="-92075" algn="l" defTabSz="685673" rtl="0" eaLnBrk="1" fontAlgn="ctr" latinLnBrk="0" hangingPunct="1">
                        <a:lnSpc>
                          <a:spcPct val="100000"/>
                        </a:lnSpc>
                        <a:spcBef>
                          <a:spcPts val="300"/>
                        </a:spcBef>
                        <a:spcAft>
                          <a:spcPts val="0"/>
                        </a:spcAft>
                        <a:buClrTx/>
                        <a:buSzTx/>
                        <a:buFont typeface="Arial" panose="020B0604020202020204" pitchFamily="34" charset="0"/>
                        <a:buChar char="•"/>
                        <a:tabLst/>
                        <a:defRPr/>
                      </a:pPr>
                      <a:endParaRPr kumimoji="1" lang="en-US" altLang="ja-JP" sz="900" b="0" i="0" u="none" strike="noStrike" kern="1200" cap="none" spc="0" normalizeH="0" baseline="0" noProof="0">
                        <a:ln>
                          <a:noFill/>
                        </a:ln>
                        <a:solidFill>
                          <a:prstClr val="black"/>
                        </a:solidFill>
                        <a:effectLst/>
                        <a:uLnTx/>
                        <a:uFillTx/>
                        <a:latin typeface="Meiryo UI"/>
                        <a:ea typeface="Meiryo UI"/>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803564928"/>
                  </a:ext>
                </a:extLst>
              </a:tr>
            </a:tbl>
          </a:graphicData>
        </a:graphic>
      </p:graphicFrame>
      <p:sp>
        <p:nvSpPr>
          <p:cNvPr id="6" name="コンテンツ プレースホルダー 5">
            <a:extLst>
              <a:ext uri="{FF2B5EF4-FFF2-40B4-BE49-F238E27FC236}">
                <a16:creationId xmlns:a16="http://schemas.microsoft.com/office/drawing/2014/main" id="{E9A481B7-025E-B9F7-7182-FDF2FEB6B345}"/>
              </a:ext>
            </a:extLst>
          </p:cNvPr>
          <p:cNvSpPr>
            <a:spLocks noGrp="1"/>
          </p:cNvSpPr>
          <p:nvPr>
            <p:ph sz="quarter" idx="12"/>
          </p:nvPr>
        </p:nvSpPr>
        <p:spPr>
          <a:xfrm>
            <a:off x="507341" y="774374"/>
            <a:ext cx="8891322" cy="255530"/>
          </a:xfrm>
        </p:spPr>
        <p:txBody>
          <a:bodyPr/>
          <a:lstStyle/>
          <a:p>
            <a:endParaRPr lang="ja-JP" altLang="en-US"/>
          </a:p>
        </p:txBody>
      </p:sp>
    </p:spTree>
    <p:extLst>
      <p:ext uri="{BB962C8B-B14F-4D97-AF65-F5344CB8AC3E}">
        <p14:creationId xmlns:p14="http://schemas.microsoft.com/office/powerpoint/2010/main" val="17658282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8D425E28-8B8C-7692-E761-A19C0789A5DB}"/>
              </a:ext>
            </a:extLst>
          </p:cNvPr>
          <p:cNvSpPr>
            <a:spLocks noGrp="1"/>
          </p:cNvSpPr>
          <p:nvPr>
            <p:ph sz="quarter" idx="12"/>
          </p:nvPr>
        </p:nvSpPr>
        <p:spPr>
          <a:xfrm>
            <a:off x="433383" y="3037790"/>
            <a:ext cx="8891322" cy="782419"/>
          </a:xfrm>
        </p:spPr>
        <p:txBody>
          <a:bodyPr/>
          <a:lstStyle/>
          <a:p>
            <a:pPr algn="ctr"/>
            <a:r>
              <a:rPr lang="ja-JP" altLang="en-US" sz="2800" noProof="1">
                <a:solidFill>
                  <a:srgbClr val="000000"/>
                </a:solidFill>
                <a:cs typeface="Arial"/>
              </a:rPr>
              <a:t>令和</a:t>
            </a:r>
            <a:r>
              <a:rPr lang="en-US" altLang="ja-JP" sz="2800" noProof="1">
                <a:solidFill>
                  <a:srgbClr val="000000"/>
                </a:solidFill>
                <a:cs typeface="Arial"/>
              </a:rPr>
              <a:t>9</a:t>
            </a:r>
            <a:r>
              <a:rPr lang="ja-JP" altLang="en-US" sz="2800" noProof="1">
                <a:solidFill>
                  <a:srgbClr val="000000"/>
                </a:solidFill>
                <a:cs typeface="Arial"/>
              </a:rPr>
              <a:t>年度開発向け要件整理案件の実施内容・進め方</a:t>
            </a:r>
            <a:endParaRPr kumimoji="1" lang="ja-JP" altLang="en-US" sz="2800"/>
          </a:p>
        </p:txBody>
      </p:sp>
    </p:spTree>
    <p:extLst>
      <p:ext uri="{BB962C8B-B14F-4D97-AF65-F5344CB8AC3E}">
        <p14:creationId xmlns:p14="http://schemas.microsoft.com/office/powerpoint/2010/main" val="5278444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3C8B1-FB24-18FA-8B9D-D1831783871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02822A-DE25-2101-D7C6-D7F68B319B76}"/>
              </a:ext>
            </a:extLst>
          </p:cNvPr>
          <p:cNvSpPr>
            <a:spLocks noGrp="1"/>
          </p:cNvSpPr>
          <p:nvPr>
            <p:ph type="title"/>
          </p:nvPr>
        </p:nvSpPr>
        <p:spPr/>
        <p:txBody>
          <a:bodyPr/>
          <a:lstStyle/>
          <a:p>
            <a:r>
              <a:rPr kumimoji="1" lang="en-US" altLang="ja-JP"/>
              <a:t>1</a:t>
            </a:r>
            <a:r>
              <a:rPr kumimoji="1" lang="ja-JP" altLang="en-US"/>
              <a:t>．目的（ミッション）</a:t>
            </a:r>
          </a:p>
        </p:txBody>
      </p:sp>
      <p:sp>
        <p:nvSpPr>
          <p:cNvPr id="3" name="コンテンツ プレースホルダー 2">
            <a:extLst>
              <a:ext uri="{FF2B5EF4-FFF2-40B4-BE49-F238E27FC236}">
                <a16:creationId xmlns:a16="http://schemas.microsoft.com/office/drawing/2014/main" id="{13A05C91-9AE3-6F3B-5313-3E7F8471D4FA}"/>
              </a:ext>
            </a:extLst>
          </p:cNvPr>
          <p:cNvSpPr>
            <a:spLocks noGrp="1"/>
          </p:cNvSpPr>
          <p:nvPr>
            <p:ph sz="quarter" idx="12"/>
          </p:nvPr>
        </p:nvSpPr>
        <p:spPr>
          <a:xfrm>
            <a:off x="507341" y="774373"/>
            <a:ext cx="8891322" cy="1400656"/>
          </a:xfrm>
        </p:spPr>
        <p:txBody>
          <a:bodyPr/>
          <a:lstStyle/>
          <a:p>
            <a:pPr marL="285750" indent="-285750">
              <a:buFont typeface="Arial" panose="020B0604020202020204" pitchFamily="34" charset="0"/>
              <a:buChar char="•"/>
            </a:pPr>
            <a:r>
              <a:rPr kumimoji="1" lang="en-US" altLang="ja-JP"/>
              <a:t>【</a:t>
            </a:r>
            <a:r>
              <a:rPr kumimoji="1" lang="ja-JP" altLang="en-US"/>
              <a:t>要件漏れの防止</a:t>
            </a:r>
            <a:r>
              <a:rPr kumimoji="1" lang="en-US" altLang="ja-JP"/>
              <a:t>】</a:t>
            </a:r>
            <a:r>
              <a:rPr kumimoji="1" lang="ja-JP" altLang="en-US"/>
              <a:t> 開発範囲・仕様・前提条件を明確化し、開発着手に必要な要件を確定すること</a:t>
            </a:r>
            <a:endParaRPr kumimoji="1" lang="en-US" altLang="ja-JP"/>
          </a:p>
          <a:p>
            <a:pPr marL="285750" indent="-285750">
              <a:buFont typeface="Arial" panose="020B0604020202020204" pitchFamily="34" charset="0"/>
              <a:buChar char="•"/>
            </a:pPr>
            <a:r>
              <a:rPr kumimoji="1" lang="en-US" altLang="ja-JP"/>
              <a:t>【</a:t>
            </a:r>
            <a:r>
              <a:rPr kumimoji="1" lang="ja-JP" altLang="en-US"/>
              <a:t>費用のブレの防止</a:t>
            </a:r>
            <a:r>
              <a:rPr kumimoji="1" lang="en-US" altLang="ja-JP"/>
              <a:t>】</a:t>
            </a:r>
            <a:r>
              <a:rPr kumimoji="1" lang="ja-JP" altLang="en-US"/>
              <a:t> 要件定義の結果を踏まえ、開発本調達に使用可能な水準まで見積を精緻化すること</a:t>
            </a:r>
            <a:endParaRPr kumimoji="1" lang="en-US" altLang="ja-JP"/>
          </a:p>
          <a:p>
            <a:pPr marL="285750" indent="-285750">
              <a:buFont typeface="Arial" panose="020B0604020202020204" pitchFamily="34" charset="0"/>
              <a:buChar char="•"/>
            </a:pPr>
            <a:r>
              <a:rPr kumimoji="1" lang="en-US" altLang="ja-JP"/>
              <a:t>【</a:t>
            </a:r>
            <a:r>
              <a:rPr lang="ja-JP" altLang="en-US"/>
              <a:t>五月雨的な課題検討の防止</a:t>
            </a:r>
            <a:r>
              <a:rPr kumimoji="1" lang="en-US" altLang="ja-JP"/>
              <a:t>】</a:t>
            </a:r>
            <a:r>
              <a:rPr kumimoji="1" lang="ja-JP" altLang="en-US"/>
              <a:t> 開発着手の阻害要因となり得る課題を要件定義期間中に全て洗い出し、開発開始前に解消または判断可能な状態にすること</a:t>
            </a:r>
          </a:p>
        </p:txBody>
      </p:sp>
    </p:spTree>
    <p:extLst>
      <p:ext uri="{BB962C8B-B14F-4D97-AF65-F5344CB8AC3E}">
        <p14:creationId xmlns:p14="http://schemas.microsoft.com/office/powerpoint/2010/main" val="34191027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814BC73-EBFC-BB8A-4D1D-8223B2281444}"/>
              </a:ext>
            </a:extLst>
          </p:cNvPr>
          <p:cNvSpPr>
            <a:spLocks noGrp="1"/>
          </p:cNvSpPr>
          <p:nvPr>
            <p:ph type="title"/>
          </p:nvPr>
        </p:nvSpPr>
        <p:spPr/>
        <p:txBody>
          <a:bodyPr/>
          <a:lstStyle/>
          <a:p>
            <a:r>
              <a:rPr kumimoji="1" lang="en-US" altLang="ja-JP"/>
              <a:t>2</a:t>
            </a:r>
            <a:r>
              <a:rPr kumimoji="1" lang="ja-JP" altLang="en-US"/>
              <a:t>．実施内容（</a:t>
            </a:r>
            <a:r>
              <a:rPr kumimoji="1" lang="en-US" altLang="ja-JP"/>
              <a:t>1/2</a:t>
            </a:r>
            <a:r>
              <a:rPr kumimoji="1" lang="ja-JP" altLang="en-US"/>
              <a:t>）</a:t>
            </a:r>
          </a:p>
        </p:txBody>
      </p:sp>
      <p:sp>
        <p:nvSpPr>
          <p:cNvPr id="3" name="コンテンツ プレースホルダー 2">
            <a:extLst>
              <a:ext uri="{FF2B5EF4-FFF2-40B4-BE49-F238E27FC236}">
                <a16:creationId xmlns:a16="http://schemas.microsoft.com/office/drawing/2014/main" id="{9E161DDD-B5BE-E237-4C3D-39829CA3488E}"/>
              </a:ext>
            </a:extLst>
          </p:cNvPr>
          <p:cNvSpPr>
            <a:spLocks noGrp="1"/>
          </p:cNvSpPr>
          <p:nvPr>
            <p:ph sz="quarter" idx="12"/>
          </p:nvPr>
        </p:nvSpPr>
        <p:spPr>
          <a:xfrm>
            <a:off x="507341" y="1159001"/>
            <a:ext cx="8891322" cy="5260668"/>
          </a:xfrm>
        </p:spPr>
        <p:txBody>
          <a:bodyPr/>
          <a:lstStyle/>
          <a:p>
            <a:r>
              <a:rPr lang="ja-JP" altLang="en-US" b="1"/>
              <a:t>（１）開発範囲の明確化</a:t>
            </a:r>
            <a:endParaRPr kumimoji="1" lang="en-US" altLang="ja-JP" b="1"/>
          </a:p>
          <a:p>
            <a:r>
              <a:rPr kumimoji="1" lang="ja-JP" altLang="en-US"/>
              <a:t>○開発対象となる機能について、以下を明確化すること</a:t>
            </a:r>
            <a:endParaRPr kumimoji="1" lang="en-US" altLang="ja-JP"/>
          </a:p>
          <a:p>
            <a:pPr marL="285750" lvl="1" indent="-285750"/>
            <a:r>
              <a:rPr lang="ja-JP" altLang="en-US">
                <a:latin typeface="+mj-ea"/>
                <a:ea typeface="+mj-ea"/>
                <a:cs typeface="+mn-cs"/>
              </a:rPr>
              <a:t>開発範囲の概要</a:t>
            </a:r>
            <a:endParaRPr lang="en-US" altLang="ja-JP">
              <a:latin typeface="+mj-ea"/>
              <a:ea typeface="+mj-ea"/>
              <a:cs typeface="+mn-cs"/>
            </a:endParaRPr>
          </a:p>
          <a:p>
            <a:pPr marL="285750" lvl="1" indent="-285750"/>
            <a:r>
              <a:rPr lang="ja-JP" altLang="en-US">
                <a:latin typeface="+mj-ea"/>
                <a:ea typeface="+mj-ea"/>
                <a:cs typeface="+mn-cs"/>
              </a:rPr>
              <a:t>他システムで開発する範囲の概要（詳細は次項参照）</a:t>
            </a:r>
            <a:endParaRPr lang="en-US" altLang="ja-JP">
              <a:latin typeface="+mj-ea"/>
              <a:ea typeface="+mj-ea"/>
              <a:cs typeface="+mn-cs"/>
            </a:endParaRPr>
          </a:p>
          <a:p>
            <a:pPr lvl="1" indent="0">
              <a:buNone/>
            </a:pPr>
            <a:endParaRPr lang="en-US" altLang="ja-JP" b="1"/>
          </a:p>
          <a:p>
            <a:r>
              <a:rPr kumimoji="1" lang="ja-JP" altLang="en-US" b="1"/>
              <a:t>（２）仕様の整理</a:t>
            </a:r>
            <a:br>
              <a:rPr kumimoji="1" lang="en-US" altLang="ja-JP" b="1"/>
            </a:br>
            <a:r>
              <a:rPr kumimoji="1" lang="ja-JP" altLang="en-US"/>
              <a:t>○開発対象機能について、以下を明確化すること</a:t>
            </a:r>
            <a:endParaRPr kumimoji="1" lang="en-US" altLang="ja-JP"/>
          </a:p>
          <a:p>
            <a:pPr marL="285750" indent="-285750">
              <a:buFont typeface="Arial" panose="020B0604020202020204" pitchFamily="34" charset="0"/>
              <a:buChar char="•"/>
            </a:pPr>
            <a:r>
              <a:rPr kumimoji="1" lang="ja-JP" altLang="en-US"/>
              <a:t>機能概要</a:t>
            </a:r>
            <a:endParaRPr kumimoji="1" lang="en-US" altLang="ja-JP"/>
          </a:p>
          <a:p>
            <a:pPr marL="285750" indent="-285750">
              <a:buFont typeface="Arial" panose="020B0604020202020204" pitchFamily="34" charset="0"/>
              <a:buChar char="•"/>
            </a:pPr>
            <a:r>
              <a:rPr kumimoji="1" lang="ja-JP" altLang="en-US"/>
              <a:t>処理内容</a:t>
            </a:r>
            <a:endParaRPr lang="en-US" altLang="ja-JP"/>
          </a:p>
          <a:p>
            <a:r>
              <a:rPr kumimoji="1" lang="ja-JP" altLang="en-US"/>
              <a:t>○現行機能を改修する場合は、上記に加えて、以下も整理すること</a:t>
            </a:r>
            <a:endParaRPr kumimoji="1" lang="en-US" altLang="ja-JP"/>
          </a:p>
          <a:p>
            <a:pPr marL="285750" indent="-285750">
              <a:buFont typeface="Arial" panose="020B0604020202020204" pitchFamily="34" charset="0"/>
              <a:buChar char="•"/>
            </a:pPr>
            <a:r>
              <a:rPr kumimoji="1" lang="ja-JP" altLang="en-US"/>
              <a:t>現行仕様</a:t>
            </a:r>
            <a:endParaRPr kumimoji="1" lang="en-US" altLang="ja-JP"/>
          </a:p>
          <a:p>
            <a:pPr marL="285750" indent="-285750">
              <a:buFont typeface="Arial" panose="020B0604020202020204" pitchFamily="34" charset="0"/>
              <a:buChar char="•"/>
            </a:pPr>
            <a:r>
              <a:rPr kumimoji="1" lang="ja-JP" altLang="en-US"/>
              <a:t>変更内容</a:t>
            </a:r>
            <a:endParaRPr kumimoji="1" lang="en-US" altLang="ja-JP"/>
          </a:p>
          <a:p>
            <a:r>
              <a:rPr lang="en-US" altLang="ja-JP" sz="1050">
                <a:solidFill>
                  <a:schemeClr val="bg2">
                    <a:lumMod val="50000"/>
                  </a:schemeClr>
                </a:solidFill>
              </a:rPr>
              <a:t>※</a:t>
            </a:r>
            <a:r>
              <a:rPr lang="ja-JP" altLang="en-US" sz="1050">
                <a:solidFill>
                  <a:schemeClr val="bg2">
                    <a:lumMod val="50000"/>
                  </a:schemeClr>
                </a:solidFill>
              </a:rPr>
              <a:t>契約時点で案件内容が明確化されているものについては、外部インタフェース仕様書・アドオンチェックルールの「案」を作成すること。</a:t>
            </a:r>
            <a:endParaRPr lang="en-US" altLang="ja-JP" sz="1050">
              <a:solidFill>
                <a:schemeClr val="bg2">
                  <a:lumMod val="50000"/>
                </a:schemeClr>
              </a:solidFill>
            </a:endParaRPr>
          </a:p>
          <a:p>
            <a:endParaRPr lang="en-US" altLang="ja-JP" b="1"/>
          </a:p>
          <a:p>
            <a:r>
              <a:rPr lang="ja-JP" altLang="en-US" b="1"/>
              <a:t>（３）前提条件の整理</a:t>
            </a:r>
            <a:endParaRPr lang="en-US" altLang="ja-JP" b="1"/>
          </a:p>
          <a:p>
            <a:r>
              <a:rPr lang="ja-JP" altLang="en-US"/>
              <a:t>○前提条件・制約条件を整理すること。例として以下のようなものがあげられる。</a:t>
            </a:r>
            <a:endParaRPr lang="en-US" altLang="ja-JP"/>
          </a:p>
          <a:p>
            <a:pPr marL="285750" indent="-285750">
              <a:buFont typeface="Arial" panose="020B0604020202020204" pitchFamily="34" charset="0"/>
              <a:buChar char="•"/>
            </a:pPr>
            <a:r>
              <a:rPr lang="ja-JP" altLang="en-US"/>
              <a:t>運用上の前提・制約事項</a:t>
            </a:r>
            <a:endParaRPr lang="en-US" altLang="ja-JP">
              <a:highlight>
                <a:srgbClr val="FFFF00"/>
              </a:highlight>
            </a:endParaRPr>
          </a:p>
          <a:p>
            <a:pPr marL="285750" indent="-285750">
              <a:buFont typeface="Arial" panose="020B0604020202020204" pitchFamily="34" charset="0"/>
              <a:buChar char="•"/>
            </a:pPr>
            <a:r>
              <a:rPr lang="ja-JP" altLang="en-US"/>
              <a:t>システム構成上の制約</a:t>
            </a:r>
            <a:endParaRPr lang="en-US" altLang="ja-JP"/>
          </a:p>
          <a:p>
            <a:endParaRPr kumimoji="1" lang="en-US" altLang="ja-JP"/>
          </a:p>
        </p:txBody>
      </p:sp>
      <p:sp>
        <p:nvSpPr>
          <p:cNvPr id="5" name="正方形/長方形 4">
            <a:extLst>
              <a:ext uri="{FF2B5EF4-FFF2-40B4-BE49-F238E27FC236}">
                <a16:creationId xmlns:a16="http://schemas.microsoft.com/office/drawing/2014/main" id="{BF649D15-4471-1389-BAB2-834F21733B16}"/>
              </a:ext>
            </a:extLst>
          </p:cNvPr>
          <p:cNvSpPr/>
          <p:nvPr/>
        </p:nvSpPr>
        <p:spPr>
          <a:xfrm>
            <a:off x="-3102429" y="2425756"/>
            <a:ext cx="2776256" cy="1363579"/>
          </a:xfrm>
          <a:prstGeom prst="rect">
            <a:avLst/>
          </a:prstGeom>
          <a:solidFill>
            <a:schemeClr val="bg1"/>
          </a:solidFill>
          <a:ln w="28575">
            <a:solidFill>
              <a:schemeClr val="accent2"/>
            </a:solidFill>
          </a:ln>
        </p:spPr>
        <p:txBody>
          <a:bodyPr rtlCol="0" anchor="ctr"/>
          <a:lstStyle/>
          <a:p>
            <a:pPr fontAlgn="base">
              <a:spcBef>
                <a:spcPct val="20000"/>
              </a:spcBef>
              <a:spcAft>
                <a:spcPct val="0"/>
              </a:spcAft>
            </a:pPr>
            <a:r>
              <a:rPr kumimoji="1" lang="en-US" altLang="ja-JP" sz="1200">
                <a:latin typeface="+mj-ea"/>
                <a:ea typeface="+mj-ea"/>
              </a:rPr>
              <a:t>【</a:t>
            </a:r>
            <a:r>
              <a:rPr lang="en-US" altLang="ja-JP" sz="1200">
                <a:latin typeface="+mj-ea"/>
              </a:rPr>
              <a:t>ToDo1230</a:t>
            </a:r>
            <a:r>
              <a:rPr kumimoji="1" lang="en-US" altLang="ja-JP" sz="1200">
                <a:latin typeface="+mj-ea"/>
                <a:ea typeface="+mj-ea"/>
              </a:rPr>
              <a:t>_</a:t>
            </a:r>
            <a:r>
              <a:rPr kumimoji="1" lang="ja-JP" altLang="en-US" sz="1200">
                <a:latin typeface="+mj-ea"/>
                <a:ea typeface="+mj-ea"/>
              </a:rPr>
              <a:t>厚労省コメント</a:t>
            </a:r>
            <a:r>
              <a:rPr kumimoji="1" lang="en-US" altLang="ja-JP" sz="1200">
                <a:latin typeface="+mj-ea"/>
                <a:ea typeface="+mj-ea"/>
              </a:rPr>
              <a:t>】</a:t>
            </a:r>
            <a:br>
              <a:rPr kumimoji="1" lang="en-US" altLang="ja-JP" sz="1200">
                <a:latin typeface="+mj-ea"/>
                <a:ea typeface="+mj-ea"/>
              </a:rPr>
            </a:br>
            <a:r>
              <a:rPr lang="ja-JP" altLang="en-US" sz="1200">
                <a:latin typeface="+mj-ea"/>
                <a:ea typeface="+mj-ea"/>
              </a:rPr>
              <a:t>（１）</a:t>
            </a:r>
            <a:r>
              <a:rPr kumimoji="1" lang="ja-JP" altLang="en-US" sz="1200">
                <a:latin typeface="+mj-ea"/>
                <a:ea typeface="+mj-ea"/>
              </a:rPr>
              <a:t>ー（４）について、どの程度の粒度で整理するのかご教示いただきたい。</a:t>
            </a:r>
          </a:p>
        </p:txBody>
      </p:sp>
      <p:cxnSp>
        <p:nvCxnSpPr>
          <p:cNvPr id="6" name="直線コネクタ 5">
            <a:extLst>
              <a:ext uri="{FF2B5EF4-FFF2-40B4-BE49-F238E27FC236}">
                <a16:creationId xmlns:a16="http://schemas.microsoft.com/office/drawing/2014/main" id="{5D674266-1BEE-A4E1-CA56-0DE87BA311FA}"/>
              </a:ext>
            </a:extLst>
          </p:cNvPr>
          <p:cNvCxnSpPr>
            <a:cxnSpLocks/>
            <a:stCxn id="5" idx="3"/>
          </p:cNvCxnSpPr>
          <p:nvPr/>
        </p:nvCxnSpPr>
        <p:spPr bwMode="auto">
          <a:xfrm flipV="1">
            <a:off x="-326173" y="2816679"/>
            <a:ext cx="905837" cy="290867"/>
          </a:xfrm>
          <a:prstGeom prst="line">
            <a:avLst/>
          </a:prstGeom>
          <a:solidFill>
            <a:schemeClr val="bg1"/>
          </a:solidFill>
          <a:ln w="28575" cap="flat" cmpd="sng" algn="ctr">
            <a:solidFill>
              <a:schemeClr val="accent2"/>
            </a:solidFill>
            <a:prstDash val="solid"/>
            <a:round/>
            <a:headEnd type="oval" w="med" len="med"/>
            <a:tailEnd type="oval" w="med" len="med"/>
          </a:ln>
          <a:effectLst/>
        </p:spPr>
      </p:cxnSp>
    </p:spTree>
    <p:extLst>
      <p:ext uri="{BB962C8B-B14F-4D97-AF65-F5344CB8AC3E}">
        <p14:creationId xmlns:p14="http://schemas.microsoft.com/office/powerpoint/2010/main" val="35430158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D2D5E-99D5-410D-A8E5-767A1424D85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9BE495B-92C6-F5A7-1F6D-3A535E1AC26F}"/>
              </a:ext>
            </a:extLst>
          </p:cNvPr>
          <p:cNvSpPr>
            <a:spLocks noGrp="1"/>
          </p:cNvSpPr>
          <p:nvPr>
            <p:ph type="title"/>
          </p:nvPr>
        </p:nvSpPr>
        <p:spPr/>
        <p:txBody>
          <a:bodyPr/>
          <a:lstStyle/>
          <a:p>
            <a:r>
              <a:rPr kumimoji="1" lang="en-US" altLang="ja-JP"/>
              <a:t>2</a:t>
            </a:r>
            <a:r>
              <a:rPr kumimoji="1" lang="ja-JP" altLang="en-US"/>
              <a:t>．実施内容（2/2）</a:t>
            </a:r>
          </a:p>
        </p:txBody>
      </p:sp>
      <p:sp>
        <p:nvSpPr>
          <p:cNvPr id="3" name="コンテンツ プレースホルダー 2">
            <a:extLst>
              <a:ext uri="{FF2B5EF4-FFF2-40B4-BE49-F238E27FC236}">
                <a16:creationId xmlns:a16="http://schemas.microsoft.com/office/drawing/2014/main" id="{4B575ADF-BD07-2949-5FE8-26AEB66BF308}"/>
              </a:ext>
            </a:extLst>
          </p:cNvPr>
          <p:cNvSpPr>
            <a:spLocks noGrp="1"/>
          </p:cNvSpPr>
          <p:nvPr>
            <p:ph sz="quarter" idx="12"/>
          </p:nvPr>
        </p:nvSpPr>
        <p:spPr>
          <a:xfrm>
            <a:off x="507341" y="774372"/>
            <a:ext cx="8891322" cy="4871054"/>
          </a:xfrm>
        </p:spPr>
        <p:txBody>
          <a:bodyPr lIns="91440" tIns="45720" rIns="91440" bIns="45720" anchor="t"/>
          <a:lstStyle/>
          <a:p>
            <a:pPr marL="0" lvl="1" indent="0">
              <a:buNone/>
            </a:pPr>
            <a:r>
              <a:rPr lang="ja-JP" altLang="en-US" b="1">
                <a:latin typeface="+mj-ea"/>
                <a:ea typeface="+mj-ea"/>
                <a:cs typeface="+mn-cs"/>
              </a:rPr>
              <a:t>（４）他システム連携に関する要件整理</a:t>
            </a:r>
            <a:endParaRPr lang="en-US" altLang="ja-JP" b="1">
              <a:latin typeface="+mj-ea"/>
              <a:ea typeface="+mj-ea"/>
              <a:cs typeface="+mn-cs"/>
            </a:endParaRPr>
          </a:p>
          <a:p>
            <a:pPr marL="0" lvl="1" indent="0">
              <a:buNone/>
            </a:pPr>
            <a:r>
              <a:rPr lang="ja-JP" altLang="en-US">
                <a:latin typeface="+mj-ea"/>
                <a:ea typeface="+mj-ea"/>
                <a:cs typeface="+mn-cs"/>
              </a:rPr>
              <a:t>○他システムとの連携が発生する場合は、以下を明確化すること</a:t>
            </a:r>
            <a:endParaRPr lang="en-US" altLang="ja-JP">
              <a:latin typeface="+mj-ea"/>
              <a:ea typeface="+mj-ea"/>
              <a:cs typeface="+mn-cs"/>
            </a:endParaRPr>
          </a:p>
          <a:p>
            <a:pPr marL="285750" lvl="1" indent="-285750"/>
            <a:r>
              <a:rPr lang="ja-JP" altLang="en-US">
                <a:latin typeface="+mj-ea"/>
                <a:ea typeface="+mj-ea"/>
                <a:cs typeface="+mn-cs"/>
              </a:rPr>
              <a:t>連携対象システム</a:t>
            </a:r>
            <a:endParaRPr lang="en-US" altLang="ja-JP">
              <a:latin typeface="+mj-ea"/>
              <a:ea typeface="+mj-ea"/>
              <a:cs typeface="+mn-cs"/>
            </a:endParaRPr>
          </a:p>
          <a:p>
            <a:pPr marL="285750" lvl="1" indent="-285750"/>
            <a:r>
              <a:rPr lang="ja-JP" altLang="en-US">
                <a:latin typeface="+mj-ea"/>
                <a:ea typeface="+mj-ea"/>
                <a:cs typeface="+mn-cs"/>
              </a:rPr>
              <a:t>連携内容</a:t>
            </a:r>
            <a:endParaRPr lang="en-US" altLang="ja-JP">
              <a:latin typeface="+mj-ea"/>
              <a:ea typeface="+mj-ea"/>
              <a:cs typeface="+mn-cs"/>
            </a:endParaRPr>
          </a:p>
          <a:p>
            <a:pPr marL="0" lvl="1" indent="0">
              <a:buNone/>
            </a:pPr>
            <a:r>
              <a:rPr lang="ja-JP" altLang="en-US">
                <a:latin typeface="+mj-ea"/>
                <a:ea typeface="+mj-ea"/>
                <a:cs typeface="+mn-cs"/>
              </a:rPr>
              <a:t>○連携に伴う改修について、以下を整理すること</a:t>
            </a:r>
            <a:endParaRPr lang="en-US" altLang="ja-JP">
              <a:latin typeface="+mj-ea"/>
              <a:ea typeface="+mj-ea"/>
              <a:cs typeface="+mn-cs"/>
            </a:endParaRPr>
          </a:p>
          <a:p>
            <a:pPr marL="285750" lvl="1" indent="-285750"/>
            <a:r>
              <a:rPr lang="ja-JP" altLang="en-US">
                <a:latin typeface="+mj-ea"/>
                <a:ea typeface="+mj-ea"/>
                <a:cs typeface="+mn-cs"/>
              </a:rPr>
              <a:t>どのシステムが</a:t>
            </a:r>
            <a:endParaRPr lang="en-US" altLang="ja-JP">
              <a:latin typeface="+mj-ea"/>
              <a:ea typeface="+mj-ea"/>
              <a:cs typeface="+mn-cs"/>
            </a:endParaRPr>
          </a:p>
          <a:p>
            <a:pPr marL="285750" lvl="1" indent="-285750"/>
            <a:r>
              <a:rPr lang="ja-JP" altLang="en-US">
                <a:latin typeface="+mj-ea"/>
                <a:ea typeface="+mj-ea"/>
                <a:cs typeface="+mn-cs"/>
              </a:rPr>
              <a:t>どの機能について</a:t>
            </a:r>
            <a:endParaRPr lang="en-US" altLang="ja-JP">
              <a:latin typeface="+mj-ea"/>
              <a:ea typeface="+mj-ea"/>
              <a:cs typeface="+mn-cs"/>
            </a:endParaRPr>
          </a:p>
          <a:p>
            <a:pPr marL="285750" lvl="1" indent="-285750"/>
            <a:r>
              <a:rPr lang="ja-JP" altLang="en-US">
                <a:latin typeface="+mj-ea"/>
                <a:ea typeface="+mj-ea"/>
                <a:cs typeface="+mn-cs"/>
              </a:rPr>
              <a:t>どのような改修を行うか</a:t>
            </a:r>
            <a:endParaRPr lang="en-US" altLang="ja-JP" sz="1200">
              <a:latin typeface="+mj-ea"/>
              <a:ea typeface="+mj-ea"/>
              <a:cs typeface="+mn-cs"/>
            </a:endParaRPr>
          </a:p>
          <a:p>
            <a:pPr marL="0" lvl="1" indent="0">
              <a:buNone/>
            </a:pPr>
            <a:r>
              <a:rPr lang="en-US" altLang="ja-JP" sz="1050">
                <a:solidFill>
                  <a:schemeClr val="bg2">
                    <a:lumMod val="50000"/>
                  </a:schemeClr>
                </a:solidFill>
                <a:latin typeface="+mj-ea"/>
                <a:ea typeface="+mj-ea"/>
                <a:cs typeface="+mn-cs"/>
              </a:rPr>
              <a:t>※NTT</a:t>
            </a:r>
            <a:r>
              <a:rPr lang="ja-JP" altLang="en-US" sz="1050">
                <a:solidFill>
                  <a:schemeClr val="bg2">
                    <a:lumMod val="50000"/>
                  </a:schemeClr>
                </a:solidFill>
                <a:latin typeface="+mj-ea"/>
                <a:ea typeface="+mj-ea"/>
                <a:cs typeface="+mn-cs"/>
              </a:rPr>
              <a:t>データ・富士通間で調整が必要な事項は、事業者間で調整すること。</a:t>
            </a:r>
            <a:endParaRPr lang="en-US" altLang="ja-JP" sz="1050">
              <a:solidFill>
                <a:schemeClr val="bg2">
                  <a:lumMod val="50000"/>
                </a:schemeClr>
              </a:solidFill>
              <a:latin typeface="+mj-ea"/>
              <a:ea typeface="+mj-ea"/>
              <a:cs typeface="+mn-cs"/>
            </a:endParaRPr>
          </a:p>
          <a:p>
            <a:pPr marL="0" lvl="1" indent="0">
              <a:buNone/>
            </a:pPr>
            <a:endParaRPr lang="en-US" altLang="ja-JP" sz="1200">
              <a:latin typeface="+mj-ea"/>
            </a:endParaRPr>
          </a:p>
          <a:p>
            <a:r>
              <a:rPr lang="ja-JP" altLang="en-US" b="1"/>
              <a:t>（５）課題の洗い出し</a:t>
            </a:r>
            <a:endParaRPr lang="en-US" altLang="ja-JP" b="1"/>
          </a:p>
          <a:p>
            <a:r>
              <a:rPr lang="ja-JP" altLang="en-US"/>
              <a:t>○個別検討会でこれまで付議してきた「課題」を洗い出すこと</a:t>
            </a:r>
            <a:endParaRPr lang="en-US" altLang="ja-JP"/>
          </a:p>
          <a:p>
            <a:pPr marL="285750" lvl="1" indent="-285750"/>
            <a:r>
              <a:rPr lang="ja-JP" altLang="en-US">
                <a:latin typeface="+mj-ea"/>
              </a:rPr>
              <a:t>仕様確定に影響を与える未確定事項</a:t>
            </a:r>
            <a:endParaRPr lang="en-US" altLang="ja-JP">
              <a:latin typeface="+mj-ea"/>
            </a:endParaRPr>
          </a:p>
          <a:p>
            <a:pPr marL="285750" lvl="1" indent="-285750"/>
            <a:r>
              <a:rPr lang="ja-JP" altLang="en-US">
                <a:latin typeface="+mj-ea"/>
              </a:rPr>
              <a:t>見積金額に影響を与える不確定要素</a:t>
            </a:r>
            <a:endParaRPr lang="en-US" altLang="ja-JP">
              <a:latin typeface="+mj-ea"/>
            </a:endParaRPr>
          </a:p>
          <a:p>
            <a:r>
              <a:rPr lang="en-US" altLang="ja-JP" sz="1050">
                <a:solidFill>
                  <a:schemeClr val="bg2">
                    <a:lumMod val="50000"/>
                  </a:schemeClr>
                </a:solidFill>
              </a:rPr>
              <a:t>※</a:t>
            </a:r>
            <a:r>
              <a:rPr lang="ja-JP" altLang="en-US" sz="1050">
                <a:solidFill>
                  <a:schemeClr val="bg2">
                    <a:lumMod val="50000"/>
                  </a:schemeClr>
                </a:solidFill>
              </a:rPr>
              <a:t>発注者側の検討・回答には最低</a:t>
            </a:r>
            <a:r>
              <a:rPr lang="en-US" altLang="ja-JP" sz="1050">
                <a:solidFill>
                  <a:schemeClr val="bg2">
                    <a:lumMod val="50000"/>
                  </a:schemeClr>
                </a:solidFill>
              </a:rPr>
              <a:t>2</a:t>
            </a:r>
            <a:r>
              <a:rPr lang="ja-JP" altLang="en-US" sz="1050">
                <a:solidFill>
                  <a:schemeClr val="bg2">
                    <a:lumMod val="50000"/>
                  </a:schemeClr>
                </a:solidFill>
              </a:rPr>
              <a:t>週間を要することを前提とする。</a:t>
            </a:r>
            <a:endParaRPr lang="en-US" altLang="ja-JP" sz="1050">
              <a:solidFill>
                <a:schemeClr val="bg2">
                  <a:lumMod val="50000"/>
                </a:schemeClr>
              </a:solidFill>
            </a:endParaRPr>
          </a:p>
          <a:p>
            <a:endParaRPr lang="en-US" altLang="ja-JP" sz="1050">
              <a:solidFill>
                <a:schemeClr val="bg2">
                  <a:lumMod val="50000"/>
                </a:schemeClr>
              </a:solidFill>
            </a:endParaRPr>
          </a:p>
          <a:p>
            <a:r>
              <a:rPr lang="ja-JP" altLang="en-US" b="1"/>
              <a:t>（６）マスタスケジュールの検討</a:t>
            </a:r>
            <a:endParaRPr lang="en-US" altLang="ja-JP" b="1"/>
          </a:p>
          <a:p>
            <a:r>
              <a:rPr lang="ja-JP" altLang="en-US"/>
              <a:t>○以下の観点を含めたマスタスケジュールを作成すること</a:t>
            </a:r>
            <a:endParaRPr lang="en-US" altLang="ja-JP"/>
          </a:p>
          <a:p>
            <a:pPr marL="285750" lvl="1" indent="-285750"/>
            <a:r>
              <a:rPr lang="ja-JP" altLang="en-US" sz="1600">
                <a:solidFill>
                  <a:srgbClr val="000000"/>
                </a:solidFill>
                <a:latin typeface="+mj-ea"/>
              </a:rPr>
              <a:t>リリースまでの工程・期間</a:t>
            </a:r>
            <a:endParaRPr lang="en-US" altLang="ja-JP" sz="1600">
              <a:solidFill>
                <a:srgbClr val="000000"/>
              </a:solidFill>
              <a:latin typeface="+mj-ea"/>
            </a:endParaRPr>
          </a:p>
          <a:p>
            <a:pPr marL="285750" lvl="1" indent="-285750"/>
            <a:r>
              <a:rPr lang="ja-JP" altLang="en-US" sz="1600">
                <a:solidFill>
                  <a:srgbClr val="000000"/>
                </a:solidFill>
                <a:latin typeface="+mj-ea"/>
              </a:rPr>
              <a:t>開発工程の成果物の納品時期</a:t>
            </a:r>
            <a:endParaRPr lang="ja-JP" altLang="en-US" sz="1050">
              <a:solidFill>
                <a:schemeClr val="bg2">
                  <a:lumMod val="50000"/>
                </a:schemeClr>
              </a:solidFill>
            </a:endParaRPr>
          </a:p>
          <a:p>
            <a:pPr marL="0" lvl="1" indent="0">
              <a:buNone/>
            </a:pPr>
            <a:r>
              <a:rPr lang="en-US" altLang="ja-JP" sz="1050">
                <a:solidFill>
                  <a:schemeClr val="bg2">
                    <a:lumMod val="50000"/>
                  </a:schemeClr>
                </a:solidFill>
                <a:latin typeface="+mj-ea"/>
                <a:ea typeface="+mj-ea"/>
                <a:cs typeface="+mn-cs"/>
              </a:rPr>
              <a:t>※</a:t>
            </a:r>
            <a:r>
              <a:rPr lang="ja-JP" altLang="en-US" sz="1050">
                <a:solidFill>
                  <a:schemeClr val="bg2">
                    <a:lumMod val="50000"/>
                  </a:schemeClr>
                </a:solidFill>
                <a:latin typeface="+mj-ea"/>
                <a:ea typeface="+mj-ea"/>
                <a:cs typeface="+mn-cs"/>
              </a:rPr>
              <a:t>要件整理案件の中で納品時期を提示する必要のある開発工程の成果物については発注者に確認すること。</a:t>
            </a:r>
            <a:br>
              <a:rPr lang="en-US" altLang="ja-JP" sz="1050">
                <a:solidFill>
                  <a:schemeClr val="bg2">
                    <a:lumMod val="50000"/>
                  </a:schemeClr>
                </a:solidFill>
                <a:latin typeface="+mj-ea"/>
                <a:ea typeface="+mj-ea"/>
                <a:cs typeface="+mn-cs"/>
              </a:rPr>
            </a:br>
            <a:r>
              <a:rPr lang="en-US" altLang="ja-JP" sz="1050">
                <a:solidFill>
                  <a:schemeClr val="bg2">
                    <a:lumMod val="50000"/>
                  </a:schemeClr>
                </a:solidFill>
                <a:latin typeface="+mj-ea"/>
                <a:ea typeface="+mj-ea"/>
                <a:cs typeface="+mn-cs"/>
              </a:rPr>
              <a:t>※NTT</a:t>
            </a:r>
            <a:r>
              <a:rPr lang="ja-JP" altLang="en-US" sz="1050">
                <a:solidFill>
                  <a:schemeClr val="bg2">
                    <a:lumMod val="50000"/>
                  </a:schemeClr>
                </a:solidFill>
                <a:latin typeface="+mj-ea"/>
                <a:ea typeface="+mj-ea"/>
                <a:cs typeface="+mn-cs"/>
              </a:rPr>
              <a:t>データ・富士通間で調整が必要な事項は、事業者間で調整すること。</a:t>
            </a:r>
            <a:br>
              <a:rPr lang="en-US" altLang="ja-JP" sz="1200">
                <a:solidFill>
                  <a:schemeClr val="bg2">
                    <a:lumMod val="50000"/>
                  </a:schemeClr>
                </a:solidFill>
                <a:latin typeface="+mj-ea"/>
                <a:ea typeface="+mj-ea"/>
                <a:cs typeface="+mn-cs"/>
              </a:rPr>
            </a:br>
            <a:r>
              <a:rPr lang="en-US" altLang="ja-JP" sz="1050">
                <a:solidFill>
                  <a:schemeClr val="bg2">
                    <a:lumMod val="50000"/>
                  </a:schemeClr>
                </a:solidFill>
                <a:latin typeface="+mj-ea"/>
                <a:ea typeface="+mj-ea"/>
                <a:cs typeface="+mn-cs"/>
              </a:rPr>
              <a:t>※NTT</a:t>
            </a:r>
            <a:r>
              <a:rPr lang="ja-JP" altLang="en-US" sz="1050">
                <a:solidFill>
                  <a:schemeClr val="bg2">
                    <a:lumMod val="50000"/>
                  </a:schemeClr>
                </a:solidFill>
                <a:latin typeface="+mj-ea"/>
                <a:ea typeface="+mj-ea"/>
                <a:cs typeface="+mn-cs"/>
              </a:rPr>
              <a:t>データについては、プロファイルの受領・検証・再検証の時期についても検討すること。</a:t>
            </a:r>
            <a:endParaRPr lang="en-US" altLang="ja-JP" sz="1050">
              <a:solidFill>
                <a:schemeClr val="bg2">
                  <a:lumMod val="50000"/>
                </a:schemeClr>
              </a:solidFill>
              <a:latin typeface="+mj-ea"/>
              <a:ea typeface="+mj-ea"/>
              <a:cs typeface="+mn-cs"/>
            </a:endParaRPr>
          </a:p>
        </p:txBody>
      </p:sp>
    </p:spTree>
    <p:extLst>
      <p:ext uri="{BB962C8B-B14F-4D97-AF65-F5344CB8AC3E}">
        <p14:creationId xmlns:p14="http://schemas.microsoft.com/office/powerpoint/2010/main" val="33468620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1237378-0389-53CB-5DF7-C4B373B53082}"/>
              </a:ext>
            </a:extLst>
          </p:cNvPr>
          <p:cNvSpPr>
            <a:spLocks noGrp="1"/>
          </p:cNvSpPr>
          <p:nvPr>
            <p:ph type="title"/>
          </p:nvPr>
        </p:nvSpPr>
        <p:spPr/>
        <p:txBody>
          <a:bodyPr/>
          <a:lstStyle/>
          <a:p>
            <a:r>
              <a:rPr lang="en-US" altLang="ja-JP"/>
              <a:t>3</a:t>
            </a:r>
            <a:r>
              <a:rPr kumimoji="1" lang="ja-JP" altLang="en-US"/>
              <a:t>．要件</a:t>
            </a:r>
            <a:r>
              <a:rPr lang="ja-JP" altLang="en-US"/>
              <a:t>整理</a:t>
            </a:r>
            <a:r>
              <a:rPr kumimoji="1" lang="ja-JP" altLang="en-US"/>
              <a:t>の</a:t>
            </a:r>
            <a:r>
              <a:rPr lang="ja-JP" altLang="en-US"/>
              <a:t>スケジュール・進め方</a:t>
            </a:r>
            <a:endParaRPr kumimoji="1" lang="ja-JP" altLang="en-US"/>
          </a:p>
        </p:txBody>
      </p:sp>
      <p:sp>
        <p:nvSpPr>
          <p:cNvPr id="3" name="コンテンツ プレースホルダー 2">
            <a:extLst>
              <a:ext uri="{FF2B5EF4-FFF2-40B4-BE49-F238E27FC236}">
                <a16:creationId xmlns:a16="http://schemas.microsoft.com/office/drawing/2014/main" id="{C8AC0D9D-347A-BE5B-8498-416030DA8325}"/>
              </a:ext>
            </a:extLst>
          </p:cNvPr>
          <p:cNvSpPr>
            <a:spLocks noGrp="1"/>
          </p:cNvSpPr>
          <p:nvPr>
            <p:ph sz="quarter" idx="12"/>
          </p:nvPr>
        </p:nvSpPr>
        <p:spPr>
          <a:xfrm>
            <a:off x="507341" y="774373"/>
            <a:ext cx="8891322" cy="633513"/>
          </a:xfrm>
        </p:spPr>
        <p:txBody>
          <a:bodyPr/>
          <a:lstStyle/>
          <a:p>
            <a:pPr marL="285750" indent="-285750">
              <a:buFont typeface="Arial" panose="020B0604020202020204" pitchFamily="34" charset="0"/>
              <a:buChar char="•"/>
            </a:pPr>
            <a:r>
              <a:rPr lang="ja-JP" altLang="en-US">
                <a:latin typeface="Meiryo UI 見出し"/>
              </a:rPr>
              <a:t>令和</a:t>
            </a:r>
            <a:r>
              <a:rPr lang="en-US" altLang="ja-JP">
                <a:latin typeface="Meiryo UI 見出し"/>
              </a:rPr>
              <a:t>9</a:t>
            </a:r>
            <a:r>
              <a:rPr lang="ja-JP" altLang="en-US">
                <a:latin typeface="Meiryo UI 見出し"/>
              </a:rPr>
              <a:t>年度</a:t>
            </a:r>
            <a:r>
              <a:rPr lang="en-US" altLang="ja-JP">
                <a:latin typeface="Meiryo UI 見出し"/>
              </a:rPr>
              <a:t>12</a:t>
            </a:r>
            <a:r>
              <a:rPr lang="ja-JP" altLang="en-US">
                <a:latin typeface="Meiryo UI 見出し"/>
              </a:rPr>
              <a:t>月リリース案件は、開発事業者が提示する要件整理結果を精査した上で、令和</a:t>
            </a:r>
            <a:r>
              <a:rPr lang="en-US" altLang="ja-JP">
                <a:latin typeface="Meiryo UI 見出し"/>
              </a:rPr>
              <a:t>9</a:t>
            </a:r>
            <a:r>
              <a:rPr lang="ja-JP" altLang="en-US">
                <a:latin typeface="Meiryo UI 見出し"/>
              </a:rPr>
              <a:t>年</a:t>
            </a:r>
            <a:r>
              <a:rPr lang="en-US" altLang="ja-JP">
                <a:latin typeface="Meiryo UI 見出し"/>
              </a:rPr>
              <a:t>3</a:t>
            </a:r>
            <a:r>
              <a:rPr lang="ja-JP" altLang="en-US">
                <a:latin typeface="Meiryo UI 見出し"/>
              </a:rPr>
              <a:t>月の調達委員会で付議するスケジュールで進める。</a:t>
            </a:r>
            <a:endParaRPr lang="en-US" altLang="ja-JP">
              <a:latin typeface="Meiryo UI 見出し"/>
            </a:endParaRPr>
          </a:p>
          <a:p>
            <a:pPr marL="285750" indent="-285750">
              <a:buFont typeface="Arial" panose="020B0604020202020204" pitchFamily="34" charset="0"/>
              <a:buChar char="•"/>
            </a:pPr>
            <a:r>
              <a:rPr lang="ja-JP" altLang="en-US">
                <a:latin typeface="Meiryo UI 見出し"/>
              </a:rPr>
              <a:t>要件の認識齟齬のリスクを軽減するため、要件整理の中間成果物を定義し、厚労省・</a:t>
            </a:r>
            <a:r>
              <a:rPr lang="en-US" altLang="ja-JP">
                <a:latin typeface="Meiryo UI 見出し"/>
              </a:rPr>
              <a:t>DX</a:t>
            </a:r>
            <a:r>
              <a:rPr lang="ja-JP" altLang="en-US">
                <a:latin typeface="Meiryo UI 見出し"/>
              </a:rPr>
              <a:t>機構の双方で確認するプロセスとさせていただきたい。なお、中間成果物は次頁の</a:t>
            </a:r>
            <a:r>
              <a:rPr lang="en-US" altLang="ja-JP">
                <a:latin typeface="Meiryo UI 見出し"/>
              </a:rPr>
              <a:t>#2</a:t>
            </a:r>
            <a:r>
              <a:rPr lang="ja-JP" altLang="en-US">
                <a:latin typeface="Meiryo UI 見出し"/>
              </a:rPr>
              <a:t>、</a:t>
            </a:r>
            <a:r>
              <a:rPr lang="en-US" altLang="ja-JP">
                <a:latin typeface="Meiryo UI 見出し"/>
              </a:rPr>
              <a:t>#5</a:t>
            </a:r>
            <a:r>
              <a:rPr lang="ja-JP" altLang="en-US">
                <a:latin typeface="Meiryo UI 見出し"/>
              </a:rPr>
              <a:t>を予定している。</a:t>
            </a:r>
            <a:endParaRPr lang="ja-JP" altLang="en-US">
              <a:latin typeface="Meiryo UI 見出し"/>
              <a:ea typeface="+mj-ea"/>
            </a:endParaRPr>
          </a:p>
        </p:txBody>
      </p:sp>
      <p:sp>
        <p:nvSpPr>
          <p:cNvPr id="140" name="矢印: 五方向 139">
            <a:extLst>
              <a:ext uri="{FF2B5EF4-FFF2-40B4-BE49-F238E27FC236}">
                <a16:creationId xmlns:a16="http://schemas.microsoft.com/office/drawing/2014/main" id="{29726C35-6098-A919-4F3E-D287BCFC9D2C}"/>
              </a:ext>
            </a:extLst>
          </p:cNvPr>
          <p:cNvSpPr/>
          <p:nvPr/>
        </p:nvSpPr>
        <p:spPr>
          <a:xfrm>
            <a:off x="6817550" y="4344073"/>
            <a:ext cx="549352" cy="248686"/>
          </a:xfrm>
          <a:prstGeom prst="homePlate">
            <a:avLst>
              <a:gd name="adj" fmla="val 56260"/>
            </a:avLst>
          </a:prstGeom>
          <a:solidFill>
            <a:schemeClr val="accent6">
              <a:lumMod val="20000"/>
              <a:lumOff val="80000"/>
            </a:schemeClr>
          </a:solidFill>
          <a:ln w="3175">
            <a:solidFill>
              <a:schemeClr val="bg1">
                <a:lumMod val="50000"/>
              </a:schemeClr>
            </a:solidFill>
            <a:prstDash val="dash"/>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1100" b="0" i="0" u="none" strike="noStrike" kern="1200" cap="none" spc="0" normalizeH="0" baseline="0" noProof="0">
                <a:ln>
                  <a:noFill/>
                </a:ln>
                <a:solidFill>
                  <a:prstClr val="black"/>
                </a:solidFill>
                <a:effectLst/>
                <a:uLnTx/>
                <a:uFillTx/>
                <a:latin typeface="Meiryo UI"/>
                <a:ea typeface="Meiryo UI"/>
                <a:cs typeface="+mn-cs"/>
              </a:rPr>
              <a:t>見積</a:t>
            </a:r>
          </a:p>
        </p:txBody>
      </p:sp>
      <p:sp>
        <p:nvSpPr>
          <p:cNvPr id="129" name="矢印: 五方向 128">
            <a:extLst>
              <a:ext uri="{FF2B5EF4-FFF2-40B4-BE49-F238E27FC236}">
                <a16:creationId xmlns:a16="http://schemas.microsoft.com/office/drawing/2014/main" id="{F24F767B-CA1F-5F97-4BAC-C35573E35418}"/>
              </a:ext>
            </a:extLst>
          </p:cNvPr>
          <p:cNvSpPr/>
          <p:nvPr/>
        </p:nvSpPr>
        <p:spPr>
          <a:xfrm>
            <a:off x="4496053" y="4000371"/>
            <a:ext cx="2817536" cy="248686"/>
          </a:xfrm>
          <a:prstGeom prst="homePlate">
            <a:avLst>
              <a:gd name="adj" fmla="val 56260"/>
            </a:avLst>
          </a:prstGeom>
          <a:solidFill>
            <a:schemeClr val="accent6">
              <a:lumMod val="20000"/>
              <a:lumOff val="80000"/>
            </a:schemeClr>
          </a:solidFill>
          <a:ln w="3175">
            <a:solidFill>
              <a:schemeClr val="bg1">
                <a:lumMod val="50000"/>
              </a:schemeClr>
            </a:solidFill>
            <a:prstDash val="dash"/>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1100" b="0" i="0" u="none" strike="noStrike" kern="1200" cap="none" spc="0" normalizeH="0" baseline="0" noProof="1">
                <a:ln>
                  <a:noFill/>
                </a:ln>
                <a:solidFill>
                  <a:prstClr val="black"/>
                </a:solidFill>
                <a:effectLst/>
                <a:uLnTx/>
                <a:uFillTx/>
                <a:latin typeface="Meiryo UI"/>
                <a:ea typeface="Meiryo UI"/>
                <a:cs typeface="+mn-cs"/>
              </a:rPr>
              <a:t>要件整理</a:t>
            </a:r>
            <a:endParaRPr kumimoji="1" lang="ja-JP" altLang="en-US" sz="1100" b="0" i="0" u="none" strike="noStrike" kern="1200" cap="none" spc="0" normalizeH="0" baseline="0" noProof="0">
              <a:ln>
                <a:noFill/>
              </a:ln>
              <a:solidFill>
                <a:prstClr val="black"/>
              </a:solidFill>
              <a:effectLst/>
              <a:uLnTx/>
              <a:uFillTx/>
              <a:latin typeface="Meiryo UI"/>
              <a:ea typeface="Meiryo UI"/>
              <a:cs typeface="+mn-cs"/>
            </a:endParaRPr>
          </a:p>
        </p:txBody>
      </p:sp>
      <p:sp>
        <p:nvSpPr>
          <p:cNvPr id="165" name="矢印: 五方向 164">
            <a:extLst>
              <a:ext uri="{FF2B5EF4-FFF2-40B4-BE49-F238E27FC236}">
                <a16:creationId xmlns:a16="http://schemas.microsoft.com/office/drawing/2014/main" id="{07D0D635-E01F-BDA4-A023-72469300AC6F}"/>
              </a:ext>
            </a:extLst>
          </p:cNvPr>
          <p:cNvSpPr/>
          <p:nvPr/>
        </p:nvSpPr>
        <p:spPr>
          <a:xfrm>
            <a:off x="3741165" y="2952022"/>
            <a:ext cx="3585975" cy="248686"/>
          </a:xfrm>
          <a:prstGeom prst="homePlate">
            <a:avLst>
              <a:gd name="adj" fmla="val 56260"/>
            </a:avLst>
          </a:prstGeom>
          <a:solidFill>
            <a:schemeClr val="accent6">
              <a:lumMod val="20000"/>
              <a:lumOff val="80000"/>
            </a:schemeClr>
          </a:solidFill>
          <a:ln w="3175">
            <a:solidFill>
              <a:schemeClr val="bg1">
                <a:lumMod val="50000"/>
              </a:schemeClr>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1100" b="0" i="0" u="none" strike="noStrike" kern="1200" cap="none" spc="0" normalizeH="0" baseline="0" noProof="1">
                <a:ln>
                  <a:noFill/>
                </a:ln>
                <a:solidFill>
                  <a:prstClr val="black"/>
                </a:solidFill>
                <a:effectLst/>
                <a:uLnTx/>
                <a:uFillTx/>
                <a:latin typeface="Meiryo UI"/>
                <a:ea typeface="Meiryo UI"/>
                <a:cs typeface="+mn-cs"/>
              </a:rPr>
              <a:t>要件整理</a:t>
            </a:r>
            <a:endParaRPr kumimoji="1" lang="ja-JP" altLang="en-US" sz="1100" b="0" i="0" u="none" strike="noStrike" kern="1200" cap="none" spc="0" normalizeH="0" baseline="0" noProof="0">
              <a:ln>
                <a:noFill/>
              </a:ln>
              <a:solidFill>
                <a:prstClr val="black"/>
              </a:solidFill>
              <a:effectLst/>
              <a:uLnTx/>
              <a:uFillTx/>
              <a:latin typeface="Meiryo UI"/>
              <a:ea typeface="Meiryo UI"/>
              <a:cs typeface="+mn-cs"/>
            </a:endParaRPr>
          </a:p>
        </p:txBody>
      </p:sp>
      <p:sp>
        <p:nvSpPr>
          <p:cNvPr id="191" name="矢印: 五方向 190">
            <a:extLst>
              <a:ext uri="{FF2B5EF4-FFF2-40B4-BE49-F238E27FC236}">
                <a16:creationId xmlns:a16="http://schemas.microsoft.com/office/drawing/2014/main" id="{33698FCA-B63A-CBAE-831A-E0A72FEFF298}"/>
              </a:ext>
            </a:extLst>
          </p:cNvPr>
          <p:cNvSpPr/>
          <p:nvPr/>
        </p:nvSpPr>
        <p:spPr>
          <a:xfrm>
            <a:off x="6566066" y="3248099"/>
            <a:ext cx="814387" cy="248686"/>
          </a:xfrm>
          <a:prstGeom prst="homePlate">
            <a:avLst>
              <a:gd name="adj" fmla="val 56260"/>
            </a:avLst>
          </a:prstGeom>
          <a:solidFill>
            <a:schemeClr val="accent6">
              <a:lumMod val="20000"/>
              <a:lumOff val="80000"/>
            </a:schemeClr>
          </a:solidFill>
          <a:ln w="3175">
            <a:solidFill>
              <a:schemeClr val="bg1">
                <a:lumMod val="50000"/>
              </a:schemeClr>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1100" b="0" i="0" u="none" strike="noStrike" kern="1200" cap="none" spc="0" normalizeH="0" baseline="0" noProof="0">
                <a:ln>
                  <a:noFill/>
                </a:ln>
                <a:solidFill>
                  <a:prstClr val="black"/>
                </a:solidFill>
                <a:effectLst/>
                <a:uLnTx/>
                <a:uFillTx/>
                <a:latin typeface="Meiryo UI"/>
                <a:ea typeface="Meiryo UI"/>
                <a:cs typeface="+mn-cs"/>
              </a:rPr>
              <a:t>見積</a:t>
            </a:r>
          </a:p>
        </p:txBody>
      </p:sp>
      <p:sp>
        <p:nvSpPr>
          <p:cNvPr id="163" name="正方形/長方形 162">
            <a:extLst>
              <a:ext uri="{FF2B5EF4-FFF2-40B4-BE49-F238E27FC236}">
                <a16:creationId xmlns:a16="http://schemas.microsoft.com/office/drawing/2014/main" id="{DE749DEA-3AD2-94C4-9EF4-83B95228B405}"/>
              </a:ext>
            </a:extLst>
          </p:cNvPr>
          <p:cNvSpPr/>
          <p:nvPr/>
        </p:nvSpPr>
        <p:spPr>
          <a:xfrm>
            <a:off x="1330953" y="5722445"/>
            <a:ext cx="3545167" cy="1000049"/>
          </a:xfrm>
          <a:prstGeom prst="rect">
            <a:avLst/>
          </a:prstGeom>
          <a:solidFill>
            <a:schemeClr val="bg1">
              <a:lumMod val="95000"/>
            </a:schemeClr>
          </a:solidFill>
          <a:ln>
            <a:solidFill>
              <a:schemeClr val="accent6">
                <a:lumMod val="75000"/>
              </a:schemeClr>
            </a:solidFill>
            <a:prstDash val="solid"/>
          </a:ln>
        </p:spPr>
        <p:txBody>
          <a:bodyPr wrap="square" lIns="36000" tIns="108000" rIns="36000" bIns="36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noProof="1"/>
            </a:pPr>
            <a:r>
              <a:rPr kumimoji="1" lang="en-US" altLang="ja-JP" sz="1100" b="1" i="0" u="none" strike="noStrike" kern="0" cap="none" spc="0" normalizeH="0" baseline="0" noProof="1">
                <a:ln>
                  <a:noFill/>
                </a:ln>
                <a:solidFill>
                  <a:prstClr val="black"/>
                </a:solidFill>
                <a:effectLst/>
                <a:uLnTx/>
                <a:uFillTx/>
                <a:latin typeface="Meiryo UI"/>
                <a:ea typeface="Meiryo UI"/>
                <a:cs typeface="Meiryo UI" charset="0"/>
              </a:rPr>
              <a:t>【</a:t>
            </a:r>
            <a:r>
              <a:rPr lang="ja-JP" altLang="en-US" sz="1100" b="1" kern="0" noProof="1">
                <a:solidFill>
                  <a:prstClr val="black"/>
                </a:solidFill>
                <a:latin typeface="Meiryo UI"/>
                <a:ea typeface="Meiryo UI"/>
                <a:cs typeface="Meiryo UI" charset="0"/>
              </a:rPr>
              <a:t>合意済</a:t>
            </a:r>
            <a:r>
              <a:rPr kumimoji="1" lang="en-US" altLang="ja-JP" sz="1100" b="1" i="0" u="none" strike="noStrike" kern="0" cap="none" spc="0" normalizeH="0" baseline="0" noProof="1">
                <a:ln>
                  <a:noFill/>
                </a:ln>
                <a:solidFill>
                  <a:prstClr val="black"/>
                </a:solidFill>
                <a:effectLst/>
                <a:uLnTx/>
                <a:uFillTx/>
                <a:latin typeface="Meiryo UI"/>
                <a:ea typeface="Meiryo UI"/>
                <a:cs typeface="Meiryo UI" charset="0"/>
              </a:rPr>
              <a:t>】</a:t>
            </a:r>
            <a:r>
              <a:rPr kumimoji="1" lang="ja-JP" altLang="en-US" sz="1100" b="0" i="0" u="none" strike="noStrike" kern="0" cap="none" spc="0" normalizeH="0" baseline="0" noProof="1">
                <a:ln>
                  <a:noFill/>
                </a:ln>
                <a:solidFill>
                  <a:prstClr val="black"/>
                </a:solidFill>
                <a:effectLst/>
                <a:uLnTx/>
                <a:uFillTx/>
                <a:latin typeface="Meiryo UI"/>
                <a:ea typeface="Meiryo UI"/>
                <a:cs typeface="Meiryo UI" charset="0"/>
              </a:rPr>
              <a:t>開発事業者による要件整理を実施するため、モデル事業検証結果を踏まえて</a:t>
            </a:r>
            <a:r>
              <a:rPr kumimoji="1" lang="ja-JP" altLang="en-US" sz="1100" b="1" i="0" u="sng" strike="noStrike" kern="0" cap="none" spc="0" normalizeH="0" baseline="0" noProof="1">
                <a:ln>
                  <a:noFill/>
                </a:ln>
                <a:solidFill>
                  <a:prstClr val="black"/>
                </a:solidFill>
                <a:effectLst/>
                <a:uLnTx/>
                <a:uFillTx/>
                <a:latin typeface="Meiryo UI"/>
                <a:ea typeface="Meiryo UI"/>
                <a:cs typeface="Meiryo UI" charset="0"/>
              </a:rPr>
              <a:t>令和</a:t>
            </a:r>
            <a:r>
              <a:rPr kumimoji="1" lang="en-US" altLang="ja-JP" sz="1100" b="1" i="0" u="sng" strike="noStrike" kern="0" cap="none" spc="0" normalizeH="0" baseline="0" noProof="1">
                <a:ln>
                  <a:noFill/>
                </a:ln>
                <a:solidFill>
                  <a:prstClr val="black"/>
                </a:solidFill>
                <a:effectLst/>
                <a:uLnTx/>
                <a:uFillTx/>
                <a:latin typeface="Meiryo UI"/>
                <a:ea typeface="Meiryo UI"/>
                <a:cs typeface="Meiryo UI" charset="0"/>
              </a:rPr>
              <a:t>9</a:t>
            </a:r>
            <a:r>
              <a:rPr kumimoji="1" lang="ja-JP" altLang="en-US" sz="1100" b="1" i="0" u="sng" strike="noStrike" kern="0" cap="none" spc="0" normalizeH="0" baseline="0" noProof="1">
                <a:ln>
                  <a:noFill/>
                </a:ln>
                <a:solidFill>
                  <a:prstClr val="black"/>
                </a:solidFill>
                <a:effectLst/>
                <a:uLnTx/>
                <a:uFillTx/>
                <a:latin typeface="Meiryo UI"/>
                <a:ea typeface="Meiryo UI"/>
                <a:cs typeface="Meiryo UI" charset="0"/>
              </a:rPr>
              <a:t>年度</a:t>
            </a:r>
            <a:r>
              <a:rPr kumimoji="1" lang="en-US" altLang="ja-JP" sz="1100" b="1" i="0" u="sng" strike="noStrike" kern="0" cap="none" spc="0" normalizeH="0" baseline="0" noProof="1">
                <a:ln>
                  <a:noFill/>
                </a:ln>
                <a:solidFill>
                  <a:prstClr val="black"/>
                </a:solidFill>
                <a:effectLst/>
                <a:uLnTx/>
                <a:uFillTx/>
                <a:latin typeface="Meiryo UI"/>
                <a:ea typeface="Meiryo UI"/>
                <a:cs typeface="Meiryo UI" charset="0"/>
              </a:rPr>
              <a:t>12</a:t>
            </a:r>
            <a:r>
              <a:rPr kumimoji="1" lang="ja-JP" altLang="en-US" sz="1100" b="1" i="0" u="sng" strike="noStrike" kern="0" cap="none" spc="0" normalizeH="0" baseline="0" noProof="1">
                <a:ln>
                  <a:noFill/>
                </a:ln>
                <a:solidFill>
                  <a:prstClr val="black"/>
                </a:solidFill>
                <a:effectLst/>
                <a:uLnTx/>
                <a:uFillTx/>
                <a:latin typeface="Meiryo UI"/>
                <a:ea typeface="Meiryo UI"/>
                <a:cs typeface="Meiryo UI" charset="0"/>
              </a:rPr>
              <a:t>月リリースが必須の案件を精査いただき、</a:t>
            </a:r>
            <a:r>
              <a:rPr kumimoji="1" lang="en-US" altLang="ja-JP" sz="1100" b="1" i="0" u="sng" strike="noStrike" kern="0" cap="none" spc="0" normalizeH="0" baseline="0" noProof="1">
                <a:ln>
                  <a:noFill/>
                </a:ln>
                <a:solidFill>
                  <a:prstClr val="black"/>
                </a:solidFill>
                <a:effectLst/>
                <a:uLnTx/>
                <a:uFillTx/>
                <a:latin typeface="Meiryo UI"/>
                <a:ea typeface="Meiryo UI"/>
                <a:cs typeface="Meiryo UI" charset="0"/>
              </a:rPr>
              <a:t>1</a:t>
            </a:r>
            <a:r>
              <a:rPr kumimoji="1" lang="ja-JP" altLang="en-US" sz="1100" b="1" i="0" u="sng" strike="noStrike" kern="0" cap="none" spc="0" normalizeH="0" baseline="0" noProof="1">
                <a:ln>
                  <a:noFill/>
                </a:ln>
                <a:solidFill>
                  <a:prstClr val="black"/>
                </a:solidFill>
                <a:effectLst/>
                <a:uLnTx/>
                <a:uFillTx/>
                <a:latin typeface="Meiryo UI"/>
                <a:ea typeface="Meiryo UI"/>
                <a:cs typeface="Meiryo UI" charset="0"/>
              </a:rPr>
              <a:t>月中旬を目途にご提示いただきたい</a:t>
            </a:r>
            <a:r>
              <a:rPr kumimoji="1" lang="ja-JP" altLang="en-US" sz="1100" b="0" i="0" u="none" strike="noStrike" kern="0" cap="none" spc="0" normalizeH="0" baseline="0" noProof="1">
                <a:ln>
                  <a:noFill/>
                </a:ln>
                <a:solidFill>
                  <a:prstClr val="black"/>
                </a:solidFill>
                <a:effectLst/>
                <a:uLnTx/>
                <a:uFillTx/>
                <a:latin typeface="Meiryo UI"/>
                <a:ea typeface="Meiryo UI"/>
                <a:cs typeface="Meiryo UI" charset="0"/>
              </a:rPr>
              <a:t>。</a:t>
            </a:r>
            <a:br>
              <a:rPr kumimoji="1" lang="en-US" altLang="ja-JP" sz="1100" b="0" i="0" u="none" strike="noStrike" kern="0" cap="none" spc="0" normalizeH="0" baseline="0" noProof="1">
                <a:ln>
                  <a:noFill/>
                </a:ln>
                <a:solidFill>
                  <a:prstClr val="black"/>
                </a:solidFill>
                <a:effectLst/>
                <a:uLnTx/>
                <a:uFillTx/>
                <a:latin typeface="Meiryo UI"/>
                <a:ea typeface="Meiryo UI"/>
                <a:cs typeface="Meiryo UI" charset="0"/>
              </a:rPr>
            </a:br>
            <a:r>
              <a:rPr kumimoji="1" lang="en-US" altLang="ja-JP" sz="1100" b="0" i="0" u="none" strike="noStrike" kern="0" cap="none" spc="0" normalizeH="0" baseline="0" noProof="1">
                <a:ln>
                  <a:noFill/>
                </a:ln>
                <a:solidFill>
                  <a:prstClr val="black"/>
                </a:solidFill>
                <a:effectLst/>
                <a:uLnTx/>
                <a:uFillTx/>
                <a:latin typeface="Meiryo UI"/>
                <a:ea typeface="Meiryo UI"/>
                <a:cs typeface="Meiryo UI" charset="0"/>
              </a:rPr>
              <a:t>※</a:t>
            </a:r>
            <a:r>
              <a:rPr kumimoji="1" lang="ja-JP" altLang="en-US" sz="1100" b="0" i="0" u="none" strike="noStrike" kern="0" cap="none" spc="0" normalizeH="0" baseline="0" noProof="1">
                <a:ln>
                  <a:noFill/>
                </a:ln>
                <a:solidFill>
                  <a:prstClr val="black"/>
                </a:solidFill>
                <a:effectLst/>
                <a:uLnTx/>
                <a:uFillTx/>
                <a:latin typeface="Meiryo UI"/>
                <a:ea typeface="Meiryo UI"/>
                <a:cs typeface="Meiryo UI" charset="0"/>
              </a:rPr>
              <a:t>ただし、開発事業者による要件整理案件の契約時点で、案件の内容が不明瞭なため、</a:t>
            </a:r>
            <a:r>
              <a:rPr kumimoji="1" lang="ja-JP" altLang="en-US" sz="1100" b="1" i="0" u="sng" strike="noStrike" kern="0" cap="none" spc="0" normalizeH="0" baseline="0" noProof="1">
                <a:ln>
                  <a:noFill/>
                </a:ln>
                <a:solidFill>
                  <a:prstClr val="black"/>
                </a:solidFill>
                <a:effectLst/>
                <a:uLnTx/>
                <a:uFillTx/>
                <a:latin typeface="Meiryo UI"/>
                <a:ea typeface="Meiryo UI"/>
                <a:cs typeface="Meiryo UI" charset="0"/>
              </a:rPr>
              <a:t>開発事業者の余剰工数の中で可能な範囲での整理となる旨、ご了承いただきたい。</a:t>
            </a:r>
            <a:endParaRPr kumimoji="1" lang="en-US" altLang="ja-JP" sz="1100" b="1" i="0" u="sng" strike="noStrike" kern="0" cap="none" spc="0" normalizeH="0" baseline="0" noProof="1">
              <a:ln>
                <a:noFill/>
              </a:ln>
              <a:solidFill>
                <a:prstClr val="black"/>
              </a:solidFill>
              <a:effectLst/>
              <a:uLnTx/>
              <a:uFillTx/>
              <a:latin typeface="Meiryo UI"/>
              <a:ea typeface="Meiryo UI"/>
              <a:cs typeface="Meiryo UI" charset="0"/>
            </a:endParaRPr>
          </a:p>
        </p:txBody>
      </p:sp>
      <p:cxnSp>
        <p:nvCxnSpPr>
          <p:cNvPr id="5" name="直線コネクタ 4">
            <a:extLst>
              <a:ext uri="{FF2B5EF4-FFF2-40B4-BE49-F238E27FC236}">
                <a16:creationId xmlns:a16="http://schemas.microsoft.com/office/drawing/2014/main" id="{61AE51CB-F6E0-1CD7-57E8-D563BDFEDA41}"/>
              </a:ext>
            </a:extLst>
          </p:cNvPr>
          <p:cNvCxnSpPr>
            <a:cxnSpLocks/>
          </p:cNvCxnSpPr>
          <p:nvPr/>
        </p:nvCxnSpPr>
        <p:spPr bwMode="auto">
          <a:xfrm>
            <a:off x="1206530" y="2644896"/>
            <a:ext cx="7663150" cy="0"/>
          </a:xfrm>
          <a:prstGeom prst="line">
            <a:avLst/>
          </a:prstGeom>
          <a:solidFill>
            <a:sysClr val="window" lastClr="FFFFFF"/>
          </a:solidFill>
          <a:ln w="9525" cap="flat" cmpd="sng" algn="ctr">
            <a:solidFill>
              <a:sysClr val="windowText" lastClr="000000"/>
            </a:solidFill>
            <a:prstDash val="sysDot"/>
            <a:round/>
            <a:headEnd type="none" w="med" len="med"/>
            <a:tailEnd type="none" w="med" len="med"/>
          </a:ln>
          <a:effectLst/>
        </p:spPr>
      </p:cxnSp>
      <p:sp>
        <p:nvSpPr>
          <p:cNvPr id="6" name="正方形/長方形 5">
            <a:extLst>
              <a:ext uri="{FF2B5EF4-FFF2-40B4-BE49-F238E27FC236}">
                <a16:creationId xmlns:a16="http://schemas.microsoft.com/office/drawing/2014/main" id="{096C27B1-DDF9-B59F-FC7C-55F5D21F2CDC}"/>
              </a:ext>
            </a:extLst>
          </p:cNvPr>
          <p:cNvSpPr/>
          <p:nvPr/>
        </p:nvSpPr>
        <p:spPr>
          <a:xfrm>
            <a:off x="1382398" y="1902508"/>
            <a:ext cx="1332000" cy="159616"/>
          </a:xfrm>
          <a:prstGeom prst="rect">
            <a:avLst/>
          </a:prstGeom>
          <a:solidFill>
            <a:sysClr val="windowText" lastClr="000000"/>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prstClr val="white"/>
                </a:solidFill>
                <a:effectLst/>
                <a:uLnTx/>
                <a:uFillTx/>
                <a:latin typeface="Meiryo UI"/>
                <a:ea typeface="Meiryo UI"/>
                <a:cs typeface="+mn-cs"/>
              </a:rPr>
              <a:t>10</a:t>
            </a:r>
            <a:r>
              <a:rPr kumimoji="0" lang="ja-JP" altLang="en-US" sz="900" b="0" i="0" u="none" strike="noStrike" kern="0" cap="none" spc="0" normalizeH="0" baseline="0" noProof="0">
                <a:ln>
                  <a:noFill/>
                </a:ln>
                <a:solidFill>
                  <a:prstClr val="white"/>
                </a:solidFill>
                <a:effectLst/>
                <a:uLnTx/>
                <a:uFillTx/>
                <a:latin typeface="Meiryo UI"/>
                <a:ea typeface="Meiryo UI"/>
                <a:cs typeface="+mn-cs"/>
              </a:rPr>
              <a:t>月</a:t>
            </a:r>
          </a:p>
        </p:txBody>
      </p:sp>
      <p:sp>
        <p:nvSpPr>
          <p:cNvPr id="7" name="正方形/長方形 6">
            <a:extLst>
              <a:ext uri="{FF2B5EF4-FFF2-40B4-BE49-F238E27FC236}">
                <a16:creationId xmlns:a16="http://schemas.microsoft.com/office/drawing/2014/main" id="{B6877CF3-78D9-21E8-1BE6-DFB949A8F130}"/>
              </a:ext>
            </a:extLst>
          </p:cNvPr>
          <p:cNvSpPr/>
          <p:nvPr/>
        </p:nvSpPr>
        <p:spPr>
          <a:xfrm>
            <a:off x="2691040" y="1902508"/>
            <a:ext cx="1332000" cy="144000"/>
          </a:xfrm>
          <a:prstGeom prst="rect">
            <a:avLst/>
          </a:prstGeom>
          <a:solidFill>
            <a:sysClr val="windowText" lastClr="000000"/>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prstClr val="white"/>
                </a:solidFill>
                <a:effectLst/>
                <a:uLnTx/>
                <a:uFillTx/>
                <a:latin typeface="Meiryo UI"/>
                <a:ea typeface="Meiryo UI"/>
                <a:cs typeface="+mn-cs"/>
              </a:rPr>
              <a:t>11</a:t>
            </a:r>
            <a:r>
              <a:rPr kumimoji="0" lang="ja-JP" altLang="en-US" sz="900" b="0" i="0" u="none" strike="noStrike" kern="0" cap="none" spc="0" normalizeH="0" baseline="0" noProof="0">
                <a:ln>
                  <a:noFill/>
                </a:ln>
                <a:solidFill>
                  <a:prstClr val="white"/>
                </a:solidFill>
                <a:effectLst/>
                <a:uLnTx/>
                <a:uFillTx/>
                <a:latin typeface="Meiryo UI"/>
                <a:ea typeface="Meiryo UI"/>
                <a:cs typeface="+mn-cs"/>
              </a:rPr>
              <a:t>月</a:t>
            </a:r>
          </a:p>
        </p:txBody>
      </p:sp>
      <p:sp>
        <p:nvSpPr>
          <p:cNvPr id="10" name="正方形/長方形 9">
            <a:extLst>
              <a:ext uri="{FF2B5EF4-FFF2-40B4-BE49-F238E27FC236}">
                <a16:creationId xmlns:a16="http://schemas.microsoft.com/office/drawing/2014/main" id="{2013A749-760A-2488-3538-4FEA8A155249}"/>
              </a:ext>
            </a:extLst>
          </p:cNvPr>
          <p:cNvSpPr/>
          <p:nvPr/>
        </p:nvSpPr>
        <p:spPr>
          <a:xfrm>
            <a:off x="3997347" y="1902508"/>
            <a:ext cx="1188000" cy="144000"/>
          </a:xfrm>
          <a:prstGeom prst="rect">
            <a:avLst/>
          </a:prstGeom>
          <a:solidFill>
            <a:sysClr val="windowText" lastClr="000000"/>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prstClr val="white"/>
                </a:solidFill>
                <a:effectLst/>
                <a:uLnTx/>
                <a:uFillTx/>
                <a:latin typeface="Meiryo UI"/>
                <a:ea typeface="Meiryo UI"/>
                <a:cs typeface="+mn-cs"/>
              </a:rPr>
              <a:t>12</a:t>
            </a:r>
            <a:r>
              <a:rPr kumimoji="0" lang="ja-JP" altLang="en-US" sz="900" b="0" i="0" u="none" strike="noStrike" kern="0" cap="none" spc="0" normalizeH="0" baseline="0" noProof="0">
                <a:ln>
                  <a:noFill/>
                </a:ln>
                <a:solidFill>
                  <a:prstClr val="white"/>
                </a:solidFill>
                <a:effectLst/>
                <a:uLnTx/>
                <a:uFillTx/>
                <a:latin typeface="Meiryo UI"/>
                <a:ea typeface="Meiryo UI"/>
                <a:cs typeface="+mn-cs"/>
              </a:rPr>
              <a:t>月</a:t>
            </a:r>
          </a:p>
        </p:txBody>
      </p:sp>
      <p:sp>
        <p:nvSpPr>
          <p:cNvPr id="11" name="正方形/長方形 10">
            <a:extLst>
              <a:ext uri="{FF2B5EF4-FFF2-40B4-BE49-F238E27FC236}">
                <a16:creationId xmlns:a16="http://schemas.microsoft.com/office/drawing/2014/main" id="{661B6ADC-24B1-229E-09FA-86FB1C50E447}"/>
              </a:ext>
            </a:extLst>
          </p:cNvPr>
          <p:cNvSpPr/>
          <p:nvPr/>
        </p:nvSpPr>
        <p:spPr>
          <a:xfrm>
            <a:off x="5170013" y="1902508"/>
            <a:ext cx="1110260" cy="144000"/>
          </a:xfrm>
          <a:prstGeom prst="rect">
            <a:avLst/>
          </a:prstGeom>
          <a:solidFill>
            <a:sysClr val="windowText" lastClr="000000"/>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prstClr val="white"/>
                </a:solidFill>
                <a:effectLst/>
                <a:uLnTx/>
                <a:uFillTx/>
                <a:latin typeface="Meiryo UI"/>
                <a:ea typeface="Meiryo UI"/>
                <a:cs typeface="+mn-cs"/>
              </a:rPr>
              <a:t>1</a:t>
            </a:r>
            <a:r>
              <a:rPr kumimoji="0" lang="ja-JP" altLang="en-US" sz="900" b="0" i="0" u="none" strike="noStrike" kern="0" cap="none" spc="0" normalizeH="0" baseline="0" noProof="0">
                <a:ln>
                  <a:noFill/>
                </a:ln>
                <a:solidFill>
                  <a:prstClr val="white"/>
                </a:solidFill>
                <a:effectLst/>
                <a:uLnTx/>
                <a:uFillTx/>
                <a:latin typeface="Meiryo UI"/>
                <a:ea typeface="Meiryo UI"/>
                <a:cs typeface="+mn-cs"/>
              </a:rPr>
              <a:t>月</a:t>
            </a:r>
          </a:p>
        </p:txBody>
      </p:sp>
      <p:sp>
        <p:nvSpPr>
          <p:cNvPr id="12" name="正方形/長方形 11">
            <a:extLst>
              <a:ext uri="{FF2B5EF4-FFF2-40B4-BE49-F238E27FC236}">
                <a16:creationId xmlns:a16="http://schemas.microsoft.com/office/drawing/2014/main" id="{4A4A7B46-B5BE-A1B6-0C72-A5DFF175D380}"/>
              </a:ext>
            </a:extLst>
          </p:cNvPr>
          <p:cNvSpPr/>
          <p:nvPr/>
        </p:nvSpPr>
        <p:spPr>
          <a:xfrm>
            <a:off x="6280274" y="1902508"/>
            <a:ext cx="1042034" cy="144000"/>
          </a:xfrm>
          <a:prstGeom prst="rect">
            <a:avLst/>
          </a:prstGeom>
          <a:solidFill>
            <a:sysClr val="windowText" lastClr="000000"/>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prstClr val="white"/>
                </a:solidFill>
                <a:effectLst/>
                <a:uLnTx/>
                <a:uFillTx/>
                <a:latin typeface="Meiryo UI"/>
                <a:ea typeface="Meiryo UI"/>
                <a:cs typeface="+mn-cs"/>
              </a:rPr>
              <a:t>2</a:t>
            </a:r>
            <a:r>
              <a:rPr kumimoji="0" lang="ja-JP" altLang="en-US" sz="900" b="0" i="0" u="none" strike="noStrike" kern="0" cap="none" spc="0" normalizeH="0" baseline="0" noProof="0">
                <a:ln>
                  <a:noFill/>
                </a:ln>
                <a:solidFill>
                  <a:prstClr val="white"/>
                </a:solidFill>
                <a:effectLst/>
                <a:uLnTx/>
                <a:uFillTx/>
                <a:latin typeface="Meiryo UI"/>
                <a:ea typeface="Meiryo UI"/>
                <a:cs typeface="+mn-cs"/>
              </a:rPr>
              <a:t>月</a:t>
            </a:r>
          </a:p>
        </p:txBody>
      </p:sp>
      <p:sp>
        <p:nvSpPr>
          <p:cNvPr id="14" name="正方形/長方形 13">
            <a:extLst>
              <a:ext uri="{FF2B5EF4-FFF2-40B4-BE49-F238E27FC236}">
                <a16:creationId xmlns:a16="http://schemas.microsoft.com/office/drawing/2014/main" id="{FDCCAD94-E738-0CF2-EBB6-B7EBACA994A9}"/>
              </a:ext>
            </a:extLst>
          </p:cNvPr>
          <p:cNvSpPr/>
          <p:nvPr/>
        </p:nvSpPr>
        <p:spPr>
          <a:xfrm>
            <a:off x="5057168" y="2062124"/>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28</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15" name="正方形/長方形 14">
            <a:extLst>
              <a:ext uri="{FF2B5EF4-FFF2-40B4-BE49-F238E27FC236}">
                <a16:creationId xmlns:a16="http://schemas.microsoft.com/office/drawing/2014/main" id="{02BC590B-4940-F0E3-1CC9-E46CB42A2765}"/>
              </a:ext>
            </a:extLst>
          </p:cNvPr>
          <p:cNvSpPr/>
          <p:nvPr/>
        </p:nvSpPr>
        <p:spPr>
          <a:xfrm>
            <a:off x="5308651" y="2062124"/>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4</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16" name="正方形/長方形 15">
            <a:extLst>
              <a:ext uri="{FF2B5EF4-FFF2-40B4-BE49-F238E27FC236}">
                <a16:creationId xmlns:a16="http://schemas.microsoft.com/office/drawing/2014/main" id="{E03F628A-035F-2F99-B9D2-7630635A6E66}"/>
              </a:ext>
            </a:extLst>
          </p:cNvPr>
          <p:cNvSpPr/>
          <p:nvPr/>
        </p:nvSpPr>
        <p:spPr>
          <a:xfrm>
            <a:off x="5560134" y="2062124"/>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11</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17" name="正方形/長方形 16">
            <a:extLst>
              <a:ext uri="{FF2B5EF4-FFF2-40B4-BE49-F238E27FC236}">
                <a16:creationId xmlns:a16="http://schemas.microsoft.com/office/drawing/2014/main" id="{D6D27A22-EA6F-E3A5-5628-9654AED1983B}"/>
              </a:ext>
            </a:extLst>
          </p:cNvPr>
          <p:cNvSpPr/>
          <p:nvPr/>
        </p:nvSpPr>
        <p:spPr>
          <a:xfrm>
            <a:off x="5811617" y="2062124"/>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18</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18" name="正方形/長方形 17">
            <a:extLst>
              <a:ext uri="{FF2B5EF4-FFF2-40B4-BE49-F238E27FC236}">
                <a16:creationId xmlns:a16="http://schemas.microsoft.com/office/drawing/2014/main" id="{F65C0992-72CC-2D23-EFC0-1AEB76D2243D}"/>
              </a:ext>
            </a:extLst>
          </p:cNvPr>
          <p:cNvSpPr/>
          <p:nvPr/>
        </p:nvSpPr>
        <p:spPr>
          <a:xfrm>
            <a:off x="6063100" y="2062124"/>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25</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22" name="正方形/長方形 21">
            <a:extLst>
              <a:ext uri="{FF2B5EF4-FFF2-40B4-BE49-F238E27FC236}">
                <a16:creationId xmlns:a16="http://schemas.microsoft.com/office/drawing/2014/main" id="{0ADFA81D-B0CF-5EB6-A866-AA61E7BB41A4}"/>
              </a:ext>
            </a:extLst>
          </p:cNvPr>
          <p:cNvSpPr/>
          <p:nvPr/>
        </p:nvSpPr>
        <p:spPr>
          <a:xfrm>
            <a:off x="1409923" y="2062124"/>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5</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23" name="正方形/長方形 22">
            <a:extLst>
              <a:ext uri="{FF2B5EF4-FFF2-40B4-BE49-F238E27FC236}">
                <a16:creationId xmlns:a16="http://schemas.microsoft.com/office/drawing/2014/main" id="{882F852A-4612-3C54-3285-C11318927BD3}"/>
              </a:ext>
            </a:extLst>
          </p:cNvPr>
          <p:cNvSpPr/>
          <p:nvPr/>
        </p:nvSpPr>
        <p:spPr>
          <a:xfrm>
            <a:off x="1690481" y="2062124"/>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12</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24" name="正方形/長方形 23">
            <a:extLst>
              <a:ext uri="{FF2B5EF4-FFF2-40B4-BE49-F238E27FC236}">
                <a16:creationId xmlns:a16="http://schemas.microsoft.com/office/drawing/2014/main" id="{EF597626-E470-B1DB-DE9E-A427FA7F662A}"/>
              </a:ext>
            </a:extLst>
          </p:cNvPr>
          <p:cNvSpPr/>
          <p:nvPr/>
        </p:nvSpPr>
        <p:spPr>
          <a:xfrm>
            <a:off x="1971038" y="2062124"/>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19</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25" name="正方形/長方形 24">
            <a:extLst>
              <a:ext uri="{FF2B5EF4-FFF2-40B4-BE49-F238E27FC236}">
                <a16:creationId xmlns:a16="http://schemas.microsoft.com/office/drawing/2014/main" id="{9FCF44DF-285E-D333-42F0-385F64D3DFFE}"/>
              </a:ext>
            </a:extLst>
          </p:cNvPr>
          <p:cNvSpPr/>
          <p:nvPr/>
        </p:nvSpPr>
        <p:spPr>
          <a:xfrm>
            <a:off x="2251595" y="2062124"/>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26</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26" name="正方形/長方形 25">
            <a:extLst>
              <a:ext uri="{FF2B5EF4-FFF2-40B4-BE49-F238E27FC236}">
                <a16:creationId xmlns:a16="http://schemas.microsoft.com/office/drawing/2014/main" id="{8B4AE120-4EC7-941A-6410-C713FC313258}"/>
              </a:ext>
            </a:extLst>
          </p:cNvPr>
          <p:cNvSpPr/>
          <p:nvPr/>
        </p:nvSpPr>
        <p:spPr>
          <a:xfrm>
            <a:off x="2532153" y="2062124"/>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29</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27" name="正方形/長方形 26">
            <a:extLst>
              <a:ext uri="{FF2B5EF4-FFF2-40B4-BE49-F238E27FC236}">
                <a16:creationId xmlns:a16="http://schemas.microsoft.com/office/drawing/2014/main" id="{D0D55BCD-460E-17C8-A259-F33251659114}"/>
              </a:ext>
            </a:extLst>
          </p:cNvPr>
          <p:cNvSpPr/>
          <p:nvPr/>
        </p:nvSpPr>
        <p:spPr>
          <a:xfrm>
            <a:off x="2812710" y="2062124"/>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2</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28" name="正方形/長方形 27">
            <a:extLst>
              <a:ext uri="{FF2B5EF4-FFF2-40B4-BE49-F238E27FC236}">
                <a16:creationId xmlns:a16="http://schemas.microsoft.com/office/drawing/2014/main" id="{533092F1-B249-2797-6918-A3F7439F4659}"/>
              </a:ext>
            </a:extLst>
          </p:cNvPr>
          <p:cNvSpPr/>
          <p:nvPr/>
        </p:nvSpPr>
        <p:spPr>
          <a:xfrm>
            <a:off x="3093268" y="2062124"/>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9</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29" name="正方形/長方形 28">
            <a:extLst>
              <a:ext uri="{FF2B5EF4-FFF2-40B4-BE49-F238E27FC236}">
                <a16:creationId xmlns:a16="http://schemas.microsoft.com/office/drawing/2014/main" id="{F745DA3C-715D-95F5-2A3D-A9F6CB2D9F92}"/>
              </a:ext>
            </a:extLst>
          </p:cNvPr>
          <p:cNvSpPr/>
          <p:nvPr/>
        </p:nvSpPr>
        <p:spPr>
          <a:xfrm>
            <a:off x="3373825" y="2062124"/>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16</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30" name="正方形/長方形 29">
            <a:extLst>
              <a:ext uri="{FF2B5EF4-FFF2-40B4-BE49-F238E27FC236}">
                <a16:creationId xmlns:a16="http://schemas.microsoft.com/office/drawing/2014/main" id="{F101C932-D9C8-6B85-CA1F-B7AC412D847A}"/>
              </a:ext>
            </a:extLst>
          </p:cNvPr>
          <p:cNvSpPr/>
          <p:nvPr/>
        </p:nvSpPr>
        <p:spPr>
          <a:xfrm>
            <a:off x="3654382" y="2062124"/>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23</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31" name="正方形/長方形 30">
            <a:extLst>
              <a:ext uri="{FF2B5EF4-FFF2-40B4-BE49-F238E27FC236}">
                <a16:creationId xmlns:a16="http://schemas.microsoft.com/office/drawing/2014/main" id="{5EDB236B-DE87-8BF4-8EB5-9C2A890AE9AC}"/>
              </a:ext>
            </a:extLst>
          </p:cNvPr>
          <p:cNvSpPr/>
          <p:nvPr/>
        </p:nvSpPr>
        <p:spPr>
          <a:xfrm>
            <a:off x="3934940" y="2062124"/>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30</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32" name="正方形/長方形 31">
            <a:extLst>
              <a:ext uri="{FF2B5EF4-FFF2-40B4-BE49-F238E27FC236}">
                <a16:creationId xmlns:a16="http://schemas.microsoft.com/office/drawing/2014/main" id="{53FDBC1C-F4F0-4A05-B82D-6855C8C4D04E}"/>
              </a:ext>
            </a:extLst>
          </p:cNvPr>
          <p:cNvSpPr/>
          <p:nvPr/>
        </p:nvSpPr>
        <p:spPr>
          <a:xfrm>
            <a:off x="4215496" y="2062124"/>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7</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33" name="正方形/長方形 32">
            <a:extLst>
              <a:ext uri="{FF2B5EF4-FFF2-40B4-BE49-F238E27FC236}">
                <a16:creationId xmlns:a16="http://schemas.microsoft.com/office/drawing/2014/main" id="{F431355F-B974-B3B7-E7EA-6EBE3C24C742}"/>
              </a:ext>
            </a:extLst>
          </p:cNvPr>
          <p:cNvSpPr/>
          <p:nvPr/>
        </p:nvSpPr>
        <p:spPr>
          <a:xfrm>
            <a:off x="4496054" y="2062124"/>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14</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34" name="正方形/長方形 33">
            <a:extLst>
              <a:ext uri="{FF2B5EF4-FFF2-40B4-BE49-F238E27FC236}">
                <a16:creationId xmlns:a16="http://schemas.microsoft.com/office/drawing/2014/main" id="{A85C1EE1-AB3A-4058-97FF-251C1FBF355C}"/>
              </a:ext>
            </a:extLst>
          </p:cNvPr>
          <p:cNvSpPr/>
          <p:nvPr/>
        </p:nvSpPr>
        <p:spPr>
          <a:xfrm>
            <a:off x="4776611" y="2062124"/>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21</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35" name="正方形/長方形 34">
            <a:extLst>
              <a:ext uri="{FF2B5EF4-FFF2-40B4-BE49-F238E27FC236}">
                <a16:creationId xmlns:a16="http://schemas.microsoft.com/office/drawing/2014/main" id="{C3EF4F48-DE82-5FFD-7498-FE14375FE6F1}"/>
              </a:ext>
            </a:extLst>
          </p:cNvPr>
          <p:cNvSpPr/>
          <p:nvPr/>
        </p:nvSpPr>
        <p:spPr>
          <a:xfrm>
            <a:off x="6314583" y="2062124"/>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1</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36" name="正方形/長方形 35">
            <a:extLst>
              <a:ext uri="{FF2B5EF4-FFF2-40B4-BE49-F238E27FC236}">
                <a16:creationId xmlns:a16="http://schemas.microsoft.com/office/drawing/2014/main" id="{665F2780-C327-6A7D-16AB-A447CF88823E}"/>
              </a:ext>
            </a:extLst>
          </p:cNvPr>
          <p:cNvSpPr/>
          <p:nvPr/>
        </p:nvSpPr>
        <p:spPr>
          <a:xfrm>
            <a:off x="6566067" y="2062124"/>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8</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37" name="正方形/長方形 36">
            <a:extLst>
              <a:ext uri="{FF2B5EF4-FFF2-40B4-BE49-F238E27FC236}">
                <a16:creationId xmlns:a16="http://schemas.microsoft.com/office/drawing/2014/main" id="{BF239B58-7BE1-A1AB-8958-B594C8192956}"/>
              </a:ext>
            </a:extLst>
          </p:cNvPr>
          <p:cNvSpPr/>
          <p:nvPr/>
        </p:nvSpPr>
        <p:spPr>
          <a:xfrm>
            <a:off x="6817551" y="2062124"/>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15</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38" name="正方形/長方形 37">
            <a:extLst>
              <a:ext uri="{FF2B5EF4-FFF2-40B4-BE49-F238E27FC236}">
                <a16:creationId xmlns:a16="http://schemas.microsoft.com/office/drawing/2014/main" id="{68E37560-9B4D-2583-08B9-632FDFD63E43}"/>
              </a:ext>
            </a:extLst>
          </p:cNvPr>
          <p:cNvSpPr/>
          <p:nvPr/>
        </p:nvSpPr>
        <p:spPr>
          <a:xfrm>
            <a:off x="7069035" y="2062124"/>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22</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39" name="正方形/長方形 38">
            <a:extLst>
              <a:ext uri="{FF2B5EF4-FFF2-40B4-BE49-F238E27FC236}">
                <a16:creationId xmlns:a16="http://schemas.microsoft.com/office/drawing/2014/main" id="{AF2F7D9A-5012-323C-46A8-BFA7BA067F13}"/>
              </a:ext>
            </a:extLst>
          </p:cNvPr>
          <p:cNvSpPr/>
          <p:nvPr/>
        </p:nvSpPr>
        <p:spPr>
          <a:xfrm>
            <a:off x="7320519" y="2062124"/>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1</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40" name="正方形/長方形 39">
            <a:extLst>
              <a:ext uri="{FF2B5EF4-FFF2-40B4-BE49-F238E27FC236}">
                <a16:creationId xmlns:a16="http://schemas.microsoft.com/office/drawing/2014/main" id="{24289C85-6148-201D-31FD-84C622EF0C90}"/>
              </a:ext>
            </a:extLst>
          </p:cNvPr>
          <p:cNvSpPr/>
          <p:nvPr/>
        </p:nvSpPr>
        <p:spPr>
          <a:xfrm>
            <a:off x="7572003" y="2062124"/>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8</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41" name="正方形/長方形 40">
            <a:extLst>
              <a:ext uri="{FF2B5EF4-FFF2-40B4-BE49-F238E27FC236}">
                <a16:creationId xmlns:a16="http://schemas.microsoft.com/office/drawing/2014/main" id="{EBD80D14-C564-D0AD-2C80-B8E315B5CEB2}"/>
              </a:ext>
            </a:extLst>
          </p:cNvPr>
          <p:cNvSpPr/>
          <p:nvPr/>
        </p:nvSpPr>
        <p:spPr>
          <a:xfrm>
            <a:off x="7823487" y="2062124"/>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15</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42" name="正方形/長方形 41">
            <a:extLst>
              <a:ext uri="{FF2B5EF4-FFF2-40B4-BE49-F238E27FC236}">
                <a16:creationId xmlns:a16="http://schemas.microsoft.com/office/drawing/2014/main" id="{8B20C5C7-93FF-480F-E443-E01C673A4052}"/>
              </a:ext>
            </a:extLst>
          </p:cNvPr>
          <p:cNvSpPr/>
          <p:nvPr/>
        </p:nvSpPr>
        <p:spPr>
          <a:xfrm>
            <a:off x="8074971" y="2062124"/>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22</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44" name="正方形/長方形 43">
            <a:extLst>
              <a:ext uri="{FF2B5EF4-FFF2-40B4-BE49-F238E27FC236}">
                <a16:creationId xmlns:a16="http://schemas.microsoft.com/office/drawing/2014/main" id="{6AB45DB9-4131-1F2B-3F3C-5CD0AB251DFB}"/>
              </a:ext>
            </a:extLst>
          </p:cNvPr>
          <p:cNvSpPr/>
          <p:nvPr/>
        </p:nvSpPr>
        <p:spPr>
          <a:xfrm>
            <a:off x="8328740" y="2062124"/>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29</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45" name="正方形/長方形 44">
            <a:extLst>
              <a:ext uri="{FF2B5EF4-FFF2-40B4-BE49-F238E27FC236}">
                <a16:creationId xmlns:a16="http://schemas.microsoft.com/office/drawing/2014/main" id="{36F40D88-32C7-62A0-615A-1759EF3B9804}"/>
              </a:ext>
            </a:extLst>
          </p:cNvPr>
          <p:cNvSpPr/>
          <p:nvPr/>
        </p:nvSpPr>
        <p:spPr>
          <a:xfrm>
            <a:off x="8582510" y="2062124"/>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5</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136" name="テキスト ボックス 135">
            <a:extLst>
              <a:ext uri="{FF2B5EF4-FFF2-40B4-BE49-F238E27FC236}">
                <a16:creationId xmlns:a16="http://schemas.microsoft.com/office/drawing/2014/main" id="{3D59E87F-3271-1223-7F77-8EFA4B8F2899}"/>
              </a:ext>
            </a:extLst>
          </p:cNvPr>
          <p:cNvSpPr txBox="1"/>
          <p:nvPr/>
        </p:nvSpPr>
        <p:spPr>
          <a:xfrm>
            <a:off x="1985114" y="2326823"/>
            <a:ext cx="1949825" cy="215759"/>
          </a:xfrm>
          <a:prstGeom prst="rect">
            <a:avLst/>
          </a:prstGeom>
          <a:noFill/>
        </p:spPr>
        <p:txBody>
          <a:bodyPr wrap="square" lIns="36000" tIns="36000" rIns="36000" bIns="36000" rtlCol="0" anchor="t">
            <a:noAutofit/>
          </a:bodyPr>
          <a:lstStyle/>
          <a:p>
            <a:pPr marL="0" marR="0" lvl="0" indent="0" algn="l" defTabSz="914400" rtl="0" eaLnBrk="1" fontAlgn="base" latinLnBrk="0" hangingPunct="1">
              <a:lnSpc>
                <a:spcPct val="80000"/>
              </a:lnSpc>
              <a:spcBef>
                <a:spcPct val="0"/>
              </a:spcBef>
              <a:spcAft>
                <a:spcPct val="0"/>
              </a:spcAft>
              <a:buClrTx/>
              <a:buSzTx/>
              <a:buFontTx/>
              <a:buNone/>
              <a:tabLst/>
              <a:defRPr/>
            </a:pPr>
            <a:r>
              <a:rPr kumimoji="1" lang="ja-JP" altLang="en-US" sz="1000" b="0" i="0" u="none" strike="noStrike" kern="1200" cap="none" spc="0" normalizeH="0" baseline="0" noProof="0">
                <a:ln>
                  <a:noFill/>
                </a:ln>
                <a:solidFill>
                  <a:srgbClr val="FF0000"/>
                </a:solidFill>
                <a:effectLst/>
                <a:uLnTx/>
                <a:uFillTx/>
                <a:latin typeface="Meiryo UI"/>
                <a:ea typeface="Meiryo UI" panose="020B0604030504040204" pitchFamily="50" charset="-128"/>
                <a:cs typeface="+mn-cs"/>
              </a:rPr>
              <a:t>▼調達委員会</a:t>
            </a:r>
            <a:r>
              <a:rPr kumimoji="1" lang="en-US" altLang="ja-JP" sz="1000" b="0" i="0" u="none" strike="noStrike" kern="1200" cap="none" spc="0" normalizeH="0" baseline="0" noProof="0">
                <a:ln>
                  <a:noFill/>
                </a:ln>
                <a:solidFill>
                  <a:srgbClr val="FF0000"/>
                </a:solidFill>
                <a:effectLst/>
                <a:uLnTx/>
                <a:uFillTx/>
                <a:latin typeface="Meiryo UI"/>
                <a:ea typeface="Meiryo UI" panose="020B0604030504040204" pitchFamily="50" charset="-128"/>
                <a:cs typeface="+mn-cs"/>
              </a:rPr>
              <a:t>(10/20)</a:t>
            </a:r>
            <a:endParaRPr kumimoji="1" lang="ja-JP" altLang="en-US" sz="1000" b="0" i="0" u="none" strike="noStrike" kern="1200" cap="none" spc="0" normalizeH="0" baseline="0" noProof="0">
              <a:ln>
                <a:noFill/>
              </a:ln>
              <a:solidFill>
                <a:srgbClr val="FF0000"/>
              </a:solidFill>
              <a:effectLst/>
              <a:uLnTx/>
              <a:uFillTx/>
              <a:latin typeface="Meiryo UI"/>
              <a:ea typeface="Meiryo UI" panose="020B0604030504040204" pitchFamily="50" charset="-128"/>
              <a:cs typeface="+mn-cs"/>
            </a:endParaRPr>
          </a:p>
        </p:txBody>
      </p:sp>
      <p:sp>
        <p:nvSpPr>
          <p:cNvPr id="137" name="正方形/長方形 136">
            <a:extLst>
              <a:ext uri="{FF2B5EF4-FFF2-40B4-BE49-F238E27FC236}">
                <a16:creationId xmlns:a16="http://schemas.microsoft.com/office/drawing/2014/main" id="{9F70A036-0FA7-312F-7E0D-5DF25CB71043}"/>
              </a:ext>
            </a:extLst>
          </p:cNvPr>
          <p:cNvSpPr/>
          <p:nvPr/>
        </p:nvSpPr>
        <p:spPr>
          <a:xfrm>
            <a:off x="544697" y="2724326"/>
            <a:ext cx="638970" cy="2948654"/>
          </a:xfrm>
          <a:prstGeom prst="rect">
            <a:avLst/>
          </a:prstGeom>
          <a:solidFill>
            <a:sysClr val="window" lastClr="FFFFFF"/>
          </a:solidFill>
          <a:ln w="3175" cap="flat" cmpd="sng" algn="ctr">
            <a:solidFill>
              <a:sysClr val="windowText" lastClr="000000"/>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prstClr val="black"/>
                </a:solidFill>
                <a:effectLst/>
                <a:uLnTx/>
                <a:uFillTx/>
                <a:latin typeface="Arial"/>
                <a:ea typeface="Meiryo UI"/>
                <a:cs typeface="+mn-cs"/>
              </a:rPr>
              <a:t>要件整理</a:t>
            </a:r>
            <a:br>
              <a:rPr kumimoji="0" lang="en-US" altLang="ja-JP" sz="900" b="0" i="0" u="none" strike="noStrike" kern="0" cap="none" spc="0" normalizeH="0" baseline="0" noProof="0">
                <a:ln>
                  <a:noFill/>
                </a:ln>
                <a:solidFill>
                  <a:prstClr val="black"/>
                </a:solidFill>
                <a:effectLst/>
                <a:uLnTx/>
                <a:uFillTx/>
                <a:latin typeface="Arial"/>
                <a:ea typeface="Meiryo UI"/>
                <a:cs typeface="+mn-cs"/>
              </a:rPr>
            </a:br>
            <a:r>
              <a:rPr kumimoji="0" lang="ja-JP" altLang="en-US" sz="900" b="0" i="0" u="none" strike="noStrike" kern="0" cap="none" spc="0" normalizeH="0" baseline="0" noProof="0">
                <a:ln>
                  <a:noFill/>
                </a:ln>
                <a:solidFill>
                  <a:prstClr val="black"/>
                </a:solidFill>
                <a:effectLst/>
                <a:uLnTx/>
                <a:uFillTx/>
                <a:latin typeface="Arial"/>
                <a:ea typeface="Meiryo UI"/>
                <a:cs typeface="+mn-cs"/>
              </a:rPr>
              <a:t>スケジュール</a:t>
            </a:r>
          </a:p>
        </p:txBody>
      </p:sp>
      <p:sp>
        <p:nvSpPr>
          <p:cNvPr id="138" name="正方形/長方形 137">
            <a:extLst>
              <a:ext uri="{FF2B5EF4-FFF2-40B4-BE49-F238E27FC236}">
                <a16:creationId xmlns:a16="http://schemas.microsoft.com/office/drawing/2014/main" id="{CF8CB8F2-12DE-9B96-8E21-290FF615C6E4}"/>
              </a:ext>
            </a:extLst>
          </p:cNvPr>
          <p:cNvSpPr/>
          <p:nvPr/>
        </p:nvSpPr>
        <p:spPr>
          <a:xfrm>
            <a:off x="544697" y="2170125"/>
            <a:ext cx="638970" cy="457838"/>
          </a:xfrm>
          <a:prstGeom prst="rect">
            <a:avLst/>
          </a:prstGeom>
          <a:solidFill>
            <a:sysClr val="window" lastClr="FFFFFF"/>
          </a:solidFill>
          <a:ln w="3175" cap="flat" cmpd="sng" algn="ctr">
            <a:solidFill>
              <a:sysClr val="windowText" lastClr="000000"/>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prstClr val="black"/>
                </a:solidFill>
                <a:effectLst/>
                <a:uLnTx/>
                <a:uFillTx/>
                <a:latin typeface="Arial"/>
                <a:ea typeface="Meiryo UI"/>
                <a:cs typeface="+mn-cs"/>
              </a:rPr>
              <a:t>マイルストーン</a:t>
            </a:r>
          </a:p>
        </p:txBody>
      </p:sp>
      <p:cxnSp>
        <p:nvCxnSpPr>
          <p:cNvPr id="139" name="直線コネクタ 138">
            <a:extLst>
              <a:ext uri="{FF2B5EF4-FFF2-40B4-BE49-F238E27FC236}">
                <a16:creationId xmlns:a16="http://schemas.microsoft.com/office/drawing/2014/main" id="{99BB0353-54A9-D022-EE38-3566F4A14D0E}"/>
              </a:ext>
            </a:extLst>
          </p:cNvPr>
          <p:cNvCxnSpPr>
            <a:cxnSpLocks/>
          </p:cNvCxnSpPr>
          <p:nvPr/>
        </p:nvCxnSpPr>
        <p:spPr bwMode="auto">
          <a:xfrm>
            <a:off x="1214554" y="5710612"/>
            <a:ext cx="7729421" cy="0"/>
          </a:xfrm>
          <a:prstGeom prst="line">
            <a:avLst/>
          </a:prstGeom>
          <a:solidFill>
            <a:sysClr val="window" lastClr="FFFFFF"/>
          </a:solidFill>
          <a:ln w="9525" cap="flat" cmpd="sng" algn="ctr">
            <a:solidFill>
              <a:sysClr val="windowText" lastClr="000000"/>
            </a:solidFill>
            <a:prstDash val="sysDot"/>
            <a:round/>
            <a:headEnd type="none" w="med" len="med"/>
            <a:tailEnd type="none" w="med" len="med"/>
          </a:ln>
          <a:effectLst/>
        </p:spPr>
      </p:cxnSp>
      <p:sp>
        <p:nvSpPr>
          <p:cNvPr id="153" name="テキスト ボックス 152">
            <a:extLst>
              <a:ext uri="{FF2B5EF4-FFF2-40B4-BE49-F238E27FC236}">
                <a16:creationId xmlns:a16="http://schemas.microsoft.com/office/drawing/2014/main" id="{57D14F8D-AEF3-6F29-1CC7-E05803394443}"/>
              </a:ext>
            </a:extLst>
          </p:cNvPr>
          <p:cNvSpPr txBox="1"/>
          <p:nvPr/>
        </p:nvSpPr>
        <p:spPr>
          <a:xfrm>
            <a:off x="1343639" y="2179229"/>
            <a:ext cx="1967673" cy="169474"/>
          </a:xfrm>
          <a:prstGeom prst="rect">
            <a:avLst/>
          </a:prstGeom>
          <a:noFill/>
        </p:spPr>
        <p:txBody>
          <a:bodyPr wrap="square" lIns="36000" tIns="36000" rIns="36000" bIns="36000" rtlCol="0" anchor="t">
            <a:noAutofit/>
          </a:bodyPr>
          <a:lstStyle/>
          <a:p>
            <a:pPr marL="0" marR="0" lvl="0" indent="0" algn="l" defTabSz="914400" rtl="0" eaLnBrk="1" fontAlgn="base" latinLnBrk="0" hangingPunct="1">
              <a:lnSpc>
                <a:spcPct val="80000"/>
              </a:lnSpc>
              <a:spcBef>
                <a:spcPct val="0"/>
              </a:spcBef>
              <a:spcAft>
                <a:spcPct val="0"/>
              </a:spcAft>
              <a:buClrTx/>
              <a:buSzTx/>
              <a:buFontTx/>
              <a:buNone/>
              <a:tabLst/>
              <a:defRPr/>
            </a:pPr>
            <a:r>
              <a:rPr kumimoji="1" lang="ja-JP" altLang="en-US" sz="1000" b="0" i="0" u="none" strike="noStrike" kern="1200" cap="none" spc="0" normalizeH="0" baseline="0" noProof="0">
                <a:ln>
                  <a:noFill/>
                </a:ln>
                <a:solidFill>
                  <a:srgbClr val="FF0000"/>
                </a:solidFill>
                <a:effectLst/>
                <a:uLnTx/>
                <a:uFillTx/>
                <a:latin typeface="Meiryo UI"/>
                <a:ea typeface="Meiryo UI" panose="020B0604030504040204" pitchFamily="50" charset="-128"/>
                <a:cs typeface="+mn-cs"/>
              </a:rPr>
              <a:t>▼案件・要件概要確定</a:t>
            </a:r>
            <a:r>
              <a:rPr kumimoji="1" lang="en-US" altLang="ja-JP" sz="1000" b="0" i="0" u="none" strike="noStrike" kern="1200" cap="none" spc="0" normalizeH="0" baseline="0" noProof="0">
                <a:ln>
                  <a:noFill/>
                </a:ln>
                <a:solidFill>
                  <a:srgbClr val="FF0000"/>
                </a:solidFill>
                <a:effectLst/>
                <a:uLnTx/>
                <a:uFillTx/>
                <a:latin typeface="Meiryo UI"/>
                <a:ea typeface="Meiryo UI" panose="020B0604030504040204" pitchFamily="50" charset="-128"/>
                <a:cs typeface="+mn-cs"/>
              </a:rPr>
              <a:t>(10/5)</a:t>
            </a:r>
            <a:endParaRPr kumimoji="1" lang="ja-JP" altLang="en-US" sz="1000" b="0" i="0" u="none" strike="noStrike" kern="1200" cap="none" spc="0" normalizeH="0" baseline="0" noProof="0">
              <a:ln>
                <a:noFill/>
              </a:ln>
              <a:solidFill>
                <a:srgbClr val="FF0000"/>
              </a:solidFill>
              <a:effectLst/>
              <a:uLnTx/>
              <a:uFillTx/>
              <a:latin typeface="Meiryo UI"/>
              <a:ea typeface="Meiryo UI" panose="020B0604030504040204" pitchFamily="50" charset="-128"/>
              <a:cs typeface="+mn-cs"/>
            </a:endParaRPr>
          </a:p>
        </p:txBody>
      </p:sp>
      <p:grpSp>
        <p:nvGrpSpPr>
          <p:cNvPr id="54" name="グループ化 53">
            <a:extLst>
              <a:ext uri="{FF2B5EF4-FFF2-40B4-BE49-F238E27FC236}">
                <a16:creationId xmlns:a16="http://schemas.microsoft.com/office/drawing/2014/main" id="{CB432199-4992-9727-B5E0-FFDB0F464B70}"/>
              </a:ext>
            </a:extLst>
          </p:cNvPr>
          <p:cNvGrpSpPr/>
          <p:nvPr/>
        </p:nvGrpSpPr>
        <p:grpSpPr>
          <a:xfrm>
            <a:off x="2023798" y="2466360"/>
            <a:ext cx="1381200" cy="133928"/>
            <a:chOff x="2696078" y="2715668"/>
            <a:chExt cx="1381200" cy="180909"/>
          </a:xfrm>
        </p:grpSpPr>
        <p:cxnSp>
          <p:nvCxnSpPr>
            <p:cNvPr id="158" name="直線矢印コネクタ 157">
              <a:extLst>
                <a:ext uri="{FF2B5EF4-FFF2-40B4-BE49-F238E27FC236}">
                  <a16:creationId xmlns:a16="http://schemas.microsoft.com/office/drawing/2014/main" id="{86746B49-5FAC-C4DF-A491-4A756F694EEE}"/>
                </a:ext>
              </a:extLst>
            </p:cNvPr>
            <p:cNvCxnSpPr>
              <a:cxnSpLocks/>
            </p:cNvCxnSpPr>
            <p:nvPr/>
          </p:nvCxnSpPr>
          <p:spPr bwMode="auto">
            <a:xfrm flipV="1">
              <a:off x="2696078" y="2885577"/>
              <a:ext cx="1381200" cy="3360"/>
            </a:xfrm>
            <a:prstGeom prst="straightConnector1">
              <a:avLst/>
            </a:prstGeom>
            <a:solidFill>
              <a:schemeClr val="bg1"/>
            </a:solidFill>
            <a:ln w="9525" cap="flat" cmpd="sng" algn="ctr">
              <a:solidFill>
                <a:srgbClr val="FF0000"/>
              </a:solidFill>
              <a:prstDash val="solid"/>
              <a:round/>
              <a:headEnd type="triangle"/>
              <a:tailEnd type="triangle"/>
            </a:ln>
            <a:effectLst/>
          </p:spPr>
        </p:cxnSp>
        <p:sp>
          <p:nvSpPr>
            <p:cNvPr id="162" name="テキスト ボックス 161">
              <a:extLst>
                <a:ext uri="{FF2B5EF4-FFF2-40B4-BE49-F238E27FC236}">
                  <a16:creationId xmlns:a16="http://schemas.microsoft.com/office/drawing/2014/main" id="{8E16CFD7-2E6E-8463-BBF9-43C35C5994FA}"/>
                </a:ext>
              </a:extLst>
            </p:cNvPr>
            <p:cNvSpPr txBox="1"/>
            <p:nvPr/>
          </p:nvSpPr>
          <p:spPr>
            <a:xfrm>
              <a:off x="3056167" y="2715668"/>
              <a:ext cx="687003" cy="180909"/>
            </a:xfrm>
            <a:prstGeom prst="rect">
              <a:avLst/>
            </a:prstGeom>
            <a:noFill/>
          </p:spPr>
          <p:txBody>
            <a:bodyPr wrap="square" lIns="36000" tIns="36000" rIns="36000" bIns="36000" rtlCol="0" anchor="ctr">
              <a:noAutofit/>
            </a:bodyPr>
            <a:lstStyle/>
            <a:p>
              <a:pPr marL="0" marR="0" lvl="0" indent="0" algn="ctr" defTabSz="914400" rtl="0" eaLnBrk="1" fontAlgn="base" latinLnBrk="0" hangingPunct="1">
                <a:lnSpc>
                  <a:spcPct val="80000"/>
                </a:lnSpc>
                <a:spcBef>
                  <a:spcPct val="0"/>
                </a:spcBef>
                <a:spcAft>
                  <a:spcPct val="0"/>
                </a:spcAft>
                <a:buClrTx/>
                <a:buSzTx/>
                <a:buFontTx/>
                <a:buNone/>
                <a:tabLst/>
                <a:defRPr/>
              </a:pPr>
              <a:r>
                <a:rPr kumimoji="1" lang="ja-JP" altLang="en-US" sz="1000" b="0"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官報公告</a:t>
              </a:r>
            </a:p>
          </p:txBody>
        </p:sp>
      </p:grpSp>
      <p:sp>
        <p:nvSpPr>
          <p:cNvPr id="167" name="矢印: 五方向 166">
            <a:extLst>
              <a:ext uri="{FF2B5EF4-FFF2-40B4-BE49-F238E27FC236}">
                <a16:creationId xmlns:a16="http://schemas.microsoft.com/office/drawing/2014/main" id="{0B2F8D16-18CD-0B48-1618-5B12C6BF17E8}"/>
              </a:ext>
            </a:extLst>
          </p:cNvPr>
          <p:cNvSpPr/>
          <p:nvPr/>
        </p:nvSpPr>
        <p:spPr>
          <a:xfrm>
            <a:off x="5802739" y="4946393"/>
            <a:ext cx="1937844" cy="248686"/>
          </a:xfrm>
          <a:prstGeom prst="homePlate">
            <a:avLst>
              <a:gd name="adj" fmla="val 56260"/>
            </a:avLst>
          </a:prstGeom>
          <a:solidFill>
            <a:schemeClr val="accent6">
              <a:lumMod val="20000"/>
              <a:lumOff val="80000"/>
            </a:schemeClr>
          </a:solidFill>
          <a:ln w="3175">
            <a:solidFill>
              <a:schemeClr val="bg1">
                <a:lumMod val="50000"/>
              </a:schemeClr>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1100" b="0" i="0" u="none" strike="noStrike" kern="1200" cap="none" spc="0" normalizeH="0" baseline="0" noProof="1">
                <a:ln>
                  <a:noFill/>
                </a:ln>
                <a:solidFill>
                  <a:prstClr val="black"/>
                </a:solidFill>
                <a:effectLst/>
                <a:uLnTx/>
                <a:uFillTx/>
                <a:latin typeface="Meiryo UI"/>
                <a:ea typeface="Meiryo UI"/>
                <a:cs typeface="+mn-cs"/>
              </a:rPr>
              <a:t>要件整理・見積</a:t>
            </a:r>
            <a:endParaRPr kumimoji="1" lang="ja-JP" altLang="en-US" sz="1100" b="0" i="0" u="none" strike="noStrike" kern="1200" cap="none" spc="0" normalizeH="0" baseline="0" noProof="0">
              <a:ln>
                <a:noFill/>
              </a:ln>
              <a:solidFill>
                <a:prstClr val="black"/>
              </a:solidFill>
              <a:effectLst/>
              <a:uLnTx/>
              <a:uFillTx/>
              <a:latin typeface="Meiryo UI"/>
              <a:ea typeface="Meiryo UI"/>
              <a:cs typeface="+mn-cs"/>
            </a:endParaRPr>
          </a:p>
        </p:txBody>
      </p:sp>
      <p:sp>
        <p:nvSpPr>
          <p:cNvPr id="176" name="矢印: 右 175">
            <a:extLst>
              <a:ext uri="{FF2B5EF4-FFF2-40B4-BE49-F238E27FC236}">
                <a16:creationId xmlns:a16="http://schemas.microsoft.com/office/drawing/2014/main" id="{3E2AADE5-87CB-2507-F2AA-8FD27D363B05}"/>
              </a:ext>
            </a:extLst>
          </p:cNvPr>
          <p:cNvSpPr/>
          <p:nvPr/>
        </p:nvSpPr>
        <p:spPr>
          <a:xfrm>
            <a:off x="2929253" y="4954447"/>
            <a:ext cx="2190706" cy="248686"/>
          </a:xfrm>
          <a:prstGeom prst="rightArrow">
            <a:avLst>
              <a:gd name="adj1" fmla="val 100000"/>
              <a:gd name="adj2" fmla="val 50000"/>
            </a:avLst>
          </a:prstGeom>
          <a:solidFill>
            <a:srgbClr val="9BBB59">
              <a:lumMod val="20000"/>
              <a:lumOff val="80000"/>
            </a:srgbClr>
          </a:solidFill>
          <a:ln w="3175" cap="flat" cmpd="sng" algn="ctr">
            <a:solidFill>
              <a:schemeClr val="bg1">
                <a:lumMod val="50000"/>
              </a:schemeClr>
            </a:solidFill>
            <a:prstDash val="solid"/>
            <a:headEnd w="med" len="sm"/>
            <a:tailEnd type="triangle" w="sm" len="sm"/>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100" b="0" i="0" u="none" strike="noStrike" kern="0" cap="none" spc="0" normalizeH="0" baseline="0" noProof="0">
                <a:ln>
                  <a:noFill/>
                </a:ln>
                <a:solidFill>
                  <a:prstClr val="black"/>
                </a:solidFill>
                <a:effectLst/>
                <a:uLnTx/>
                <a:uFillTx/>
                <a:latin typeface="Meiryo UI"/>
                <a:ea typeface="Meiryo UI"/>
                <a:cs typeface="+mn-cs"/>
              </a:rPr>
              <a:t>モデル事業検証結果取りまとめ</a:t>
            </a:r>
            <a:endParaRPr kumimoji="0" lang="en-US" altLang="ja-JP" sz="1100" b="0" i="0" u="none" strike="noStrike" kern="0" cap="none" spc="0" normalizeH="0" baseline="0" noProof="0">
              <a:ln>
                <a:noFill/>
              </a:ln>
              <a:solidFill>
                <a:prstClr val="black"/>
              </a:solidFill>
              <a:effectLst/>
              <a:uLnTx/>
              <a:uFillTx/>
              <a:latin typeface="Meiryo UI"/>
              <a:ea typeface="Meiryo UI"/>
              <a:cs typeface="+mn-cs"/>
            </a:endParaRPr>
          </a:p>
        </p:txBody>
      </p:sp>
      <p:sp>
        <p:nvSpPr>
          <p:cNvPr id="178" name="矢印: 右 177">
            <a:extLst>
              <a:ext uri="{FF2B5EF4-FFF2-40B4-BE49-F238E27FC236}">
                <a16:creationId xmlns:a16="http://schemas.microsoft.com/office/drawing/2014/main" id="{B39A2BB8-73A1-D4C9-02F5-966D8A474DE4}"/>
              </a:ext>
            </a:extLst>
          </p:cNvPr>
          <p:cNvSpPr/>
          <p:nvPr/>
        </p:nvSpPr>
        <p:spPr>
          <a:xfrm>
            <a:off x="3911204" y="5234073"/>
            <a:ext cx="1876678" cy="248686"/>
          </a:xfrm>
          <a:prstGeom prst="rightArrow">
            <a:avLst>
              <a:gd name="adj1" fmla="val 100000"/>
              <a:gd name="adj2" fmla="val 33385"/>
            </a:avLst>
          </a:prstGeom>
          <a:solidFill>
            <a:srgbClr val="9BBB59">
              <a:lumMod val="20000"/>
              <a:lumOff val="80000"/>
            </a:srgbClr>
          </a:solidFill>
          <a:ln w="3175" cap="flat" cmpd="sng" algn="ctr">
            <a:solidFill>
              <a:schemeClr val="bg1">
                <a:lumMod val="50000"/>
              </a:schemeClr>
            </a:solidFill>
            <a:prstDash val="solid"/>
            <a:headEnd w="med" len="sm"/>
            <a:tailEnd type="triangle" w="sm" len="sm"/>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ja-JP" sz="1100" b="0" i="0" u="none" strike="noStrike" kern="0" cap="none" spc="0" normalizeH="0" baseline="0" noProof="0">
                <a:ln>
                  <a:noFill/>
                </a:ln>
                <a:solidFill>
                  <a:prstClr val="black"/>
                </a:solidFill>
                <a:effectLst/>
                <a:uLnTx/>
                <a:uFillTx/>
                <a:latin typeface="Meiryo UI"/>
                <a:ea typeface="Meiryo UI"/>
                <a:cs typeface="+mn-cs"/>
              </a:rPr>
              <a:t>R9</a:t>
            </a:r>
            <a:r>
              <a:rPr kumimoji="0" lang="ja-JP" altLang="en-US" sz="1100" b="0" i="0" u="none" strike="noStrike" kern="0" cap="none" spc="0" normalizeH="0" baseline="0" noProof="0">
                <a:ln>
                  <a:noFill/>
                </a:ln>
                <a:solidFill>
                  <a:prstClr val="black"/>
                </a:solidFill>
                <a:effectLst/>
                <a:uLnTx/>
                <a:uFillTx/>
                <a:latin typeface="Meiryo UI"/>
                <a:ea typeface="Meiryo UI"/>
                <a:cs typeface="+mn-cs"/>
              </a:rPr>
              <a:t>開発候補案件整理</a:t>
            </a:r>
            <a:endParaRPr kumimoji="0" lang="en-US" altLang="ja-JP" sz="1100" b="0" i="0" u="none" strike="noStrike" kern="0" cap="none" spc="0" normalizeH="0" baseline="0" noProof="0">
              <a:ln>
                <a:noFill/>
              </a:ln>
              <a:solidFill>
                <a:prstClr val="black"/>
              </a:solidFill>
              <a:effectLst/>
              <a:uLnTx/>
              <a:uFillTx/>
              <a:latin typeface="Meiryo UI"/>
              <a:ea typeface="Meiryo UI"/>
              <a:cs typeface="+mn-cs"/>
            </a:endParaRPr>
          </a:p>
        </p:txBody>
      </p:sp>
      <p:sp>
        <p:nvSpPr>
          <p:cNvPr id="181" name="矢印: 五方向 180">
            <a:extLst>
              <a:ext uri="{FF2B5EF4-FFF2-40B4-BE49-F238E27FC236}">
                <a16:creationId xmlns:a16="http://schemas.microsoft.com/office/drawing/2014/main" id="{7982AF84-41E2-9E82-AC7F-767126391E6C}"/>
              </a:ext>
            </a:extLst>
          </p:cNvPr>
          <p:cNvSpPr/>
          <p:nvPr/>
        </p:nvSpPr>
        <p:spPr>
          <a:xfrm>
            <a:off x="8502263" y="2741396"/>
            <a:ext cx="367417" cy="2931585"/>
          </a:xfrm>
          <a:prstGeom prst="homePlate">
            <a:avLst>
              <a:gd name="adj" fmla="val 19814"/>
            </a:avLst>
          </a:prstGeom>
          <a:solidFill>
            <a:schemeClr val="accent6">
              <a:lumMod val="20000"/>
              <a:lumOff val="80000"/>
            </a:schemeClr>
          </a:solidFill>
          <a:ln w="3175">
            <a:solidFill>
              <a:schemeClr val="bg1">
                <a:lumMod val="50000"/>
              </a:schemeClr>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1100" b="0" i="0" u="none" strike="noStrike" kern="1200" cap="none" spc="0" normalizeH="0" baseline="0" noProof="0">
                <a:ln>
                  <a:noFill/>
                </a:ln>
                <a:solidFill>
                  <a:prstClr val="black"/>
                </a:solidFill>
                <a:effectLst/>
                <a:uLnTx/>
                <a:uFillTx/>
                <a:latin typeface="Meiryo UI"/>
                <a:ea typeface="Meiryo UI"/>
                <a:cs typeface="+mn-cs"/>
              </a:rPr>
              <a:t>開発</a:t>
            </a:r>
          </a:p>
        </p:txBody>
      </p:sp>
      <p:sp>
        <p:nvSpPr>
          <p:cNvPr id="187" name="正方形/長方形 186">
            <a:extLst>
              <a:ext uri="{FF2B5EF4-FFF2-40B4-BE49-F238E27FC236}">
                <a16:creationId xmlns:a16="http://schemas.microsoft.com/office/drawing/2014/main" id="{804C1B8B-918F-7ACF-0D64-9C798C9E21AE}"/>
              </a:ext>
            </a:extLst>
          </p:cNvPr>
          <p:cNvSpPr/>
          <p:nvPr/>
        </p:nvSpPr>
        <p:spPr>
          <a:xfrm>
            <a:off x="1526187" y="2724326"/>
            <a:ext cx="6842342" cy="875646"/>
          </a:xfrm>
          <a:prstGeom prst="rect">
            <a:avLst/>
          </a:prstGeom>
          <a:noFill/>
          <a:ln w="28575">
            <a:solidFill>
              <a:srgbClr val="1F497D"/>
            </a:solidFill>
            <a:prstDash val="sysDash"/>
          </a:ln>
        </p:spPr>
        <p:txBody>
          <a:bodyPr rtlCol="0" anchor="t"/>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ja-JP" altLang="en-US" sz="1100" b="1" i="0" u="none" strike="noStrike" kern="0" cap="none" spc="0" normalizeH="0" baseline="0" noProof="0">
                <a:ln>
                  <a:noFill/>
                </a:ln>
                <a:solidFill>
                  <a:prstClr val="black"/>
                </a:solidFill>
                <a:effectLst/>
                <a:uLnTx/>
                <a:uFillTx/>
                <a:latin typeface="Meiryo UI"/>
                <a:ea typeface="Meiryo UI"/>
                <a:cs typeface="+mn-cs"/>
              </a:rPr>
              <a:t>調達委員会</a:t>
            </a:r>
            <a:r>
              <a:rPr kumimoji="0" lang="en-US" altLang="ja-JP" sz="1100" b="1" i="0" u="none" strike="noStrike" kern="0" cap="none" spc="0" normalizeH="0" baseline="0" noProof="0">
                <a:ln>
                  <a:noFill/>
                </a:ln>
                <a:solidFill>
                  <a:prstClr val="black"/>
                </a:solidFill>
                <a:effectLst/>
                <a:uLnTx/>
                <a:uFillTx/>
                <a:latin typeface="Meiryo UI"/>
                <a:ea typeface="Meiryo UI"/>
                <a:cs typeface="+mn-cs"/>
              </a:rPr>
              <a:t>(10/20)</a:t>
            </a:r>
            <a:r>
              <a:rPr kumimoji="0" lang="ja-JP" altLang="en-US" sz="1100" b="1" i="0" u="none" strike="noStrike" kern="0" cap="none" spc="0" normalizeH="0" baseline="0" noProof="0">
                <a:ln>
                  <a:noFill/>
                </a:ln>
                <a:solidFill>
                  <a:prstClr val="black"/>
                </a:solidFill>
                <a:effectLst/>
                <a:uLnTx/>
                <a:uFillTx/>
                <a:latin typeface="Meiryo UI"/>
                <a:ea typeface="Meiryo UI"/>
                <a:cs typeface="+mn-cs"/>
              </a:rPr>
              <a:t>時点で概要を提示可能な案件（優先度「高」「中」）</a:t>
            </a:r>
          </a:p>
        </p:txBody>
      </p:sp>
      <p:sp>
        <p:nvSpPr>
          <p:cNvPr id="189" name="正方形/長方形 188">
            <a:extLst>
              <a:ext uri="{FF2B5EF4-FFF2-40B4-BE49-F238E27FC236}">
                <a16:creationId xmlns:a16="http://schemas.microsoft.com/office/drawing/2014/main" id="{B1615837-6C12-5205-C049-3EB74EE518A7}"/>
              </a:ext>
            </a:extLst>
          </p:cNvPr>
          <p:cNvSpPr/>
          <p:nvPr/>
        </p:nvSpPr>
        <p:spPr>
          <a:xfrm>
            <a:off x="2767508" y="4714577"/>
            <a:ext cx="5615566" cy="910782"/>
          </a:xfrm>
          <a:prstGeom prst="rect">
            <a:avLst/>
          </a:prstGeom>
          <a:noFill/>
          <a:ln w="28575">
            <a:solidFill>
              <a:srgbClr val="1F497D"/>
            </a:solidFill>
            <a:prstDash val="sysDash"/>
          </a:ln>
        </p:spPr>
        <p:txBody>
          <a:bodyPr rtlCol="0" anchor="t"/>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ja-JP" altLang="en-US" sz="1100" b="1" i="0" u="none" strike="noStrike" kern="0" cap="none" spc="0" normalizeH="0" baseline="0" noProof="0">
                <a:ln>
                  <a:noFill/>
                </a:ln>
                <a:solidFill>
                  <a:prstClr val="black"/>
                </a:solidFill>
                <a:effectLst/>
                <a:uLnTx/>
                <a:uFillTx/>
                <a:latin typeface="Meiryo UI"/>
                <a:ea typeface="Meiryo UI"/>
                <a:cs typeface="+mn-cs"/>
              </a:rPr>
              <a:t>調達委員会</a:t>
            </a:r>
            <a:r>
              <a:rPr kumimoji="0" lang="en-US" altLang="ja-JP" sz="1100" b="1" i="0" u="none" strike="noStrike" kern="0" cap="none" spc="0" normalizeH="0" baseline="0" noProof="0">
                <a:ln>
                  <a:noFill/>
                </a:ln>
                <a:solidFill>
                  <a:prstClr val="black"/>
                </a:solidFill>
                <a:effectLst/>
                <a:uLnTx/>
                <a:uFillTx/>
                <a:latin typeface="Meiryo UI"/>
                <a:ea typeface="Meiryo UI"/>
                <a:cs typeface="+mn-cs"/>
              </a:rPr>
              <a:t>(10/20)</a:t>
            </a:r>
            <a:r>
              <a:rPr kumimoji="0" lang="ja-JP" altLang="en-US" sz="1100" b="1" i="0" u="none" strike="noStrike" kern="0" cap="none" spc="0" normalizeH="0" baseline="0" noProof="0">
                <a:ln>
                  <a:noFill/>
                </a:ln>
                <a:solidFill>
                  <a:prstClr val="black"/>
                </a:solidFill>
                <a:effectLst/>
                <a:uLnTx/>
                <a:uFillTx/>
                <a:latin typeface="Meiryo UI"/>
                <a:ea typeface="Meiryo UI"/>
                <a:cs typeface="+mn-cs"/>
              </a:rPr>
              <a:t>時点で概要を提示不可能な案件</a:t>
            </a:r>
            <a:endParaRPr kumimoji="0" lang="ja-JP" altLang="en-US" sz="1100" b="0" i="0" u="none" strike="noStrike" kern="0" cap="none" spc="0" normalizeH="0" baseline="0" noProof="0">
              <a:ln>
                <a:noFill/>
              </a:ln>
              <a:solidFill>
                <a:prstClr val="black"/>
              </a:solidFill>
              <a:effectLst/>
              <a:uLnTx/>
              <a:uFillTx/>
              <a:latin typeface="Meiryo UI"/>
              <a:ea typeface="Meiryo UI"/>
              <a:cs typeface="+mn-cs"/>
            </a:endParaRPr>
          </a:p>
        </p:txBody>
      </p:sp>
      <p:sp>
        <p:nvSpPr>
          <p:cNvPr id="196" name="矢印: 五方向 195">
            <a:extLst>
              <a:ext uri="{FF2B5EF4-FFF2-40B4-BE49-F238E27FC236}">
                <a16:creationId xmlns:a16="http://schemas.microsoft.com/office/drawing/2014/main" id="{13A38577-3D58-5A1F-4740-936FF2ACE74E}"/>
              </a:ext>
            </a:extLst>
          </p:cNvPr>
          <p:cNvSpPr/>
          <p:nvPr/>
        </p:nvSpPr>
        <p:spPr bwMode="auto">
          <a:xfrm>
            <a:off x="7380454" y="2952022"/>
            <a:ext cx="901057" cy="248686"/>
          </a:xfrm>
          <a:prstGeom prst="homePlate">
            <a:avLst>
              <a:gd name="adj" fmla="val 24435"/>
            </a:avLst>
          </a:prstGeom>
          <a:gradFill flip="none" rotWithShape="1">
            <a:gsLst>
              <a:gs pos="53000">
                <a:srgbClr val="4EA72E">
                  <a:lumMod val="20000"/>
                  <a:lumOff val="80000"/>
                </a:srgbClr>
              </a:gs>
              <a:gs pos="53000">
                <a:srgbClr val="156082">
                  <a:lumMod val="20000"/>
                  <a:lumOff val="80000"/>
                </a:srgbClr>
              </a:gs>
            </a:gsLst>
            <a:lin ang="2700000" scaled="1"/>
            <a:tileRect/>
          </a:gradFill>
          <a:ln w="6350" cap="flat" cmpd="sng" algn="ctr">
            <a:solidFill>
              <a:schemeClr val="bg1">
                <a:lumMod val="50000"/>
              </a:schemeClr>
            </a:solidFill>
            <a:prstDash val="solid"/>
            <a:round/>
            <a:headEnd type="none" w="med" len="med"/>
            <a:tailEnd type="none" w="med" len="med"/>
          </a:ln>
          <a:effectLst/>
        </p:spPr>
        <p:txBody>
          <a:bodyPr vert="horz" wrap="none" lIns="0" tIns="36000" rIns="0" bIns="0" numCol="1" rtlCol="0" anchor="ctr" anchorCtr="0" compatLnSpc="1">
            <a:prstTxWarp prst="textNoShape">
              <a:avLst/>
            </a:prstTxWarp>
          </a:bodyPr>
          <a:lstStyle>
            <a:defPPr>
              <a:defRPr lang="ja-JP"/>
            </a:defPPr>
            <a:lvl1pPr marL="0" indent="0" algn="l" defTabSz="914400" rtl="0" eaLnBrk="1" latinLnBrk="0" hangingPunct="1">
              <a:defRPr kumimoji="1" sz="1800" kern="1200">
                <a:solidFill>
                  <a:schemeClr val="tx1"/>
                </a:solidFill>
                <a:latin typeface="+mn-lt"/>
                <a:ea typeface="+mn-ea"/>
                <a:cs typeface="+mn-cs"/>
              </a:defRPr>
            </a:lvl1pPr>
            <a:lvl2pPr marL="457200" indent="0" algn="l" defTabSz="914400" rtl="0" eaLnBrk="1" latinLnBrk="0" hangingPunct="1">
              <a:defRPr kumimoji="1" sz="1800" kern="1200">
                <a:solidFill>
                  <a:schemeClr val="tx1"/>
                </a:solidFill>
                <a:latin typeface="+mn-lt"/>
                <a:ea typeface="+mn-ea"/>
                <a:cs typeface="+mn-cs"/>
              </a:defRPr>
            </a:lvl2pPr>
            <a:lvl3pPr marL="914400" indent="0" algn="l" defTabSz="914400" rtl="0" eaLnBrk="1" latinLnBrk="0" hangingPunct="1">
              <a:defRPr kumimoji="1" sz="1800" kern="1200">
                <a:solidFill>
                  <a:schemeClr val="tx1"/>
                </a:solidFill>
                <a:latin typeface="+mn-lt"/>
                <a:ea typeface="+mn-ea"/>
                <a:cs typeface="+mn-cs"/>
              </a:defRPr>
            </a:lvl3pPr>
            <a:lvl4pPr marL="1371600" indent="0" algn="l" defTabSz="914400" rtl="0" eaLnBrk="1" latinLnBrk="0" hangingPunct="1">
              <a:defRPr kumimoji="1" sz="1800" kern="1200">
                <a:solidFill>
                  <a:schemeClr val="tx1"/>
                </a:solidFill>
                <a:latin typeface="+mn-lt"/>
                <a:ea typeface="+mn-ea"/>
                <a:cs typeface="+mn-cs"/>
              </a:defRPr>
            </a:lvl4pPr>
            <a:lvl5pPr marL="1828800" indent="0" algn="l" defTabSz="914400" rtl="0" eaLnBrk="1" latinLnBrk="0" hangingPunct="1">
              <a:defRPr kumimoji="1" sz="1800" kern="1200">
                <a:solidFill>
                  <a:schemeClr val="tx1"/>
                </a:solidFill>
                <a:latin typeface="+mn-lt"/>
                <a:ea typeface="+mn-ea"/>
                <a:cs typeface="+mn-cs"/>
              </a:defRPr>
            </a:lvl5pPr>
            <a:lvl6pPr marL="2286000" indent="0" algn="l" defTabSz="914400" rtl="0" eaLnBrk="1" latinLnBrk="0" hangingPunct="1">
              <a:defRPr kumimoji="1" sz="1800" kern="1200">
                <a:solidFill>
                  <a:schemeClr val="tx1"/>
                </a:solidFill>
                <a:latin typeface="+mn-lt"/>
                <a:ea typeface="+mn-ea"/>
                <a:cs typeface="+mn-cs"/>
              </a:defRPr>
            </a:lvl6pPr>
            <a:lvl7pPr marL="2743200" indent="0" algn="l" defTabSz="914400" rtl="0" eaLnBrk="1" latinLnBrk="0" hangingPunct="1">
              <a:defRPr kumimoji="1" sz="1800" kern="1200">
                <a:solidFill>
                  <a:schemeClr val="tx1"/>
                </a:solidFill>
                <a:latin typeface="+mn-lt"/>
                <a:ea typeface="+mn-ea"/>
                <a:cs typeface="+mn-cs"/>
              </a:defRPr>
            </a:lvl7pPr>
            <a:lvl8pPr marL="3200400" indent="0" algn="l" defTabSz="914400" rtl="0" eaLnBrk="1" latinLnBrk="0" hangingPunct="1">
              <a:defRPr kumimoji="1" sz="1800" kern="1200">
                <a:solidFill>
                  <a:schemeClr val="tx1"/>
                </a:solidFill>
                <a:latin typeface="+mn-lt"/>
                <a:ea typeface="+mn-ea"/>
                <a:cs typeface="+mn-cs"/>
              </a:defRPr>
            </a:lvl8pPr>
            <a:lvl9pPr marL="3657600" indent="0" algn="l" defTabSz="914400" rtl="0" eaLnBrk="1" latinLnBrk="0" hangingPunct="1">
              <a:defRPr kumimoji="1" sz="1800" kern="1200">
                <a:solidFill>
                  <a:schemeClr val="tx1"/>
                </a:solidFill>
                <a:latin typeface="+mn-lt"/>
                <a:ea typeface="+mn-ea"/>
                <a:cs typeface="+mn-cs"/>
              </a:defRPr>
            </a:lvl9pPr>
          </a:lstStyle>
          <a:p>
            <a:pPr marL="0" marR="0" lvl="0" indent="0" algn="ctr" defTabSz="1181679" rtl="0" eaLnBrk="1" fontAlgn="auto" latinLnBrk="0" hangingPunct="1">
              <a:lnSpc>
                <a:spcPts val="1080"/>
              </a:lnSpc>
              <a:spcBef>
                <a:spcPts val="0"/>
              </a:spcBef>
              <a:spcAft>
                <a:spcPts val="0"/>
              </a:spcAft>
              <a:buClrTx/>
              <a:buSzTx/>
              <a:buFontTx/>
              <a:buNone/>
              <a:tabLst/>
              <a:defRPr/>
            </a:pPr>
            <a:r>
              <a:rPr kumimoji="0" lang="ja-JP" altLang="en-US" sz="1100" b="0" i="0" u="none" strike="noStrike" kern="1200" cap="none" spc="0" normalizeH="0" baseline="0" noProof="0">
                <a:ln>
                  <a:noFill/>
                </a:ln>
                <a:solidFill>
                  <a:srgbClr val="000000"/>
                </a:solidFill>
                <a:effectLst/>
                <a:uLnTx/>
                <a:uFillTx/>
                <a:latin typeface="Meiryo UI"/>
                <a:ea typeface="Meiryo UI"/>
                <a:cs typeface="+mn-cs"/>
              </a:rPr>
              <a:t>精査</a:t>
            </a:r>
            <a:endParaRPr kumimoji="0" lang="en-US" altLang="ja-JP" sz="1100" b="0" i="0" u="none" strike="noStrike" kern="1200" cap="none" spc="0" normalizeH="0" baseline="0" noProof="0">
              <a:ln>
                <a:noFill/>
              </a:ln>
              <a:solidFill>
                <a:srgbClr val="000000"/>
              </a:solidFill>
              <a:effectLst/>
              <a:uLnTx/>
              <a:uFillTx/>
              <a:latin typeface="Meiryo UI"/>
              <a:ea typeface="Meiryo UI"/>
              <a:cs typeface="+mn-cs"/>
            </a:endParaRPr>
          </a:p>
        </p:txBody>
      </p:sp>
      <p:sp>
        <p:nvSpPr>
          <p:cNvPr id="198" name="矢印: 五方向 197">
            <a:extLst>
              <a:ext uri="{FF2B5EF4-FFF2-40B4-BE49-F238E27FC236}">
                <a16:creationId xmlns:a16="http://schemas.microsoft.com/office/drawing/2014/main" id="{65F42A92-68F4-E018-BE45-362E790E449C}"/>
              </a:ext>
            </a:extLst>
          </p:cNvPr>
          <p:cNvSpPr/>
          <p:nvPr/>
        </p:nvSpPr>
        <p:spPr bwMode="auto">
          <a:xfrm>
            <a:off x="7398409" y="5234073"/>
            <a:ext cx="901057" cy="248686"/>
          </a:xfrm>
          <a:prstGeom prst="homePlate">
            <a:avLst>
              <a:gd name="adj" fmla="val 24435"/>
            </a:avLst>
          </a:prstGeom>
          <a:gradFill flip="none" rotWithShape="1">
            <a:gsLst>
              <a:gs pos="53000">
                <a:srgbClr val="4EA72E">
                  <a:lumMod val="20000"/>
                  <a:lumOff val="80000"/>
                </a:srgbClr>
              </a:gs>
              <a:gs pos="53000">
                <a:srgbClr val="156082">
                  <a:lumMod val="20000"/>
                  <a:lumOff val="80000"/>
                </a:srgbClr>
              </a:gs>
            </a:gsLst>
            <a:lin ang="2700000" scaled="1"/>
            <a:tileRect/>
          </a:gradFill>
          <a:ln w="6350" cap="flat" cmpd="sng" algn="ctr">
            <a:solidFill>
              <a:schemeClr val="bg1">
                <a:lumMod val="50000"/>
              </a:schemeClr>
            </a:solidFill>
            <a:prstDash val="solid"/>
            <a:round/>
            <a:headEnd type="none" w="med" len="med"/>
            <a:tailEnd type="none" w="med" len="med"/>
          </a:ln>
          <a:effectLst/>
        </p:spPr>
        <p:txBody>
          <a:bodyPr vert="horz" wrap="none" lIns="0" tIns="36000" rIns="0" bIns="0" numCol="1" rtlCol="0" anchor="ctr" anchorCtr="0" compatLnSpc="1">
            <a:prstTxWarp prst="textNoShape">
              <a:avLst/>
            </a:prstTxWarp>
          </a:bodyPr>
          <a:lstStyle>
            <a:defPPr>
              <a:defRPr lang="ja-JP"/>
            </a:defPPr>
            <a:lvl1pPr marL="0" indent="0" algn="l" defTabSz="914400" rtl="0" eaLnBrk="1" latinLnBrk="0" hangingPunct="1">
              <a:defRPr kumimoji="1" sz="1800" kern="1200">
                <a:solidFill>
                  <a:schemeClr val="tx1"/>
                </a:solidFill>
                <a:latin typeface="+mn-lt"/>
                <a:ea typeface="+mn-ea"/>
                <a:cs typeface="+mn-cs"/>
              </a:defRPr>
            </a:lvl1pPr>
            <a:lvl2pPr marL="457200" indent="0" algn="l" defTabSz="914400" rtl="0" eaLnBrk="1" latinLnBrk="0" hangingPunct="1">
              <a:defRPr kumimoji="1" sz="1800" kern="1200">
                <a:solidFill>
                  <a:schemeClr val="tx1"/>
                </a:solidFill>
                <a:latin typeface="+mn-lt"/>
                <a:ea typeface="+mn-ea"/>
                <a:cs typeface="+mn-cs"/>
              </a:defRPr>
            </a:lvl2pPr>
            <a:lvl3pPr marL="914400" indent="0" algn="l" defTabSz="914400" rtl="0" eaLnBrk="1" latinLnBrk="0" hangingPunct="1">
              <a:defRPr kumimoji="1" sz="1800" kern="1200">
                <a:solidFill>
                  <a:schemeClr val="tx1"/>
                </a:solidFill>
                <a:latin typeface="+mn-lt"/>
                <a:ea typeface="+mn-ea"/>
                <a:cs typeface="+mn-cs"/>
              </a:defRPr>
            </a:lvl3pPr>
            <a:lvl4pPr marL="1371600" indent="0" algn="l" defTabSz="914400" rtl="0" eaLnBrk="1" latinLnBrk="0" hangingPunct="1">
              <a:defRPr kumimoji="1" sz="1800" kern="1200">
                <a:solidFill>
                  <a:schemeClr val="tx1"/>
                </a:solidFill>
                <a:latin typeface="+mn-lt"/>
                <a:ea typeface="+mn-ea"/>
                <a:cs typeface="+mn-cs"/>
              </a:defRPr>
            </a:lvl4pPr>
            <a:lvl5pPr marL="1828800" indent="0" algn="l" defTabSz="914400" rtl="0" eaLnBrk="1" latinLnBrk="0" hangingPunct="1">
              <a:defRPr kumimoji="1" sz="1800" kern="1200">
                <a:solidFill>
                  <a:schemeClr val="tx1"/>
                </a:solidFill>
                <a:latin typeface="+mn-lt"/>
                <a:ea typeface="+mn-ea"/>
                <a:cs typeface="+mn-cs"/>
              </a:defRPr>
            </a:lvl5pPr>
            <a:lvl6pPr marL="2286000" indent="0" algn="l" defTabSz="914400" rtl="0" eaLnBrk="1" latinLnBrk="0" hangingPunct="1">
              <a:defRPr kumimoji="1" sz="1800" kern="1200">
                <a:solidFill>
                  <a:schemeClr val="tx1"/>
                </a:solidFill>
                <a:latin typeface="+mn-lt"/>
                <a:ea typeface="+mn-ea"/>
                <a:cs typeface="+mn-cs"/>
              </a:defRPr>
            </a:lvl6pPr>
            <a:lvl7pPr marL="2743200" indent="0" algn="l" defTabSz="914400" rtl="0" eaLnBrk="1" latinLnBrk="0" hangingPunct="1">
              <a:defRPr kumimoji="1" sz="1800" kern="1200">
                <a:solidFill>
                  <a:schemeClr val="tx1"/>
                </a:solidFill>
                <a:latin typeface="+mn-lt"/>
                <a:ea typeface="+mn-ea"/>
                <a:cs typeface="+mn-cs"/>
              </a:defRPr>
            </a:lvl7pPr>
            <a:lvl8pPr marL="3200400" indent="0" algn="l" defTabSz="914400" rtl="0" eaLnBrk="1" latinLnBrk="0" hangingPunct="1">
              <a:defRPr kumimoji="1" sz="1800" kern="1200">
                <a:solidFill>
                  <a:schemeClr val="tx1"/>
                </a:solidFill>
                <a:latin typeface="+mn-lt"/>
                <a:ea typeface="+mn-ea"/>
                <a:cs typeface="+mn-cs"/>
              </a:defRPr>
            </a:lvl8pPr>
            <a:lvl9pPr marL="3657600" indent="0" algn="l" defTabSz="914400" rtl="0" eaLnBrk="1" latinLnBrk="0" hangingPunct="1">
              <a:defRPr kumimoji="1" sz="1800" kern="1200">
                <a:solidFill>
                  <a:schemeClr val="tx1"/>
                </a:solidFill>
                <a:latin typeface="+mn-lt"/>
                <a:ea typeface="+mn-ea"/>
                <a:cs typeface="+mn-cs"/>
              </a:defRPr>
            </a:lvl9pPr>
          </a:lstStyle>
          <a:p>
            <a:pPr marL="0" marR="0" lvl="0" indent="0" algn="ctr" defTabSz="1181679" rtl="0" eaLnBrk="1" fontAlgn="auto" latinLnBrk="0" hangingPunct="1">
              <a:lnSpc>
                <a:spcPts val="1080"/>
              </a:lnSpc>
              <a:spcBef>
                <a:spcPts val="0"/>
              </a:spcBef>
              <a:spcAft>
                <a:spcPts val="0"/>
              </a:spcAft>
              <a:buClrTx/>
              <a:buSzTx/>
              <a:buFontTx/>
              <a:buNone/>
              <a:tabLst/>
              <a:defRPr/>
            </a:pPr>
            <a:r>
              <a:rPr kumimoji="0" lang="ja-JP" altLang="en-US" sz="1100" b="0" i="0" u="none" strike="noStrike" kern="1200" cap="none" spc="0" normalizeH="0" baseline="0" noProof="0">
                <a:ln>
                  <a:noFill/>
                </a:ln>
                <a:solidFill>
                  <a:srgbClr val="000000"/>
                </a:solidFill>
                <a:effectLst/>
                <a:uLnTx/>
                <a:uFillTx/>
                <a:latin typeface="Meiryo UI"/>
                <a:ea typeface="Meiryo UI"/>
                <a:cs typeface="+mn-cs"/>
              </a:rPr>
              <a:t>精査</a:t>
            </a:r>
            <a:endParaRPr kumimoji="0" lang="en-US" altLang="ja-JP" sz="1100" b="0" i="0" u="none" strike="noStrike" kern="1200" cap="none" spc="0" normalizeH="0" baseline="0" noProof="0">
              <a:ln>
                <a:noFill/>
              </a:ln>
              <a:solidFill>
                <a:srgbClr val="000000"/>
              </a:solidFill>
              <a:effectLst/>
              <a:uLnTx/>
              <a:uFillTx/>
              <a:latin typeface="Meiryo UI"/>
              <a:ea typeface="Meiryo UI"/>
              <a:cs typeface="+mn-cs"/>
            </a:endParaRPr>
          </a:p>
        </p:txBody>
      </p:sp>
      <p:sp>
        <p:nvSpPr>
          <p:cNvPr id="202" name="テキスト ボックス 201">
            <a:extLst>
              <a:ext uri="{FF2B5EF4-FFF2-40B4-BE49-F238E27FC236}">
                <a16:creationId xmlns:a16="http://schemas.microsoft.com/office/drawing/2014/main" id="{506290E8-146C-25D4-4FBF-6D616CCC0B6E}"/>
              </a:ext>
            </a:extLst>
          </p:cNvPr>
          <p:cNvSpPr txBox="1"/>
          <p:nvPr/>
        </p:nvSpPr>
        <p:spPr>
          <a:xfrm>
            <a:off x="5997904" y="2203866"/>
            <a:ext cx="1329236" cy="169474"/>
          </a:xfrm>
          <a:prstGeom prst="rect">
            <a:avLst/>
          </a:prstGeom>
          <a:noFill/>
        </p:spPr>
        <p:txBody>
          <a:bodyPr wrap="square" lIns="36000" tIns="36000" rIns="36000" bIns="36000" rtlCol="0" anchor="t">
            <a:noAutofit/>
          </a:bodyPr>
          <a:lstStyle/>
          <a:p>
            <a:pPr marL="0" marR="0" lvl="0" indent="0" algn="l" defTabSz="914400" rtl="0" eaLnBrk="1" fontAlgn="base" latinLnBrk="0" hangingPunct="1">
              <a:lnSpc>
                <a:spcPct val="80000"/>
              </a:lnSpc>
              <a:spcBef>
                <a:spcPct val="0"/>
              </a:spcBef>
              <a:spcAft>
                <a:spcPct val="0"/>
              </a:spcAft>
              <a:buClrTx/>
              <a:buSzTx/>
              <a:buFontTx/>
              <a:buNone/>
              <a:tabLst/>
              <a:defRPr/>
            </a:pPr>
            <a:r>
              <a:rPr kumimoji="1" lang="ja-JP" altLang="en-US" sz="1000" b="0" i="0" u="none" strike="noStrike" kern="1200" cap="none" spc="0" normalizeH="0" baseline="0" noProof="0">
                <a:ln>
                  <a:noFill/>
                </a:ln>
                <a:solidFill>
                  <a:srgbClr val="FF0000"/>
                </a:solidFill>
                <a:effectLst/>
                <a:uLnTx/>
                <a:uFillTx/>
                <a:latin typeface="Meiryo UI"/>
                <a:ea typeface="Meiryo UI" panose="020B0604030504040204" pitchFamily="50" charset="-128"/>
                <a:cs typeface="+mn-cs"/>
              </a:rPr>
              <a:t>▼全国的な運用開始</a:t>
            </a:r>
          </a:p>
        </p:txBody>
      </p:sp>
      <p:sp>
        <p:nvSpPr>
          <p:cNvPr id="220" name="正方形/長方形 219">
            <a:extLst>
              <a:ext uri="{FF2B5EF4-FFF2-40B4-BE49-F238E27FC236}">
                <a16:creationId xmlns:a16="http://schemas.microsoft.com/office/drawing/2014/main" id="{7EE1BB11-AD4B-8EB6-71E1-B032EB697CBB}"/>
              </a:ext>
            </a:extLst>
          </p:cNvPr>
          <p:cNvSpPr/>
          <p:nvPr/>
        </p:nvSpPr>
        <p:spPr>
          <a:xfrm>
            <a:off x="1366903" y="3958392"/>
            <a:ext cx="2228521" cy="1055891"/>
          </a:xfrm>
          <a:prstGeom prst="rect">
            <a:avLst/>
          </a:prstGeom>
          <a:solidFill>
            <a:srgbClr val="FFFF8B"/>
          </a:solidFill>
          <a:ln>
            <a:solidFill>
              <a:schemeClr val="accent6">
                <a:lumMod val="75000"/>
              </a:schemeClr>
            </a:solidFill>
            <a:prstDash val="solid"/>
          </a:ln>
        </p:spPr>
        <p:txBody>
          <a:bodyPr wrap="square" lIns="36000" tIns="108000" rIns="36000" bIns="36000" rtlCol="0" anchor="b">
            <a:noAutofit/>
          </a:bodyPr>
          <a:lstStyle/>
          <a:p>
            <a:pPr lvl="0">
              <a:defRPr noProof="1"/>
            </a:pPr>
            <a:r>
              <a:rPr kumimoji="1" lang="ja-JP" altLang="en-US" sz="1100" b="0" i="0" u="none" strike="noStrike" kern="0" cap="none" spc="0" normalizeH="0" baseline="0" noProof="1">
                <a:ln>
                  <a:noFill/>
                </a:ln>
                <a:solidFill>
                  <a:prstClr val="black"/>
                </a:solidFill>
                <a:effectLst/>
                <a:uLnTx/>
                <a:uFillTx/>
                <a:latin typeface="Meiryo UI"/>
                <a:ea typeface="Meiryo UI"/>
                <a:cs typeface="Meiryo UI" charset="0"/>
              </a:rPr>
              <a:t>各案件の要件の認識齟齬や検討漏れを防止するため、</a:t>
            </a:r>
            <a:r>
              <a:rPr kumimoji="1" lang="ja-JP" altLang="en-US" sz="1100" b="1" i="0" u="sng" strike="noStrike" kern="0" cap="none" spc="0" normalizeH="0" baseline="0" noProof="1">
                <a:ln>
                  <a:noFill/>
                </a:ln>
                <a:solidFill>
                  <a:prstClr val="black"/>
                </a:solidFill>
                <a:effectLst/>
                <a:uLnTx/>
                <a:uFillTx/>
                <a:latin typeface="Meiryo UI"/>
                <a:ea typeface="Meiryo UI"/>
                <a:cs typeface="Meiryo UI" charset="0"/>
              </a:rPr>
              <a:t>中間成果物を厚労省・</a:t>
            </a:r>
            <a:r>
              <a:rPr lang="en-US" altLang="ja-JP" sz="1100" b="1" u="sng" kern="0" noProof="1">
                <a:solidFill>
                  <a:prstClr val="black"/>
                </a:solidFill>
                <a:latin typeface="Meiryo UI"/>
                <a:ea typeface="Meiryo UI"/>
                <a:cs typeface="Meiryo UI" charset="0"/>
              </a:rPr>
              <a:t>DX</a:t>
            </a:r>
            <a:r>
              <a:rPr lang="ja-JP" altLang="en-US" sz="1100" b="1" u="sng" kern="0" noProof="1">
                <a:solidFill>
                  <a:prstClr val="black"/>
                </a:solidFill>
                <a:latin typeface="Meiryo UI"/>
                <a:ea typeface="Meiryo UI"/>
                <a:cs typeface="Meiryo UI" charset="0"/>
              </a:rPr>
              <a:t>機構</a:t>
            </a:r>
            <a:r>
              <a:rPr kumimoji="1" lang="ja-JP" altLang="en-US" sz="1100" b="1" i="0" u="sng" strike="noStrike" kern="0" cap="none" spc="0" normalizeH="0" baseline="0" noProof="1">
                <a:ln>
                  <a:noFill/>
                </a:ln>
                <a:solidFill>
                  <a:prstClr val="black"/>
                </a:solidFill>
                <a:effectLst/>
                <a:uLnTx/>
                <a:uFillTx/>
                <a:latin typeface="Meiryo UI"/>
                <a:ea typeface="Meiryo UI"/>
                <a:cs typeface="Meiryo UI" charset="0"/>
              </a:rPr>
              <a:t>の双方で確認するプロセスとしたい。</a:t>
            </a:r>
            <a:r>
              <a:rPr lang="ja-JP" altLang="en-US" sz="1100" b="1" u="sng" kern="0" noProof="1">
                <a:solidFill>
                  <a:srgbClr val="C00000"/>
                </a:solidFill>
                <a:latin typeface="Meiryo UI"/>
                <a:cs typeface="Meiryo UI" charset="0"/>
              </a:rPr>
              <a:t>中間成果物の提示時期は</a:t>
            </a:r>
            <a:r>
              <a:rPr lang="en-US" altLang="ja-JP" sz="1100" b="1" u="sng" kern="0" noProof="1">
                <a:solidFill>
                  <a:srgbClr val="C00000"/>
                </a:solidFill>
                <a:latin typeface="Meiryo UI"/>
                <a:cs typeface="Meiryo UI" charset="0"/>
              </a:rPr>
              <a:t>1</a:t>
            </a:r>
            <a:r>
              <a:rPr lang="ja-JP" altLang="en-US" sz="1100" b="1" u="sng" kern="0" noProof="1">
                <a:solidFill>
                  <a:srgbClr val="C00000"/>
                </a:solidFill>
                <a:latin typeface="Meiryo UI"/>
                <a:cs typeface="Meiryo UI" charset="0"/>
              </a:rPr>
              <a:t>月中旬を目安とするが、要件整理が完了した案件から随時精査する。</a:t>
            </a:r>
            <a:endParaRPr kumimoji="1" lang="en-US" altLang="ja-JP" sz="1100" b="1" i="0" u="sng" strike="noStrike" kern="0" cap="none" spc="0" normalizeH="0" baseline="0" noProof="1">
              <a:ln>
                <a:noFill/>
              </a:ln>
              <a:solidFill>
                <a:srgbClr val="C00000"/>
              </a:solidFill>
              <a:effectLst/>
              <a:uLnTx/>
              <a:uFillTx/>
              <a:latin typeface="Meiryo UI"/>
              <a:ea typeface="Meiryo UI"/>
              <a:cs typeface="Meiryo UI" charset="0"/>
            </a:endParaRPr>
          </a:p>
        </p:txBody>
      </p:sp>
      <p:cxnSp>
        <p:nvCxnSpPr>
          <p:cNvPr id="46" name="直線コネクタ 45">
            <a:extLst>
              <a:ext uri="{FF2B5EF4-FFF2-40B4-BE49-F238E27FC236}">
                <a16:creationId xmlns:a16="http://schemas.microsoft.com/office/drawing/2014/main" id="{7D5DAD45-1C0D-E389-AB74-0079B5E08CC1}"/>
              </a:ext>
            </a:extLst>
          </p:cNvPr>
          <p:cNvCxnSpPr>
            <a:cxnSpLocks/>
            <a:stCxn id="163" idx="0"/>
            <a:endCxn id="178" idx="1"/>
          </p:cNvCxnSpPr>
          <p:nvPr/>
        </p:nvCxnSpPr>
        <p:spPr bwMode="auto">
          <a:xfrm flipV="1">
            <a:off x="3103537" y="5358416"/>
            <a:ext cx="807667" cy="364029"/>
          </a:xfrm>
          <a:prstGeom prst="line">
            <a:avLst/>
          </a:prstGeom>
          <a:solidFill>
            <a:schemeClr val="bg1"/>
          </a:solidFill>
          <a:ln w="9525" cap="flat" cmpd="sng" algn="ctr">
            <a:solidFill>
              <a:schemeClr val="accent6">
                <a:lumMod val="75000"/>
              </a:schemeClr>
            </a:solidFill>
            <a:prstDash val="solid"/>
            <a:round/>
            <a:headEnd type="none" w="med" len="med"/>
            <a:tailEnd type="oval" w="med" len="med"/>
          </a:ln>
          <a:effectLst/>
        </p:spPr>
      </p:cxnSp>
      <p:cxnSp>
        <p:nvCxnSpPr>
          <p:cNvPr id="49" name="直線コネクタ 48">
            <a:extLst>
              <a:ext uri="{FF2B5EF4-FFF2-40B4-BE49-F238E27FC236}">
                <a16:creationId xmlns:a16="http://schemas.microsoft.com/office/drawing/2014/main" id="{AF307D21-EF42-55EE-70AC-506D706185EF}"/>
              </a:ext>
            </a:extLst>
          </p:cNvPr>
          <p:cNvCxnSpPr>
            <a:cxnSpLocks/>
            <a:stCxn id="220" idx="3"/>
            <a:endCxn id="63" idx="1"/>
          </p:cNvCxnSpPr>
          <p:nvPr/>
        </p:nvCxnSpPr>
        <p:spPr bwMode="auto">
          <a:xfrm flipV="1">
            <a:off x="3595424" y="3367110"/>
            <a:ext cx="2216193" cy="1119228"/>
          </a:xfrm>
          <a:prstGeom prst="line">
            <a:avLst/>
          </a:prstGeom>
          <a:solidFill>
            <a:schemeClr val="bg1"/>
          </a:solidFill>
          <a:ln w="9525" cap="flat" cmpd="sng" algn="ctr">
            <a:solidFill>
              <a:schemeClr val="accent6">
                <a:lumMod val="75000"/>
              </a:schemeClr>
            </a:solidFill>
            <a:prstDash val="solid"/>
            <a:round/>
            <a:headEnd type="none" w="med" len="med"/>
            <a:tailEnd type="oval" w="med" len="med"/>
          </a:ln>
          <a:effectLst/>
        </p:spPr>
      </p:cxnSp>
      <p:grpSp>
        <p:nvGrpSpPr>
          <p:cNvPr id="58" name="グループ化 57">
            <a:extLst>
              <a:ext uri="{FF2B5EF4-FFF2-40B4-BE49-F238E27FC236}">
                <a16:creationId xmlns:a16="http://schemas.microsoft.com/office/drawing/2014/main" id="{08924329-165B-2966-9B15-EA1DB9554EAD}"/>
              </a:ext>
            </a:extLst>
          </p:cNvPr>
          <p:cNvGrpSpPr/>
          <p:nvPr/>
        </p:nvGrpSpPr>
        <p:grpSpPr>
          <a:xfrm>
            <a:off x="7327140" y="2288811"/>
            <a:ext cx="1037715" cy="183383"/>
            <a:chOff x="8020560" y="2593602"/>
            <a:chExt cx="1037715" cy="183383"/>
          </a:xfrm>
        </p:grpSpPr>
        <p:cxnSp>
          <p:nvCxnSpPr>
            <p:cNvPr id="56" name="直線矢印コネクタ 55">
              <a:extLst>
                <a:ext uri="{FF2B5EF4-FFF2-40B4-BE49-F238E27FC236}">
                  <a16:creationId xmlns:a16="http://schemas.microsoft.com/office/drawing/2014/main" id="{3BBEDCE3-164C-562B-9B68-8112E160BA01}"/>
                </a:ext>
              </a:extLst>
            </p:cNvPr>
            <p:cNvCxnSpPr>
              <a:cxnSpLocks/>
            </p:cNvCxnSpPr>
            <p:nvPr/>
          </p:nvCxnSpPr>
          <p:spPr bwMode="auto">
            <a:xfrm flipV="1">
              <a:off x="8020560" y="2773625"/>
              <a:ext cx="1037715" cy="3360"/>
            </a:xfrm>
            <a:prstGeom prst="straightConnector1">
              <a:avLst/>
            </a:prstGeom>
            <a:solidFill>
              <a:schemeClr val="bg1"/>
            </a:solidFill>
            <a:ln w="9525" cap="flat" cmpd="sng" algn="ctr">
              <a:solidFill>
                <a:srgbClr val="FF0000"/>
              </a:solidFill>
              <a:prstDash val="solid"/>
              <a:round/>
              <a:headEnd type="triangle"/>
              <a:tailEnd type="triangle"/>
            </a:ln>
            <a:effectLst/>
          </p:spPr>
        </p:cxnSp>
        <p:sp>
          <p:nvSpPr>
            <p:cNvPr id="57" name="テキスト ボックス 56">
              <a:extLst>
                <a:ext uri="{FF2B5EF4-FFF2-40B4-BE49-F238E27FC236}">
                  <a16:creationId xmlns:a16="http://schemas.microsoft.com/office/drawing/2014/main" id="{E17A2F3A-4FFD-2BE7-CDFA-B5314AB6FC77}"/>
                </a:ext>
              </a:extLst>
            </p:cNvPr>
            <p:cNvSpPr txBox="1"/>
            <p:nvPr/>
          </p:nvSpPr>
          <p:spPr>
            <a:xfrm>
              <a:off x="8185634" y="2593602"/>
              <a:ext cx="707566" cy="141048"/>
            </a:xfrm>
            <a:prstGeom prst="rect">
              <a:avLst/>
            </a:prstGeom>
            <a:noFill/>
          </p:spPr>
          <p:txBody>
            <a:bodyPr wrap="square" lIns="36000" tIns="36000" rIns="36000" bIns="36000" rtlCol="0" anchor="ctr">
              <a:noAutofit/>
            </a:bodyPr>
            <a:lstStyle/>
            <a:p>
              <a:pPr marL="0" marR="0" lvl="0" indent="0" algn="ctr" defTabSz="914400" rtl="0" eaLnBrk="1" fontAlgn="base" latinLnBrk="0" hangingPunct="1">
                <a:lnSpc>
                  <a:spcPct val="80000"/>
                </a:lnSpc>
                <a:spcBef>
                  <a:spcPct val="0"/>
                </a:spcBef>
                <a:spcAft>
                  <a:spcPct val="0"/>
                </a:spcAft>
                <a:buClrTx/>
                <a:buSzTx/>
                <a:buFontTx/>
                <a:buNone/>
                <a:tabLst/>
                <a:defRPr/>
              </a:pPr>
              <a:r>
                <a:rPr kumimoji="1" lang="ja-JP" altLang="en-US" sz="1000" b="0"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調達委員会</a:t>
              </a:r>
              <a:r>
                <a:rPr kumimoji="1" lang="en-US" altLang="ja-JP" sz="1000" b="0"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a:t>
              </a:r>
              <a:r>
                <a:rPr kumimoji="1" lang="ja-JP" altLang="en-US" sz="1000" b="0"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開発</a:t>
              </a:r>
              <a:r>
                <a:rPr kumimoji="1" lang="en-US" altLang="ja-JP" sz="1000" b="0"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a:t>
              </a:r>
              <a:endParaRPr kumimoji="1" lang="ja-JP" altLang="en-US" sz="1000" b="0"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endParaRPr>
            </a:p>
          </p:txBody>
        </p:sp>
      </p:grpSp>
      <p:grpSp>
        <p:nvGrpSpPr>
          <p:cNvPr id="141" name="グループ化 140">
            <a:extLst>
              <a:ext uri="{FF2B5EF4-FFF2-40B4-BE49-F238E27FC236}">
                <a16:creationId xmlns:a16="http://schemas.microsoft.com/office/drawing/2014/main" id="{48051CB1-44E0-C8B9-11C8-8B2C2D92CD05}"/>
              </a:ext>
            </a:extLst>
          </p:cNvPr>
          <p:cNvGrpSpPr/>
          <p:nvPr/>
        </p:nvGrpSpPr>
        <p:grpSpPr>
          <a:xfrm>
            <a:off x="6784602" y="1499608"/>
            <a:ext cx="2049391" cy="319703"/>
            <a:chOff x="4826556" y="302001"/>
            <a:chExt cx="2049391" cy="319703"/>
          </a:xfrm>
        </p:grpSpPr>
        <p:sp>
          <p:nvSpPr>
            <p:cNvPr id="142" name="矢印: 五方向 141">
              <a:extLst>
                <a:ext uri="{FF2B5EF4-FFF2-40B4-BE49-F238E27FC236}">
                  <a16:creationId xmlns:a16="http://schemas.microsoft.com/office/drawing/2014/main" id="{0DD208AF-F52D-9002-1DE0-A4C54062F846}"/>
                </a:ext>
              </a:extLst>
            </p:cNvPr>
            <p:cNvSpPr/>
            <p:nvPr/>
          </p:nvSpPr>
          <p:spPr bwMode="gray">
            <a:xfrm>
              <a:off x="5526411" y="504610"/>
              <a:ext cx="649541" cy="117094"/>
            </a:xfrm>
            <a:prstGeom prst="homePlate">
              <a:avLst>
                <a:gd name="adj" fmla="val 13397"/>
              </a:avLst>
            </a:prstGeom>
            <a:solidFill>
              <a:srgbClr val="D1E7F6"/>
            </a:solidFill>
            <a:ln w="3175">
              <a:solidFill>
                <a:schemeClr val="bg1">
                  <a:lumMod val="50000"/>
                </a:schemeClr>
              </a:solidFill>
            </a:ln>
            <a:effectLst/>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altLang="ja-JP" sz="800" b="0" i="0" u="none" strike="noStrike" kern="1200" cap="all"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DX</a:t>
              </a:r>
              <a:r>
                <a:rPr kumimoji="1" lang="ja-JP" altLang="en-US" sz="800" b="0" i="0" u="none" strike="noStrike" kern="1200" cap="all"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機構</a:t>
              </a:r>
            </a:p>
          </p:txBody>
        </p:sp>
        <p:sp>
          <p:nvSpPr>
            <p:cNvPr id="143" name="矢印: 五方向 142">
              <a:extLst>
                <a:ext uri="{FF2B5EF4-FFF2-40B4-BE49-F238E27FC236}">
                  <a16:creationId xmlns:a16="http://schemas.microsoft.com/office/drawing/2014/main" id="{C3D16641-3FC4-06E4-DA42-DF8D813F71D0}"/>
                </a:ext>
              </a:extLst>
            </p:cNvPr>
            <p:cNvSpPr/>
            <p:nvPr/>
          </p:nvSpPr>
          <p:spPr bwMode="gray">
            <a:xfrm>
              <a:off x="4826556" y="504610"/>
              <a:ext cx="649541" cy="117094"/>
            </a:xfrm>
            <a:prstGeom prst="homePlate">
              <a:avLst>
                <a:gd name="adj" fmla="val 13397"/>
              </a:avLst>
            </a:prstGeom>
            <a:solidFill>
              <a:schemeClr val="accent3">
                <a:lumMod val="20000"/>
                <a:lumOff val="80000"/>
              </a:schemeClr>
            </a:solidFill>
            <a:ln w="3175">
              <a:solidFill>
                <a:schemeClr val="bg1">
                  <a:lumMod val="50000"/>
                </a:schemeClr>
              </a:solidFill>
            </a:ln>
            <a:effectLst/>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800" b="0" i="0" u="none" strike="noStrike" kern="1200" cap="all"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厚労省</a:t>
              </a:r>
            </a:p>
          </p:txBody>
        </p:sp>
        <p:sp>
          <p:nvSpPr>
            <p:cNvPr id="145" name="矢印: 五方向 144">
              <a:extLst>
                <a:ext uri="{FF2B5EF4-FFF2-40B4-BE49-F238E27FC236}">
                  <a16:creationId xmlns:a16="http://schemas.microsoft.com/office/drawing/2014/main" id="{659B9B0D-C7B6-6259-342F-ABCFC4D07DC0}"/>
                </a:ext>
              </a:extLst>
            </p:cNvPr>
            <p:cNvSpPr/>
            <p:nvPr/>
          </p:nvSpPr>
          <p:spPr bwMode="gray">
            <a:xfrm>
              <a:off x="6226406" y="504610"/>
              <a:ext cx="649541" cy="117094"/>
            </a:xfrm>
            <a:prstGeom prst="homePlate">
              <a:avLst>
                <a:gd name="adj" fmla="val 13397"/>
              </a:avLst>
            </a:prstGeom>
            <a:solidFill>
              <a:schemeClr val="accent6">
                <a:lumMod val="20000"/>
                <a:lumOff val="80000"/>
              </a:schemeClr>
            </a:solidFill>
            <a:ln w="3175">
              <a:solidFill>
                <a:schemeClr val="bg1">
                  <a:lumMod val="50000"/>
                </a:schemeClr>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Meiryo UI"/>
                  <a:ea typeface="Meiryo UI"/>
                  <a:cs typeface="+mn-cs"/>
                </a:rPr>
                <a:t>開発事業者</a:t>
              </a:r>
              <a:endParaRPr kumimoji="1" lang="en-US" altLang="ja-JP" sz="800" b="0" i="0" u="none" strike="noStrike" kern="1200" cap="none" spc="0" normalizeH="0" baseline="0" noProof="0">
                <a:ln>
                  <a:noFill/>
                </a:ln>
                <a:solidFill>
                  <a:prstClr val="black"/>
                </a:solidFill>
                <a:effectLst/>
                <a:uLnTx/>
                <a:uFillTx/>
                <a:latin typeface="Meiryo UI"/>
                <a:ea typeface="Meiryo UI"/>
                <a:cs typeface="+mn-cs"/>
              </a:endParaRPr>
            </a:p>
          </p:txBody>
        </p:sp>
        <p:sp>
          <p:nvSpPr>
            <p:cNvPr id="146" name="矢印: 五方向 145">
              <a:extLst>
                <a:ext uri="{FF2B5EF4-FFF2-40B4-BE49-F238E27FC236}">
                  <a16:creationId xmlns:a16="http://schemas.microsoft.com/office/drawing/2014/main" id="{400F742A-11EA-E8A5-97DA-086741C97D9D}"/>
                </a:ext>
              </a:extLst>
            </p:cNvPr>
            <p:cNvSpPr/>
            <p:nvPr/>
          </p:nvSpPr>
          <p:spPr bwMode="gray">
            <a:xfrm>
              <a:off x="4841340" y="302001"/>
              <a:ext cx="941197" cy="191905"/>
            </a:xfrm>
            <a:prstGeom prst="homePlate">
              <a:avLst>
                <a:gd name="adj" fmla="val 0"/>
              </a:avLst>
            </a:prstGeom>
            <a:noFill/>
            <a:ln>
              <a:noFill/>
            </a:ln>
            <a:effectLst/>
          </p:spPr>
          <p:txBody>
            <a:bodyPr wrap="non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noProof="1"/>
              </a:pPr>
              <a:r>
                <a:rPr kumimoji="1" lang="ja-JP" altLang="en-US" sz="800" b="0" i="0" u="none" strike="noStrike" kern="1200" cap="all"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■凡例</a:t>
              </a:r>
              <a:endParaRPr kumimoji="1" lang="en-US" altLang="ja-JP" sz="800" b="0" i="0" u="none" strike="noStrike" kern="1200" cap="all"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grpSp>
      <p:sp>
        <p:nvSpPr>
          <p:cNvPr id="63" name="矢印: 五方向 62">
            <a:extLst>
              <a:ext uri="{FF2B5EF4-FFF2-40B4-BE49-F238E27FC236}">
                <a16:creationId xmlns:a16="http://schemas.microsoft.com/office/drawing/2014/main" id="{02C81A8C-43C8-A09E-37DD-B036114B68E3}"/>
              </a:ext>
            </a:extLst>
          </p:cNvPr>
          <p:cNvSpPr/>
          <p:nvPr/>
        </p:nvSpPr>
        <p:spPr bwMode="auto">
          <a:xfrm>
            <a:off x="5811617" y="3242767"/>
            <a:ext cx="750287" cy="248686"/>
          </a:xfrm>
          <a:prstGeom prst="homePlate">
            <a:avLst>
              <a:gd name="adj" fmla="val 24435"/>
            </a:avLst>
          </a:prstGeom>
          <a:gradFill flip="none" rotWithShape="1">
            <a:gsLst>
              <a:gs pos="53000">
                <a:srgbClr val="4EA72E">
                  <a:lumMod val="20000"/>
                  <a:lumOff val="80000"/>
                </a:srgbClr>
              </a:gs>
              <a:gs pos="53000">
                <a:srgbClr val="156082">
                  <a:lumMod val="20000"/>
                  <a:lumOff val="80000"/>
                </a:srgbClr>
              </a:gs>
            </a:gsLst>
            <a:lin ang="2700000" scaled="1"/>
            <a:tileRect/>
          </a:gradFill>
          <a:ln w="6350" cap="flat" cmpd="sng" algn="ctr">
            <a:solidFill>
              <a:schemeClr val="bg1">
                <a:lumMod val="50000"/>
              </a:schemeClr>
            </a:solidFill>
            <a:prstDash val="solid"/>
            <a:round/>
            <a:headEnd type="none" w="med" len="med"/>
            <a:tailEnd type="none" w="med" len="med"/>
          </a:ln>
          <a:effectLst/>
        </p:spPr>
        <p:txBody>
          <a:bodyPr vert="horz" wrap="none" lIns="0" tIns="36000" rIns="0" bIns="0" numCol="1" rtlCol="0" anchor="ctr" anchorCtr="0" compatLnSpc="1">
            <a:prstTxWarp prst="textNoShape">
              <a:avLst/>
            </a:prstTxWarp>
          </a:bodyPr>
          <a:lstStyle>
            <a:defPPr>
              <a:defRPr lang="ja-JP"/>
            </a:defPPr>
            <a:lvl1pPr marL="0" indent="0" algn="l" defTabSz="914400" rtl="0" eaLnBrk="1" latinLnBrk="0" hangingPunct="1">
              <a:defRPr kumimoji="1" sz="1800" kern="1200">
                <a:solidFill>
                  <a:schemeClr val="tx1"/>
                </a:solidFill>
                <a:latin typeface="+mn-lt"/>
                <a:ea typeface="+mn-ea"/>
                <a:cs typeface="+mn-cs"/>
              </a:defRPr>
            </a:lvl1pPr>
            <a:lvl2pPr marL="457200" indent="0" algn="l" defTabSz="914400" rtl="0" eaLnBrk="1" latinLnBrk="0" hangingPunct="1">
              <a:defRPr kumimoji="1" sz="1800" kern="1200">
                <a:solidFill>
                  <a:schemeClr val="tx1"/>
                </a:solidFill>
                <a:latin typeface="+mn-lt"/>
                <a:ea typeface="+mn-ea"/>
                <a:cs typeface="+mn-cs"/>
              </a:defRPr>
            </a:lvl2pPr>
            <a:lvl3pPr marL="914400" indent="0" algn="l" defTabSz="914400" rtl="0" eaLnBrk="1" latinLnBrk="0" hangingPunct="1">
              <a:defRPr kumimoji="1" sz="1800" kern="1200">
                <a:solidFill>
                  <a:schemeClr val="tx1"/>
                </a:solidFill>
                <a:latin typeface="+mn-lt"/>
                <a:ea typeface="+mn-ea"/>
                <a:cs typeface="+mn-cs"/>
              </a:defRPr>
            </a:lvl3pPr>
            <a:lvl4pPr marL="1371600" indent="0" algn="l" defTabSz="914400" rtl="0" eaLnBrk="1" latinLnBrk="0" hangingPunct="1">
              <a:defRPr kumimoji="1" sz="1800" kern="1200">
                <a:solidFill>
                  <a:schemeClr val="tx1"/>
                </a:solidFill>
                <a:latin typeface="+mn-lt"/>
                <a:ea typeface="+mn-ea"/>
                <a:cs typeface="+mn-cs"/>
              </a:defRPr>
            </a:lvl4pPr>
            <a:lvl5pPr marL="1828800" indent="0" algn="l" defTabSz="914400" rtl="0" eaLnBrk="1" latinLnBrk="0" hangingPunct="1">
              <a:defRPr kumimoji="1" sz="1800" kern="1200">
                <a:solidFill>
                  <a:schemeClr val="tx1"/>
                </a:solidFill>
                <a:latin typeface="+mn-lt"/>
                <a:ea typeface="+mn-ea"/>
                <a:cs typeface="+mn-cs"/>
              </a:defRPr>
            </a:lvl5pPr>
            <a:lvl6pPr marL="2286000" indent="0" algn="l" defTabSz="914400" rtl="0" eaLnBrk="1" latinLnBrk="0" hangingPunct="1">
              <a:defRPr kumimoji="1" sz="1800" kern="1200">
                <a:solidFill>
                  <a:schemeClr val="tx1"/>
                </a:solidFill>
                <a:latin typeface="+mn-lt"/>
                <a:ea typeface="+mn-ea"/>
                <a:cs typeface="+mn-cs"/>
              </a:defRPr>
            </a:lvl6pPr>
            <a:lvl7pPr marL="2743200" indent="0" algn="l" defTabSz="914400" rtl="0" eaLnBrk="1" latinLnBrk="0" hangingPunct="1">
              <a:defRPr kumimoji="1" sz="1800" kern="1200">
                <a:solidFill>
                  <a:schemeClr val="tx1"/>
                </a:solidFill>
                <a:latin typeface="+mn-lt"/>
                <a:ea typeface="+mn-ea"/>
                <a:cs typeface="+mn-cs"/>
              </a:defRPr>
            </a:lvl7pPr>
            <a:lvl8pPr marL="3200400" indent="0" algn="l" defTabSz="914400" rtl="0" eaLnBrk="1" latinLnBrk="0" hangingPunct="1">
              <a:defRPr kumimoji="1" sz="1800" kern="1200">
                <a:solidFill>
                  <a:schemeClr val="tx1"/>
                </a:solidFill>
                <a:latin typeface="+mn-lt"/>
                <a:ea typeface="+mn-ea"/>
                <a:cs typeface="+mn-cs"/>
              </a:defRPr>
            </a:lvl8pPr>
            <a:lvl9pPr marL="3657600" indent="0" algn="l" defTabSz="914400" rtl="0" eaLnBrk="1" latinLnBrk="0" hangingPunct="1">
              <a:defRPr kumimoji="1" sz="1800" kern="1200">
                <a:solidFill>
                  <a:schemeClr val="tx1"/>
                </a:solidFill>
                <a:latin typeface="+mn-lt"/>
                <a:ea typeface="+mn-ea"/>
                <a:cs typeface="+mn-cs"/>
              </a:defRPr>
            </a:lvl9pPr>
          </a:lstStyle>
          <a:p>
            <a:pPr marL="0" marR="0" lvl="0" indent="0" algn="ctr" defTabSz="1181679" rtl="0" eaLnBrk="1" fontAlgn="auto" latinLnBrk="0" hangingPunct="1">
              <a:lnSpc>
                <a:spcPts val="1080"/>
              </a:lnSpc>
              <a:spcBef>
                <a:spcPts val="0"/>
              </a:spcBef>
              <a:spcAft>
                <a:spcPts val="0"/>
              </a:spcAft>
              <a:buClrTx/>
              <a:buSzTx/>
              <a:buFontTx/>
              <a:buNone/>
              <a:tabLst/>
              <a:defRPr/>
            </a:pPr>
            <a:r>
              <a:rPr kumimoji="0" lang="ja-JP" altLang="en-US" sz="1000" b="0" i="0" u="none" strike="noStrike" kern="1200" cap="none" spc="0" normalizeH="0" baseline="0" noProof="0">
                <a:ln>
                  <a:noFill/>
                </a:ln>
                <a:solidFill>
                  <a:srgbClr val="000000"/>
                </a:solidFill>
                <a:effectLst/>
                <a:uLnTx/>
                <a:uFillTx/>
                <a:latin typeface="Meiryo UI"/>
                <a:ea typeface="Meiryo UI"/>
                <a:cs typeface="+mn-cs"/>
              </a:rPr>
              <a:t>中間成果物</a:t>
            </a:r>
            <a:endParaRPr kumimoji="0" lang="en-US" altLang="ja-JP" sz="1000" b="0" i="0" u="none" strike="noStrike" kern="1200" cap="none" spc="0" normalizeH="0" baseline="0" noProof="0">
              <a:ln>
                <a:noFill/>
              </a:ln>
              <a:solidFill>
                <a:srgbClr val="000000"/>
              </a:solidFill>
              <a:effectLst/>
              <a:uLnTx/>
              <a:uFillTx/>
              <a:latin typeface="Meiryo UI"/>
              <a:ea typeface="Meiryo UI"/>
              <a:cs typeface="+mn-cs"/>
            </a:endParaRPr>
          </a:p>
          <a:p>
            <a:pPr marL="0" marR="0" lvl="0" indent="0" algn="ctr" defTabSz="1181679" rtl="0" eaLnBrk="1" fontAlgn="auto" latinLnBrk="0" hangingPunct="1">
              <a:lnSpc>
                <a:spcPts val="1080"/>
              </a:lnSpc>
              <a:spcBef>
                <a:spcPts val="0"/>
              </a:spcBef>
              <a:spcAft>
                <a:spcPts val="0"/>
              </a:spcAft>
              <a:buClrTx/>
              <a:buSzTx/>
              <a:buFontTx/>
              <a:buNone/>
              <a:tabLst/>
              <a:defRPr/>
            </a:pPr>
            <a:r>
              <a:rPr kumimoji="0" lang="ja-JP" altLang="en-US" sz="1000" b="0" i="0" u="none" strike="noStrike" kern="1200" cap="none" spc="0" normalizeH="0" baseline="0" noProof="0">
                <a:ln>
                  <a:noFill/>
                </a:ln>
                <a:solidFill>
                  <a:srgbClr val="000000"/>
                </a:solidFill>
                <a:effectLst/>
                <a:uLnTx/>
                <a:uFillTx/>
                <a:latin typeface="Meiryo UI"/>
                <a:ea typeface="Meiryo UI"/>
                <a:cs typeface="+mn-cs"/>
              </a:rPr>
              <a:t>精査</a:t>
            </a:r>
            <a:endParaRPr kumimoji="0" lang="en-US" altLang="ja-JP" sz="1000" b="0" i="0" u="none" strike="noStrike" kern="1200" cap="none" spc="0" normalizeH="0" baseline="0" noProof="0">
              <a:ln>
                <a:noFill/>
              </a:ln>
              <a:solidFill>
                <a:srgbClr val="000000"/>
              </a:solidFill>
              <a:effectLst/>
              <a:uLnTx/>
              <a:uFillTx/>
              <a:latin typeface="Meiryo UI"/>
              <a:ea typeface="Meiryo UI"/>
              <a:cs typeface="+mn-cs"/>
            </a:endParaRPr>
          </a:p>
        </p:txBody>
      </p:sp>
      <p:sp>
        <p:nvSpPr>
          <p:cNvPr id="131" name="正方形/長方形 130">
            <a:extLst>
              <a:ext uri="{FF2B5EF4-FFF2-40B4-BE49-F238E27FC236}">
                <a16:creationId xmlns:a16="http://schemas.microsoft.com/office/drawing/2014/main" id="{B78AFD38-98EC-82B3-F527-69E28844F52E}"/>
              </a:ext>
            </a:extLst>
          </p:cNvPr>
          <p:cNvSpPr/>
          <p:nvPr/>
        </p:nvSpPr>
        <p:spPr>
          <a:xfrm>
            <a:off x="3640830" y="3772675"/>
            <a:ext cx="4714147" cy="878732"/>
          </a:xfrm>
          <a:prstGeom prst="rect">
            <a:avLst/>
          </a:prstGeom>
          <a:noFill/>
          <a:ln w="28575">
            <a:solidFill>
              <a:srgbClr val="1F497D"/>
            </a:solidFill>
            <a:prstDash val="sysDash"/>
          </a:ln>
        </p:spPr>
        <p:txBody>
          <a:bodyPr rtlCol="0" anchor="t"/>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ja-JP" altLang="en-US" sz="1100" b="1" i="0" u="none" strike="noStrike" kern="0" cap="none" spc="0" normalizeH="0" baseline="0" noProof="0">
                <a:ln>
                  <a:noFill/>
                </a:ln>
                <a:solidFill>
                  <a:prstClr val="black"/>
                </a:solidFill>
                <a:effectLst/>
                <a:uLnTx/>
                <a:uFillTx/>
                <a:latin typeface="Meiryo UI"/>
                <a:ea typeface="Meiryo UI"/>
                <a:cs typeface="+mn-cs"/>
              </a:rPr>
              <a:t>調達委員会</a:t>
            </a:r>
            <a:r>
              <a:rPr kumimoji="0" lang="en-US" altLang="ja-JP" sz="1100" b="1" i="0" u="none" strike="noStrike" kern="0" cap="none" spc="0" normalizeH="0" baseline="0" noProof="0">
                <a:ln>
                  <a:noFill/>
                </a:ln>
                <a:solidFill>
                  <a:prstClr val="black"/>
                </a:solidFill>
                <a:effectLst/>
                <a:uLnTx/>
                <a:uFillTx/>
                <a:latin typeface="Meiryo UI"/>
                <a:ea typeface="Meiryo UI"/>
                <a:cs typeface="+mn-cs"/>
              </a:rPr>
              <a:t>(10/20)</a:t>
            </a:r>
            <a:r>
              <a:rPr kumimoji="0" lang="ja-JP" altLang="en-US" sz="1100" b="1" i="0" u="none" strike="noStrike" kern="0" cap="none" spc="0" normalizeH="0" baseline="0" noProof="0">
                <a:ln>
                  <a:noFill/>
                </a:ln>
                <a:solidFill>
                  <a:prstClr val="black"/>
                </a:solidFill>
                <a:effectLst/>
                <a:uLnTx/>
                <a:uFillTx/>
                <a:latin typeface="Meiryo UI"/>
                <a:ea typeface="Meiryo UI"/>
                <a:cs typeface="+mn-cs"/>
              </a:rPr>
              <a:t>時点で概要を提示可能な案件（優先度「低」）</a:t>
            </a:r>
          </a:p>
        </p:txBody>
      </p:sp>
      <p:sp>
        <p:nvSpPr>
          <p:cNvPr id="147" name="矢印: 五方向 146">
            <a:extLst>
              <a:ext uri="{FF2B5EF4-FFF2-40B4-BE49-F238E27FC236}">
                <a16:creationId xmlns:a16="http://schemas.microsoft.com/office/drawing/2014/main" id="{0908786D-277F-53C8-BCD0-64E8A6CF6850}"/>
              </a:ext>
            </a:extLst>
          </p:cNvPr>
          <p:cNvSpPr/>
          <p:nvPr/>
        </p:nvSpPr>
        <p:spPr bwMode="auto">
          <a:xfrm>
            <a:off x="7366903" y="4000371"/>
            <a:ext cx="901057" cy="248686"/>
          </a:xfrm>
          <a:prstGeom prst="homePlate">
            <a:avLst>
              <a:gd name="adj" fmla="val 24435"/>
            </a:avLst>
          </a:prstGeom>
          <a:gradFill flip="none" rotWithShape="1">
            <a:gsLst>
              <a:gs pos="53000">
                <a:srgbClr val="4EA72E">
                  <a:lumMod val="20000"/>
                  <a:lumOff val="80000"/>
                </a:srgbClr>
              </a:gs>
              <a:gs pos="53000">
                <a:srgbClr val="156082">
                  <a:lumMod val="20000"/>
                  <a:lumOff val="80000"/>
                </a:srgbClr>
              </a:gs>
            </a:gsLst>
            <a:lin ang="2700000" scaled="1"/>
            <a:tileRect/>
          </a:gradFill>
          <a:ln w="6350" cap="flat" cmpd="sng" algn="ctr">
            <a:solidFill>
              <a:schemeClr val="bg1">
                <a:lumMod val="50000"/>
              </a:schemeClr>
            </a:solidFill>
            <a:prstDash val="dash"/>
            <a:round/>
            <a:headEnd type="none" w="med" len="med"/>
            <a:tailEnd type="none" w="med" len="med"/>
          </a:ln>
          <a:effectLst/>
        </p:spPr>
        <p:txBody>
          <a:bodyPr vert="horz" wrap="none" lIns="0" tIns="36000" rIns="0" bIns="0" numCol="1" rtlCol="0" anchor="ctr" anchorCtr="0" compatLnSpc="1">
            <a:prstTxWarp prst="textNoShape">
              <a:avLst/>
            </a:prstTxWarp>
          </a:bodyPr>
          <a:lstStyle>
            <a:defPPr>
              <a:defRPr lang="ja-JP"/>
            </a:defPPr>
            <a:lvl1pPr marL="0" indent="0" algn="l" defTabSz="914400" rtl="0" eaLnBrk="1" latinLnBrk="0" hangingPunct="1">
              <a:defRPr kumimoji="1" sz="1800" kern="1200">
                <a:solidFill>
                  <a:schemeClr val="tx1"/>
                </a:solidFill>
                <a:latin typeface="+mn-lt"/>
                <a:ea typeface="+mn-ea"/>
                <a:cs typeface="+mn-cs"/>
              </a:defRPr>
            </a:lvl1pPr>
            <a:lvl2pPr marL="457200" indent="0" algn="l" defTabSz="914400" rtl="0" eaLnBrk="1" latinLnBrk="0" hangingPunct="1">
              <a:defRPr kumimoji="1" sz="1800" kern="1200">
                <a:solidFill>
                  <a:schemeClr val="tx1"/>
                </a:solidFill>
                <a:latin typeface="+mn-lt"/>
                <a:ea typeface="+mn-ea"/>
                <a:cs typeface="+mn-cs"/>
              </a:defRPr>
            </a:lvl2pPr>
            <a:lvl3pPr marL="914400" indent="0" algn="l" defTabSz="914400" rtl="0" eaLnBrk="1" latinLnBrk="0" hangingPunct="1">
              <a:defRPr kumimoji="1" sz="1800" kern="1200">
                <a:solidFill>
                  <a:schemeClr val="tx1"/>
                </a:solidFill>
                <a:latin typeface="+mn-lt"/>
                <a:ea typeface="+mn-ea"/>
                <a:cs typeface="+mn-cs"/>
              </a:defRPr>
            </a:lvl3pPr>
            <a:lvl4pPr marL="1371600" indent="0" algn="l" defTabSz="914400" rtl="0" eaLnBrk="1" latinLnBrk="0" hangingPunct="1">
              <a:defRPr kumimoji="1" sz="1800" kern="1200">
                <a:solidFill>
                  <a:schemeClr val="tx1"/>
                </a:solidFill>
                <a:latin typeface="+mn-lt"/>
                <a:ea typeface="+mn-ea"/>
                <a:cs typeface="+mn-cs"/>
              </a:defRPr>
            </a:lvl4pPr>
            <a:lvl5pPr marL="1828800" indent="0" algn="l" defTabSz="914400" rtl="0" eaLnBrk="1" latinLnBrk="0" hangingPunct="1">
              <a:defRPr kumimoji="1" sz="1800" kern="1200">
                <a:solidFill>
                  <a:schemeClr val="tx1"/>
                </a:solidFill>
                <a:latin typeface="+mn-lt"/>
                <a:ea typeface="+mn-ea"/>
                <a:cs typeface="+mn-cs"/>
              </a:defRPr>
            </a:lvl5pPr>
            <a:lvl6pPr marL="2286000" indent="0" algn="l" defTabSz="914400" rtl="0" eaLnBrk="1" latinLnBrk="0" hangingPunct="1">
              <a:defRPr kumimoji="1" sz="1800" kern="1200">
                <a:solidFill>
                  <a:schemeClr val="tx1"/>
                </a:solidFill>
                <a:latin typeface="+mn-lt"/>
                <a:ea typeface="+mn-ea"/>
                <a:cs typeface="+mn-cs"/>
              </a:defRPr>
            </a:lvl6pPr>
            <a:lvl7pPr marL="2743200" indent="0" algn="l" defTabSz="914400" rtl="0" eaLnBrk="1" latinLnBrk="0" hangingPunct="1">
              <a:defRPr kumimoji="1" sz="1800" kern="1200">
                <a:solidFill>
                  <a:schemeClr val="tx1"/>
                </a:solidFill>
                <a:latin typeface="+mn-lt"/>
                <a:ea typeface="+mn-ea"/>
                <a:cs typeface="+mn-cs"/>
              </a:defRPr>
            </a:lvl7pPr>
            <a:lvl8pPr marL="3200400" indent="0" algn="l" defTabSz="914400" rtl="0" eaLnBrk="1" latinLnBrk="0" hangingPunct="1">
              <a:defRPr kumimoji="1" sz="1800" kern="1200">
                <a:solidFill>
                  <a:schemeClr val="tx1"/>
                </a:solidFill>
                <a:latin typeface="+mn-lt"/>
                <a:ea typeface="+mn-ea"/>
                <a:cs typeface="+mn-cs"/>
              </a:defRPr>
            </a:lvl8pPr>
            <a:lvl9pPr marL="3657600" indent="0" algn="l" defTabSz="914400" rtl="0" eaLnBrk="1" latinLnBrk="0" hangingPunct="1">
              <a:defRPr kumimoji="1" sz="1800" kern="1200">
                <a:solidFill>
                  <a:schemeClr val="tx1"/>
                </a:solidFill>
                <a:latin typeface="+mn-lt"/>
                <a:ea typeface="+mn-ea"/>
                <a:cs typeface="+mn-cs"/>
              </a:defRPr>
            </a:lvl9pPr>
          </a:lstStyle>
          <a:p>
            <a:pPr marL="0" marR="0" lvl="0" indent="0" algn="ctr" defTabSz="1181679" rtl="0" eaLnBrk="1" fontAlgn="auto" latinLnBrk="0" hangingPunct="1">
              <a:lnSpc>
                <a:spcPts val="1080"/>
              </a:lnSpc>
              <a:spcBef>
                <a:spcPts val="0"/>
              </a:spcBef>
              <a:spcAft>
                <a:spcPts val="0"/>
              </a:spcAft>
              <a:buClrTx/>
              <a:buSzTx/>
              <a:buFontTx/>
              <a:buNone/>
              <a:tabLst/>
              <a:defRPr/>
            </a:pPr>
            <a:r>
              <a:rPr kumimoji="0" lang="ja-JP" altLang="en-US" sz="1100" b="0" i="0" u="none" strike="noStrike" kern="1200" cap="none" spc="0" normalizeH="0" baseline="0" noProof="0">
                <a:ln>
                  <a:noFill/>
                </a:ln>
                <a:solidFill>
                  <a:srgbClr val="000000"/>
                </a:solidFill>
                <a:effectLst/>
                <a:uLnTx/>
                <a:uFillTx/>
                <a:latin typeface="Meiryo UI"/>
                <a:ea typeface="Meiryo UI"/>
                <a:cs typeface="+mn-cs"/>
              </a:rPr>
              <a:t>精査</a:t>
            </a:r>
            <a:endParaRPr kumimoji="0" lang="en-US" altLang="ja-JP" sz="1100" b="0" i="0" u="none" strike="noStrike" kern="1200" cap="none" spc="0" normalizeH="0" baseline="0" noProof="0">
              <a:ln>
                <a:noFill/>
              </a:ln>
              <a:solidFill>
                <a:srgbClr val="000000"/>
              </a:solidFill>
              <a:effectLst/>
              <a:uLnTx/>
              <a:uFillTx/>
              <a:latin typeface="Meiryo UI"/>
              <a:ea typeface="Meiryo UI"/>
              <a:cs typeface="+mn-cs"/>
            </a:endParaRPr>
          </a:p>
        </p:txBody>
      </p:sp>
      <p:sp>
        <p:nvSpPr>
          <p:cNvPr id="149" name="矢印: 五方向 148">
            <a:extLst>
              <a:ext uri="{FF2B5EF4-FFF2-40B4-BE49-F238E27FC236}">
                <a16:creationId xmlns:a16="http://schemas.microsoft.com/office/drawing/2014/main" id="{E33CD61F-A509-0BAB-828C-54439919B026}"/>
              </a:ext>
            </a:extLst>
          </p:cNvPr>
          <p:cNvSpPr/>
          <p:nvPr/>
        </p:nvSpPr>
        <p:spPr bwMode="auto">
          <a:xfrm>
            <a:off x="6288910" y="4329861"/>
            <a:ext cx="485253" cy="248686"/>
          </a:xfrm>
          <a:prstGeom prst="homePlate">
            <a:avLst>
              <a:gd name="adj" fmla="val 24435"/>
            </a:avLst>
          </a:prstGeom>
          <a:gradFill flip="none" rotWithShape="1">
            <a:gsLst>
              <a:gs pos="53000">
                <a:srgbClr val="4EA72E">
                  <a:lumMod val="20000"/>
                  <a:lumOff val="80000"/>
                </a:srgbClr>
              </a:gs>
              <a:gs pos="53000">
                <a:srgbClr val="156082">
                  <a:lumMod val="20000"/>
                  <a:lumOff val="80000"/>
                </a:srgbClr>
              </a:gs>
            </a:gsLst>
            <a:lin ang="2700000" scaled="1"/>
            <a:tileRect/>
          </a:gradFill>
          <a:ln w="6350" cap="flat" cmpd="sng" algn="ctr">
            <a:solidFill>
              <a:schemeClr val="bg1">
                <a:lumMod val="50000"/>
              </a:schemeClr>
            </a:solidFill>
            <a:prstDash val="dash"/>
            <a:round/>
            <a:headEnd type="none" w="med" len="med"/>
            <a:tailEnd type="none" w="med" len="med"/>
          </a:ln>
          <a:effectLst/>
        </p:spPr>
        <p:txBody>
          <a:bodyPr vert="horz" wrap="none" lIns="0" tIns="36000" rIns="0" bIns="0" numCol="1" rtlCol="0" anchor="ctr" anchorCtr="0" compatLnSpc="1">
            <a:prstTxWarp prst="textNoShape">
              <a:avLst/>
            </a:prstTxWarp>
          </a:bodyPr>
          <a:lstStyle>
            <a:defPPr>
              <a:defRPr lang="ja-JP"/>
            </a:defPPr>
            <a:lvl1pPr marL="0" indent="0" algn="l" defTabSz="914400" rtl="0" eaLnBrk="1" latinLnBrk="0" hangingPunct="1">
              <a:defRPr kumimoji="1" sz="1800" kern="1200">
                <a:solidFill>
                  <a:schemeClr val="tx1"/>
                </a:solidFill>
                <a:latin typeface="+mn-lt"/>
                <a:ea typeface="+mn-ea"/>
                <a:cs typeface="+mn-cs"/>
              </a:defRPr>
            </a:lvl1pPr>
            <a:lvl2pPr marL="457200" indent="0" algn="l" defTabSz="914400" rtl="0" eaLnBrk="1" latinLnBrk="0" hangingPunct="1">
              <a:defRPr kumimoji="1" sz="1800" kern="1200">
                <a:solidFill>
                  <a:schemeClr val="tx1"/>
                </a:solidFill>
                <a:latin typeface="+mn-lt"/>
                <a:ea typeface="+mn-ea"/>
                <a:cs typeface="+mn-cs"/>
              </a:defRPr>
            </a:lvl2pPr>
            <a:lvl3pPr marL="914400" indent="0" algn="l" defTabSz="914400" rtl="0" eaLnBrk="1" latinLnBrk="0" hangingPunct="1">
              <a:defRPr kumimoji="1" sz="1800" kern="1200">
                <a:solidFill>
                  <a:schemeClr val="tx1"/>
                </a:solidFill>
                <a:latin typeface="+mn-lt"/>
                <a:ea typeface="+mn-ea"/>
                <a:cs typeface="+mn-cs"/>
              </a:defRPr>
            </a:lvl3pPr>
            <a:lvl4pPr marL="1371600" indent="0" algn="l" defTabSz="914400" rtl="0" eaLnBrk="1" latinLnBrk="0" hangingPunct="1">
              <a:defRPr kumimoji="1" sz="1800" kern="1200">
                <a:solidFill>
                  <a:schemeClr val="tx1"/>
                </a:solidFill>
                <a:latin typeface="+mn-lt"/>
                <a:ea typeface="+mn-ea"/>
                <a:cs typeface="+mn-cs"/>
              </a:defRPr>
            </a:lvl4pPr>
            <a:lvl5pPr marL="1828800" indent="0" algn="l" defTabSz="914400" rtl="0" eaLnBrk="1" latinLnBrk="0" hangingPunct="1">
              <a:defRPr kumimoji="1" sz="1800" kern="1200">
                <a:solidFill>
                  <a:schemeClr val="tx1"/>
                </a:solidFill>
                <a:latin typeface="+mn-lt"/>
                <a:ea typeface="+mn-ea"/>
                <a:cs typeface="+mn-cs"/>
              </a:defRPr>
            </a:lvl5pPr>
            <a:lvl6pPr marL="2286000" indent="0" algn="l" defTabSz="914400" rtl="0" eaLnBrk="1" latinLnBrk="0" hangingPunct="1">
              <a:defRPr kumimoji="1" sz="1800" kern="1200">
                <a:solidFill>
                  <a:schemeClr val="tx1"/>
                </a:solidFill>
                <a:latin typeface="+mn-lt"/>
                <a:ea typeface="+mn-ea"/>
                <a:cs typeface="+mn-cs"/>
              </a:defRPr>
            </a:lvl6pPr>
            <a:lvl7pPr marL="2743200" indent="0" algn="l" defTabSz="914400" rtl="0" eaLnBrk="1" latinLnBrk="0" hangingPunct="1">
              <a:defRPr kumimoji="1" sz="1800" kern="1200">
                <a:solidFill>
                  <a:schemeClr val="tx1"/>
                </a:solidFill>
                <a:latin typeface="+mn-lt"/>
                <a:ea typeface="+mn-ea"/>
                <a:cs typeface="+mn-cs"/>
              </a:defRPr>
            </a:lvl7pPr>
            <a:lvl8pPr marL="3200400" indent="0" algn="l" defTabSz="914400" rtl="0" eaLnBrk="1" latinLnBrk="0" hangingPunct="1">
              <a:defRPr kumimoji="1" sz="1800" kern="1200">
                <a:solidFill>
                  <a:schemeClr val="tx1"/>
                </a:solidFill>
                <a:latin typeface="+mn-lt"/>
                <a:ea typeface="+mn-ea"/>
                <a:cs typeface="+mn-cs"/>
              </a:defRPr>
            </a:lvl8pPr>
            <a:lvl9pPr marL="3657600" indent="0" algn="l" defTabSz="914400" rtl="0" eaLnBrk="1" latinLnBrk="0" hangingPunct="1">
              <a:defRPr kumimoji="1" sz="1800" kern="1200">
                <a:solidFill>
                  <a:schemeClr val="tx1"/>
                </a:solidFill>
                <a:latin typeface="+mn-lt"/>
                <a:ea typeface="+mn-ea"/>
                <a:cs typeface="+mn-cs"/>
              </a:defRPr>
            </a:lvl9pPr>
          </a:lstStyle>
          <a:p>
            <a:pPr marL="0" marR="0" lvl="0" indent="0" algn="ctr" defTabSz="1181679" rtl="0" eaLnBrk="1" fontAlgn="auto" latinLnBrk="0" hangingPunct="1">
              <a:lnSpc>
                <a:spcPts val="1080"/>
              </a:lnSpc>
              <a:spcBef>
                <a:spcPts val="0"/>
              </a:spcBef>
              <a:spcAft>
                <a:spcPts val="0"/>
              </a:spcAft>
              <a:buClrTx/>
              <a:buSzTx/>
              <a:buFontTx/>
              <a:buNone/>
              <a:tabLst/>
              <a:defRPr/>
            </a:pPr>
            <a:r>
              <a:rPr kumimoji="0" lang="ja-JP" altLang="en-US" sz="1000" b="0" i="0" u="none" strike="noStrike" kern="1200" cap="none" spc="0" normalizeH="0" baseline="0" noProof="0">
                <a:ln>
                  <a:noFill/>
                </a:ln>
                <a:solidFill>
                  <a:srgbClr val="000000"/>
                </a:solidFill>
                <a:effectLst/>
                <a:uLnTx/>
                <a:uFillTx/>
                <a:latin typeface="Meiryo UI"/>
                <a:ea typeface="Meiryo UI"/>
                <a:cs typeface="+mn-cs"/>
              </a:rPr>
              <a:t>中間成果物</a:t>
            </a:r>
            <a:endParaRPr kumimoji="0" lang="en-US" altLang="ja-JP" sz="1000" b="0" i="0" u="none" strike="noStrike" kern="1200" cap="none" spc="0" normalizeH="0" baseline="0" noProof="0">
              <a:ln>
                <a:noFill/>
              </a:ln>
              <a:solidFill>
                <a:srgbClr val="000000"/>
              </a:solidFill>
              <a:effectLst/>
              <a:uLnTx/>
              <a:uFillTx/>
              <a:latin typeface="Meiryo UI"/>
              <a:ea typeface="Meiryo UI"/>
              <a:cs typeface="+mn-cs"/>
            </a:endParaRPr>
          </a:p>
          <a:p>
            <a:pPr marL="0" marR="0" lvl="0" indent="0" algn="ctr" defTabSz="1181679" rtl="0" eaLnBrk="1" fontAlgn="auto" latinLnBrk="0" hangingPunct="1">
              <a:lnSpc>
                <a:spcPts val="1080"/>
              </a:lnSpc>
              <a:spcBef>
                <a:spcPts val="0"/>
              </a:spcBef>
              <a:spcAft>
                <a:spcPts val="0"/>
              </a:spcAft>
              <a:buClrTx/>
              <a:buSzTx/>
              <a:buFontTx/>
              <a:buNone/>
              <a:tabLst/>
              <a:defRPr/>
            </a:pPr>
            <a:r>
              <a:rPr kumimoji="0" lang="ja-JP" altLang="en-US" sz="1000" b="0" i="0" u="none" strike="noStrike" kern="1200" cap="none" spc="0" normalizeH="0" baseline="0" noProof="0">
                <a:ln>
                  <a:noFill/>
                </a:ln>
                <a:solidFill>
                  <a:srgbClr val="000000"/>
                </a:solidFill>
                <a:effectLst/>
                <a:uLnTx/>
                <a:uFillTx/>
                <a:latin typeface="Meiryo UI"/>
                <a:ea typeface="Meiryo UI"/>
                <a:cs typeface="+mn-cs"/>
              </a:rPr>
              <a:t>精査</a:t>
            </a:r>
            <a:endParaRPr kumimoji="0" lang="en-US" altLang="ja-JP" sz="1000" b="0" i="0" u="none" strike="noStrike" kern="1200" cap="none" spc="0" normalizeH="0" baseline="0" noProof="0">
              <a:ln>
                <a:noFill/>
              </a:ln>
              <a:solidFill>
                <a:srgbClr val="000000"/>
              </a:solidFill>
              <a:effectLst/>
              <a:uLnTx/>
              <a:uFillTx/>
              <a:latin typeface="Meiryo UI"/>
              <a:ea typeface="Meiryo UI"/>
              <a:cs typeface="+mn-cs"/>
            </a:endParaRPr>
          </a:p>
        </p:txBody>
      </p:sp>
      <p:cxnSp>
        <p:nvCxnSpPr>
          <p:cNvPr id="160" name="直線コネクタ 159">
            <a:extLst>
              <a:ext uri="{FF2B5EF4-FFF2-40B4-BE49-F238E27FC236}">
                <a16:creationId xmlns:a16="http://schemas.microsoft.com/office/drawing/2014/main" id="{168EFA1D-F847-5F05-C3E7-F576FB6E26B6}"/>
              </a:ext>
            </a:extLst>
          </p:cNvPr>
          <p:cNvCxnSpPr>
            <a:cxnSpLocks/>
            <a:stCxn id="220" idx="3"/>
            <a:endCxn id="149" idx="1"/>
          </p:cNvCxnSpPr>
          <p:nvPr/>
        </p:nvCxnSpPr>
        <p:spPr bwMode="auto">
          <a:xfrm flipV="1">
            <a:off x="3595424" y="4454204"/>
            <a:ext cx="2693486" cy="32134"/>
          </a:xfrm>
          <a:prstGeom prst="line">
            <a:avLst/>
          </a:prstGeom>
          <a:solidFill>
            <a:schemeClr val="bg1"/>
          </a:solidFill>
          <a:ln w="9525" cap="flat" cmpd="sng" algn="ctr">
            <a:solidFill>
              <a:schemeClr val="accent6">
                <a:lumMod val="75000"/>
              </a:schemeClr>
            </a:solidFill>
            <a:prstDash val="solid"/>
            <a:round/>
            <a:headEnd type="none" w="med" len="med"/>
            <a:tailEnd type="oval" w="med" len="med"/>
          </a:ln>
          <a:effectLst/>
        </p:spPr>
      </p:cxnSp>
      <p:sp>
        <p:nvSpPr>
          <p:cNvPr id="152" name="正方形/長方形 151">
            <a:extLst>
              <a:ext uri="{FF2B5EF4-FFF2-40B4-BE49-F238E27FC236}">
                <a16:creationId xmlns:a16="http://schemas.microsoft.com/office/drawing/2014/main" id="{1B5A437C-503E-A529-81D0-B627AB2A9DAA}"/>
              </a:ext>
            </a:extLst>
          </p:cNvPr>
          <p:cNvSpPr/>
          <p:nvPr/>
        </p:nvSpPr>
        <p:spPr>
          <a:xfrm>
            <a:off x="6662522" y="5654570"/>
            <a:ext cx="2994444" cy="993655"/>
          </a:xfrm>
          <a:prstGeom prst="rect">
            <a:avLst/>
          </a:prstGeom>
          <a:solidFill>
            <a:srgbClr val="FFFF8B"/>
          </a:solidFill>
          <a:ln>
            <a:solidFill>
              <a:schemeClr val="accent6">
                <a:lumMod val="75000"/>
              </a:schemeClr>
            </a:solidFill>
            <a:prstDash val="solid"/>
          </a:ln>
        </p:spPr>
        <p:txBody>
          <a:bodyPr wrap="square" lIns="36000" tIns="108000" rIns="36000" bIns="36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noProof="1"/>
            </a:pPr>
            <a:r>
              <a:rPr kumimoji="1" lang="ja-JP" altLang="en-US" sz="1100" b="0" i="0" u="none" strike="noStrike" kern="0" cap="none" spc="0" normalizeH="0" baseline="0" noProof="1">
                <a:ln>
                  <a:noFill/>
                </a:ln>
                <a:solidFill>
                  <a:prstClr val="black"/>
                </a:solidFill>
                <a:effectLst/>
                <a:uLnTx/>
                <a:uFillTx/>
                <a:latin typeface="Meiryo UI"/>
                <a:ea typeface="Meiryo UI"/>
                <a:cs typeface="Meiryo UI" charset="0"/>
              </a:rPr>
              <a:t>精査には以下を含むものとする。</a:t>
            </a:r>
            <a:br>
              <a:rPr kumimoji="1" lang="en-US" altLang="ja-JP" sz="1100" b="0" i="0" u="none" strike="noStrike" kern="0" cap="none" spc="0" normalizeH="0" baseline="0" noProof="1">
                <a:ln>
                  <a:noFill/>
                </a:ln>
                <a:solidFill>
                  <a:prstClr val="black"/>
                </a:solidFill>
                <a:effectLst/>
                <a:uLnTx/>
                <a:uFillTx/>
                <a:latin typeface="Meiryo UI"/>
                <a:ea typeface="Meiryo UI"/>
                <a:cs typeface="Meiryo UI" charset="0"/>
              </a:rPr>
            </a:br>
            <a:r>
              <a:rPr kumimoji="1" lang="ja-JP" altLang="en-US" sz="1100" b="1" i="0" u="sng" strike="noStrike" kern="0" cap="none" spc="0" normalizeH="0" baseline="0" noProof="1">
                <a:ln>
                  <a:noFill/>
                </a:ln>
                <a:solidFill>
                  <a:prstClr val="black"/>
                </a:solidFill>
                <a:effectLst/>
                <a:uLnTx/>
                <a:uFillTx/>
                <a:latin typeface="Meiryo UI"/>
                <a:ea typeface="Meiryo UI"/>
                <a:cs typeface="Meiryo UI" charset="0"/>
              </a:rPr>
              <a:t>・要件整理結果の確認</a:t>
            </a:r>
            <a:r>
              <a:rPr kumimoji="1" lang="en-US" altLang="ja-JP" sz="1100" b="1" i="0" u="sng" strike="noStrike" kern="0" cap="none" spc="0" normalizeH="0" baseline="0" noProof="1">
                <a:ln>
                  <a:noFill/>
                </a:ln>
                <a:solidFill>
                  <a:prstClr val="black"/>
                </a:solidFill>
                <a:effectLst/>
                <a:uLnTx/>
                <a:uFillTx/>
                <a:latin typeface="Meiryo UI"/>
                <a:ea typeface="Meiryo UI"/>
                <a:cs typeface="Meiryo UI" charset="0"/>
              </a:rPr>
              <a:t>【</a:t>
            </a:r>
            <a:r>
              <a:rPr kumimoji="1" lang="ja-JP" altLang="en-US" sz="1100" b="1" i="0" u="sng" strike="noStrike" kern="0" cap="none" spc="0" normalizeH="0" baseline="0" noProof="1">
                <a:ln>
                  <a:noFill/>
                </a:ln>
                <a:solidFill>
                  <a:prstClr val="black"/>
                </a:solidFill>
                <a:effectLst/>
                <a:uLnTx/>
                <a:uFillTx/>
                <a:latin typeface="Meiryo UI"/>
                <a:ea typeface="Meiryo UI"/>
                <a:cs typeface="Meiryo UI" charset="0"/>
              </a:rPr>
              <a:t>厚労省・</a:t>
            </a:r>
            <a:r>
              <a:rPr kumimoji="1" lang="en-US" altLang="ja-JP" sz="1100" b="1" i="0" u="sng" strike="noStrike" kern="0" cap="none" spc="0" normalizeH="0" baseline="0" noProof="1">
                <a:ln>
                  <a:noFill/>
                </a:ln>
                <a:solidFill>
                  <a:prstClr val="black"/>
                </a:solidFill>
                <a:effectLst/>
                <a:uLnTx/>
                <a:uFillTx/>
                <a:latin typeface="Meiryo UI"/>
                <a:ea typeface="Meiryo UI"/>
                <a:cs typeface="Meiryo UI" charset="0"/>
              </a:rPr>
              <a:t>DX</a:t>
            </a:r>
            <a:r>
              <a:rPr lang="ja-JP" altLang="en-US" sz="1100" b="1" u="sng" kern="0" noProof="1">
                <a:solidFill>
                  <a:prstClr val="black"/>
                </a:solidFill>
                <a:latin typeface="Meiryo UI"/>
                <a:ea typeface="Meiryo UI"/>
                <a:cs typeface="Meiryo UI" charset="0"/>
              </a:rPr>
              <a:t>機構</a:t>
            </a:r>
            <a:r>
              <a:rPr kumimoji="1" lang="en-US" altLang="ja-JP" sz="1100" b="1" i="0" u="sng" strike="noStrike" kern="0" cap="none" spc="0" normalizeH="0" baseline="0" noProof="1">
                <a:ln>
                  <a:noFill/>
                </a:ln>
                <a:solidFill>
                  <a:prstClr val="black"/>
                </a:solidFill>
                <a:effectLst/>
                <a:uLnTx/>
                <a:uFillTx/>
                <a:latin typeface="Meiryo UI"/>
                <a:ea typeface="Meiryo UI"/>
                <a:cs typeface="Meiryo UI" charset="0"/>
              </a:rPr>
              <a:t>】</a:t>
            </a:r>
            <a:br>
              <a:rPr kumimoji="1" lang="en-US" altLang="ja-JP" sz="1100" b="1" i="0" u="sng" strike="noStrike" kern="0" cap="none" spc="0" normalizeH="0" baseline="0" noProof="1">
                <a:ln>
                  <a:noFill/>
                </a:ln>
                <a:solidFill>
                  <a:prstClr val="black"/>
                </a:solidFill>
                <a:effectLst/>
                <a:uLnTx/>
                <a:uFillTx/>
                <a:latin typeface="Meiryo UI"/>
                <a:ea typeface="Meiryo UI"/>
                <a:cs typeface="Meiryo UI" charset="0"/>
              </a:rPr>
            </a:br>
            <a:r>
              <a:rPr kumimoji="1" lang="ja-JP" altLang="en-US" sz="1100" b="1" i="0" u="sng" strike="noStrike" kern="0" cap="none" spc="0" normalizeH="0" baseline="0" noProof="1">
                <a:ln>
                  <a:noFill/>
                </a:ln>
                <a:solidFill>
                  <a:prstClr val="black"/>
                </a:solidFill>
                <a:effectLst/>
                <a:uLnTx/>
                <a:uFillTx/>
                <a:latin typeface="Meiryo UI"/>
                <a:ea typeface="Meiryo UI"/>
                <a:cs typeface="Meiryo UI" charset="0"/>
              </a:rPr>
              <a:t>・見積結果を踏まえた令和9年度開発要否の精査</a:t>
            </a:r>
            <a:r>
              <a:rPr kumimoji="1" lang="en-US" altLang="ja-JP" sz="1100" b="1" i="0" u="sng" strike="noStrike" kern="0" cap="none" spc="0" normalizeH="0" baseline="0" noProof="1">
                <a:ln>
                  <a:noFill/>
                </a:ln>
                <a:solidFill>
                  <a:prstClr val="black"/>
                </a:solidFill>
                <a:effectLst/>
                <a:uLnTx/>
                <a:uFillTx/>
                <a:latin typeface="Meiryo UI"/>
                <a:ea typeface="Meiryo UI"/>
                <a:cs typeface="Meiryo UI" charset="0"/>
              </a:rPr>
              <a:t>【</a:t>
            </a:r>
            <a:r>
              <a:rPr kumimoji="1" lang="ja-JP" altLang="en-US" sz="1100" b="1" i="0" u="sng" strike="noStrike" kern="0" cap="none" spc="0" normalizeH="0" baseline="0" noProof="1">
                <a:ln>
                  <a:noFill/>
                </a:ln>
                <a:solidFill>
                  <a:prstClr val="black"/>
                </a:solidFill>
                <a:effectLst/>
                <a:uLnTx/>
                <a:uFillTx/>
                <a:latin typeface="Meiryo UI"/>
                <a:ea typeface="Meiryo UI"/>
                <a:cs typeface="Meiryo UI" charset="0"/>
              </a:rPr>
              <a:t>厚労省</a:t>
            </a:r>
            <a:r>
              <a:rPr kumimoji="1" lang="en-US" altLang="ja-JP" sz="1100" b="1" i="0" u="sng" strike="noStrike" kern="0" cap="none" spc="0" normalizeH="0" baseline="0" noProof="1">
                <a:ln>
                  <a:noFill/>
                </a:ln>
                <a:solidFill>
                  <a:prstClr val="black"/>
                </a:solidFill>
                <a:effectLst/>
                <a:uLnTx/>
                <a:uFillTx/>
                <a:latin typeface="Meiryo UI"/>
                <a:ea typeface="Meiryo UI"/>
                <a:cs typeface="Meiryo UI" charset="0"/>
              </a:rPr>
              <a:t>】</a:t>
            </a:r>
          </a:p>
          <a:p>
            <a:pPr marL="0" marR="0" lvl="0" indent="0" algn="l" defTabSz="914400" rtl="0" eaLnBrk="1" fontAlgn="auto" latinLnBrk="0" hangingPunct="1">
              <a:lnSpc>
                <a:spcPct val="100000"/>
              </a:lnSpc>
              <a:spcBef>
                <a:spcPts val="0"/>
              </a:spcBef>
              <a:spcAft>
                <a:spcPts val="0"/>
              </a:spcAft>
              <a:buClrTx/>
              <a:buSzTx/>
              <a:buFontTx/>
              <a:buNone/>
              <a:tabLst/>
              <a:defRPr noProof="1"/>
            </a:pPr>
            <a:r>
              <a:rPr kumimoji="1" lang="ja-JP" altLang="en-US" sz="1100" b="1" i="0" u="sng" strike="noStrike" kern="0" cap="none" spc="0" normalizeH="0" baseline="0" noProof="1">
                <a:ln>
                  <a:noFill/>
                </a:ln>
                <a:solidFill>
                  <a:prstClr val="black"/>
                </a:solidFill>
                <a:effectLst/>
                <a:uLnTx/>
                <a:uFillTx/>
                <a:latin typeface="Meiryo UI"/>
                <a:ea typeface="Meiryo UI"/>
                <a:cs typeface="Meiryo UI" charset="0"/>
              </a:rPr>
              <a:t>・調達委員会付議の準備</a:t>
            </a:r>
            <a:r>
              <a:rPr kumimoji="1" lang="en-US" altLang="ja-JP" sz="1100" b="1" i="0" u="sng" strike="noStrike" kern="0" cap="none" spc="0" normalizeH="0" baseline="0" noProof="1">
                <a:ln>
                  <a:noFill/>
                </a:ln>
                <a:solidFill>
                  <a:prstClr val="black"/>
                </a:solidFill>
                <a:effectLst/>
                <a:uLnTx/>
                <a:uFillTx/>
                <a:latin typeface="Meiryo UI"/>
                <a:ea typeface="Meiryo UI"/>
                <a:cs typeface="Meiryo UI" charset="0"/>
              </a:rPr>
              <a:t>【DX</a:t>
            </a:r>
            <a:r>
              <a:rPr kumimoji="1" lang="ja-JP" altLang="en-US" sz="1100" b="1" i="0" u="sng" strike="noStrike" kern="0" cap="none" spc="0" normalizeH="0" baseline="0" noProof="1">
                <a:ln>
                  <a:noFill/>
                </a:ln>
                <a:solidFill>
                  <a:prstClr val="black"/>
                </a:solidFill>
                <a:effectLst/>
                <a:uLnTx/>
                <a:uFillTx/>
                <a:latin typeface="Meiryo UI"/>
                <a:ea typeface="Meiryo UI"/>
                <a:cs typeface="Meiryo UI" charset="0"/>
              </a:rPr>
              <a:t>機構</a:t>
            </a:r>
            <a:r>
              <a:rPr kumimoji="1" lang="en-US" altLang="ja-JP" sz="1100" b="1" i="0" u="sng" strike="noStrike" kern="0" cap="none" spc="0" normalizeH="0" baseline="0" noProof="1">
                <a:ln>
                  <a:noFill/>
                </a:ln>
                <a:solidFill>
                  <a:prstClr val="black"/>
                </a:solidFill>
                <a:effectLst/>
                <a:uLnTx/>
                <a:uFillTx/>
                <a:latin typeface="Meiryo UI"/>
                <a:ea typeface="Meiryo UI"/>
                <a:cs typeface="Meiryo UI" charset="0"/>
              </a:rPr>
              <a:t>】</a:t>
            </a:r>
          </a:p>
        </p:txBody>
      </p:sp>
      <p:cxnSp>
        <p:nvCxnSpPr>
          <p:cNvPr id="171" name="直線コネクタ 170">
            <a:extLst>
              <a:ext uri="{FF2B5EF4-FFF2-40B4-BE49-F238E27FC236}">
                <a16:creationId xmlns:a16="http://schemas.microsoft.com/office/drawing/2014/main" id="{892CAA46-30C9-767E-E67C-62A9573261BB}"/>
              </a:ext>
            </a:extLst>
          </p:cNvPr>
          <p:cNvCxnSpPr>
            <a:cxnSpLocks/>
            <a:stCxn id="152" idx="0"/>
            <a:endCxn id="198" idx="2"/>
          </p:cNvCxnSpPr>
          <p:nvPr/>
        </p:nvCxnSpPr>
        <p:spPr bwMode="auto">
          <a:xfrm flipH="1" flipV="1">
            <a:off x="7818554" y="5482759"/>
            <a:ext cx="341190" cy="171811"/>
          </a:xfrm>
          <a:prstGeom prst="line">
            <a:avLst/>
          </a:prstGeom>
          <a:solidFill>
            <a:schemeClr val="bg1"/>
          </a:solidFill>
          <a:ln w="9525" cap="flat" cmpd="sng" algn="ctr">
            <a:solidFill>
              <a:schemeClr val="accent6">
                <a:lumMod val="75000"/>
              </a:schemeClr>
            </a:solidFill>
            <a:prstDash val="solid"/>
            <a:round/>
            <a:headEnd type="none" w="med" len="med"/>
            <a:tailEnd type="oval" w="med" len="med"/>
          </a:ln>
          <a:effectLst/>
        </p:spPr>
      </p:cxnSp>
      <p:cxnSp>
        <p:nvCxnSpPr>
          <p:cNvPr id="174" name="直線コネクタ 173">
            <a:extLst>
              <a:ext uri="{FF2B5EF4-FFF2-40B4-BE49-F238E27FC236}">
                <a16:creationId xmlns:a16="http://schemas.microsoft.com/office/drawing/2014/main" id="{24B9EAA2-05C8-5882-C938-9791DFC52B21}"/>
              </a:ext>
            </a:extLst>
          </p:cNvPr>
          <p:cNvCxnSpPr>
            <a:cxnSpLocks/>
            <a:stCxn id="152" idx="0"/>
            <a:endCxn id="147" idx="2"/>
          </p:cNvCxnSpPr>
          <p:nvPr/>
        </p:nvCxnSpPr>
        <p:spPr bwMode="auto">
          <a:xfrm flipH="1" flipV="1">
            <a:off x="7787048" y="4249057"/>
            <a:ext cx="372696" cy="1405513"/>
          </a:xfrm>
          <a:prstGeom prst="line">
            <a:avLst/>
          </a:prstGeom>
          <a:solidFill>
            <a:schemeClr val="bg1"/>
          </a:solidFill>
          <a:ln w="9525" cap="flat" cmpd="sng" algn="ctr">
            <a:solidFill>
              <a:schemeClr val="accent6">
                <a:lumMod val="75000"/>
              </a:schemeClr>
            </a:solidFill>
            <a:prstDash val="solid"/>
            <a:round/>
            <a:headEnd type="none" w="med" len="med"/>
            <a:tailEnd type="oval" w="med" len="med"/>
          </a:ln>
          <a:effectLst/>
        </p:spPr>
      </p:cxnSp>
      <p:cxnSp>
        <p:nvCxnSpPr>
          <p:cNvPr id="179" name="直線コネクタ 178">
            <a:extLst>
              <a:ext uri="{FF2B5EF4-FFF2-40B4-BE49-F238E27FC236}">
                <a16:creationId xmlns:a16="http://schemas.microsoft.com/office/drawing/2014/main" id="{1BF5B0E6-3C0E-C4B2-A80B-AC80E3072905}"/>
              </a:ext>
            </a:extLst>
          </p:cNvPr>
          <p:cNvCxnSpPr>
            <a:cxnSpLocks/>
            <a:stCxn id="152" idx="0"/>
            <a:endCxn id="196" idx="2"/>
          </p:cNvCxnSpPr>
          <p:nvPr/>
        </p:nvCxnSpPr>
        <p:spPr bwMode="auto">
          <a:xfrm flipH="1" flipV="1">
            <a:off x="7800599" y="3200708"/>
            <a:ext cx="359145" cy="2453862"/>
          </a:xfrm>
          <a:prstGeom prst="line">
            <a:avLst/>
          </a:prstGeom>
          <a:solidFill>
            <a:schemeClr val="bg1"/>
          </a:solidFill>
          <a:ln w="9525" cap="flat" cmpd="sng" algn="ctr">
            <a:solidFill>
              <a:schemeClr val="accent6">
                <a:lumMod val="75000"/>
              </a:schemeClr>
            </a:solidFill>
            <a:prstDash val="solid"/>
            <a:round/>
            <a:headEnd type="none" w="med" len="med"/>
            <a:tailEnd type="oval" w="med" len="med"/>
          </a:ln>
          <a:effectLst/>
        </p:spPr>
      </p:cxnSp>
      <p:sp>
        <p:nvSpPr>
          <p:cNvPr id="9" name="正方形/長方形 8">
            <a:extLst>
              <a:ext uri="{FF2B5EF4-FFF2-40B4-BE49-F238E27FC236}">
                <a16:creationId xmlns:a16="http://schemas.microsoft.com/office/drawing/2014/main" id="{528E881C-461D-18CD-1DC5-CB1FAE59386C}"/>
              </a:ext>
            </a:extLst>
          </p:cNvPr>
          <p:cNvSpPr/>
          <p:nvPr/>
        </p:nvSpPr>
        <p:spPr>
          <a:xfrm>
            <a:off x="7315341" y="1902508"/>
            <a:ext cx="1042034" cy="144000"/>
          </a:xfrm>
          <a:prstGeom prst="rect">
            <a:avLst/>
          </a:prstGeom>
          <a:solidFill>
            <a:sysClr val="windowText" lastClr="000000"/>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900" kern="0">
                <a:solidFill>
                  <a:prstClr val="white"/>
                </a:solidFill>
                <a:latin typeface="Meiryo UI"/>
                <a:ea typeface="Meiryo UI"/>
              </a:rPr>
              <a:t>3</a:t>
            </a:r>
            <a:r>
              <a:rPr kumimoji="0" lang="ja-JP" altLang="en-US" sz="900" b="0" i="0" u="none" strike="noStrike" kern="0" cap="none" spc="0" normalizeH="0" baseline="0" noProof="0">
                <a:ln>
                  <a:noFill/>
                </a:ln>
                <a:solidFill>
                  <a:prstClr val="white"/>
                </a:solidFill>
                <a:effectLst/>
                <a:uLnTx/>
                <a:uFillTx/>
                <a:latin typeface="Meiryo UI"/>
                <a:ea typeface="Meiryo UI"/>
                <a:cs typeface="+mn-cs"/>
              </a:rPr>
              <a:t>月</a:t>
            </a:r>
          </a:p>
        </p:txBody>
      </p:sp>
      <p:sp>
        <p:nvSpPr>
          <p:cNvPr id="20" name="正方形/長方形 19">
            <a:extLst>
              <a:ext uri="{FF2B5EF4-FFF2-40B4-BE49-F238E27FC236}">
                <a16:creationId xmlns:a16="http://schemas.microsoft.com/office/drawing/2014/main" id="{9D1ED226-1601-92E1-A078-603C201C0D33}"/>
              </a:ext>
            </a:extLst>
          </p:cNvPr>
          <p:cNvSpPr/>
          <p:nvPr/>
        </p:nvSpPr>
        <p:spPr>
          <a:xfrm>
            <a:off x="8369041" y="1902508"/>
            <a:ext cx="486116" cy="144000"/>
          </a:xfrm>
          <a:prstGeom prst="rect">
            <a:avLst/>
          </a:prstGeom>
          <a:solidFill>
            <a:sysClr val="windowText" lastClr="000000"/>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900" kern="0">
                <a:solidFill>
                  <a:prstClr val="white"/>
                </a:solidFill>
                <a:latin typeface="Meiryo UI"/>
                <a:ea typeface="Meiryo UI"/>
              </a:rPr>
              <a:t>4</a:t>
            </a:r>
            <a:r>
              <a:rPr kumimoji="0" lang="ja-JP" altLang="en-US" sz="900" b="0" i="0" u="none" strike="noStrike" kern="0" cap="none" spc="0" normalizeH="0" baseline="0" noProof="0">
                <a:ln>
                  <a:noFill/>
                </a:ln>
                <a:solidFill>
                  <a:prstClr val="white"/>
                </a:solidFill>
                <a:effectLst/>
                <a:uLnTx/>
                <a:uFillTx/>
                <a:latin typeface="Meiryo UI"/>
                <a:ea typeface="Meiryo UI"/>
                <a:cs typeface="+mn-cs"/>
              </a:rPr>
              <a:t>月</a:t>
            </a:r>
          </a:p>
        </p:txBody>
      </p:sp>
      <p:sp>
        <p:nvSpPr>
          <p:cNvPr id="43" name="矢印: 五方向 42">
            <a:extLst>
              <a:ext uri="{FF2B5EF4-FFF2-40B4-BE49-F238E27FC236}">
                <a16:creationId xmlns:a16="http://schemas.microsoft.com/office/drawing/2014/main" id="{F5DACFF7-7EAF-ABB5-DE66-8F4A68E6AB29}"/>
              </a:ext>
            </a:extLst>
          </p:cNvPr>
          <p:cNvSpPr/>
          <p:nvPr/>
        </p:nvSpPr>
        <p:spPr bwMode="gray">
          <a:xfrm>
            <a:off x="1670677" y="2947091"/>
            <a:ext cx="1951299" cy="245929"/>
          </a:xfrm>
          <a:prstGeom prst="homePlate">
            <a:avLst>
              <a:gd name="adj" fmla="val 13397"/>
            </a:avLst>
          </a:prstGeom>
          <a:solidFill>
            <a:schemeClr val="accent3">
              <a:lumMod val="20000"/>
              <a:lumOff val="80000"/>
            </a:schemeClr>
          </a:solidFill>
          <a:ln w="3175">
            <a:solidFill>
              <a:schemeClr val="bg1">
                <a:lumMod val="50000"/>
              </a:schemeClr>
            </a:solidFill>
          </a:ln>
          <a:effectLst/>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lang="ja-JP" altLang="en-US" sz="1100" cap="all">
                <a:solidFill>
                  <a:srgbClr val="C00000"/>
                </a:solidFill>
                <a:latin typeface="Meiryo UI" panose="020B0604030504040204" pitchFamily="50" charset="-128"/>
                <a:ea typeface="Meiryo UI" panose="020B0604030504040204" pitchFamily="50" charset="-128"/>
              </a:rPr>
              <a:t>要求事項整理</a:t>
            </a:r>
            <a:endParaRPr kumimoji="1" lang="ja-JP" altLang="en-US" sz="1100" b="0" i="0" u="none" strike="noStrike" kern="1200" cap="all" spc="0" normalizeH="0" baseline="0" noProof="0">
              <a:ln>
                <a:noFill/>
              </a:ln>
              <a:solidFill>
                <a:srgbClr val="C00000"/>
              </a:solidFill>
              <a:effectLst/>
              <a:uLnTx/>
              <a:uFillTx/>
              <a:latin typeface="Meiryo UI" panose="020B0604030504040204" pitchFamily="50" charset="-128"/>
              <a:ea typeface="Meiryo UI" panose="020B0604030504040204" pitchFamily="50" charset="-128"/>
              <a:cs typeface="+mn-cs"/>
            </a:endParaRPr>
          </a:p>
        </p:txBody>
      </p:sp>
      <p:sp>
        <p:nvSpPr>
          <p:cNvPr id="53" name="正方形/長方形 52">
            <a:extLst>
              <a:ext uri="{FF2B5EF4-FFF2-40B4-BE49-F238E27FC236}">
                <a16:creationId xmlns:a16="http://schemas.microsoft.com/office/drawing/2014/main" id="{BBB19245-B92A-6662-9CE2-92ED64C09E78}"/>
              </a:ext>
            </a:extLst>
          </p:cNvPr>
          <p:cNvSpPr/>
          <p:nvPr/>
        </p:nvSpPr>
        <p:spPr>
          <a:xfrm>
            <a:off x="1364545" y="3275420"/>
            <a:ext cx="2228521" cy="613927"/>
          </a:xfrm>
          <a:prstGeom prst="rect">
            <a:avLst/>
          </a:prstGeom>
          <a:solidFill>
            <a:srgbClr val="FFFF8B"/>
          </a:solidFill>
          <a:ln>
            <a:solidFill>
              <a:schemeClr val="accent6">
                <a:lumMod val="75000"/>
              </a:schemeClr>
            </a:solidFill>
            <a:prstDash val="solid"/>
          </a:ln>
        </p:spPr>
        <p:txBody>
          <a:bodyPr wrap="square" lIns="36000" tIns="108000" rIns="36000" bIns="36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noProof="1"/>
            </a:pPr>
            <a:r>
              <a:rPr kumimoji="1" lang="ja-JP" altLang="en-US" sz="1100" b="1" i="0" u="sng" strike="noStrike" kern="0" cap="none" spc="0" normalizeH="0" baseline="0" noProof="1">
                <a:ln>
                  <a:noFill/>
                </a:ln>
                <a:solidFill>
                  <a:srgbClr val="C00000"/>
                </a:solidFill>
                <a:effectLst/>
                <a:uLnTx/>
                <a:uFillTx/>
                <a:latin typeface="Meiryo UI"/>
                <a:ea typeface="Meiryo UI"/>
                <a:cs typeface="Meiryo UI" charset="0"/>
              </a:rPr>
              <a:t>開発事業者による要件整理着手前</a:t>
            </a:r>
            <a:r>
              <a:rPr kumimoji="1" lang="en-US" altLang="ja-JP" sz="1100" b="1" i="0" u="sng" strike="noStrike" kern="0" cap="none" spc="0" normalizeH="0" baseline="0" noProof="1">
                <a:ln>
                  <a:noFill/>
                </a:ln>
                <a:solidFill>
                  <a:srgbClr val="C00000"/>
                </a:solidFill>
                <a:effectLst/>
                <a:uLnTx/>
                <a:uFillTx/>
                <a:latin typeface="Meiryo UI"/>
                <a:ea typeface="Meiryo UI"/>
                <a:cs typeface="Meiryo UI" charset="0"/>
              </a:rPr>
              <a:t>(11</a:t>
            </a:r>
            <a:r>
              <a:rPr kumimoji="1" lang="ja-JP" altLang="en-US" sz="1100" b="1" i="0" u="sng" strike="noStrike" kern="0" cap="none" spc="0" normalizeH="0" baseline="0" noProof="1">
                <a:ln>
                  <a:noFill/>
                </a:ln>
                <a:solidFill>
                  <a:srgbClr val="C00000"/>
                </a:solidFill>
                <a:effectLst/>
                <a:uLnTx/>
                <a:uFillTx/>
                <a:latin typeface="Meiryo UI"/>
                <a:ea typeface="Meiryo UI"/>
                <a:cs typeface="Meiryo UI" charset="0"/>
              </a:rPr>
              <a:t>月</a:t>
            </a:r>
            <a:r>
              <a:rPr kumimoji="1" lang="en-US" altLang="ja-JP" sz="1100" b="1" i="0" u="sng" strike="noStrike" kern="0" cap="none" spc="0" normalizeH="0" baseline="0" noProof="1">
                <a:ln>
                  <a:noFill/>
                </a:ln>
                <a:solidFill>
                  <a:srgbClr val="C00000"/>
                </a:solidFill>
                <a:effectLst/>
                <a:uLnTx/>
                <a:uFillTx/>
                <a:latin typeface="Meiryo UI"/>
                <a:ea typeface="Meiryo UI"/>
                <a:cs typeface="Meiryo UI" charset="0"/>
              </a:rPr>
              <a:t>2</a:t>
            </a:r>
            <a:r>
              <a:rPr kumimoji="1" lang="ja-JP" altLang="en-US" sz="1100" b="1" i="0" u="sng" strike="noStrike" kern="0" cap="none" spc="0" normalizeH="0" baseline="0" noProof="1">
                <a:ln>
                  <a:noFill/>
                </a:ln>
                <a:solidFill>
                  <a:srgbClr val="C00000"/>
                </a:solidFill>
                <a:effectLst/>
                <a:uLnTx/>
                <a:uFillTx/>
                <a:latin typeface="Meiryo UI"/>
                <a:ea typeface="Meiryo UI"/>
                <a:cs typeface="Meiryo UI" charset="0"/>
              </a:rPr>
              <a:t>週目を目安</a:t>
            </a:r>
            <a:r>
              <a:rPr kumimoji="1" lang="en-US" altLang="ja-JP" sz="1100" b="1" i="0" u="sng" strike="noStrike" kern="0" cap="none" spc="0" normalizeH="0" baseline="0" noProof="1">
                <a:ln>
                  <a:noFill/>
                </a:ln>
                <a:solidFill>
                  <a:srgbClr val="C00000"/>
                </a:solidFill>
                <a:effectLst/>
                <a:uLnTx/>
                <a:uFillTx/>
                <a:latin typeface="Meiryo UI"/>
                <a:ea typeface="Meiryo UI"/>
                <a:cs typeface="Meiryo UI" charset="0"/>
              </a:rPr>
              <a:t>)</a:t>
            </a:r>
            <a:r>
              <a:rPr kumimoji="1" lang="ja-JP" altLang="en-US" sz="1100" b="1" i="0" u="sng" strike="noStrike" kern="0" cap="none" spc="0" normalizeH="0" baseline="0" noProof="1">
                <a:ln>
                  <a:noFill/>
                </a:ln>
                <a:solidFill>
                  <a:srgbClr val="C00000"/>
                </a:solidFill>
                <a:effectLst/>
                <a:uLnTx/>
                <a:uFillTx/>
                <a:latin typeface="Meiryo UI"/>
                <a:ea typeface="Meiryo UI"/>
                <a:cs typeface="Meiryo UI" charset="0"/>
              </a:rPr>
              <a:t>に、要求事項をご連携いただきたい。</a:t>
            </a:r>
            <a:endParaRPr kumimoji="1" lang="en-US" altLang="ja-JP" sz="1100" b="1" i="0" u="sng" strike="noStrike" kern="0" cap="none" spc="0" normalizeH="0" baseline="0" noProof="1">
              <a:ln>
                <a:noFill/>
              </a:ln>
              <a:solidFill>
                <a:srgbClr val="C00000"/>
              </a:solidFill>
              <a:effectLst/>
              <a:uLnTx/>
              <a:uFillTx/>
              <a:latin typeface="Meiryo UI"/>
              <a:ea typeface="Meiryo UI"/>
              <a:cs typeface="Meiryo UI" charset="0"/>
            </a:endParaRPr>
          </a:p>
        </p:txBody>
      </p:sp>
      <p:cxnSp>
        <p:nvCxnSpPr>
          <p:cNvPr id="60" name="直線コネクタ 59">
            <a:extLst>
              <a:ext uri="{FF2B5EF4-FFF2-40B4-BE49-F238E27FC236}">
                <a16:creationId xmlns:a16="http://schemas.microsoft.com/office/drawing/2014/main" id="{2176DE8D-486E-8588-8FBF-DDFFF50107D1}"/>
              </a:ext>
            </a:extLst>
          </p:cNvPr>
          <p:cNvCxnSpPr>
            <a:cxnSpLocks/>
            <a:stCxn id="53" idx="0"/>
            <a:endCxn id="43" idx="2"/>
          </p:cNvCxnSpPr>
          <p:nvPr/>
        </p:nvCxnSpPr>
        <p:spPr bwMode="auto">
          <a:xfrm flipV="1">
            <a:off x="2478806" y="3193020"/>
            <a:ext cx="151047" cy="82400"/>
          </a:xfrm>
          <a:prstGeom prst="line">
            <a:avLst/>
          </a:prstGeom>
          <a:solidFill>
            <a:schemeClr val="bg1"/>
          </a:solidFill>
          <a:ln w="9525" cap="flat" cmpd="sng" algn="ctr">
            <a:solidFill>
              <a:schemeClr val="accent6">
                <a:lumMod val="75000"/>
              </a:schemeClr>
            </a:solidFill>
            <a:prstDash val="solid"/>
            <a:round/>
            <a:headEnd type="none" w="med" len="med"/>
            <a:tailEnd type="oval" w="med" len="med"/>
          </a:ln>
          <a:effectLst/>
        </p:spPr>
      </p:cxnSp>
      <p:sp>
        <p:nvSpPr>
          <p:cNvPr id="48" name="テキスト ボックス 47">
            <a:extLst>
              <a:ext uri="{FF2B5EF4-FFF2-40B4-BE49-F238E27FC236}">
                <a16:creationId xmlns:a16="http://schemas.microsoft.com/office/drawing/2014/main" id="{F12EA5B8-193D-753D-C6A3-1581CF6AD189}"/>
              </a:ext>
            </a:extLst>
          </p:cNvPr>
          <p:cNvSpPr txBox="1"/>
          <p:nvPr/>
        </p:nvSpPr>
        <p:spPr>
          <a:xfrm>
            <a:off x="7116214" y="1542683"/>
            <a:ext cx="2236017" cy="136760"/>
          </a:xfrm>
          <a:prstGeom prst="rect">
            <a:avLst/>
          </a:prstGeom>
          <a:noFill/>
        </p:spPr>
        <p:txBody>
          <a:bodyPr wrap="square" lIns="36000" tIns="36000" rIns="36000" bIns="36000" rtlCol="0" anchor="ctr">
            <a:noAutofit/>
          </a:bodyPr>
          <a:lstStyle/>
          <a:p>
            <a:pPr algn="l" defTabSz="914400" fontAlgn="base">
              <a:lnSpc>
                <a:spcPct val="80000"/>
              </a:lnSpc>
              <a:spcBef>
                <a:spcPct val="0"/>
              </a:spcBef>
              <a:spcAft>
                <a:spcPct val="0"/>
              </a:spcAft>
            </a:pPr>
            <a:r>
              <a:rPr kumimoji="1" lang="en-US" altLang="ja-JP" sz="800" i="0">
                <a:solidFill>
                  <a:srgbClr val="C00000"/>
                </a:solidFill>
                <a:latin typeface="Meiryo UI" panose="020B0604030504040204" pitchFamily="50" charset="-128"/>
                <a:ea typeface="Meiryo UI" panose="020B0604030504040204" pitchFamily="50" charset="-128"/>
              </a:rPr>
              <a:t>※</a:t>
            </a:r>
            <a:r>
              <a:rPr kumimoji="1" lang="ja-JP" altLang="en-US" sz="800" i="0">
                <a:solidFill>
                  <a:srgbClr val="C00000"/>
                </a:solidFill>
                <a:latin typeface="Meiryo UI" panose="020B0604030504040204" pitchFamily="50" charset="-128"/>
                <a:ea typeface="Meiryo UI" panose="020B0604030504040204" pitchFamily="50" charset="-128"/>
              </a:rPr>
              <a:t>赤字：追記事項</a:t>
            </a:r>
          </a:p>
        </p:txBody>
      </p:sp>
    </p:spTree>
    <p:extLst>
      <p:ext uri="{BB962C8B-B14F-4D97-AF65-F5344CB8AC3E}">
        <p14:creationId xmlns:p14="http://schemas.microsoft.com/office/powerpoint/2010/main" val="17499427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7BA6F7E-4A6C-2183-CA9C-E261D32C1BF0}"/>
              </a:ext>
            </a:extLst>
          </p:cNvPr>
          <p:cNvSpPr>
            <a:spLocks noGrp="1"/>
          </p:cNvSpPr>
          <p:nvPr>
            <p:ph type="title"/>
          </p:nvPr>
        </p:nvSpPr>
        <p:spPr/>
        <p:txBody>
          <a:bodyPr/>
          <a:lstStyle/>
          <a:p>
            <a:r>
              <a:rPr lang="en-US" altLang="ja-JP"/>
              <a:t>4</a:t>
            </a:r>
            <a:r>
              <a:rPr kumimoji="1" lang="ja-JP" altLang="en-US"/>
              <a:t>．成果物（案）</a:t>
            </a:r>
          </a:p>
        </p:txBody>
      </p:sp>
      <p:graphicFrame>
        <p:nvGraphicFramePr>
          <p:cNvPr id="4" name="コンテンツ プレースホルダー 3">
            <a:extLst>
              <a:ext uri="{FF2B5EF4-FFF2-40B4-BE49-F238E27FC236}">
                <a16:creationId xmlns:a16="http://schemas.microsoft.com/office/drawing/2014/main" id="{8AFB7E7A-3FD0-C160-F363-BD957717BB5E}"/>
              </a:ext>
            </a:extLst>
          </p:cNvPr>
          <p:cNvGraphicFramePr>
            <a:graphicFrameLocks noGrp="1"/>
          </p:cNvGraphicFramePr>
          <p:nvPr>
            <p:ph sz="quarter" idx="12"/>
            <p:extLst>
              <p:ext uri="{D42A27DB-BD31-4B8C-83A1-F6EECF244321}">
                <p14:modId xmlns:p14="http://schemas.microsoft.com/office/powerpoint/2010/main" val="1758984092"/>
              </p:ext>
            </p:extLst>
          </p:nvPr>
        </p:nvGraphicFramePr>
        <p:xfrm>
          <a:off x="176734" y="756475"/>
          <a:ext cx="9597358" cy="5792769"/>
        </p:xfrm>
        <a:graphic>
          <a:graphicData uri="http://schemas.openxmlformats.org/drawingml/2006/table">
            <a:tbl>
              <a:tblPr/>
              <a:tblGrid>
                <a:gridCol w="239266">
                  <a:extLst>
                    <a:ext uri="{9D8B030D-6E8A-4147-A177-3AD203B41FA5}">
                      <a16:colId xmlns:a16="http://schemas.microsoft.com/office/drawing/2014/main" val="4284343247"/>
                    </a:ext>
                  </a:extLst>
                </a:gridCol>
                <a:gridCol w="1394570">
                  <a:extLst>
                    <a:ext uri="{9D8B030D-6E8A-4147-A177-3AD203B41FA5}">
                      <a16:colId xmlns:a16="http://schemas.microsoft.com/office/drawing/2014/main" val="3141866736"/>
                    </a:ext>
                  </a:extLst>
                </a:gridCol>
                <a:gridCol w="1401118">
                  <a:extLst>
                    <a:ext uri="{9D8B030D-6E8A-4147-A177-3AD203B41FA5}">
                      <a16:colId xmlns:a16="http://schemas.microsoft.com/office/drawing/2014/main" val="4131282180"/>
                    </a:ext>
                  </a:extLst>
                </a:gridCol>
                <a:gridCol w="1941510">
                  <a:extLst>
                    <a:ext uri="{9D8B030D-6E8A-4147-A177-3AD203B41FA5}">
                      <a16:colId xmlns:a16="http://schemas.microsoft.com/office/drawing/2014/main" val="1750135942"/>
                    </a:ext>
                  </a:extLst>
                </a:gridCol>
                <a:gridCol w="1384728">
                  <a:extLst>
                    <a:ext uri="{9D8B030D-6E8A-4147-A177-3AD203B41FA5}">
                      <a16:colId xmlns:a16="http://schemas.microsoft.com/office/drawing/2014/main" val="2901405111"/>
                    </a:ext>
                  </a:extLst>
                </a:gridCol>
                <a:gridCol w="1110364">
                  <a:extLst>
                    <a:ext uri="{9D8B030D-6E8A-4147-A177-3AD203B41FA5}">
                      <a16:colId xmlns:a16="http://schemas.microsoft.com/office/drawing/2014/main" val="2195143060"/>
                    </a:ext>
                  </a:extLst>
                </a:gridCol>
                <a:gridCol w="2125802">
                  <a:extLst>
                    <a:ext uri="{9D8B030D-6E8A-4147-A177-3AD203B41FA5}">
                      <a16:colId xmlns:a16="http://schemas.microsoft.com/office/drawing/2014/main" val="198643064"/>
                    </a:ext>
                  </a:extLst>
                </a:gridCol>
              </a:tblGrid>
              <a:tr h="393179">
                <a:tc>
                  <a:txBody>
                    <a:bodyPr/>
                    <a:lstStyle/>
                    <a:p>
                      <a:pPr algn="l" fontAlgn="ctr">
                        <a:buNone/>
                      </a:pPr>
                      <a:r>
                        <a:rPr lang="en-US" sz="1050" b="1" i="0" u="none" strike="noStrike">
                          <a:solidFill>
                            <a:srgbClr val="000000"/>
                          </a:solidFill>
                          <a:effectLst/>
                          <a:latin typeface="+mj-ea"/>
                          <a:ea typeface="+mj-ea"/>
                        </a:rPr>
                        <a:t>No</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l" fontAlgn="ctr">
                        <a:buNone/>
                      </a:pPr>
                      <a:r>
                        <a:rPr lang="ja-JP" altLang="en-US" sz="1050" b="1" i="0" u="none" strike="noStrike">
                          <a:solidFill>
                            <a:srgbClr val="000000"/>
                          </a:solidFill>
                          <a:effectLst/>
                          <a:latin typeface="+mj-ea"/>
                          <a:ea typeface="+mj-ea"/>
                        </a:rPr>
                        <a:t>納品物名</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l" fontAlgn="ctr">
                        <a:buNone/>
                      </a:pPr>
                      <a:r>
                        <a:rPr lang="ja-JP" altLang="en-US" sz="1050" b="1" i="0" u="none" strike="noStrike">
                          <a:solidFill>
                            <a:srgbClr val="000000"/>
                          </a:solidFill>
                          <a:effectLst/>
                          <a:latin typeface="+mj-ea"/>
                          <a:ea typeface="+mj-ea"/>
                        </a:rPr>
                        <a:t>納品物の目的</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l" fontAlgn="ctr">
                        <a:buNone/>
                      </a:pPr>
                      <a:r>
                        <a:rPr lang="ja-JP" altLang="en-US" sz="1050" b="1" i="0" u="none" strike="noStrike">
                          <a:solidFill>
                            <a:srgbClr val="000000"/>
                          </a:solidFill>
                          <a:effectLst/>
                          <a:latin typeface="+mj-ea"/>
                          <a:ea typeface="+mj-ea"/>
                        </a:rPr>
                        <a:t>主な記載内容（具体）</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l" fontAlgn="ctr">
                        <a:buNone/>
                      </a:pPr>
                      <a:r>
                        <a:rPr lang="ja-JP" altLang="en-US" sz="1050" b="1" i="0" u="none" strike="noStrike">
                          <a:solidFill>
                            <a:srgbClr val="000000"/>
                          </a:solidFill>
                          <a:effectLst/>
                          <a:latin typeface="+mj-ea"/>
                          <a:ea typeface="+mj-ea"/>
                        </a:rPr>
                        <a:t>中間成果物提示時期</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l" fontAlgn="ctr">
                        <a:buNone/>
                      </a:pPr>
                      <a:r>
                        <a:rPr lang="ja-JP" altLang="en-US" sz="1050" b="1" i="0" u="none" strike="noStrike">
                          <a:solidFill>
                            <a:srgbClr val="000000"/>
                          </a:solidFill>
                          <a:effectLst/>
                          <a:latin typeface="+mj-ea"/>
                          <a:ea typeface="+mj-ea"/>
                        </a:rPr>
                        <a:t>最終納品時期</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l" fontAlgn="ctr">
                        <a:buNone/>
                      </a:pPr>
                      <a:r>
                        <a:rPr lang="ja-JP" altLang="en-US" sz="1050" b="1" i="0" u="none" strike="noStrike">
                          <a:solidFill>
                            <a:srgbClr val="000000"/>
                          </a:solidFill>
                          <a:effectLst/>
                          <a:latin typeface="+mj-ea"/>
                          <a:ea typeface="+mj-ea"/>
                        </a:rPr>
                        <a:t>備考</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2269462444"/>
                  </a:ext>
                </a:extLst>
              </a:tr>
              <a:tr h="546082">
                <a:tc>
                  <a:txBody>
                    <a:bodyPr/>
                    <a:lstStyle/>
                    <a:p>
                      <a:pPr algn="l" fontAlgn="ctr">
                        <a:buNone/>
                      </a:pPr>
                      <a:r>
                        <a:rPr lang="en-US" altLang="ja-JP" sz="1050" b="0" i="0" u="none" strike="noStrike">
                          <a:solidFill>
                            <a:srgbClr val="000000"/>
                          </a:solidFill>
                          <a:effectLst/>
                          <a:latin typeface="+mj-ea"/>
                          <a:ea typeface="+mj-ea"/>
                        </a:rPr>
                        <a:t>1</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altLang="en-US" sz="1050" b="0" i="0" u="none" strike="noStrike">
                          <a:solidFill>
                            <a:srgbClr val="000000"/>
                          </a:solidFill>
                          <a:effectLst/>
                          <a:latin typeface="+mj-ea"/>
                          <a:ea typeface="+mj-ea"/>
                        </a:rPr>
                        <a:t>要件定義スケジュール</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altLang="en-US" sz="1050" b="0" i="0" u="none" strike="noStrike">
                          <a:solidFill>
                            <a:srgbClr val="000000"/>
                          </a:solidFill>
                          <a:effectLst/>
                          <a:latin typeface="+mj-ea"/>
                          <a:ea typeface="+mj-ea"/>
                        </a:rPr>
                        <a:t>要件定義および見積精緻化を計画的に実施</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altLang="en-US" sz="1050" b="0" i="0" u="none" strike="noStrike">
                          <a:solidFill>
                            <a:srgbClr val="000000"/>
                          </a:solidFill>
                          <a:effectLst/>
                          <a:latin typeface="+mj-ea"/>
                          <a:ea typeface="+mj-ea"/>
                        </a:rPr>
                        <a:t>・全体スケジュール</a:t>
                      </a:r>
                      <a:endParaRPr lang="en-US" altLang="ja-JP" sz="1050" b="0" i="0" u="none" strike="noStrike">
                        <a:solidFill>
                          <a:srgbClr val="000000"/>
                        </a:solidFill>
                        <a:effectLst/>
                        <a:latin typeface="+mj-ea"/>
                        <a:ea typeface="+mj-ea"/>
                      </a:endParaRPr>
                    </a:p>
                    <a:p>
                      <a:pPr algn="l" fontAlgn="ctr">
                        <a:buNone/>
                      </a:pPr>
                      <a:r>
                        <a:rPr lang="ja-JP" altLang="en-US" sz="1050" b="0" i="0" u="none" strike="noStrike">
                          <a:solidFill>
                            <a:srgbClr val="000000"/>
                          </a:solidFill>
                          <a:effectLst/>
                          <a:latin typeface="+mj-ea"/>
                          <a:ea typeface="+mj-ea"/>
                        </a:rPr>
                        <a:t>・検討項目と実施時期・各納品物との対応関係</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en-US" altLang="ja-JP" sz="1050" b="0" i="0" u="none" strike="noStrike">
                          <a:solidFill>
                            <a:srgbClr val="000000"/>
                          </a:solidFill>
                          <a:effectLst/>
                          <a:latin typeface="+mj-ea"/>
                          <a:ea typeface="+mj-ea"/>
                        </a:rPr>
                        <a:t>-</a:t>
                      </a:r>
                      <a:endParaRPr lang="ja-JP" altLang="en-US" sz="1050" b="0" i="0" u="none" strike="noStrike">
                        <a:solidFill>
                          <a:srgbClr val="000000"/>
                        </a:solidFill>
                        <a:effectLst/>
                        <a:latin typeface="+mj-ea"/>
                        <a:ea typeface="+mj-ea"/>
                      </a:endParaRP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altLang="en-US" sz="1050" b="0" i="0" u="none" strike="noStrike">
                          <a:solidFill>
                            <a:srgbClr val="000000"/>
                          </a:solidFill>
                          <a:effectLst/>
                          <a:latin typeface="+mj-ea"/>
                          <a:ea typeface="+mj-ea"/>
                        </a:rPr>
                        <a:t>契約締結から</a:t>
                      </a:r>
                      <a:r>
                        <a:rPr lang="en-US" altLang="ja-JP" sz="1050" b="0" i="0" u="none" strike="noStrike">
                          <a:solidFill>
                            <a:srgbClr val="000000"/>
                          </a:solidFill>
                          <a:effectLst/>
                          <a:latin typeface="+mj-ea"/>
                          <a:ea typeface="+mj-ea"/>
                        </a:rPr>
                        <a:t>5</a:t>
                      </a:r>
                      <a:r>
                        <a:rPr lang="ja-JP" altLang="en-US" sz="1050" b="0" i="0" u="none" strike="noStrike">
                          <a:solidFill>
                            <a:srgbClr val="000000"/>
                          </a:solidFill>
                          <a:effectLst/>
                          <a:latin typeface="+mj-ea"/>
                          <a:ea typeface="+mj-ea"/>
                        </a:rPr>
                        <a:t>日以内</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en-US" altLang="ja-JP" sz="1050" b="0" i="0" u="none" strike="noStrike">
                          <a:solidFill>
                            <a:srgbClr val="000000"/>
                          </a:solidFill>
                          <a:effectLst/>
                          <a:latin typeface="+mj-ea"/>
                          <a:ea typeface="+mj-ea"/>
                        </a:rPr>
                        <a:t>-</a:t>
                      </a:r>
                      <a:endParaRPr lang="ja-JP" altLang="en-US" sz="1050" b="0" i="0" u="none" strike="noStrike">
                        <a:solidFill>
                          <a:srgbClr val="000000"/>
                        </a:solidFill>
                        <a:effectLst/>
                        <a:latin typeface="+mj-ea"/>
                        <a:ea typeface="+mj-ea"/>
                      </a:endParaRP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6669621"/>
                  </a:ext>
                </a:extLst>
              </a:tr>
              <a:tr h="1004790">
                <a:tc>
                  <a:txBody>
                    <a:bodyPr/>
                    <a:lstStyle/>
                    <a:p>
                      <a:pPr algn="l" fontAlgn="ctr">
                        <a:buNone/>
                      </a:pPr>
                      <a:r>
                        <a:rPr lang="en-US" altLang="ja-JP" sz="1050" b="0" i="0" u="none" strike="noStrike">
                          <a:solidFill>
                            <a:srgbClr val="000000"/>
                          </a:solidFill>
                          <a:effectLst/>
                          <a:latin typeface="+mj-ea"/>
                          <a:ea typeface="+mj-ea"/>
                        </a:rPr>
                        <a:t>2</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altLang="en-US" sz="1050" b="0" i="0" u="none" strike="noStrike">
                          <a:solidFill>
                            <a:srgbClr val="000000"/>
                          </a:solidFill>
                          <a:effectLst/>
                          <a:latin typeface="+mj-ea"/>
                          <a:ea typeface="+mj-ea"/>
                        </a:rPr>
                        <a:t>案件整理とりまとめ</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altLang="en-US" sz="1050" b="0" i="0" u="none" strike="noStrike">
                          <a:solidFill>
                            <a:srgbClr val="000000"/>
                          </a:solidFill>
                          <a:effectLst/>
                          <a:latin typeface="+mj-ea"/>
                          <a:ea typeface="+mj-ea"/>
                        </a:rPr>
                        <a:t>開発範囲・仕様・前提条件等の確定（要件漏れ防止）</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altLang="en-US" sz="1050" b="0" i="0" u="none" strike="noStrike">
                          <a:solidFill>
                            <a:srgbClr val="000000"/>
                          </a:solidFill>
                          <a:effectLst/>
                          <a:latin typeface="+mj-ea"/>
                          <a:ea typeface="+mj-ea"/>
                        </a:rPr>
                        <a:t>・開発対象</a:t>
                      </a:r>
                      <a:endParaRPr lang="en-US" altLang="ja-JP" sz="1050" b="0" i="0" u="none" strike="noStrike">
                        <a:solidFill>
                          <a:srgbClr val="000000"/>
                        </a:solidFill>
                        <a:effectLst/>
                        <a:latin typeface="+mj-ea"/>
                        <a:ea typeface="+mj-ea"/>
                      </a:endParaRPr>
                    </a:p>
                    <a:p>
                      <a:pPr algn="l" fontAlgn="ctr">
                        <a:buNone/>
                      </a:pPr>
                      <a:r>
                        <a:rPr lang="ja-JP" altLang="en-US" sz="1050" b="0" i="0" u="none" strike="noStrike">
                          <a:solidFill>
                            <a:srgbClr val="000000"/>
                          </a:solidFill>
                          <a:effectLst/>
                          <a:latin typeface="+mj-ea"/>
                          <a:ea typeface="+mj-ea"/>
                        </a:rPr>
                        <a:t>・仕様</a:t>
                      </a:r>
                      <a:endParaRPr lang="en-US" altLang="ja-JP" sz="1050" b="0" i="0" u="none" strike="noStrike">
                        <a:solidFill>
                          <a:srgbClr val="000000"/>
                        </a:solidFill>
                        <a:effectLst/>
                        <a:latin typeface="+mj-ea"/>
                        <a:ea typeface="+mj-ea"/>
                      </a:endParaRPr>
                    </a:p>
                    <a:p>
                      <a:pPr algn="l" fontAlgn="ctr">
                        <a:buNone/>
                      </a:pPr>
                      <a:r>
                        <a:rPr lang="ja-JP" altLang="en-US" sz="1050" b="0" i="0" u="none" strike="noStrike">
                          <a:solidFill>
                            <a:srgbClr val="000000"/>
                          </a:solidFill>
                          <a:effectLst/>
                          <a:latin typeface="+mj-ea"/>
                          <a:ea typeface="+mj-ea"/>
                        </a:rPr>
                        <a:t>・前提条件、制約条件</a:t>
                      </a:r>
                      <a:endParaRPr lang="en-US" altLang="ja-JP" sz="1050" b="0" i="0" u="none" strike="noStrike">
                        <a:solidFill>
                          <a:srgbClr val="000000"/>
                        </a:solidFill>
                        <a:effectLst/>
                        <a:latin typeface="+mj-ea"/>
                        <a:ea typeface="+mj-ea"/>
                      </a:endParaRPr>
                    </a:p>
                    <a:p>
                      <a:pPr algn="l" fontAlgn="ctr">
                        <a:buNone/>
                      </a:pPr>
                      <a:r>
                        <a:rPr lang="ja-JP" altLang="en-US" sz="1050" b="0" i="0" u="none" strike="noStrike">
                          <a:solidFill>
                            <a:srgbClr val="000000"/>
                          </a:solidFill>
                          <a:effectLst/>
                          <a:latin typeface="+mj-ea"/>
                          <a:ea typeface="+mj-ea"/>
                        </a:rPr>
                        <a:t>・他システム連携に関する要件整理</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en-US" altLang="zh-TW" sz="1050" b="0" i="0" u="none" strike="noStrike">
                          <a:solidFill>
                            <a:srgbClr val="000000"/>
                          </a:solidFill>
                          <a:effectLst/>
                          <a:latin typeface="+mj-ea"/>
                          <a:ea typeface="+mj-ea"/>
                        </a:rPr>
                        <a:t>1/15</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en-US" altLang="ja-JP" sz="1050" b="0" i="0" u="none" strike="noStrike" kern="1200" cap="none" spc="0" normalizeH="0" baseline="0" noProof="0">
                          <a:ln>
                            <a:noFill/>
                          </a:ln>
                          <a:solidFill>
                            <a:srgbClr val="C00000"/>
                          </a:solidFill>
                          <a:effectLst/>
                          <a:uLnTx/>
                          <a:uFillTx/>
                          <a:latin typeface="Meiryo UI"/>
                          <a:ea typeface="+mn-ea"/>
                          <a:cs typeface="+mn-cs"/>
                        </a:rPr>
                        <a:t>4</a:t>
                      </a:r>
                      <a:r>
                        <a:rPr lang="ja-JP" altLang="en-US" sz="1050" b="0" i="0" u="none" strike="noStrike" kern="1200" cap="none" spc="0" normalizeH="0" baseline="0" noProof="0">
                          <a:ln>
                            <a:noFill/>
                          </a:ln>
                          <a:solidFill>
                            <a:srgbClr val="C00000"/>
                          </a:solidFill>
                          <a:effectLst/>
                          <a:uLnTx/>
                          <a:uFillTx/>
                          <a:latin typeface="Meiryo UI"/>
                          <a:ea typeface="+mn-ea"/>
                          <a:cs typeface="+mn-cs"/>
                        </a:rPr>
                        <a:t>月上旬</a:t>
                      </a:r>
                      <a:endParaRPr lang="zh-TW" altLang="en-US" sz="1050" b="0" i="0" u="none" strike="noStrike">
                        <a:solidFill>
                          <a:srgbClr val="C00000"/>
                        </a:solidFill>
                        <a:effectLst/>
                        <a:latin typeface="+mj-ea"/>
                        <a:ea typeface="+mj-ea"/>
                      </a:endParaRP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kumimoji="1" lang="ja-JP" altLang="en-US" sz="1050" b="0" i="0" u="none" strike="noStrike" kern="1200">
                          <a:solidFill>
                            <a:srgbClr val="C00000"/>
                          </a:solidFill>
                          <a:effectLst/>
                          <a:latin typeface="+mj-ea"/>
                          <a:ea typeface="+mn-ea"/>
                          <a:cs typeface="+mn-cs"/>
                        </a:rPr>
                        <a:t>・成果物には実施内容の</a:t>
                      </a:r>
                      <a:r>
                        <a:rPr kumimoji="1" lang="en-US" altLang="ja-JP" sz="1050" b="0" i="0" u="none" strike="noStrike" kern="1200">
                          <a:solidFill>
                            <a:srgbClr val="C00000"/>
                          </a:solidFill>
                          <a:effectLst/>
                          <a:latin typeface="+mj-ea"/>
                          <a:ea typeface="+mn-ea"/>
                          <a:cs typeface="+mn-cs"/>
                        </a:rPr>
                        <a:t>(1)~(4)</a:t>
                      </a:r>
                      <a:r>
                        <a:rPr kumimoji="1" lang="ja-JP" altLang="en-US" sz="1050" b="0" i="0" u="none" strike="noStrike" kern="1200">
                          <a:solidFill>
                            <a:srgbClr val="C00000"/>
                          </a:solidFill>
                          <a:effectLst/>
                          <a:latin typeface="+mj-ea"/>
                          <a:ea typeface="+mn-ea"/>
                          <a:cs typeface="+mn-cs"/>
                        </a:rPr>
                        <a:t>を含む必要があることを契約時に明記する。</a:t>
                      </a:r>
                      <a:br>
                        <a:rPr kumimoji="1" lang="en-US" altLang="ja-JP" sz="1050" b="0" i="0" u="none" strike="noStrike" kern="1200">
                          <a:solidFill>
                            <a:srgbClr val="C00000"/>
                          </a:solidFill>
                          <a:effectLst/>
                          <a:latin typeface="+mj-ea"/>
                          <a:ea typeface="+mn-ea"/>
                          <a:cs typeface="+mn-cs"/>
                        </a:rPr>
                      </a:br>
                      <a:r>
                        <a:rPr kumimoji="1" lang="ja-JP" altLang="en-US" sz="1050" b="0" i="0" u="none" strike="noStrike" kern="1200">
                          <a:solidFill>
                            <a:srgbClr val="C00000"/>
                          </a:solidFill>
                          <a:effectLst/>
                          <a:latin typeface="+mj-ea"/>
                          <a:ea typeface="+mn-ea"/>
                          <a:cs typeface="+mn-cs"/>
                        </a:rPr>
                        <a:t>・具体的な成果物については各案件の要求事項を踏まえて発注者と調整する。</a:t>
                      </a:r>
                      <a:endParaRPr lang="zh-TW" altLang="en-US" sz="1050" b="0" i="0" u="none" strike="noStrike">
                        <a:solidFill>
                          <a:srgbClr val="C00000"/>
                        </a:solidFill>
                        <a:effectLst/>
                        <a:latin typeface="+mj-ea"/>
                        <a:ea typeface="+mj-ea"/>
                      </a:endParaRP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8228457"/>
                  </a:ext>
                </a:extLst>
              </a:tr>
              <a:tr h="546082">
                <a:tc>
                  <a:txBody>
                    <a:bodyPr/>
                    <a:lstStyle/>
                    <a:p>
                      <a:pPr algn="l" fontAlgn="ctr">
                        <a:buNone/>
                      </a:pPr>
                      <a:r>
                        <a:rPr lang="en-US" altLang="ja-JP" sz="1050" b="0" i="0" u="none" strike="noStrike">
                          <a:solidFill>
                            <a:srgbClr val="000000"/>
                          </a:solidFill>
                          <a:effectLst/>
                          <a:latin typeface="+mj-ea"/>
                          <a:ea typeface="+mj-ea"/>
                        </a:rPr>
                        <a:t>3</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zh-TW" altLang="en-US" sz="1050" b="0" i="0" u="none" strike="noStrike">
                          <a:solidFill>
                            <a:srgbClr val="000000"/>
                          </a:solidFill>
                          <a:effectLst/>
                          <a:latin typeface="+mj-ea"/>
                          <a:ea typeface="+mj-ea"/>
                        </a:rPr>
                        <a:t>課題一覧</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altLang="en-US" sz="1050" b="0" i="0" u="none" strike="noStrike">
                          <a:solidFill>
                            <a:srgbClr val="000000"/>
                          </a:solidFill>
                          <a:effectLst/>
                          <a:latin typeface="+mj-ea"/>
                          <a:ea typeface="+mj-ea"/>
                        </a:rPr>
                        <a:t>開発着手阻害要因の洗い出しと判断整理（五月雨防止）</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altLang="en-US" sz="1050" b="0" i="0" u="none" strike="noStrike">
                          <a:solidFill>
                            <a:srgbClr val="000000"/>
                          </a:solidFill>
                          <a:effectLst/>
                          <a:latin typeface="+mj-ea"/>
                          <a:ea typeface="+mj-ea"/>
                        </a:rPr>
                        <a:t>・既存の課題管理台帳のとおり</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kumimoji="1" lang="ja-JP" altLang="en-US" sz="1050" b="0" i="0" u="none" strike="noStrike" kern="1200">
                          <a:solidFill>
                            <a:srgbClr val="000000"/>
                          </a:solidFill>
                          <a:effectLst/>
                          <a:latin typeface="+mj-ea"/>
                          <a:ea typeface="+mn-ea"/>
                          <a:cs typeface="+mn-cs"/>
                        </a:rPr>
                        <a:t>随時</a:t>
                      </a:r>
                      <a:br>
                        <a:rPr kumimoji="1" lang="en-US" altLang="ja-JP" sz="1050" b="0" i="0" u="none" strike="noStrike" kern="1200">
                          <a:solidFill>
                            <a:srgbClr val="000000"/>
                          </a:solidFill>
                          <a:effectLst/>
                          <a:latin typeface="+mj-ea"/>
                          <a:ea typeface="+mn-ea"/>
                          <a:cs typeface="+mn-cs"/>
                        </a:rPr>
                      </a:br>
                      <a:r>
                        <a:rPr kumimoji="1" lang="ja-JP" altLang="en-US" sz="1050" b="0" i="0" u="none" strike="noStrike" kern="1200">
                          <a:solidFill>
                            <a:srgbClr val="000000"/>
                          </a:solidFill>
                          <a:effectLst/>
                          <a:latin typeface="+mj-ea"/>
                          <a:ea typeface="+mn-ea"/>
                          <a:cs typeface="+mn-cs"/>
                        </a:rPr>
                        <a:t>（要件定義スケジュールに従う）</a:t>
                      </a:r>
                      <a:endParaRPr lang="zh-TW" altLang="en-US" sz="1050" b="0" i="0" u="none" strike="noStrike">
                        <a:solidFill>
                          <a:srgbClr val="000000"/>
                        </a:solidFill>
                        <a:effectLst/>
                        <a:latin typeface="+mj-ea"/>
                        <a:ea typeface="+mj-ea"/>
                      </a:endParaRP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altLang="en-US" sz="1050" b="0" i="0" u="none" strike="noStrike">
                          <a:solidFill>
                            <a:srgbClr val="000000"/>
                          </a:solidFill>
                          <a:effectLst/>
                          <a:latin typeface="+mj-ea"/>
                          <a:ea typeface="+mj-ea"/>
                        </a:rPr>
                        <a:t>随時</a:t>
                      </a:r>
                      <a:br>
                        <a:rPr lang="en-US" altLang="ja-JP" sz="1050" b="0" i="0" u="none" strike="noStrike">
                          <a:solidFill>
                            <a:srgbClr val="000000"/>
                          </a:solidFill>
                          <a:effectLst/>
                          <a:latin typeface="+mj-ea"/>
                          <a:ea typeface="+mj-ea"/>
                        </a:rPr>
                      </a:br>
                      <a:r>
                        <a:rPr lang="ja-JP" altLang="en-US" sz="1050" b="0" i="0" u="none" strike="noStrike">
                          <a:solidFill>
                            <a:srgbClr val="000000"/>
                          </a:solidFill>
                          <a:effectLst/>
                          <a:latin typeface="+mj-ea"/>
                          <a:ea typeface="+mj-ea"/>
                        </a:rPr>
                        <a:t>（要件定義スケジュールに従う）</a:t>
                      </a:r>
                      <a:endParaRPr lang="zh-TW" altLang="en-US" sz="1050" b="0" i="0" u="none" strike="noStrike">
                        <a:solidFill>
                          <a:srgbClr val="000000"/>
                        </a:solidFill>
                        <a:effectLst/>
                        <a:latin typeface="+mj-ea"/>
                        <a:ea typeface="+mj-ea"/>
                      </a:endParaRP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kumimoji="1" lang="en-US" altLang="ja-JP" sz="1050" b="0" i="0" u="none" strike="noStrike" kern="1200">
                          <a:solidFill>
                            <a:srgbClr val="000000"/>
                          </a:solidFill>
                          <a:effectLst/>
                          <a:latin typeface="+mj-ea"/>
                          <a:ea typeface="+mn-ea"/>
                          <a:cs typeface="+mn-cs"/>
                        </a:rPr>
                        <a:t>-</a:t>
                      </a:r>
                      <a:endParaRPr lang="zh-TW" altLang="en-US" sz="1050" b="0" i="0" u="none" strike="noStrike">
                        <a:solidFill>
                          <a:srgbClr val="000000"/>
                        </a:solidFill>
                        <a:effectLst/>
                        <a:latin typeface="+mj-ea"/>
                        <a:ea typeface="+mj-ea"/>
                      </a:endParaRP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78045087"/>
                  </a:ext>
                </a:extLst>
              </a:tr>
              <a:tr h="851887">
                <a:tc>
                  <a:txBody>
                    <a:bodyPr/>
                    <a:lstStyle/>
                    <a:p>
                      <a:pPr algn="l" fontAlgn="ctr">
                        <a:buNone/>
                      </a:pPr>
                      <a:r>
                        <a:rPr lang="en-US" altLang="ja-JP" sz="1050" b="0" i="0" u="none" strike="noStrike">
                          <a:solidFill>
                            <a:srgbClr val="000000"/>
                          </a:solidFill>
                          <a:effectLst/>
                          <a:latin typeface="+mj-ea"/>
                          <a:ea typeface="+mj-ea"/>
                        </a:rPr>
                        <a:t>4</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altLang="en-US" sz="1050" b="0" i="0" u="none" strike="noStrike">
                          <a:solidFill>
                            <a:srgbClr val="000000"/>
                          </a:solidFill>
                          <a:effectLst/>
                          <a:latin typeface="+mj-ea"/>
                          <a:ea typeface="+mj-ea"/>
                        </a:rPr>
                        <a:t>外部インタフェース仕様書（案）</a:t>
                      </a:r>
                      <a:endParaRPr lang="ja-JP" altLang="en-US" sz="1050" b="0" i="0" u="none" strike="noStrike">
                        <a:solidFill>
                          <a:srgbClr val="C00000"/>
                        </a:solidFill>
                        <a:effectLst/>
                        <a:latin typeface="+mj-ea"/>
                        <a:ea typeface="+mj-ea"/>
                      </a:endParaRP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altLang="en-US" sz="1050" b="0" i="0" u="none" strike="noStrike">
                          <a:solidFill>
                            <a:srgbClr val="000000"/>
                          </a:solidFill>
                          <a:effectLst/>
                          <a:latin typeface="+mj-ea"/>
                          <a:ea typeface="+mj-ea"/>
                        </a:rPr>
                        <a:t>他システム連携仕様の明確化</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altLang="en-US" sz="1050" b="0" i="0" u="none" strike="noStrike">
                          <a:solidFill>
                            <a:srgbClr val="000000"/>
                          </a:solidFill>
                          <a:effectLst/>
                          <a:latin typeface="+mj-ea"/>
                          <a:ea typeface="+mj-ea"/>
                        </a:rPr>
                        <a:t>・既存</a:t>
                      </a:r>
                      <a:r>
                        <a:rPr lang="en-US" altLang="ja-JP" sz="1050" b="0" i="0" u="none" strike="noStrike" baseline="30000">
                          <a:solidFill>
                            <a:srgbClr val="000000"/>
                          </a:solidFill>
                          <a:effectLst/>
                          <a:latin typeface="+mj-ea"/>
                          <a:ea typeface="+mj-ea"/>
                        </a:rPr>
                        <a:t>※</a:t>
                      </a:r>
                      <a:r>
                        <a:rPr lang="ja-JP" altLang="en-US" sz="1050" b="0" i="0" u="none" strike="noStrike">
                          <a:solidFill>
                            <a:srgbClr val="000000"/>
                          </a:solidFill>
                          <a:effectLst/>
                          <a:latin typeface="+mj-ea"/>
                          <a:ea typeface="+mj-ea"/>
                        </a:rPr>
                        <a:t>の仕様書のとおり</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kumimoji="1" lang="en-US" altLang="ja-JP" sz="1050" b="0" i="0" u="none" strike="noStrike" kern="1200" cap="none" spc="0" normalizeH="0" baseline="0" noProof="0">
                          <a:ln>
                            <a:noFill/>
                          </a:ln>
                          <a:solidFill>
                            <a:srgbClr val="000000"/>
                          </a:solidFill>
                          <a:effectLst/>
                          <a:uLnTx/>
                          <a:uFillTx/>
                          <a:latin typeface="Meiryo UI"/>
                          <a:ea typeface="+mn-ea"/>
                          <a:cs typeface="+mn-cs"/>
                        </a:rPr>
                        <a:t>-</a:t>
                      </a:r>
                      <a:endParaRPr lang="zh-TW" altLang="en-US" sz="1050" b="0" i="0" u="none" strike="noStrike">
                        <a:solidFill>
                          <a:srgbClr val="000000"/>
                        </a:solidFill>
                        <a:effectLst/>
                        <a:latin typeface="+mj-ea"/>
                        <a:ea typeface="+mj-ea"/>
                      </a:endParaRP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en-US" altLang="ja-JP" sz="1050" b="0" i="0" u="none" strike="noStrike" kern="1200" cap="none" spc="0" normalizeH="0" baseline="0" noProof="0">
                          <a:ln>
                            <a:noFill/>
                          </a:ln>
                          <a:solidFill>
                            <a:srgbClr val="C00000"/>
                          </a:solidFill>
                          <a:effectLst/>
                          <a:uLnTx/>
                          <a:uFillTx/>
                          <a:latin typeface="Meiryo UI"/>
                          <a:ea typeface="Meiryo UI"/>
                          <a:cs typeface="+mn-cs"/>
                        </a:rPr>
                        <a:t>4</a:t>
                      </a:r>
                      <a:r>
                        <a:rPr lang="ja-JP" altLang="en-US" sz="1050" b="0" i="0" u="none" strike="noStrike" kern="1200" cap="none" spc="0" normalizeH="0" baseline="0" noProof="0">
                          <a:ln>
                            <a:noFill/>
                          </a:ln>
                          <a:solidFill>
                            <a:srgbClr val="C00000"/>
                          </a:solidFill>
                          <a:effectLst/>
                          <a:uLnTx/>
                          <a:uFillTx/>
                          <a:latin typeface="Meiryo UI"/>
                          <a:ea typeface="Meiryo UI"/>
                          <a:cs typeface="+mn-cs"/>
                        </a:rPr>
                        <a:t>月上旬</a:t>
                      </a:r>
                      <a:endParaRPr lang="zh-TW" altLang="en-US" sz="1050" b="0" i="0" u="none" strike="noStrike">
                        <a:solidFill>
                          <a:srgbClr val="C00000"/>
                        </a:solidFill>
                        <a:effectLst/>
                        <a:latin typeface="+mj-ea"/>
                        <a:ea typeface="+mj-ea"/>
                      </a:endParaRP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kumimoji="1" lang="en-US" altLang="ja-JP" sz="1050" b="0" i="0" u="none" strike="noStrike" kern="1200">
                          <a:solidFill>
                            <a:srgbClr val="C00000"/>
                          </a:solidFill>
                          <a:effectLst/>
                          <a:latin typeface="+mj-ea"/>
                          <a:ea typeface="+mn-ea"/>
                          <a:cs typeface="+mn-cs"/>
                        </a:rPr>
                        <a:t>※</a:t>
                      </a:r>
                      <a:r>
                        <a:rPr kumimoji="1" lang="ja-JP" altLang="en-US" sz="1050" b="0" i="0" u="none" strike="noStrike" kern="1200">
                          <a:solidFill>
                            <a:srgbClr val="C00000"/>
                          </a:solidFill>
                          <a:effectLst/>
                          <a:latin typeface="+mj-ea"/>
                          <a:ea typeface="+mn-ea"/>
                          <a:cs typeface="+mn-cs"/>
                        </a:rPr>
                        <a:t>医療機関等</a:t>
                      </a:r>
                      <a:r>
                        <a:rPr kumimoji="1" lang="en-US" altLang="ja-JP" sz="1050" b="0" i="0" u="none" strike="noStrike" kern="1200">
                          <a:solidFill>
                            <a:srgbClr val="C00000"/>
                          </a:solidFill>
                          <a:effectLst/>
                          <a:latin typeface="+mj-ea"/>
                          <a:ea typeface="+mn-ea"/>
                          <a:cs typeface="+mn-cs"/>
                        </a:rPr>
                        <a:t>ONS</a:t>
                      </a:r>
                      <a:r>
                        <a:rPr kumimoji="1" lang="ja-JP" altLang="en-US" sz="1050" b="0" i="0" u="none" strike="noStrike" kern="1200">
                          <a:solidFill>
                            <a:srgbClr val="C00000"/>
                          </a:solidFill>
                          <a:effectLst/>
                          <a:latin typeface="+mj-ea"/>
                          <a:ea typeface="+mn-ea"/>
                          <a:cs typeface="+mn-cs"/>
                        </a:rPr>
                        <a:t>に掲載する外部</a:t>
                      </a:r>
                      <a:r>
                        <a:rPr kumimoji="1" lang="en-US" altLang="ja-JP" sz="1050" b="0" i="0" u="none" strike="noStrike" kern="1200">
                          <a:solidFill>
                            <a:srgbClr val="C00000"/>
                          </a:solidFill>
                          <a:effectLst/>
                          <a:latin typeface="+mj-ea"/>
                          <a:ea typeface="+mn-ea"/>
                          <a:cs typeface="+mn-cs"/>
                        </a:rPr>
                        <a:t>IF</a:t>
                      </a:r>
                      <a:r>
                        <a:rPr kumimoji="1" lang="ja-JP" altLang="en-US" sz="1050" b="0" i="0" u="none" strike="noStrike" kern="1200">
                          <a:solidFill>
                            <a:srgbClr val="C00000"/>
                          </a:solidFill>
                          <a:effectLst/>
                          <a:latin typeface="+mj-ea"/>
                          <a:ea typeface="+mn-ea"/>
                          <a:cs typeface="+mn-cs"/>
                        </a:rPr>
                        <a:t>仕様書について、各案件で必要な修正箇所を富士通社、</a:t>
                      </a:r>
                      <a:r>
                        <a:rPr kumimoji="1" lang="en-US" altLang="ja-JP" sz="1050" b="0" i="0" u="none" strike="noStrike" kern="1200">
                          <a:solidFill>
                            <a:srgbClr val="C00000"/>
                          </a:solidFill>
                          <a:effectLst/>
                          <a:latin typeface="+mj-ea"/>
                          <a:ea typeface="+mn-ea"/>
                          <a:cs typeface="+mn-cs"/>
                        </a:rPr>
                        <a:t>NTTD</a:t>
                      </a:r>
                      <a:r>
                        <a:rPr kumimoji="1" lang="ja-JP" altLang="en-US" sz="1050" b="0" i="0" u="none" strike="noStrike" kern="1200">
                          <a:solidFill>
                            <a:srgbClr val="C00000"/>
                          </a:solidFill>
                          <a:effectLst/>
                          <a:latin typeface="+mj-ea"/>
                          <a:ea typeface="+mn-ea"/>
                          <a:cs typeface="+mn-cs"/>
                        </a:rPr>
                        <a:t>社が加えたものを対象とする。</a:t>
                      </a:r>
                      <a:r>
                        <a:rPr kumimoji="1" lang="en-US" altLang="ja-JP" sz="1050" b="0" i="0" u="none" strike="noStrike" kern="1200">
                          <a:solidFill>
                            <a:srgbClr val="C00000"/>
                          </a:solidFill>
                          <a:effectLst/>
                          <a:latin typeface="+mj-ea"/>
                          <a:ea typeface="+mn-ea"/>
                          <a:cs typeface="+mn-cs"/>
                        </a:rPr>
                        <a:t>(</a:t>
                      </a:r>
                      <a:r>
                        <a:rPr kumimoji="1" lang="ja-JP" altLang="en-US" sz="1050" b="0" i="0" u="none" strike="noStrike" kern="1200">
                          <a:solidFill>
                            <a:srgbClr val="C00000"/>
                          </a:solidFill>
                          <a:effectLst/>
                          <a:latin typeface="+mj-ea"/>
                          <a:ea typeface="+mn-ea"/>
                          <a:cs typeface="+mn-cs"/>
                        </a:rPr>
                        <a:t>整形は不要</a:t>
                      </a:r>
                      <a:r>
                        <a:rPr kumimoji="1" lang="en-US" altLang="ja-JP" sz="1050" b="0" i="0" u="none" strike="noStrike" kern="1200">
                          <a:solidFill>
                            <a:srgbClr val="C00000"/>
                          </a:solidFill>
                          <a:effectLst/>
                          <a:latin typeface="+mj-ea"/>
                          <a:ea typeface="+mn-ea"/>
                          <a:cs typeface="+mn-cs"/>
                        </a:rPr>
                        <a:t>)</a:t>
                      </a:r>
                      <a:endParaRPr lang="zh-TW" altLang="en-US" sz="1050" b="0" i="0" u="none" strike="noStrike">
                        <a:solidFill>
                          <a:srgbClr val="C00000"/>
                        </a:solidFill>
                        <a:effectLst/>
                        <a:latin typeface="+mj-ea"/>
                        <a:ea typeface="+mj-ea"/>
                      </a:endParaRP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4515461"/>
                  </a:ext>
                </a:extLst>
              </a:tr>
              <a:tr h="698985">
                <a:tc>
                  <a:txBody>
                    <a:bodyPr/>
                    <a:lstStyle/>
                    <a:p>
                      <a:pPr algn="l" fontAlgn="ctr">
                        <a:buNone/>
                      </a:pPr>
                      <a:r>
                        <a:rPr lang="en-US" altLang="ja-JP" sz="1050" b="0" i="0" u="none" strike="noStrike">
                          <a:solidFill>
                            <a:srgbClr val="000000"/>
                          </a:solidFill>
                          <a:effectLst/>
                          <a:latin typeface="+mj-ea"/>
                          <a:ea typeface="+mj-ea"/>
                        </a:rPr>
                        <a:t>5</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altLang="en-US" sz="1050" b="0" i="0" u="none" strike="noStrike">
                          <a:solidFill>
                            <a:srgbClr val="000000"/>
                          </a:solidFill>
                          <a:effectLst/>
                          <a:latin typeface="+mj-ea"/>
                          <a:ea typeface="+mj-ea"/>
                        </a:rPr>
                        <a:t>アドオンチェックルール定義書（案）</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altLang="en-US" sz="1050" b="0" i="0" u="none" strike="noStrike">
                          <a:solidFill>
                            <a:srgbClr val="000000"/>
                          </a:solidFill>
                          <a:effectLst/>
                          <a:latin typeface="+mj-ea"/>
                          <a:ea typeface="+mj-ea"/>
                        </a:rPr>
                        <a:t>実装・チェックルールの明確化</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altLang="en-US" sz="1050" b="0" i="0" u="none" strike="noStrike">
                          <a:solidFill>
                            <a:srgbClr val="000000"/>
                          </a:solidFill>
                          <a:effectLst/>
                          <a:latin typeface="+mj-ea"/>
                          <a:ea typeface="+mj-ea"/>
                        </a:rPr>
                        <a:t>・既存</a:t>
                      </a:r>
                      <a:r>
                        <a:rPr lang="en-US" altLang="ja-JP" sz="1050" b="0" i="0" u="none" strike="noStrike" baseline="30000">
                          <a:solidFill>
                            <a:srgbClr val="000000"/>
                          </a:solidFill>
                          <a:effectLst/>
                          <a:latin typeface="+mj-ea"/>
                          <a:ea typeface="+mj-ea"/>
                        </a:rPr>
                        <a:t>※</a:t>
                      </a:r>
                      <a:r>
                        <a:rPr lang="ja-JP" altLang="en-US" sz="1050" b="0" i="0" u="none" strike="noStrike">
                          <a:solidFill>
                            <a:srgbClr val="000000"/>
                          </a:solidFill>
                          <a:effectLst/>
                          <a:latin typeface="+mj-ea"/>
                          <a:ea typeface="+mj-ea"/>
                        </a:rPr>
                        <a:t>のアドオンチェックルール表のとおり</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kumimoji="1" lang="en-US" altLang="zh-TW" sz="1050" b="0" i="0" u="none" strike="noStrike" kern="1200">
                          <a:solidFill>
                            <a:srgbClr val="000000"/>
                          </a:solidFill>
                          <a:effectLst/>
                          <a:latin typeface="+mj-ea"/>
                          <a:ea typeface="+mn-ea"/>
                          <a:cs typeface="+mn-cs"/>
                        </a:rPr>
                        <a:t>1/15</a:t>
                      </a:r>
                      <a:endParaRPr lang="zh-TW" altLang="en-US" sz="1050" b="0" i="0" u="none" strike="noStrike">
                        <a:solidFill>
                          <a:srgbClr val="000000"/>
                        </a:solidFill>
                        <a:effectLst/>
                        <a:latin typeface="+mj-ea"/>
                        <a:ea typeface="+mj-ea"/>
                      </a:endParaRP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en-US" altLang="ja-JP" sz="1050" b="0" i="0" u="none" strike="noStrike" kern="1200" cap="none" spc="0" normalizeH="0" baseline="0" noProof="0">
                          <a:ln>
                            <a:noFill/>
                          </a:ln>
                          <a:solidFill>
                            <a:srgbClr val="C00000"/>
                          </a:solidFill>
                          <a:effectLst/>
                          <a:uLnTx/>
                          <a:uFillTx/>
                          <a:latin typeface="Meiryo UI"/>
                          <a:ea typeface="+mn-ea"/>
                          <a:cs typeface="+mn-cs"/>
                        </a:rPr>
                        <a:t>4</a:t>
                      </a:r>
                      <a:r>
                        <a:rPr lang="ja-JP" altLang="en-US" sz="1050" b="0" i="0" u="none" strike="noStrike" kern="1200" cap="none" spc="0" normalizeH="0" baseline="0" noProof="0">
                          <a:ln>
                            <a:noFill/>
                          </a:ln>
                          <a:solidFill>
                            <a:srgbClr val="C00000"/>
                          </a:solidFill>
                          <a:effectLst/>
                          <a:uLnTx/>
                          <a:uFillTx/>
                          <a:latin typeface="Meiryo UI"/>
                          <a:ea typeface="+mn-ea"/>
                          <a:cs typeface="+mn-cs"/>
                        </a:rPr>
                        <a:t>月上旬</a:t>
                      </a:r>
                      <a:endParaRPr lang="zh-TW" altLang="en-US" sz="1050" b="0" i="0" u="none" strike="noStrike">
                        <a:solidFill>
                          <a:srgbClr val="C00000"/>
                        </a:solidFill>
                        <a:effectLst/>
                        <a:latin typeface="+mj-ea"/>
                        <a:ea typeface="+mj-ea"/>
                      </a:endParaRP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kumimoji="1" lang="en-US" altLang="ja-JP" sz="1050" b="0" i="0" u="none" strike="noStrike" kern="1200">
                          <a:solidFill>
                            <a:srgbClr val="C00000"/>
                          </a:solidFill>
                          <a:effectLst/>
                          <a:latin typeface="+mj-ea"/>
                          <a:ea typeface="+mn-ea"/>
                          <a:cs typeface="+mn-cs"/>
                        </a:rPr>
                        <a:t>※</a:t>
                      </a:r>
                      <a:r>
                        <a:rPr kumimoji="1" lang="ja-JP" altLang="en-US" sz="1050" b="0" i="0" u="none" strike="noStrike" kern="1200">
                          <a:solidFill>
                            <a:srgbClr val="C00000"/>
                          </a:solidFill>
                          <a:effectLst/>
                          <a:latin typeface="+mj-ea"/>
                          <a:ea typeface="+mn-ea"/>
                          <a:cs typeface="+mn-cs"/>
                        </a:rPr>
                        <a:t>外部発出向けに整形されたものではなく、内部成果物の</a:t>
                      </a:r>
                      <a:r>
                        <a:rPr kumimoji="1" lang="en-US" altLang="ja-JP" sz="1050" b="0" i="0" u="none" strike="noStrike" kern="1200">
                          <a:solidFill>
                            <a:srgbClr val="C00000"/>
                          </a:solidFill>
                          <a:effectLst/>
                          <a:latin typeface="+mj-ea"/>
                          <a:ea typeface="+mn-ea"/>
                          <a:cs typeface="+mn-cs"/>
                        </a:rPr>
                        <a:t>”BR_COM_</a:t>
                      </a:r>
                      <a:r>
                        <a:rPr kumimoji="1" lang="ja-JP" altLang="en-US" sz="1050" b="0" i="0" u="none" strike="noStrike" kern="1200">
                          <a:solidFill>
                            <a:srgbClr val="C00000"/>
                          </a:solidFill>
                          <a:effectLst/>
                          <a:latin typeface="+mj-ea"/>
                          <a:ea typeface="+mn-ea"/>
                          <a:cs typeface="+mn-cs"/>
                        </a:rPr>
                        <a:t>アドオンチェックルール</a:t>
                      </a:r>
                      <a:r>
                        <a:rPr kumimoji="1" lang="en-US" altLang="ja-JP" sz="1050" b="0" i="0" u="none" strike="noStrike" kern="1200">
                          <a:solidFill>
                            <a:srgbClr val="C00000"/>
                          </a:solidFill>
                          <a:effectLst/>
                          <a:latin typeface="+mj-ea"/>
                          <a:ea typeface="+mn-ea"/>
                          <a:cs typeface="+mn-cs"/>
                        </a:rPr>
                        <a:t>”</a:t>
                      </a:r>
                      <a:r>
                        <a:rPr kumimoji="1" lang="ja-JP" altLang="en-US" sz="1050" b="0" i="0" u="none" strike="noStrike" kern="1200">
                          <a:solidFill>
                            <a:srgbClr val="C00000"/>
                          </a:solidFill>
                          <a:effectLst/>
                          <a:latin typeface="+mj-ea"/>
                          <a:ea typeface="+mn-ea"/>
                          <a:cs typeface="+mn-cs"/>
                        </a:rPr>
                        <a:t>を対象とする。</a:t>
                      </a:r>
                      <a:endParaRPr lang="zh-TW" altLang="en-US" sz="1050" b="0" i="0" u="none" strike="noStrike">
                        <a:solidFill>
                          <a:srgbClr val="C00000"/>
                        </a:solidFill>
                        <a:effectLst/>
                        <a:latin typeface="+mj-ea"/>
                        <a:ea typeface="+mj-ea"/>
                      </a:endParaRP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019526"/>
                  </a:ext>
                </a:extLst>
              </a:tr>
              <a:tr h="904337">
                <a:tc>
                  <a:txBody>
                    <a:bodyPr/>
                    <a:lstStyle/>
                    <a:p>
                      <a:pPr algn="l" fontAlgn="ctr">
                        <a:buNone/>
                      </a:pPr>
                      <a:r>
                        <a:rPr lang="en-US" altLang="ja-JP" sz="1050" b="0" i="0" u="none" strike="noStrike">
                          <a:solidFill>
                            <a:srgbClr val="000000"/>
                          </a:solidFill>
                          <a:effectLst/>
                          <a:latin typeface="+mj-ea"/>
                          <a:ea typeface="+mj-ea"/>
                        </a:rPr>
                        <a:t>6</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zh-TW" altLang="en-US" sz="1050" b="0" i="0" u="none" strike="noStrike">
                          <a:solidFill>
                            <a:srgbClr val="000000"/>
                          </a:solidFill>
                          <a:effectLst/>
                          <a:latin typeface="+mj-ea"/>
                          <a:ea typeface="+mj-ea"/>
                        </a:rPr>
                        <a:t>精緻化見積書</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altLang="en-US" sz="1050" b="0" i="0" u="none" strike="noStrike">
                          <a:solidFill>
                            <a:srgbClr val="000000"/>
                          </a:solidFill>
                          <a:effectLst/>
                          <a:latin typeface="+mj-ea"/>
                          <a:ea typeface="+mj-ea"/>
                        </a:rPr>
                        <a:t>開発本調達に使用可能な見積の確定（費用ブレ防止）</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altLang="en-US" sz="1050" b="0" i="0" u="none" strike="noStrike">
                          <a:solidFill>
                            <a:srgbClr val="000000"/>
                          </a:solidFill>
                          <a:effectLst/>
                          <a:latin typeface="+mj-ea"/>
                          <a:ea typeface="+mj-ea"/>
                        </a:rPr>
                        <a:t>・機能別、作業別費用</a:t>
                      </a:r>
                      <a:endParaRPr lang="en-US" altLang="ja-JP" sz="1050" b="0" i="0" u="none" strike="noStrike">
                        <a:solidFill>
                          <a:srgbClr val="000000"/>
                        </a:solidFill>
                        <a:effectLst/>
                        <a:latin typeface="+mj-ea"/>
                        <a:ea typeface="+mj-ea"/>
                      </a:endParaRPr>
                    </a:p>
                    <a:p>
                      <a:pPr algn="l" fontAlgn="ctr">
                        <a:buNone/>
                      </a:pPr>
                      <a:r>
                        <a:rPr lang="ja-JP" altLang="en-US" sz="1050" b="0" i="0" u="none" strike="noStrike">
                          <a:solidFill>
                            <a:srgbClr val="000000"/>
                          </a:solidFill>
                          <a:effectLst/>
                          <a:latin typeface="+mj-ea"/>
                          <a:ea typeface="+mj-ea"/>
                        </a:rPr>
                        <a:t>・見積前提条件</a:t>
                      </a:r>
                      <a:endParaRPr lang="en-US" altLang="ja-JP" sz="1050" b="0" i="0" u="none" strike="noStrike">
                        <a:solidFill>
                          <a:srgbClr val="000000"/>
                        </a:solidFill>
                        <a:effectLst/>
                        <a:latin typeface="+mj-ea"/>
                        <a:ea typeface="+mj-ea"/>
                      </a:endParaRPr>
                    </a:p>
                    <a:p>
                      <a:pPr algn="l" fontAlgn="ctr">
                        <a:buNone/>
                      </a:pPr>
                      <a:r>
                        <a:rPr lang="ja-JP" altLang="en-US" sz="1050" b="0" i="0" u="none" strike="noStrike">
                          <a:solidFill>
                            <a:srgbClr val="000000"/>
                          </a:solidFill>
                          <a:effectLst/>
                          <a:latin typeface="+mj-ea"/>
                          <a:ea typeface="+mj-ea"/>
                        </a:rPr>
                        <a:t>・費用変動要因</a:t>
                      </a:r>
                      <a:endParaRPr lang="en-US" altLang="ja-JP" sz="1050" b="0" i="0" u="none" strike="noStrike">
                        <a:solidFill>
                          <a:srgbClr val="000000"/>
                        </a:solidFill>
                        <a:effectLst/>
                        <a:latin typeface="+mj-ea"/>
                        <a:ea typeface="+mj-ea"/>
                      </a:endParaRPr>
                    </a:p>
                    <a:p>
                      <a:pPr algn="l" fontAlgn="ctr">
                        <a:buNone/>
                      </a:pPr>
                      <a:r>
                        <a:rPr lang="ja-JP" altLang="en-US" sz="1050" b="0" i="0" u="none" strike="noStrike">
                          <a:solidFill>
                            <a:srgbClr val="000000"/>
                          </a:solidFill>
                          <a:effectLst/>
                          <a:latin typeface="+mj-ea"/>
                          <a:ea typeface="+mj-ea"/>
                        </a:rPr>
                        <a:t>・運用、保守費用　等</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685673" rtl="0" eaLnBrk="1" fontAlgn="ctr"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000000"/>
                          </a:solidFill>
                          <a:effectLst/>
                          <a:uLnTx/>
                          <a:uFillTx/>
                          <a:latin typeface="Meiryo UI"/>
                          <a:ea typeface="+mn-ea"/>
                          <a:cs typeface="+mn-cs"/>
                        </a:rPr>
                        <a:t>-</a:t>
                      </a:r>
                      <a:endParaRPr kumimoji="1" lang="en-US" altLang="ja-JP" sz="1050" b="0" i="0" u="none" strike="noStrike" kern="1200" cap="none" spc="0" normalizeH="0" baseline="0" noProof="0">
                        <a:ln>
                          <a:noFill/>
                        </a:ln>
                        <a:solidFill>
                          <a:srgbClr val="000000"/>
                        </a:solidFill>
                        <a:effectLst/>
                        <a:uLnTx/>
                        <a:uFillTx/>
                        <a:latin typeface="Meiryo UI"/>
                        <a:ea typeface="Meiryo UI"/>
                        <a:cs typeface="+mn-cs"/>
                      </a:endParaRP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685673" rtl="0" eaLnBrk="1" fontAlgn="ctr"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000000"/>
                          </a:solidFill>
                          <a:effectLst/>
                          <a:uLnTx/>
                          <a:uFillTx/>
                          <a:latin typeface="Meiryo UI"/>
                          <a:ea typeface="Meiryo UI"/>
                          <a:cs typeface="+mn-cs"/>
                        </a:rPr>
                        <a:t>2/26</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685673" rtl="0" eaLnBrk="1" fontAlgn="ctr" latinLnBrk="0" hangingPunct="1">
                        <a:lnSpc>
                          <a:spcPct val="100000"/>
                        </a:lnSpc>
                        <a:spcBef>
                          <a:spcPts val="0"/>
                        </a:spcBef>
                        <a:spcAft>
                          <a:spcPts val="0"/>
                        </a:spcAft>
                        <a:buClrTx/>
                        <a:buSzTx/>
                        <a:buFontTx/>
                        <a:buNone/>
                        <a:tabLst/>
                        <a:defRPr/>
                      </a:pPr>
                      <a:r>
                        <a:rPr kumimoji="1" lang="ja-JP" altLang="en-US" sz="1050" b="0" i="0" u="none" strike="noStrike" kern="1200" cap="none" spc="0" normalizeH="0" baseline="0" noProof="0">
                          <a:ln>
                            <a:noFill/>
                          </a:ln>
                          <a:solidFill>
                            <a:srgbClr val="000000"/>
                          </a:solidFill>
                          <a:effectLst/>
                          <a:uLnTx/>
                          <a:uFillTx/>
                          <a:latin typeface="Meiryo UI"/>
                          <a:ea typeface="+mn-ea"/>
                          <a:cs typeface="+mn-cs"/>
                        </a:rPr>
                        <a:t>令和</a:t>
                      </a:r>
                      <a:r>
                        <a:rPr kumimoji="1" lang="en-US" altLang="ja-JP" sz="1050" b="0" i="0" u="none" strike="noStrike" kern="1200" cap="none" spc="0" normalizeH="0" baseline="0" noProof="0">
                          <a:ln>
                            <a:noFill/>
                          </a:ln>
                          <a:solidFill>
                            <a:srgbClr val="000000"/>
                          </a:solidFill>
                          <a:effectLst/>
                          <a:uLnTx/>
                          <a:uFillTx/>
                          <a:latin typeface="Meiryo UI"/>
                          <a:ea typeface="+mn-ea"/>
                          <a:cs typeface="+mn-cs"/>
                        </a:rPr>
                        <a:t>9</a:t>
                      </a:r>
                      <a:r>
                        <a:rPr kumimoji="1" lang="ja-JP" altLang="en-US" sz="1050" b="0" i="0" u="none" strike="noStrike" kern="1200" cap="none" spc="0" normalizeH="0" baseline="0" noProof="0">
                          <a:ln>
                            <a:noFill/>
                          </a:ln>
                          <a:solidFill>
                            <a:srgbClr val="000000"/>
                          </a:solidFill>
                          <a:effectLst/>
                          <a:uLnTx/>
                          <a:uFillTx/>
                          <a:latin typeface="Meiryo UI"/>
                          <a:ea typeface="+mn-ea"/>
                          <a:cs typeface="+mn-cs"/>
                        </a:rPr>
                        <a:t>年度の開発案件は</a:t>
                      </a:r>
                      <a:r>
                        <a:rPr kumimoji="1" lang="en-US" altLang="ja-JP" sz="1050" b="0" i="0" u="none" strike="noStrike" kern="1200" cap="none" spc="0" normalizeH="0" baseline="0" noProof="0">
                          <a:ln>
                            <a:noFill/>
                          </a:ln>
                          <a:solidFill>
                            <a:srgbClr val="000000"/>
                          </a:solidFill>
                          <a:effectLst/>
                          <a:uLnTx/>
                          <a:uFillTx/>
                          <a:latin typeface="Meiryo UI"/>
                          <a:ea typeface="+mn-ea"/>
                          <a:cs typeface="+mn-cs"/>
                        </a:rPr>
                        <a:t>3</a:t>
                      </a:r>
                      <a:r>
                        <a:rPr kumimoji="1" lang="ja-JP" altLang="en-US" sz="1050" b="0" i="0" u="none" strike="noStrike" kern="1200" cap="none" spc="0" normalizeH="0" baseline="0" noProof="0">
                          <a:ln>
                            <a:noFill/>
                          </a:ln>
                          <a:solidFill>
                            <a:srgbClr val="000000"/>
                          </a:solidFill>
                          <a:effectLst/>
                          <a:uLnTx/>
                          <a:uFillTx/>
                          <a:latin typeface="Meiryo UI"/>
                          <a:ea typeface="+mn-ea"/>
                          <a:cs typeface="+mn-cs"/>
                        </a:rPr>
                        <a:t>月の調達委員会に付議するため、</a:t>
                      </a:r>
                      <a:r>
                        <a:rPr kumimoji="1" lang="en-US" altLang="ja-JP" sz="1050" b="0" i="0" u="none" strike="noStrike" kern="1200" cap="none" spc="0" normalizeH="0" baseline="0" noProof="0">
                          <a:ln>
                            <a:noFill/>
                          </a:ln>
                          <a:solidFill>
                            <a:srgbClr val="000000"/>
                          </a:solidFill>
                          <a:effectLst/>
                          <a:uLnTx/>
                          <a:uFillTx/>
                          <a:latin typeface="Meiryo UI"/>
                          <a:ea typeface="+mn-ea"/>
                          <a:cs typeface="+mn-cs"/>
                        </a:rPr>
                        <a:t>2</a:t>
                      </a:r>
                      <a:r>
                        <a:rPr kumimoji="1" lang="ja-JP" altLang="en-US" sz="1050" b="0" i="0" u="none" strike="noStrike" kern="1200" cap="none" spc="0" normalizeH="0" baseline="0" noProof="0">
                          <a:ln>
                            <a:noFill/>
                          </a:ln>
                          <a:solidFill>
                            <a:srgbClr val="000000"/>
                          </a:solidFill>
                          <a:effectLst/>
                          <a:uLnTx/>
                          <a:uFillTx/>
                          <a:latin typeface="Meiryo UI"/>
                          <a:ea typeface="+mn-ea"/>
                          <a:cs typeface="+mn-cs"/>
                        </a:rPr>
                        <a:t>月末時点で見積が完了している必要がある。</a:t>
                      </a:r>
                      <a:r>
                        <a:rPr kumimoji="1" lang="en-US" altLang="ja-JP" sz="1050" b="0" i="0" u="none" strike="noStrike" kern="1200" cap="none" spc="0" normalizeH="0" baseline="0" noProof="0">
                          <a:ln>
                            <a:noFill/>
                          </a:ln>
                          <a:solidFill>
                            <a:srgbClr val="000000"/>
                          </a:solidFill>
                          <a:effectLst/>
                          <a:uLnTx/>
                          <a:uFillTx/>
                          <a:latin typeface="Meiryo UI"/>
                          <a:ea typeface="+mn-ea"/>
                          <a:cs typeface="+mn-cs"/>
                        </a:rPr>
                        <a:t>(3</a:t>
                      </a:r>
                      <a:r>
                        <a:rPr kumimoji="1" lang="ja-JP" altLang="en-US" sz="1050" b="0" i="0" u="none" strike="noStrike" kern="1200" cap="none" spc="0" normalizeH="0" baseline="0" noProof="0">
                          <a:ln>
                            <a:noFill/>
                          </a:ln>
                          <a:solidFill>
                            <a:srgbClr val="000000"/>
                          </a:solidFill>
                          <a:effectLst/>
                          <a:uLnTx/>
                          <a:uFillTx/>
                          <a:latin typeface="Meiryo UI"/>
                          <a:ea typeface="+mn-ea"/>
                          <a:cs typeface="+mn-cs"/>
                        </a:rPr>
                        <a:t>月調達委員会の日程によっては前倒しの可能性あり</a:t>
                      </a:r>
                      <a:r>
                        <a:rPr kumimoji="1" lang="en-US" altLang="ja-JP" sz="1050" b="0" i="0" u="none" strike="noStrike" kern="1200" cap="none" spc="0" normalizeH="0" baseline="0" noProof="0">
                          <a:ln>
                            <a:noFill/>
                          </a:ln>
                          <a:solidFill>
                            <a:srgbClr val="000000"/>
                          </a:solidFill>
                          <a:effectLst/>
                          <a:uLnTx/>
                          <a:uFillTx/>
                          <a:latin typeface="Meiryo UI"/>
                          <a:ea typeface="+mn-ea"/>
                          <a:cs typeface="+mn-cs"/>
                        </a:rPr>
                        <a:t>)</a:t>
                      </a:r>
                      <a:endParaRPr kumimoji="1" lang="en-US" altLang="ja-JP" sz="1050" b="0" i="0" u="none" strike="noStrike" kern="1200" cap="none" spc="0" normalizeH="0" baseline="0" noProof="0">
                        <a:ln>
                          <a:noFill/>
                        </a:ln>
                        <a:solidFill>
                          <a:srgbClr val="000000"/>
                        </a:solidFill>
                        <a:effectLst/>
                        <a:uLnTx/>
                        <a:uFillTx/>
                        <a:latin typeface="Meiryo UI"/>
                        <a:ea typeface="Meiryo UI"/>
                        <a:cs typeface="+mn-cs"/>
                      </a:endParaRP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4439365"/>
                  </a:ext>
                </a:extLst>
              </a:tr>
              <a:tr h="698985">
                <a:tc>
                  <a:txBody>
                    <a:bodyPr/>
                    <a:lstStyle/>
                    <a:p>
                      <a:pPr algn="l" fontAlgn="ctr">
                        <a:buNone/>
                      </a:pPr>
                      <a:r>
                        <a:rPr lang="en-US" altLang="ja-JP" sz="1050" b="0" i="0" u="none" strike="noStrike">
                          <a:solidFill>
                            <a:srgbClr val="000000"/>
                          </a:solidFill>
                          <a:effectLst/>
                          <a:latin typeface="+mj-ea"/>
                          <a:ea typeface="+mj-ea"/>
                        </a:rPr>
                        <a:t>7</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altLang="en-US" sz="1050" b="0" i="0" u="none" strike="noStrike">
                          <a:solidFill>
                            <a:srgbClr val="000000"/>
                          </a:solidFill>
                          <a:effectLst/>
                          <a:latin typeface="+mj-ea"/>
                          <a:ea typeface="+mj-ea"/>
                        </a:rPr>
                        <a:t>マスタスケジュール</a:t>
                      </a:r>
                      <a:endParaRPr lang="zh-TW" altLang="en-US" sz="1050" b="0" i="0" u="none" strike="noStrike">
                        <a:solidFill>
                          <a:srgbClr val="000000"/>
                        </a:solidFill>
                        <a:effectLst/>
                        <a:latin typeface="+mj-ea"/>
                        <a:ea typeface="+mj-ea"/>
                      </a:endParaRP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altLang="en-US" sz="1050" b="0" i="0" u="none" strike="noStrike">
                          <a:solidFill>
                            <a:srgbClr val="000000"/>
                          </a:solidFill>
                          <a:effectLst/>
                          <a:latin typeface="+mj-ea"/>
                          <a:ea typeface="+mj-ea"/>
                        </a:rPr>
                        <a:t>リリースまでの工程・期間の明確化</a:t>
                      </a:r>
                      <a:endParaRPr lang="en-US" altLang="ja-JP" sz="1050" b="0" i="0" u="none" strike="noStrike">
                        <a:solidFill>
                          <a:srgbClr val="000000"/>
                        </a:solidFill>
                        <a:effectLst/>
                        <a:latin typeface="+mj-ea"/>
                        <a:ea typeface="+mj-ea"/>
                      </a:endParaRPr>
                    </a:p>
                    <a:p>
                      <a:pPr algn="l" fontAlgn="ctr">
                        <a:buNone/>
                      </a:pPr>
                      <a:r>
                        <a:rPr lang="ja-JP" altLang="en-US" sz="1050" b="0" i="0" u="none" strike="noStrike">
                          <a:solidFill>
                            <a:srgbClr val="000000"/>
                          </a:solidFill>
                          <a:effectLst/>
                          <a:latin typeface="+mj-ea"/>
                          <a:ea typeface="+mj-ea"/>
                        </a:rPr>
                        <a:t>成果物の納品時期の明確化</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685673" rtl="0" eaLnBrk="1" fontAlgn="ctr" latinLnBrk="0" hangingPunct="1">
                        <a:lnSpc>
                          <a:spcPct val="100000"/>
                        </a:lnSpc>
                        <a:spcBef>
                          <a:spcPts val="0"/>
                        </a:spcBef>
                        <a:spcAft>
                          <a:spcPts val="0"/>
                        </a:spcAft>
                        <a:buClrTx/>
                        <a:buSzTx/>
                        <a:buFontTx/>
                        <a:buNone/>
                        <a:tabLst/>
                        <a:defRPr/>
                      </a:pPr>
                      <a:r>
                        <a:rPr lang="ja-JP" altLang="en-US" sz="1050" b="0" i="0" u="none" strike="noStrike">
                          <a:solidFill>
                            <a:srgbClr val="000000"/>
                          </a:solidFill>
                          <a:effectLst/>
                          <a:latin typeface="+mj-ea"/>
                          <a:ea typeface="+mj-ea"/>
                        </a:rPr>
                        <a:t>・マスタスケジュール（外部システムの事業者と調整すること）</a:t>
                      </a:r>
                      <a:endParaRPr lang="en-US" altLang="ja-JP" sz="1050" b="0" i="0" u="none" strike="noStrike">
                        <a:solidFill>
                          <a:srgbClr val="000000"/>
                        </a:solidFill>
                        <a:effectLst/>
                        <a:latin typeface="+mj-ea"/>
                        <a:ea typeface="+mj-ea"/>
                      </a:endParaRPr>
                    </a:p>
                    <a:p>
                      <a:pPr marL="0" marR="0" lvl="0" indent="0" algn="l" defTabSz="685673" rtl="0" eaLnBrk="1" fontAlgn="ctr" latinLnBrk="0" hangingPunct="1">
                        <a:lnSpc>
                          <a:spcPct val="100000"/>
                        </a:lnSpc>
                        <a:spcBef>
                          <a:spcPts val="0"/>
                        </a:spcBef>
                        <a:spcAft>
                          <a:spcPts val="0"/>
                        </a:spcAft>
                        <a:buClrTx/>
                        <a:buSzTx/>
                        <a:buFontTx/>
                        <a:buNone/>
                        <a:tabLst/>
                        <a:defRPr/>
                      </a:pPr>
                      <a:r>
                        <a:rPr lang="ja-JP" altLang="en-US" sz="1050" b="0" i="0" u="none" strike="noStrike">
                          <a:solidFill>
                            <a:srgbClr val="000000"/>
                          </a:solidFill>
                          <a:effectLst/>
                          <a:latin typeface="+mj-ea"/>
                          <a:ea typeface="+mj-ea"/>
                        </a:rPr>
                        <a:t>・開発工程の成果物の納品スケジュール</a:t>
                      </a:r>
                      <a:endParaRPr lang="en-US" altLang="ja-JP" sz="1050" b="0" i="0" u="none" strike="noStrike">
                        <a:solidFill>
                          <a:srgbClr val="000000"/>
                        </a:solidFill>
                        <a:effectLst/>
                        <a:latin typeface="+mj-ea"/>
                        <a:ea typeface="+mj-ea"/>
                      </a:endParaRP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685673" rtl="0" eaLnBrk="1" fontAlgn="ctr"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000000"/>
                          </a:solidFill>
                          <a:effectLst/>
                          <a:uLnTx/>
                          <a:uFillTx/>
                          <a:latin typeface="Meiryo UI"/>
                          <a:ea typeface="Meiryo UI"/>
                          <a:cs typeface="+mn-cs"/>
                        </a:rPr>
                        <a:t>-</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685673" rtl="0" eaLnBrk="1" fontAlgn="ctr" latinLnBrk="0" hangingPunct="1">
                        <a:lnSpc>
                          <a:spcPct val="100000"/>
                        </a:lnSpc>
                        <a:spcBef>
                          <a:spcPts val="0"/>
                        </a:spcBef>
                        <a:spcAft>
                          <a:spcPts val="0"/>
                        </a:spcAft>
                        <a:buClrTx/>
                        <a:buSzTx/>
                        <a:buFontTx/>
                        <a:buNone/>
                        <a:tabLst/>
                        <a:defRPr/>
                      </a:pPr>
                      <a:r>
                        <a:rPr lang="en-US" altLang="ja-JP" sz="1050" b="0" i="0" u="none" strike="noStrike" kern="1200" cap="none" spc="0" normalizeH="0" baseline="0" noProof="0">
                          <a:ln>
                            <a:noFill/>
                          </a:ln>
                          <a:solidFill>
                            <a:srgbClr val="C00000"/>
                          </a:solidFill>
                          <a:effectLst/>
                          <a:uLnTx/>
                          <a:uFillTx/>
                          <a:latin typeface="Meiryo UI"/>
                          <a:ea typeface="+mn-ea"/>
                          <a:cs typeface="+mn-cs"/>
                        </a:rPr>
                        <a:t>4</a:t>
                      </a:r>
                      <a:r>
                        <a:rPr lang="ja-JP" altLang="en-US" sz="1050" b="0" i="0" u="none" strike="noStrike" kern="1200" cap="none" spc="0" normalizeH="0" baseline="0" noProof="0">
                          <a:ln>
                            <a:noFill/>
                          </a:ln>
                          <a:solidFill>
                            <a:srgbClr val="C00000"/>
                          </a:solidFill>
                          <a:effectLst/>
                          <a:uLnTx/>
                          <a:uFillTx/>
                          <a:latin typeface="Meiryo UI"/>
                          <a:ea typeface="+mn-ea"/>
                          <a:cs typeface="+mn-cs"/>
                        </a:rPr>
                        <a:t>月上旬</a:t>
                      </a:r>
                      <a:endParaRPr kumimoji="1" lang="en-US" altLang="ja-JP" sz="1050" b="0" i="0" u="none" strike="noStrike" kern="1200" cap="none" spc="0" normalizeH="0" baseline="0" noProof="0">
                        <a:ln>
                          <a:noFill/>
                        </a:ln>
                        <a:solidFill>
                          <a:srgbClr val="C00000"/>
                        </a:solidFill>
                        <a:effectLst/>
                        <a:uLnTx/>
                        <a:uFillTx/>
                        <a:latin typeface="Meiryo UI"/>
                        <a:ea typeface="Meiryo UI"/>
                        <a:cs typeface="+mn-cs"/>
                      </a:endParaRP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685673" rtl="0" eaLnBrk="1" fontAlgn="ctr" latinLnBrk="0" hangingPunct="1">
                        <a:lnSpc>
                          <a:spcPct val="100000"/>
                        </a:lnSpc>
                        <a:spcBef>
                          <a:spcPts val="0"/>
                        </a:spcBef>
                        <a:spcAft>
                          <a:spcPts val="0"/>
                        </a:spcAft>
                        <a:buClrTx/>
                        <a:buSzTx/>
                        <a:buFontTx/>
                        <a:buNone/>
                        <a:tabLst/>
                        <a:defRPr/>
                      </a:pPr>
                      <a:r>
                        <a:rPr kumimoji="1" lang="en-US" altLang="ja-JP" sz="1050" b="0" i="0" u="none" strike="noStrike" kern="1200">
                          <a:solidFill>
                            <a:srgbClr val="000000"/>
                          </a:solidFill>
                          <a:effectLst/>
                          <a:latin typeface="+mj-ea"/>
                          <a:ea typeface="+mn-ea"/>
                          <a:cs typeface="+mn-cs"/>
                        </a:rPr>
                        <a:t>-</a:t>
                      </a:r>
                      <a:endParaRPr kumimoji="1" lang="en-US" altLang="ja-JP" sz="1050" b="0" i="0" u="none" strike="noStrike" kern="1200" cap="none" spc="0" normalizeH="0" baseline="0" noProof="0">
                        <a:ln>
                          <a:noFill/>
                        </a:ln>
                        <a:solidFill>
                          <a:srgbClr val="000000"/>
                        </a:solidFill>
                        <a:effectLst/>
                        <a:uLnTx/>
                        <a:uFillTx/>
                        <a:latin typeface="Meiryo UI"/>
                        <a:ea typeface="Meiryo UI"/>
                        <a:cs typeface="+mn-cs"/>
                      </a:endParaRP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9401453"/>
                  </a:ext>
                </a:extLst>
              </a:tr>
            </a:tbl>
          </a:graphicData>
        </a:graphic>
      </p:graphicFrame>
      <p:sp>
        <p:nvSpPr>
          <p:cNvPr id="3" name="テキスト ボックス 2">
            <a:extLst>
              <a:ext uri="{FF2B5EF4-FFF2-40B4-BE49-F238E27FC236}">
                <a16:creationId xmlns:a16="http://schemas.microsoft.com/office/drawing/2014/main" id="{400E7462-1D5B-9624-234E-AED86A927E9A}"/>
              </a:ext>
            </a:extLst>
          </p:cNvPr>
          <p:cNvSpPr txBox="1"/>
          <p:nvPr/>
        </p:nvSpPr>
        <p:spPr>
          <a:xfrm>
            <a:off x="2805453" y="6601419"/>
            <a:ext cx="3192087" cy="268707"/>
          </a:xfrm>
          <a:prstGeom prst="rect">
            <a:avLst/>
          </a:prstGeom>
          <a:noFill/>
        </p:spPr>
        <p:txBody>
          <a:bodyPr wrap="square" lIns="36000" tIns="36000" rIns="36000" bIns="36000" rtlCol="0" anchor="ctr">
            <a:noAutofit/>
          </a:bodyPr>
          <a:lstStyle/>
          <a:p>
            <a:pPr marL="0" marR="0" lvl="0" indent="0" algn="l" defTabSz="914400" rtl="0" eaLnBrk="1" fontAlgn="base" latinLnBrk="0" hangingPunct="1">
              <a:lnSpc>
                <a:spcPct val="80000"/>
              </a:lnSpc>
              <a:spcBef>
                <a:spcPct val="0"/>
              </a:spcBef>
              <a:spcAft>
                <a:spcPct val="0"/>
              </a:spcAft>
              <a:buClrTx/>
              <a:buSzTx/>
              <a:buFontTx/>
              <a:buNone/>
              <a:tabLst/>
              <a:defRPr/>
            </a:pPr>
            <a:r>
              <a:rPr kumimoji="1" lang="en-US" altLang="ja-JP" sz="11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r>
              <a:rPr kumimoji="1" lang="ja-JP" altLang="en-US" sz="11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納品時期については、発注者と調整すること</a:t>
            </a:r>
          </a:p>
        </p:txBody>
      </p:sp>
      <p:sp>
        <p:nvSpPr>
          <p:cNvPr id="6" name="テキスト ボックス 5">
            <a:extLst>
              <a:ext uri="{FF2B5EF4-FFF2-40B4-BE49-F238E27FC236}">
                <a16:creationId xmlns:a16="http://schemas.microsoft.com/office/drawing/2014/main" id="{818C92AB-1F24-5CD1-866B-D5388BBBADD2}"/>
              </a:ext>
            </a:extLst>
          </p:cNvPr>
          <p:cNvSpPr txBox="1"/>
          <p:nvPr/>
        </p:nvSpPr>
        <p:spPr>
          <a:xfrm>
            <a:off x="381000" y="6619391"/>
            <a:ext cx="2876549" cy="232765"/>
          </a:xfrm>
          <a:prstGeom prst="rect">
            <a:avLst/>
          </a:prstGeom>
          <a:noFill/>
        </p:spPr>
        <p:txBody>
          <a:bodyPr wrap="square" lIns="36000" tIns="36000" rIns="36000" bIns="36000" rtlCol="0" anchor="ctr">
            <a:noAutofit/>
          </a:bodyPr>
          <a:lstStyle/>
          <a:p>
            <a:pPr algn="l" defTabSz="914400" fontAlgn="base">
              <a:lnSpc>
                <a:spcPct val="80000"/>
              </a:lnSpc>
              <a:spcBef>
                <a:spcPct val="0"/>
              </a:spcBef>
              <a:spcAft>
                <a:spcPct val="0"/>
              </a:spcAft>
            </a:pPr>
            <a:r>
              <a:rPr kumimoji="1" lang="en-US" altLang="ja-JP" sz="1100" i="0">
                <a:solidFill>
                  <a:srgbClr val="C00000"/>
                </a:solidFill>
                <a:latin typeface="Meiryo UI" panose="020B0604030504040204" pitchFamily="50" charset="-128"/>
                <a:ea typeface="Meiryo UI" panose="020B0604030504040204" pitchFamily="50" charset="-128"/>
              </a:rPr>
              <a:t>※</a:t>
            </a:r>
            <a:r>
              <a:rPr kumimoji="1" lang="ja-JP" altLang="en-US" sz="1100" i="0">
                <a:solidFill>
                  <a:srgbClr val="C00000"/>
                </a:solidFill>
                <a:latin typeface="Meiryo UI" panose="020B0604030504040204" pitchFamily="50" charset="-128"/>
                <a:ea typeface="Meiryo UI" panose="020B0604030504040204" pitchFamily="50" charset="-128"/>
              </a:rPr>
              <a:t>赤字：前回提示時点からの追記箇所</a:t>
            </a:r>
          </a:p>
        </p:txBody>
      </p:sp>
      <p:sp>
        <p:nvSpPr>
          <p:cNvPr id="5" name="正方形/長方形 4">
            <a:extLst>
              <a:ext uri="{FF2B5EF4-FFF2-40B4-BE49-F238E27FC236}">
                <a16:creationId xmlns:a16="http://schemas.microsoft.com/office/drawing/2014/main" id="{999A212E-503E-9AA8-4426-C51D314CAFC6}"/>
              </a:ext>
            </a:extLst>
          </p:cNvPr>
          <p:cNvSpPr/>
          <p:nvPr/>
        </p:nvSpPr>
        <p:spPr>
          <a:xfrm>
            <a:off x="-3348552" y="308756"/>
            <a:ext cx="3242416" cy="1363579"/>
          </a:xfrm>
          <a:prstGeom prst="rect">
            <a:avLst/>
          </a:prstGeom>
          <a:solidFill>
            <a:schemeClr val="bg1"/>
          </a:solidFill>
          <a:ln w="28575">
            <a:solidFill>
              <a:schemeClr val="accent2"/>
            </a:solidFill>
          </a:ln>
        </p:spPr>
        <p:txBody>
          <a:bodyPr rtlCol="0" anchor="ctr"/>
          <a:lstStyle/>
          <a:p>
            <a:pPr fontAlgn="base">
              <a:spcBef>
                <a:spcPct val="20000"/>
              </a:spcBef>
              <a:spcAft>
                <a:spcPct val="0"/>
              </a:spcAft>
            </a:pPr>
            <a:r>
              <a:rPr kumimoji="1" lang="en-US" altLang="ja-JP" sz="1200">
                <a:latin typeface="+mj-ea"/>
                <a:ea typeface="+mj-ea"/>
              </a:rPr>
              <a:t>【</a:t>
            </a:r>
            <a:r>
              <a:rPr lang="en-US" altLang="ja-JP" sz="1200">
                <a:latin typeface="+mj-ea"/>
              </a:rPr>
              <a:t>ToDo1230</a:t>
            </a:r>
            <a:r>
              <a:rPr kumimoji="1" lang="en-US" altLang="ja-JP" sz="1200">
                <a:latin typeface="+mj-ea"/>
                <a:ea typeface="+mj-ea"/>
              </a:rPr>
              <a:t>_</a:t>
            </a:r>
            <a:r>
              <a:rPr kumimoji="1" lang="ja-JP" altLang="en-US" sz="1200">
                <a:latin typeface="+mj-ea"/>
                <a:ea typeface="+mj-ea"/>
              </a:rPr>
              <a:t>厚労省コメント</a:t>
            </a:r>
            <a:r>
              <a:rPr kumimoji="1" lang="en-US" altLang="ja-JP" sz="1200">
                <a:latin typeface="+mj-ea"/>
                <a:ea typeface="+mj-ea"/>
              </a:rPr>
              <a:t>】</a:t>
            </a:r>
            <a:br>
              <a:rPr kumimoji="1" lang="en-US" altLang="ja-JP" sz="1200">
                <a:latin typeface="+mj-ea"/>
                <a:ea typeface="+mj-ea"/>
              </a:rPr>
            </a:br>
            <a:r>
              <a:rPr kumimoji="1" lang="ja-JP" altLang="en-US" sz="1200">
                <a:latin typeface="+mj-ea"/>
                <a:ea typeface="+mj-ea"/>
              </a:rPr>
              <a:t>他アウトプットは内容のイメージがつくが、</a:t>
            </a:r>
            <a:br>
              <a:rPr kumimoji="1" lang="en-US" altLang="ja-JP" sz="1200">
                <a:latin typeface="+mj-ea"/>
                <a:ea typeface="+mj-ea"/>
              </a:rPr>
            </a:br>
            <a:r>
              <a:rPr kumimoji="1" lang="en-US" altLang="ja-JP" sz="1200">
                <a:latin typeface="+mj-ea"/>
                <a:ea typeface="+mj-ea"/>
              </a:rPr>
              <a:t>No2</a:t>
            </a:r>
            <a:r>
              <a:rPr kumimoji="1" lang="ja-JP" altLang="en-US" sz="1200">
                <a:latin typeface="+mj-ea"/>
                <a:ea typeface="+mj-ea"/>
              </a:rPr>
              <a:t>については、具体的にどのような粒度で実施されるのか、ご教示いただきたい。</a:t>
            </a:r>
            <a:br>
              <a:rPr kumimoji="1" lang="en-US" altLang="ja-JP" sz="1200">
                <a:latin typeface="+mj-ea"/>
                <a:ea typeface="+mj-ea"/>
              </a:rPr>
            </a:br>
            <a:r>
              <a:rPr kumimoji="1" lang="ja-JP" altLang="en-US" sz="1200">
                <a:latin typeface="+mj-ea"/>
                <a:ea typeface="+mj-ea"/>
              </a:rPr>
              <a:t>（例えば、機能定義書レベルの記載粒度など）</a:t>
            </a:r>
          </a:p>
        </p:txBody>
      </p:sp>
      <p:cxnSp>
        <p:nvCxnSpPr>
          <p:cNvPr id="8" name="直線コネクタ 7">
            <a:extLst>
              <a:ext uri="{FF2B5EF4-FFF2-40B4-BE49-F238E27FC236}">
                <a16:creationId xmlns:a16="http://schemas.microsoft.com/office/drawing/2014/main" id="{DFA39B6D-9EA0-99AA-DC44-D0B1569BCC09}"/>
              </a:ext>
            </a:extLst>
          </p:cNvPr>
          <p:cNvCxnSpPr>
            <a:stCxn id="5" idx="2"/>
          </p:cNvCxnSpPr>
          <p:nvPr/>
        </p:nvCxnSpPr>
        <p:spPr bwMode="auto">
          <a:xfrm>
            <a:off x="-1727344" y="1672335"/>
            <a:ext cx="1993885" cy="345560"/>
          </a:xfrm>
          <a:prstGeom prst="line">
            <a:avLst/>
          </a:prstGeom>
          <a:solidFill>
            <a:schemeClr val="bg1"/>
          </a:solidFill>
          <a:ln w="28575" cap="flat" cmpd="sng" algn="ctr">
            <a:solidFill>
              <a:schemeClr val="accent2"/>
            </a:solidFill>
            <a:prstDash val="solid"/>
            <a:round/>
            <a:headEnd type="oval" w="med" len="med"/>
            <a:tailEnd type="oval" w="med" len="med"/>
          </a:ln>
          <a:effectLst/>
        </p:spPr>
      </p:cxnSp>
    </p:spTree>
    <p:extLst>
      <p:ext uri="{BB962C8B-B14F-4D97-AF65-F5344CB8AC3E}">
        <p14:creationId xmlns:p14="http://schemas.microsoft.com/office/powerpoint/2010/main" val="23452449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4D903-76D0-F46E-54E6-1B645C04DDA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D9CA878-3072-A398-5A1C-CA832D4BA796}"/>
              </a:ext>
            </a:extLst>
          </p:cNvPr>
          <p:cNvSpPr>
            <a:spLocks noGrp="1"/>
          </p:cNvSpPr>
          <p:nvPr>
            <p:ph type="title"/>
          </p:nvPr>
        </p:nvSpPr>
        <p:spPr/>
        <p:txBody>
          <a:bodyPr vert="horz" wrap="square" lIns="36000" tIns="36000" rIns="36000" bIns="36000" anchor="b" anchorCtr="0">
            <a:noAutofit/>
          </a:bodyPr>
          <a:lstStyle/>
          <a:p>
            <a:r>
              <a:rPr lang="en-US" altLang="ja-JP" sz="1800" noProof="1">
                <a:solidFill>
                  <a:srgbClr val="1F497D"/>
                </a:solidFill>
              </a:rPr>
              <a:t>6</a:t>
            </a:r>
            <a:r>
              <a:rPr lang="ja-JP" altLang="en-US" sz="1800" noProof="1">
                <a:solidFill>
                  <a:srgbClr val="1F497D"/>
                </a:solidFill>
              </a:rPr>
              <a:t>．受入テストシナリオの厚労省レビューに向けた事前説明の内容確認</a:t>
            </a:r>
          </a:p>
        </p:txBody>
      </p:sp>
      <p:sp>
        <p:nvSpPr>
          <p:cNvPr id="3" name="コンテンツ プレースホルダー 2">
            <a:extLst>
              <a:ext uri="{FF2B5EF4-FFF2-40B4-BE49-F238E27FC236}">
                <a16:creationId xmlns:a16="http://schemas.microsoft.com/office/drawing/2014/main" id="{C4FA26D2-2A26-3EF2-DED9-653CF523A7BB}"/>
              </a:ext>
            </a:extLst>
          </p:cNvPr>
          <p:cNvSpPr>
            <a:spLocks noGrp="1"/>
          </p:cNvSpPr>
          <p:nvPr>
            <p:ph sz="quarter" idx="12"/>
          </p:nvPr>
        </p:nvSpPr>
        <p:spPr>
          <a:xfrm>
            <a:off x="507341" y="774374"/>
            <a:ext cx="8891322" cy="405622"/>
          </a:xfrm>
        </p:spPr>
        <p:txBody>
          <a:bodyPr/>
          <a:lstStyle/>
          <a:p>
            <a:pPr marL="285750" indent="-285750">
              <a:buFont typeface="Meiryo UI" panose="020B0604030504040204" pitchFamily="50" charset="-128"/>
              <a:buChar char="○"/>
            </a:pPr>
            <a:r>
              <a:rPr lang="ja-JP" altLang="en-US" sz="1600" noProof="1">
                <a:latin typeface="+mn-ea"/>
                <a:ea typeface="+mn-ea"/>
              </a:rPr>
              <a:t>別紙１を参照</a:t>
            </a:r>
            <a:endParaRPr lang="en-US" altLang="ja-JP" sz="1600" noProof="1">
              <a:latin typeface="+mn-ea"/>
              <a:ea typeface="+mn-ea"/>
            </a:endParaRPr>
          </a:p>
        </p:txBody>
      </p:sp>
      <p:sp>
        <p:nvSpPr>
          <p:cNvPr id="6" name="コンテンツ プレースホルダー 2">
            <a:extLst>
              <a:ext uri="{FF2B5EF4-FFF2-40B4-BE49-F238E27FC236}">
                <a16:creationId xmlns:a16="http://schemas.microsoft.com/office/drawing/2014/main" id="{9ABD412D-5AD1-71D6-3DE3-B9C25A856F92}"/>
              </a:ext>
            </a:extLst>
          </p:cNvPr>
          <p:cNvSpPr txBox="1">
            <a:spLocks/>
          </p:cNvSpPr>
          <p:nvPr/>
        </p:nvSpPr>
        <p:spPr>
          <a:xfrm>
            <a:off x="507341" y="2829667"/>
            <a:ext cx="8891322" cy="3385069"/>
          </a:xfrm>
          <a:prstGeom prst="rect">
            <a:avLst/>
          </a:prstGeom>
        </p:spPr>
        <p:txBody>
          <a:bodyPr/>
          <a:lstStyle>
            <a:lvl1pPr marL="0" indent="0" algn="l" rtl="0" eaLnBrk="1" fontAlgn="base" hangingPunct="1">
              <a:spcBef>
                <a:spcPct val="20000"/>
              </a:spcBef>
              <a:spcAft>
                <a:spcPct val="0"/>
              </a:spcAft>
              <a:buFont typeface="Meiryo UI" panose="020B0604020202020204" pitchFamily="34" charset="0"/>
              <a:buNone/>
              <a:defRPr kumimoji="1" sz="1462" noProof="1">
                <a:solidFill>
                  <a:schemeClr val="tx1"/>
                </a:solidFill>
                <a:latin typeface="+mj-ea"/>
                <a:ea typeface="+mj-ea"/>
                <a:cs typeface="+mn-cs"/>
              </a:defRPr>
            </a:lvl1pPr>
            <a:lvl2pPr marL="216687" indent="-141879"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2pPr>
            <a:lvl3pPr marL="291495" indent="-143169"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3pPr>
            <a:lvl4pPr marL="365015" indent="-148328"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4pPr>
            <a:lvl5pPr marL="439824" indent="-148328" algn="l" rtl="0" eaLnBrk="1" fontAlgn="base" hangingPunct="1">
              <a:spcBef>
                <a:spcPct val="20000"/>
              </a:spcBef>
              <a:spcAft>
                <a:spcPct val="0"/>
              </a:spcAft>
              <a:buFont typeface="Meiryo UI" panose="020B0604020202020204" pitchFamily="34" charset="0"/>
              <a:buChar char="•"/>
              <a:tabLst>
                <a:tab pos="439824" algn="l"/>
              </a:tabLst>
              <a:defRPr kumimoji="1" sz="1462" noProof="1">
                <a:solidFill>
                  <a:schemeClr val="tx1"/>
                </a:solidFill>
                <a:latin typeface="Meiryo UI" pitchFamily="18" charset="0"/>
                <a:ea typeface="+mn-ea"/>
              </a:defRPr>
            </a:lvl5pPr>
            <a:lvl6pPr marL="1885600"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6pPr>
            <a:lvl7pPr marL="2228436"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7pPr>
            <a:lvl8pPr marL="2571271"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8pPr>
            <a:lvl9pPr marL="2914107"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9pPr>
          </a:lstStyle>
          <a:p>
            <a:pPr marL="285750" marR="0" lvl="0" indent="-285750" algn="l" defTabSz="914400" rtl="0" eaLnBrk="1" fontAlgn="base" latinLnBrk="0" hangingPunct="1">
              <a:lnSpc>
                <a:spcPct val="100000"/>
              </a:lnSpc>
              <a:spcBef>
                <a:spcPct val="20000"/>
              </a:spcBef>
              <a:spcAft>
                <a:spcPct val="0"/>
              </a:spcAft>
              <a:buClrTx/>
              <a:buSzTx/>
              <a:buFont typeface="Meiryo UI" panose="020B0604030504040204" pitchFamily="50" charset="-128"/>
              <a:buChar char="○"/>
              <a:tabLst/>
              <a:defRPr/>
            </a:pPr>
            <a:endParaRPr kumimoji="1" lang="en-US" altLang="ja-JP" sz="1400" b="0" i="0" u="none" strike="noStrike" kern="0" cap="none" spc="0" normalizeH="0" baseline="0" noProof="1">
              <a:ln>
                <a:noFill/>
              </a:ln>
              <a:solidFill>
                <a:prstClr val="black"/>
              </a:solidFill>
              <a:effectLst/>
              <a:uLnTx/>
              <a:uFillTx/>
              <a:latin typeface="Meiryo UI"/>
              <a:ea typeface="Meiryo UI"/>
              <a:cs typeface="+mn-cs"/>
            </a:endParaRPr>
          </a:p>
        </p:txBody>
      </p:sp>
      <p:sp>
        <p:nvSpPr>
          <p:cNvPr id="5" name="コンテンツ プレースホルダー 2">
            <a:extLst>
              <a:ext uri="{FF2B5EF4-FFF2-40B4-BE49-F238E27FC236}">
                <a16:creationId xmlns:a16="http://schemas.microsoft.com/office/drawing/2014/main" id="{F9DFEAEC-DE1C-017D-4F6D-DA6CF0D96113}"/>
              </a:ext>
            </a:extLst>
          </p:cNvPr>
          <p:cNvSpPr txBox="1">
            <a:spLocks/>
          </p:cNvSpPr>
          <p:nvPr/>
        </p:nvSpPr>
        <p:spPr>
          <a:xfrm>
            <a:off x="659741" y="2982067"/>
            <a:ext cx="8891322" cy="3385069"/>
          </a:xfrm>
          <a:prstGeom prst="rect">
            <a:avLst/>
          </a:prstGeom>
        </p:spPr>
        <p:txBody>
          <a:bodyPr/>
          <a:lstStyle>
            <a:lvl1pPr marL="0" indent="0" algn="l" rtl="0" eaLnBrk="1" fontAlgn="base" hangingPunct="1">
              <a:spcBef>
                <a:spcPct val="20000"/>
              </a:spcBef>
              <a:spcAft>
                <a:spcPct val="0"/>
              </a:spcAft>
              <a:buFont typeface="Meiryo UI" panose="020B0604020202020204" pitchFamily="34" charset="0"/>
              <a:buNone/>
              <a:defRPr kumimoji="1" sz="1462" noProof="1">
                <a:solidFill>
                  <a:schemeClr val="tx1"/>
                </a:solidFill>
                <a:latin typeface="+mj-ea"/>
                <a:ea typeface="+mj-ea"/>
                <a:cs typeface="+mn-cs"/>
              </a:defRPr>
            </a:lvl1pPr>
            <a:lvl2pPr marL="216687" indent="-141879"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2pPr>
            <a:lvl3pPr marL="291495" indent="-143169"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3pPr>
            <a:lvl4pPr marL="365015" indent="-148328"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4pPr>
            <a:lvl5pPr marL="439824" indent="-148328" algn="l" rtl="0" eaLnBrk="1" fontAlgn="base" hangingPunct="1">
              <a:spcBef>
                <a:spcPct val="20000"/>
              </a:spcBef>
              <a:spcAft>
                <a:spcPct val="0"/>
              </a:spcAft>
              <a:buFont typeface="Meiryo UI" panose="020B0604020202020204" pitchFamily="34" charset="0"/>
              <a:buChar char="•"/>
              <a:tabLst>
                <a:tab pos="439824" algn="l"/>
              </a:tabLst>
              <a:defRPr kumimoji="1" sz="1462" noProof="1">
                <a:solidFill>
                  <a:schemeClr val="tx1"/>
                </a:solidFill>
                <a:latin typeface="Meiryo UI" pitchFamily="18" charset="0"/>
                <a:ea typeface="+mn-ea"/>
              </a:defRPr>
            </a:lvl5pPr>
            <a:lvl6pPr marL="1885600"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6pPr>
            <a:lvl7pPr marL="2228436"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7pPr>
            <a:lvl8pPr marL="2571271"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8pPr>
            <a:lvl9pPr marL="2914107"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9pPr>
          </a:lstStyle>
          <a:p>
            <a:pPr marL="285750" marR="0" lvl="0" indent="-285750" algn="l" defTabSz="914400" rtl="0" eaLnBrk="1" fontAlgn="base" latinLnBrk="0" hangingPunct="1">
              <a:lnSpc>
                <a:spcPct val="100000"/>
              </a:lnSpc>
              <a:spcBef>
                <a:spcPct val="20000"/>
              </a:spcBef>
              <a:spcAft>
                <a:spcPct val="0"/>
              </a:spcAft>
              <a:buClrTx/>
              <a:buSzTx/>
              <a:buFont typeface="Meiryo UI" panose="020B0604030504040204" pitchFamily="50" charset="-128"/>
              <a:buChar char="○"/>
              <a:tabLst/>
              <a:defRPr/>
            </a:pPr>
            <a:endParaRPr kumimoji="1" lang="en-US" altLang="ja-JP" sz="1400" b="0" i="0" u="none" strike="noStrike" kern="0" cap="none" spc="0" normalizeH="0" baseline="0" noProof="1">
              <a:ln>
                <a:noFill/>
              </a:ln>
              <a:solidFill>
                <a:prstClr val="black"/>
              </a:solidFill>
              <a:effectLst/>
              <a:uLnTx/>
              <a:uFillTx/>
              <a:latin typeface="Meiryo UI"/>
              <a:ea typeface="Meiryo UI"/>
              <a:cs typeface="+mn-cs"/>
            </a:endParaRPr>
          </a:p>
        </p:txBody>
      </p:sp>
    </p:spTree>
    <p:extLst>
      <p:ext uri="{BB962C8B-B14F-4D97-AF65-F5344CB8AC3E}">
        <p14:creationId xmlns:p14="http://schemas.microsoft.com/office/powerpoint/2010/main" val="24033145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グループ化 20">
            <a:extLst>
              <a:ext uri="{FF2B5EF4-FFF2-40B4-BE49-F238E27FC236}">
                <a16:creationId xmlns:a16="http://schemas.microsoft.com/office/drawing/2014/main" id="{FC734F37-EC71-0281-A464-5FCE4AF656A5}"/>
              </a:ext>
            </a:extLst>
          </p:cNvPr>
          <p:cNvGrpSpPr/>
          <p:nvPr/>
        </p:nvGrpSpPr>
        <p:grpSpPr>
          <a:xfrm>
            <a:off x="598526" y="2584780"/>
            <a:ext cx="3829869" cy="3711517"/>
            <a:chOff x="507000" y="2597874"/>
            <a:chExt cx="2948299" cy="3888408"/>
          </a:xfrm>
        </p:grpSpPr>
        <p:sp>
          <p:nvSpPr>
            <p:cNvPr id="4" name="楕円 3">
              <a:extLst>
                <a:ext uri="{FF2B5EF4-FFF2-40B4-BE49-F238E27FC236}">
                  <a16:creationId xmlns:a16="http://schemas.microsoft.com/office/drawing/2014/main" id="{C5D6F8E5-B84B-41F1-FDF1-985AD2FDC115}"/>
                </a:ext>
              </a:extLst>
            </p:cNvPr>
            <p:cNvSpPr/>
            <p:nvPr/>
          </p:nvSpPr>
          <p:spPr>
            <a:xfrm>
              <a:off x="507000" y="2597874"/>
              <a:ext cx="2948299" cy="3888408"/>
            </a:xfrm>
            <a:prstGeom prst="ellipse">
              <a:avLst/>
            </a:prstGeom>
            <a:solidFill>
              <a:schemeClr val="accent4">
                <a:lumMod val="20000"/>
                <a:lumOff val="80000"/>
              </a:schemeClr>
            </a:solidFill>
            <a:ln>
              <a:noFill/>
            </a:ln>
          </p:spPr>
          <p:txBody>
            <a:bodyPr tIns="0" rtlCol="0" anchor="t"/>
            <a:lstStyle/>
            <a:p>
              <a:pPr algn="ctr" fontAlgn="base">
                <a:spcBef>
                  <a:spcPct val="20000"/>
                </a:spcBef>
                <a:spcAft>
                  <a:spcPct val="0"/>
                </a:spcAft>
              </a:pPr>
              <a:endParaRPr kumimoji="1" lang="ja-JP" altLang="en-US" sz="1400">
                <a:latin typeface="+mj-ea"/>
                <a:ea typeface="+mj-ea"/>
              </a:endParaRPr>
            </a:p>
          </p:txBody>
        </p:sp>
        <p:sp>
          <p:nvSpPr>
            <p:cNvPr id="20" name="テキスト ボックス 19">
              <a:extLst>
                <a:ext uri="{FF2B5EF4-FFF2-40B4-BE49-F238E27FC236}">
                  <a16:creationId xmlns:a16="http://schemas.microsoft.com/office/drawing/2014/main" id="{070995C2-9645-88BF-E6B7-1AD7B9955B2B}"/>
                </a:ext>
              </a:extLst>
            </p:cNvPr>
            <p:cNvSpPr txBox="1"/>
            <p:nvPr/>
          </p:nvSpPr>
          <p:spPr>
            <a:xfrm>
              <a:off x="806102" y="2862212"/>
              <a:ext cx="2350094" cy="335980"/>
            </a:xfrm>
            <a:prstGeom prst="rect">
              <a:avLst/>
            </a:prstGeom>
            <a:noFill/>
          </p:spPr>
          <p:txBody>
            <a:bodyPr wrap="square" lIns="36000" tIns="36000" rIns="36000" bIns="36000" rtlCol="0" anchor="ctr">
              <a:noAutofit/>
            </a:bodyPr>
            <a:lstStyle/>
            <a:p>
              <a:pPr algn="ctr" defTabSz="914400" fontAlgn="base">
                <a:lnSpc>
                  <a:spcPct val="80000"/>
                </a:lnSpc>
                <a:spcBef>
                  <a:spcPct val="0"/>
                </a:spcBef>
                <a:spcAft>
                  <a:spcPct val="0"/>
                </a:spcAft>
              </a:pPr>
              <a:r>
                <a:rPr kumimoji="1" lang="ja-JP" altLang="en-US" sz="1200" i="0">
                  <a:solidFill>
                    <a:prstClr val="black"/>
                  </a:solidFill>
                  <a:latin typeface="Meiryo UI" panose="020B0604030504040204" pitchFamily="50" charset="-128"/>
                  <a:ea typeface="Meiryo UI" panose="020B0604030504040204" pitchFamily="50" charset="-128"/>
                </a:rPr>
                <a:t>電子カルテ情報</a:t>
              </a:r>
              <a:br>
                <a:rPr kumimoji="1" lang="en-US" altLang="ja-JP" sz="1200" i="0">
                  <a:solidFill>
                    <a:prstClr val="black"/>
                  </a:solidFill>
                  <a:latin typeface="Meiryo UI" panose="020B0604030504040204" pitchFamily="50" charset="-128"/>
                  <a:ea typeface="Meiryo UI" panose="020B0604030504040204" pitchFamily="50" charset="-128"/>
                </a:rPr>
              </a:br>
              <a:r>
                <a:rPr kumimoji="1" lang="ja-JP" altLang="en-US" sz="1200" i="0">
                  <a:solidFill>
                    <a:prstClr val="black"/>
                  </a:solidFill>
                  <a:latin typeface="Meiryo UI" panose="020B0604030504040204" pitchFamily="50" charset="-128"/>
                  <a:ea typeface="Meiryo UI" panose="020B0604030504040204" pitchFamily="50" charset="-128"/>
                </a:rPr>
                <a:t>共有サービス基盤の全処理数</a:t>
              </a:r>
              <a:endParaRPr kumimoji="1" lang="ja-JP" altLang="en-US" sz="1000" i="0">
                <a:solidFill>
                  <a:prstClr val="black"/>
                </a:solidFill>
                <a:latin typeface="Meiryo UI" panose="020B0604030504040204" pitchFamily="50" charset="-128"/>
                <a:ea typeface="Meiryo UI" panose="020B0604030504040204" pitchFamily="50" charset="-128"/>
              </a:endParaRPr>
            </a:p>
          </p:txBody>
        </p:sp>
      </p:grpSp>
      <p:grpSp>
        <p:nvGrpSpPr>
          <p:cNvPr id="24" name="グループ化 23">
            <a:extLst>
              <a:ext uri="{FF2B5EF4-FFF2-40B4-BE49-F238E27FC236}">
                <a16:creationId xmlns:a16="http://schemas.microsoft.com/office/drawing/2014/main" id="{F6BFCFC4-68F1-569D-6B5D-7FE52949097A}"/>
              </a:ext>
            </a:extLst>
          </p:cNvPr>
          <p:cNvGrpSpPr/>
          <p:nvPr/>
        </p:nvGrpSpPr>
        <p:grpSpPr>
          <a:xfrm>
            <a:off x="822921" y="3368601"/>
            <a:ext cx="3381078" cy="2927696"/>
            <a:chOff x="705386" y="3387790"/>
            <a:chExt cx="2551526" cy="3092060"/>
          </a:xfrm>
        </p:grpSpPr>
        <p:sp>
          <p:nvSpPr>
            <p:cNvPr id="6" name="楕円 5">
              <a:extLst>
                <a:ext uri="{FF2B5EF4-FFF2-40B4-BE49-F238E27FC236}">
                  <a16:creationId xmlns:a16="http://schemas.microsoft.com/office/drawing/2014/main" id="{7C7DC444-A937-7C31-F818-A9794862D3A9}"/>
                </a:ext>
              </a:extLst>
            </p:cNvPr>
            <p:cNvSpPr/>
            <p:nvPr/>
          </p:nvSpPr>
          <p:spPr>
            <a:xfrm>
              <a:off x="705386" y="3387790"/>
              <a:ext cx="2551526" cy="3092060"/>
            </a:xfrm>
            <a:prstGeom prst="ellipse">
              <a:avLst/>
            </a:prstGeom>
            <a:solidFill>
              <a:srgbClr val="7500C0"/>
            </a:solidFill>
            <a:ln w="15875">
              <a:solidFill>
                <a:srgbClr val="7500C0"/>
              </a:solidFill>
            </a:ln>
          </p:spPr>
          <p:txBody>
            <a:bodyPr rtlCol="0" anchor="t"/>
            <a:lstStyle/>
            <a:p>
              <a:pPr algn="ctr" fontAlgn="base">
                <a:spcBef>
                  <a:spcPct val="20000"/>
                </a:spcBef>
                <a:spcAft>
                  <a:spcPct val="0"/>
                </a:spcAft>
              </a:pPr>
              <a:endParaRPr lang="ja-JP" altLang="en-US" sz="1400">
                <a:latin typeface="+mj-ea"/>
                <a:ea typeface="+mj-ea"/>
              </a:endParaRPr>
            </a:p>
          </p:txBody>
        </p:sp>
        <p:sp>
          <p:nvSpPr>
            <p:cNvPr id="23" name="テキスト ボックス 22">
              <a:extLst>
                <a:ext uri="{FF2B5EF4-FFF2-40B4-BE49-F238E27FC236}">
                  <a16:creationId xmlns:a16="http://schemas.microsoft.com/office/drawing/2014/main" id="{A8B66A89-90E5-C43C-77A8-DDFA60ABC38D}"/>
                </a:ext>
              </a:extLst>
            </p:cNvPr>
            <p:cNvSpPr txBox="1"/>
            <p:nvPr/>
          </p:nvSpPr>
          <p:spPr>
            <a:xfrm>
              <a:off x="1050982" y="3833085"/>
              <a:ext cx="1928539" cy="335980"/>
            </a:xfrm>
            <a:prstGeom prst="rect">
              <a:avLst/>
            </a:prstGeom>
            <a:noFill/>
          </p:spPr>
          <p:txBody>
            <a:bodyPr wrap="square" lIns="36000" tIns="36000" rIns="36000" bIns="36000" rtlCol="0" anchor="ctr">
              <a:noAutofit/>
            </a:bodyPr>
            <a:lstStyle>
              <a:defPPr>
                <a:defRPr lang="ja-JP"/>
              </a:defPPr>
              <a:lvl1pPr algn="ctr" fontAlgn="base">
                <a:lnSpc>
                  <a:spcPct val="80000"/>
                </a:lnSpc>
                <a:spcBef>
                  <a:spcPct val="0"/>
                </a:spcBef>
                <a:spcAft>
                  <a:spcPct val="0"/>
                </a:spcAft>
                <a:defRPr sz="1400" b="1" i="0">
                  <a:solidFill>
                    <a:schemeClr val="bg1"/>
                  </a:solidFill>
                  <a:latin typeface="Meiryo UI" panose="020B0604030504040204" pitchFamily="50" charset="-128"/>
                  <a:ea typeface="Meiryo UI" panose="020B0604030504040204" pitchFamily="50" charset="-128"/>
                </a:defRPr>
              </a:lvl1pPr>
            </a:lstStyle>
            <a:p>
              <a:r>
                <a:rPr lang="ja-JP" altLang="en-US"/>
                <a:t>診療情報提供書</a:t>
              </a:r>
              <a:br>
                <a:rPr lang="en-US" altLang="ja-JP"/>
              </a:br>
              <a:r>
                <a:rPr lang="ja-JP" altLang="en-US" sz="1200"/>
                <a:t>（退院時サマリー含む）</a:t>
              </a:r>
              <a:br>
                <a:rPr lang="en-US" altLang="ja-JP" sz="1200"/>
              </a:br>
              <a:r>
                <a:rPr lang="ja-JP" altLang="en-US"/>
                <a:t>に係る</a:t>
              </a:r>
              <a:r>
                <a:rPr lang="en-US" altLang="ja-JP"/>
                <a:t>IF</a:t>
              </a:r>
              <a:r>
                <a:rPr lang="ja-JP" altLang="en-US"/>
                <a:t>処理数</a:t>
              </a:r>
            </a:p>
          </p:txBody>
        </p:sp>
      </p:grpSp>
      <p:sp>
        <p:nvSpPr>
          <p:cNvPr id="2" name="タイトル 1">
            <a:extLst>
              <a:ext uri="{FF2B5EF4-FFF2-40B4-BE49-F238E27FC236}">
                <a16:creationId xmlns:a16="http://schemas.microsoft.com/office/drawing/2014/main" id="{EC67452F-9625-7036-53E9-C3D01DBE9C95}"/>
              </a:ext>
            </a:extLst>
          </p:cNvPr>
          <p:cNvSpPr>
            <a:spLocks noGrp="1"/>
          </p:cNvSpPr>
          <p:nvPr>
            <p:ph type="title"/>
          </p:nvPr>
        </p:nvSpPr>
        <p:spPr/>
        <p:txBody>
          <a:bodyPr/>
          <a:lstStyle/>
          <a:p>
            <a:r>
              <a:rPr lang="en-US" altLang="ja-JP">
                <a:latin typeface="Meiryo UI" panose="020B0604030504040204" pitchFamily="50" charset="-128"/>
                <a:ea typeface="Meiryo UI" panose="020B0604030504040204" pitchFamily="50" charset="-128"/>
              </a:rPr>
              <a:t>7</a:t>
            </a:r>
            <a:r>
              <a:rPr lang="ja-JP" altLang="en-US">
                <a:latin typeface="Meiryo UI" panose="020B0604030504040204" pitchFamily="50" charset="-128"/>
                <a:ea typeface="Meiryo UI" panose="020B0604030504040204" pitchFamily="50" charset="-128"/>
              </a:rPr>
              <a:t>．医介連携におけるランニングコスト按分のための統計ログ出力機能の集計期間</a:t>
            </a:r>
            <a:endParaRPr kumimoji="1" lang="ja-JP" altLang="en-US"/>
          </a:p>
        </p:txBody>
      </p:sp>
      <p:sp>
        <p:nvSpPr>
          <p:cNvPr id="3" name="コンテンツ プレースホルダー 2">
            <a:extLst>
              <a:ext uri="{FF2B5EF4-FFF2-40B4-BE49-F238E27FC236}">
                <a16:creationId xmlns:a16="http://schemas.microsoft.com/office/drawing/2014/main" id="{1AC407ED-6171-6A98-74BD-A0855A94C52B}"/>
              </a:ext>
            </a:extLst>
          </p:cNvPr>
          <p:cNvSpPr>
            <a:spLocks noGrp="1"/>
          </p:cNvSpPr>
          <p:nvPr>
            <p:ph idx="1"/>
          </p:nvPr>
        </p:nvSpPr>
        <p:spPr/>
        <p:txBody>
          <a:bodyPr/>
          <a:lstStyle/>
          <a:p>
            <a:r>
              <a:rPr kumimoji="1" lang="en-US" altLang="ja-JP"/>
              <a:t>10/5</a:t>
            </a:r>
            <a:r>
              <a:rPr kumimoji="1" lang="ja-JP" altLang="en-US"/>
              <a:t>開発課題検討会にて、医介連携における介護事業所宛て診療情報提供書に係るランニングコストの按分のために、電子カルテ情報共有サービス基盤にて診療情報提供書（</a:t>
            </a:r>
            <a:r>
              <a:rPr lang="ja-JP" altLang="en-US"/>
              <a:t>退院サマリー含む）</a:t>
            </a:r>
            <a:r>
              <a:rPr kumimoji="1" lang="ja-JP" altLang="en-US"/>
              <a:t>に係る</a:t>
            </a:r>
            <a:r>
              <a:rPr kumimoji="1" lang="en-US" altLang="ja-JP"/>
              <a:t>IF</a:t>
            </a:r>
            <a:r>
              <a:rPr kumimoji="1" lang="ja-JP" altLang="en-US"/>
              <a:t>の処理を母数とし、そのうちの介護向け・医療向けの</a:t>
            </a:r>
            <a:r>
              <a:rPr kumimoji="1" lang="en-US" altLang="ja-JP"/>
              <a:t>IF</a:t>
            </a:r>
            <a:r>
              <a:rPr kumimoji="1" lang="ja-JP" altLang="en-US"/>
              <a:t>の処理数の割合を集計する方針となった理解をしている。実集計にあたり、</a:t>
            </a:r>
            <a:r>
              <a:rPr lang="ja-JP" altLang="en-US"/>
              <a:t>対象の統計ログファイル、</a:t>
            </a:r>
            <a:r>
              <a:rPr kumimoji="1" lang="ja-JP" altLang="en-US"/>
              <a:t>開始日・集計期間等設定が必要と考えており、厚労省にて</a:t>
            </a:r>
            <a:r>
              <a:rPr lang="ja-JP" altLang="en-US"/>
              <a:t>確認</a:t>
            </a:r>
            <a:r>
              <a:rPr kumimoji="1" lang="ja-JP" altLang="en-US"/>
              <a:t>いただきたい。</a:t>
            </a:r>
          </a:p>
        </p:txBody>
      </p:sp>
      <p:cxnSp>
        <p:nvCxnSpPr>
          <p:cNvPr id="15" name="直線コネクタ 14">
            <a:extLst>
              <a:ext uri="{FF2B5EF4-FFF2-40B4-BE49-F238E27FC236}">
                <a16:creationId xmlns:a16="http://schemas.microsoft.com/office/drawing/2014/main" id="{09EA337F-4E1D-3248-AA6E-A8DCCDE097CD}"/>
              </a:ext>
            </a:extLst>
          </p:cNvPr>
          <p:cNvCxnSpPr/>
          <p:nvPr/>
        </p:nvCxnSpPr>
        <p:spPr bwMode="auto">
          <a:xfrm>
            <a:off x="4953000" y="1956987"/>
            <a:ext cx="0" cy="4505770"/>
          </a:xfrm>
          <a:prstGeom prst="line">
            <a:avLst/>
          </a:prstGeom>
          <a:solidFill>
            <a:schemeClr val="bg1"/>
          </a:solidFill>
          <a:ln w="15875" cap="flat" cmpd="sng" algn="ctr">
            <a:solidFill>
              <a:schemeClr val="bg1">
                <a:lumMod val="50000"/>
              </a:schemeClr>
            </a:solidFill>
            <a:prstDash val="dash"/>
            <a:round/>
            <a:headEnd type="none" w="med" len="med"/>
            <a:tailEnd type="none" w="med" len="med"/>
          </a:ln>
          <a:effectLst/>
        </p:spPr>
      </p:cxnSp>
      <p:sp>
        <p:nvSpPr>
          <p:cNvPr id="16" name="テキスト ボックス 15">
            <a:extLst>
              <a:ext uri="{FF2B5EF4-FFF2-40B4-BE49-F238E27FC236}">
                <a16:creationId xmlns:a16="http://schemas.microsoft.com/office/drawing/2014/main" id="{08A665ED-A1CF-E923-8F54-6F9755DFB26B}"/>
              </a:ext>
            </a:extLst>
          </p:cNvPr>
          <p:cNvSpPr txBox="1"/>
          <p:nvPr/>
        </p:nvSpPr>
        <p:spPr>
          <a:xfrm>
            <a:off x="1349889" y="1881118"/>
            <a:ext cx="2350094" cy="335980"/>
          </a:xfrm>
          <a:prstGeom prst="rect">
            <a:avLst/>
          </a:prstGeom>
          <a:noFill/>
        </p:spPr>
        <p:txBody>
          <a:bodyPr wrap="square" lIns="36000" tIns="36000" rIns="36000" bIns="36000" rtlCol="0" anchor="ctr">
            <a:noAutofit/>
          </a:bodyPr>
          <a:lstStyle/>
          <a:p>
            <a:pPr algn="ctr" defTabSz="914400" fontAlgn="base">
              <a:lnSpc>
                <a:spcPct val="80000"/>
              </a:lnSpc>
              <a:spcBef>
                <a:spcPct val="0"/>
              </a:spcBef>
              <a:spcAft>
                <a:spcPct val="0"/>
              </a:spcAft>
            </a:pPr>
            <a:r>
              <a:rPr kumimoji="1" lang="ja-JP" altLang="en-US" sz="1600" i="0" u="sng">
                <a:solidFill>
                  <a:prstClr val="black"/>
                </a:solidFill>
                <a:latin typeface="Meiryo UI" panose="020B0604030504040204" pitchFamily="50" charset="-128"/>
                <a:ea typeface="Meiryo UI" panose="020B0604030504040204" pitchFamily="50" charset="-128"/>
              </a:rPr>
              <a:t>費用按分の集計方針</a:t>
            </a:r>
            <a:endParaRPr kumimoji="1" lang="ja-JP" altLang="en-US" sz="1100" i="0" u="sng">
              <a:solidFill>
                <a:prstClr val="black"/>
              </a:solidFill>
              <a:latin typeface="Meiryo UI" panose="020B0604030504040204" pitchFamily="50" charset="-128"/>
              <a:ea typeface="Meiryo UI" panose="020B0604030504040204" pitchFamily="50" charset="-128"/>
            </a:endParaRPr>
          </a:p>
        </p:txBody>
      </p:sp>
      <p:sp>
        <p:nvSpPr>
          <p:cNvPr id="18" name="テキスト ボックス 17">
            <a:extLst>
              <a:ext uri="{FF2B5EF4-FFF2-40B4-BE49-F238E27FC236}">
                <a16:creationId xmlns:a16="http://schemas.microsoft.com/office/drawing/2014/main" id="{A8921622-0AF6-6DC0-D346-F8850A78623E}"/>
              </a:ext>
            </a:extLst>
          </p:cNvPr>
          <p:cNvSpPr txBox="1"/>
          <p:nvPr/>
        </p:nvSpPr>
        <p:spPr>
          <a:xfrm>
            <a:off x="6177997" y="1881118"/>
            <a:ext cx="2350094" cy="335980"/>
          </a:xfrm>
          <a:prstGeom prst="rect">
            <a:avLst/>
          </a:prstGeom>
          <a:noFill/>
        </p:spPr>
        <p:txBody>
          <a:bodyPr wrap="square" lIns="36000" tIns="36000" rIns="36000" bIns="36000" rtlCol="0" anchor="ctr">
            <a:noAutofit/>
          </a:bodyPr>
          <a:lstStyle/>
          <a:p>
            <a:pPr algn="ctr" defTabSz="914400" fontAlgn="base">
              <a:lnSpc>
                <a:spcPct val="80000"/>
              </a:lnSpc>
              <a:spcBef>
                <a:spcPct val="0"/>
              </a:spcBef>
              <a:spcAft>
                <a:spcPct val="0"/>
              </a:spcAft>
            </a:pPr>
            <a:r>
              <a:rPr kumimoji="1" lang="ja-JP" altLang="en-US" sz="1600" i="0" u="sng">
                <a:solidFill>
                  <a:prstClr val="black"/>
                </a:solidFill>
                <a:latin typeface="Meiryo UI" panose="020B0604030504040204" pitchFamily="50" charset="-128"/>
                <a:ea typeface="Meiryo UI" panose="020B0604030504040204" pitchFamily="50" charset="-128"/>
              </a:rPr>
              <a:t>集計期間についてのご質問</a:t>
            </a:r>
            <a:endParaRPr kumimoji="1" lang="ja-JP" altLang="en-US" sz="1200" i="0" u="sng">
              <a:solidFill>
                <a:prstClr val="black"/>
              </a:solidFill>
              <a:latin typeface="Meiryo UI" panose="020B0604030504040204" pitchFamily="50" charset="-128"/>
              <a:ea typeface="Meiryo UI" panose="020B0604030504040204" pitchFamily="50" charset="-128"/>
            </a:endParaRPr>
          </a:p>
        </p:txBody>
      </p:sp>
      <p:sp>
        <p:nvSpPr>
          <p:cNvPr id="19" name="テキスト ボックス 18">
            <a:extLst>
              <a:ext uri="{FF2B5EF4-FFF2-40B4-BE49-F238E27FC236}">
                <a16:creationId xmlns:a16="http://schemas.microsoft.com/office/drawing/2014/main" id="{91C46807-3BDB-5787-A56E-9FF5F0B5C70D}"/>
              </a:ext>
            </a:extLst>
          </p:cNvPr>
          <p:cNvSpPr txBox="1"/>
          <p:nvPr/>
        </p:nvSpPr>
        <p:spPr>
          <a:xfrm>
            <a:off x="5222461" y="5669567"/>
            <a:ext cx="4261167" cy="934673"/>
          </a:xfrm>
          <a:prstGeom prst="rect">
            <a:avLst/>
          </a:prstGeom>
          <a:noFill/>
        </p:spPr>
        <p:txBody>
          <a:bodyPr wrap="square" lIns="36000" tIns="36000" rIns="36000" bIns="36000" rtlCol="0" anchor="ctr">
            <a:noAutofit/>
          </a:bodyPr>
          <a:lstStyle/>
          <a:p>
            <a:pPr marL="171450" indent="-171450" algn="l" defTabSz="914400" fontAlgn="base">
              <a:lnSpc>
                <a:spcPct val="80000"/>
              </a:lnSpc>
              <a:spcBef>
                <a:spcPct val="0"/>
              </a:spcBef>
              <a:spcAft>
                <a:spcPct val="0"/>
              </a:spcAft>
              <a:buFont typeface="Arial" panose="020B0604020202020204" pitchFamily="34" charset="0"/>
              <a:buChar char="•"/>
            </a:pPr>
            <a:r>
              <a:rPr kumimoji="1" lang="ja-JP" altLang="en-US" sz="1400" i="0">
                <a:solidFill>
                  <a:prstClr val="black"/>
                </a:solidFill>
                <a:latin typeface="Meiryo UI" panose="020B0604030504040204" pitchFamily="50" charset="-128"/>
                <a:ea typeface="Meiryo UI" panose="020B0604030504040204" pitchFamily="50" charset="-128"/>
              </a:rPr>
              <a:t>集計期間の開始日は</a:t>
            </a:r>
            <a:r>
              <a:rPr kumimoji="1" lang="en-US" altLang="ja-JP" sz="1400" i="0">
                <a:solidFill>
                  <a:prstClr val="black"/>
                </a:solidFill>
                <a:latin typeface="Meiryo UI" panose="020B0604030504040204" pitchFamily="50" charset="-128"/>
                <a:ea typeface="Meiryo UI" panose="020B0604030504040204" pitchFamily="50" charset="-128"/>
              </a:rPr>
              <a:t>2028</a:t>
            </a:r>
            <a:r>
              <a:rPr kumimoji="1" lang="ja-JP" altLang="en-US" sz="1400" i="0">
                <a:solidFill>
                  <a:prstClr val="black"/>
                </a:solidFill>
                <a:latin typeface="Meiryo UI" panose="020B0604030504040204" pitchFamily="50" charset="-128"/>
                <a:ea typeface="Meiryo UI" panose="020B0604030504040204" pitchFamily="50" charset="-128"/>
              </a:rPr>
              <a:t>年</a:t>
            </a:r>
            <a:r>
              <a:rPr kumimoji="1" lang="en-US" altLang="ja-JP" sz="1400" i="0">
                <a:solidFill>
                  <a:prstClr val="black"/>
                </a:solidFill>
                <a:latin typeface="Meiryo UI" panose="020B0604030504040204" pitchFamily="50" charset="-128"/>
                <a:ea typeface="Meiryo UI" panose="020B0604030504040204" pitchFamily="50" charset="-128"/>
              </a:rPr>
              <a:t>1</a:t>
            </a:r>
            <a:r>
              <a:rPr kumimoji="1" lang="ja-JP" altLang="en-US" sz="1400" i="0">
                <a:solidFill>
                  <a:prstClr val="black"/>
                </a:solidFill>
                <a:latin typeface="Meiryo UI" panose="020B0604030504040204" pitchFamily="50" charset="-128"/>
                <a:ea typeface="Meiryo UI" panose="020B0604030504040204" pitchFamily="50" charset="-128"/>
              </a:rPr>
              <a:t>月の本格運用開始後の想定、保険者負担開始等</a:t>
            </a:r>
            <a:r>
              <a:rPr kumimoji="1" lang="ja-JP" altLang="en-US" sz="1400" b="1" i="0">
                <a:solidFill>
                  <a:srgbClr val="7500C0"/>
                </a:solidFill>
                <a:latin typeface="Meiryo UI" panose="020B0604030504040204" pitchFamily="50" charset="-128"/>
                <a:ea typeface="Meiryo UI" panose="020B0604030504040204" pitchFamily="50" charset="-128"/>
              </a:rPr>
              <a:t>いつまでに算出開始が必要</a:t>
            </a:r>
            <a:r>
              <a:rPr kumimoji="1" lang="ja-JP" altLang="en-US" sz="1400" i="0">
                <a:solidFill>
                  <a:prstClr val="black"/>
                </a:solidFill>
                <a:latin typeface="Meiryo UI" panose="020B0604030504040204" pitchFamily="50" charset="-128"/>
                <a:ea typeface="Meiryo UI" panose="020B0604030504040204" pitchFamily="50" charset="-128"/>
              </a:rPr>
              <a:t>なのかを確認させていただきたい。</a:t>
            </a:r>
            <a:br>
              <a:rPr kumimoji="1" lang="en-US" altLang="ja-JP" sz="1400" i="0">
                <a:solidFill>
                  <a:prstClr val="black"/>
                </a:solidFill>
                <a:latin typeface="Meiryo UI" panose="020B0604030504040204" pitchFamily="50" charset="-128"/>
                <a:ea typeface="Meiryo UI" panose="020B0604030504040204" pitchFamily="50" charset="-128"/>
              </a:rPr>
            </a:br>
            <a:endParaRPr kumimoji="1" lang="en-US" altLang="ja-JP" sz="1400" i="0">
              <a:solidFill>
                <a:prstClr val="black"/>
              </a:solidFill>
              <a:latin typeface="Meiryo UI" panose="020B0604030504040204" pitchFamily="50" charset="-128"/>
              <a:ea typeface="Meiryo UI" panose="020B0604030504040204" pitchFamily="50" charset="-128"/>
            </a:endParaRPr>
          </a:p>
          <a:p>
            <a:pPr marL="171450" indent="-171450" algn="l" defTabSz="914400" fontAlgn="base">
              <a:lnSpc>
                <a:spcPct val="80000"/>
              </a:lnSpc>
              <a:spcBef>
                <a:spcPct val="0"/>
              </a:spcBef>
              <a:spcAft>
                <a:spcPct val="0"/>
              </a:spcAft>
              <a:buFont typeface="Arial" panose="020B0604020202020204" pitchFamily="34" charset="0"/>
              <a:buChar char="•"/>
            </a:pPr>
            <a:r>
              <a:rPr kumimoji="1" lang="ja-JP" altLang="en-US" sz="1400" b="1" i="0">
                <a:solidFill>
                  <a:srgbClr val="7500C0"/>
                </a:solidFill>
                <a:latin typeface="Meiryo UI" panose="020B0604030504040204" pitchFamily="50" charset="-128"/>
                <a:ea typeface="Meiryo UI" panose="020B0604030504040204" pitchFamily="50" charset="-128"/>
              </a:rPr>
              <a:t>集計期間</a:t>
            </a:r>
            <a:r>
              <a:rPr kumimoji="1" lang="ja-JP" altLang="en-US" sz="1400" i="0">
                <a:solidFill>
                  <a:prstClr val="black"/>
                </a:solidFill>
                <a:latin typeface="Meiryo UI" panose="020B0604030504040204" pitchFamily="50" charset="-128"/>
                <a:ea typeface="Meiryo UI" panose="020B0604030504040204" pitchFamily="50" charset="-128"/>
              </a:rPr>
              <a:t>はどの程度を検討されているか。</a:t>
            </a:r>
            <a:br>
              <a:rPr kumimoji="1" lang="en-US" altLang="ja-JP" sz="1400" i="0">
                <a:solidFill>
                  <a:prstClr val="black"/>
                </a:solidFill>
                <a:latin typeface="Meiryo UI" panose="020B0604030504040204" pitchFamily="50" charset="-128"/>
                <a:ea typeface="Meiryo UI" panose="020B0604030504040204" pitchFamily="50" charset="-128"/>
              </a:rPr>
            </a:br>
            <a:r>
              <a:rPr kumimoji="1" lang="en-US" altLang="ja-JP" sz="1400" i="0">
                <a:solidFill>
                  <a:prstClr val="black"/>
                </a:solidFill>
                <a:latin typeface="Meiryo UI" panose="020B0604030504040204" pitchFamily="50" charset="-128"/>
                <a:ea typeface="Meiryo UI" panose="020B0604030504040204" pitchFamily="50" charset="-128"/>
              </a:rPr>
              <a:t>1</a:t>
            </a:r>
            <a:r>
              <a:rPr lang="ja-JP" altLang="en-US" sz="1400">
                <a:solidFill>
                  <a:prstClr val="black"/>
                </a:solidFill>
                <a:latin typeface="Meiryo UI" panose="020B0604030504040204" pitchFamily="50" charset="-128"/>
                <a:ea typeface="Meiryo UI" panose="020B0604030504040204" pitchFamily="50" charset="-128"/>
              </a:rPr>
              <a:t>か月間、四半期、半年、</a:t>
            </a:r>
            <a:r>
              <a:rPr lang="en-US" altLang="ja-JP" sz="1400">
                <a:solidFill>
                  <a:prstClr val="black"/>
                </a:solidFill>
                <a:latin typeface="Meiryo UI" panose="020B0604030504040204" pitchFamily="50" charset="-128"/>
                <a:ea typeface="Meiryo UI" panose="020B0604030504040204" pitchFamily="50" charset="-128"/>
              </a:rPr>
              <a:t>1</a:t>
            </a:r>
            <a:r>
              <a:rPr lang="ja-JP" altLang="en-US" sz="1400">
                <a:solidFill>
                  <a:prstClr val="black"/>
                </a:solidFill>
                <a:latin typeface="Meiryo UI" panose="020B0604030504040204" pitchFamily="50" charset="-128"/>
                <a:ea typeface="Meiryo UI" panose="020B0604030504040204" pitchFamily="50" charset="-128"/>
              </a:rPr>
              <a:t>年等</a:t>
            </a:r>
            <a:endParaRPr kumimoji="1" lang="en-US" altLang="ja-JP" sz="1400" i="0">
              <a:solidFill>
                <a:prstClr val="black"/>
              </a:solidFill>
              <a:latin typeface="Meiryo UI" panose="020B0604030504040204" pitchFamily="50" charset="-128"/>
              <a:ea typeface="Meiryo UI" panose="020B0604030504040204" pitchFamily="50" charset="-128"/>
            </a:endParaRPr>
          </a:p>
          <a:p>
            <a:pPr marL="171450" indent="-171450" algn="l" defTabSz="914400" fontAlgn="base">
              <a:lnSpc>
                <a:spcPct val="80000"/>
              </a:lnSpc>
              <a:spcBef>
                <a:spcPts val="600"/>
              </a:spcBef>
              <a:spcAft>
                <a:spcPct val="0"/>
              </a:spcAft>
              <a:buFont typeface="Arial" panose="020B0604020202020204" pitchFamily="34" charset="0"/>
              <a:buChar char="•"/>
            </a:pPr>
            <a:endParaRPr kumimoji="1" lang="ja-JP" altLang="en-US" sz="1400" i="0">
              <a:solidFill>
                <a:prstClr val="black"/>
              </a:solidFill>
              <a:latin typeface="Meiryo UI" panose="020B0604030504040204" pitchFamily="50" charset="-128"/>
              <a:ea typeface="Meiryo UI" panose="020B0604030504040204" pitchFamily="50" charset="-128"/>
            </a:endParaRPr>
          </a:p>
        </p:txBody>
      </p:sp>
      <p:sp>
        <p:nvSpPr>
          <p:cNvPr id="31" name="テキスト ボックス 30">
            <a:extLst>
              <a:ext uri="{FF2B5EF4-FFF2-40B4-BE49-F238E27FC236}">
                <a16:creationId xmlns:a16="http://schemas.microsoft.com/office/drawing/2014/main" id="{030F2995-BEB9-9734-00B2-4D9AAA19C93E}"/>
              </a:ext>
            </a:extLst>
          </p:cNvPr>
          <p:cNvSpPr txBox="1"/>
          <p:nvPr/>
        </p:nvSpPr>
        <p:spPr>
          <a:xfrm>
            <a:off x="1359981" y="4731742"/>
            <a:ext cx="906062" cy="335980"/>
          </a:xfrm>
          <a:prstGeom prst="rect">
            <a:avLst/>
          </a:prstGeom>
          <a:noFill/>
        </p:spPr>
        <p:txBody>
          <a:bodyPr wrap="square" lIns="36000" tIns="36000" rIns="36000" bIns="36000" rtlCol="0" anchor="ctr">
            <a:noAutofit/>
          </a:bodyPr>
          <a:lstStyle/>
          <a:p>
            <a:pPr algn="ctr" defTabSz="914400" fontAlgn="base">
              <a:lnSpc>
                <a:spcPct val="80000"/>
              </a:lnSpc>
              <a:spcBef>
                <a:spcPct val="0"/>
              </a:spcBef>
              <a:spcAft>
                <a:spcPct val="0"/>
              </a:spcAft>
            </a:pPr>
            <a:r>
              <a:rPr kumimoji="1" lang="ja-JP" altLang="en-US" sz="1600" i="0">
                <a:solidFill>
                  <a:schemeClr val="bg1"/>
                </a:solidFill>
                <a:latin typeface="Meiryo UI" panose="020B0604030504040204" pitchFamily="50" charset="-128"/>
                <a:ea typeface="Meiryo UI" panose="020B0604030504040204" pitchFamily="50" charset="-128"/>
              </a:rPr>
              <a:t>医療</a:t>
            </a:r>
          </a:p>
        </p:txBody>
      </p:sp>
      <p:sp>
        <p:nvSpPr>
          <p:cNvPr id="33" name="テキスト ボックス 32">
            <a:extLst>
              <a:ext uri="{FF2B5EF4-FFF2-40B4-BE49-F238E27FC236}">
                <a16:creationId xmlns:a16="http://schemas.microsoft.com/office/drawing/2014/main" id="{84328AD2-DD6C-BC35-F073-D74B788EC426}"/>
              </a:ext>
            </a:extLst>
          </p:cNvPr>
          <p:cNvSpPr txBox="1"/>
          <p:nvPr/>
        </p:nvSpPr>
        <p:spPr>
          <a:xfrm>
            <a:off x="2931893" y="4731742"/>
            <a:ext cx="906062" cy="335980"/>
          </a:xfrm>
          <a:prstGeom prst="rect">
            <a:avLst/>
          </a:prstGeom>
          <a:noFill/>
        </p:spPr>
        <p:txBody>
          <a:bodyPr wrap="square" lIns="36000" tIns="36000" rIns="36000" bIns="36000" rtlCol="0" anchor="ctr">
            <a:noAutofit/>
          </a:bodyPr>
          <a:lstStyle/>
          <a:p>
            <a:pPr algn="ctr" defTabSz="914400" fontAlgn="base">
              <a:lnSpc>
                <a:spcPct val="80000"/>
              </a:lnSpc>
              <a:spcBef>
                <a:spcPct val="0"/>
              </a:spcBef>
              <a:spcAft>
                <a:spcPct val="0"/>
              </a:spcAft>
            </a:pPr>
            <a:r>
              <a:rPr lang="ja-JP" altLang="en-US" sz="1600">
                <a:solidFill>
                  <a:schemeClr val="bg1"/>
                </a:solidFill>
                <a:latin typeface="Meiryo UI" panose="020B0604030504040204" pitchFamily="50" charset="-128"/>
                <a:ea typeface="Meiryo UI" panose="020B0604030504040204" pitchFamily="50" charset="-128"/>
              </a:rPr>
              <a:t>介護</a:t>
            </a:r>
            <a:endParaRPr kumimoji="1" lang="ja-JP" altLang="en-US" sz="1600" i="0">
              <a:solidFill>
                <a:schemeClr val="bg1"/>
              </a:solidFill>
              <a:latin typeface="Meiryo UI" panose="020B0604030504040204" pitchFamily="50" charset="-128"/>
              <a:ea typeface="Meiryo UI" panose="020B0604030504040204" pitchFamily="50" charset="-128"/>
            </a:endParaRPr>
          </a:p>
        </p:txBody>
      </p:sp>
      <p:cxnSp>
        <p:nvCxnSpPr>
          <p:cNvPr id="36" name="直線コネクタ 35">
            <a:extLst>
              <a:ext uri="{FF2B5EF4-FFF2-40B4-BE49-F238E27FC236}">
                <a16:creationId xmlns:a16="http://schemas.microsoft.com/office/drawing/2014/main" id="{5E8250DE-E0DA-CF01-D084-748F87674324}"/>
              </a:ext>
            </a:extLst>
          </p:cNvPr>
          <p:cNvCxnSpPr>
            <a:cxnSpLocks/>
          </p:cNvCxnSpPr>
          <p:nvPr/>
        </p:nvCxnSpPr>
        <p:spPr bwMode="auto">
          <a:xfrm>
            <a:off x="2513460" y="3368601"/>
            <a:ext cx="0" cy="2931837"/>
          </a:xfrm>
          <a:prstGeom prst="line">
            <a:avLst/>
          </a:prstGeom>
          <a:solidFill>
            <a:schemeClr val="bg1"/>
          </a:solidFill>
          <a:ln w="15875" cap="flat" cmpd="sng" algn="ctr">
            <a:solidFill>
              <a:schemeClr val="bg1"/>
            </a:solidFill>
            <a:prstDash val="dash"/>
            <a:round/>
            <a:headEnd type="none" w="med" len="med"/>
            <a:tailEnd type="none" w="med" len="med"/>
          </a:ln>
          <a:effectLst/>
        </p:spPr>
      </p:cxnSp>
      <p:sp>
        <p:nvSpPr>
          <p:cNvPr id="35" name="テキスト ボックス 34">
            <a:extLst>
              <a:ext uri="{FF2B5EF4-FFF2-40B4-BE49-F238E27FC236}">
                <a16:creationId xmlns:a16="http://schemas.microsoft.com/office/drawing/2014/main" id="{BE28073F-C8D1-8E9A-1D2A-B7DC704381B1}"/>
              </a:ext>
            </a:extLst>
          </p:cNvPr>
          <p:cNvSpPr txBox="1"/>
          <p:nvPr/>
        </p:nvSpPr>
        <p:spPr>
          <a:xfrm>
            <a:off x="2589383" y="6202498"/>
            <a:ext cx="2405317" cy="436032"/>
          </a:xfrm>
          <a:prstGeom prst="rect">
            <a:avLst/>
          </a:prstGeom>
          <a:noFill/>
        </p:spPr>
        <p:txBody>
          <a:bodyPr wrap="square" lIns="36000" tIns="36000" rIns="36000" bIns="36000" rtlCol="0" anchor="ctr">
            <a:noAutofit/>
          </a:bodyPr>
          <a:lstStyle/>
          <a:p>
            <a:pPr algn="ctr" defTabSz="914400" fontAlgn="base">
              <a:lnSpc>
                <a:spcPct val="80000"/>
              </a:lnSpc>
              <a:spcBef>
                <a:spcPts val="600"/>
              </a:spcBef>
              <a:spcAft>
                <a:spcPct val="0"/>
              </a:spcAft>
            </a:pPr>
            <a:r>
              <a:rPr kumimoji="1" lang="ja-JP" altLang="en-US" sz="1400" i="0">
                <a:solidFill>
                  <a:srgbClr val="7500C0"/>
                </a:solidFill>
                <a:latin typeface="Meiryo UI" panose="020B0604030504040204" pitchFamily="50" charset="-128"/>
                <a:ea typeface="Meiryo UI" panose="020B0604030504040204" pitchFamily="50" charset="-128"/>
              </a:rPr>
              <a:t>医療側と介護側の割合</a:t>
            </a:r>
            <a:r>
              <a:rPr kumimoji="1" lang="ja-JP" altLang="en-US" sz="1400" i="0">
                <a:solidFill>
                  <a:prstClr val="black"/>
                </a:solidFill>
                <a:latin typeface="Meiryo UI" panose="020B0604030504040204" pitchFamily="50" charset="-128"/>
                <a:ea typeface="Meiryo UI" panose="020B0604030504040204" pitchFamily="50" charset="-128"/>
              </a:rPr>
              <a:t>を確認</a:t>
            </a:r>
          </a:p>
        </p:txBody>
      </p:sp>
      <p:cxnSp>
        <p:nvCxnSpPr>
          <p:cNvPr id="41" name="直線矢印コネクタ 40">
            <a:extLst>
              <a:ext uri="{FF2B5EF4-FFF2-40B4-BE49-F238E27FC236}">
                <a16:creationId xmlns:a16="http://schemas.microsoft.com/office/drawing/2014/main" id="{936DCC48-456E-6537-E18A-C563616EFD04}"/>
              </a:ext>
            </a:extLst>
          </p:cNvPr>
          <p:cNvCxnSpPr>
            <a:cxnSpLocks/>
          </p:cNvCxnSpPr>
          <p:nvPr/>
        </p:nvCxnSpPr>
        <p:spPr bwMode="auto">
          <a:xfrm>
            <a:off x="5126974" y="3603919"/>
            <a:ext cx="4315971" cy="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42" name="直線コネクタ 41">
            <a:extLst>
              <a:ext uri="{FF2B5EF4-FFF2-40B4-BE49-F238E27FC236}">
                <a16:creationId xmlns:a16="http://schemas.microsoft.com/office/drawing/2014/main" id="{E22A2734-3F94-F751-4565-9EF88F8472F4}"/>
              </a:ext>
            </a:extLst>
          </p:cNvPr>
          <p:cNvCxnSpPr>
            <a:cxnSpLocks/>
          </p:cNvCxnSpPr>
          <p:nvPr/>
        </p:nvCxnSpPr>
        <p:spPr bwMode="auto">
          <a:xfrm>
            <a:off x="5439122" y="3031885"/>
            <a:ext cx="0" cy="935127"/>
          </a:xfrm>
          <a:prstGeom prst="line">
            <a:avLst/>
          </a:prstGeom>
          <a:solidFill>
            <a:schemeClr val="bg1"/>
          </a:solidFill>
          <a:ln w="9525" cap="flat" cmpd="sng" algn="ctr">
            <a:solidFill>
              <a:schemeClr val="tx1"/>
            </a:solidFill>
            <a:prstDash val="solid"/>
            <a:round/>
            <a:headEnd type="none" w="med" len="med"/>
            <a:tailEnd type="none" w="med" len="med"/>
          </a:ln>
          <a:effectLst/>
        </p:spPr>
      </p:cxnSp>
      <p:sp>
        <p:nvSpPr>
          <p:cNvPr id="43" name="テキスト ボックス 42">
            <a:extLst>
              <a:ext uri="{FF2B5EF4-FFF2-40B4-BE49-F238E27FC236}">
                <a16:creationId xmlns:a16="http://schemas.microsoft.com/office/drawing/2014/main" id="{DABCFDBB-2F11-68C1-5048-788410F7C330}"/>
              </a:ext>
            </a:extLst>
          </p:cNvPr>
          <p:cNvSpPr txBox="1"/>
          <p:nvPr/>
        </p:nvSpPr>
        <p:spPr>
          <a:xfrm>
            <a:off x="5335419" y="2870653"/>
            <a:ext cx="1230844" cy="512367"/>
          </a:xfrm>
          <a:prstGeom prst="rect">
            <a:avLst/>
          </a:prstGeom>
          <a:noFill/>
        </p:spPr>
        <p:txBody>
          <a:bodyPr wrap="square" lIns="36000" tIns="36000" rIns="36000" bIns="36000" rtlCol="0" anchor="t">
            <a:noAutofit/>
          </a:bodyPr>
          <a:lstStyle/>
          <a:p>
            <a:pPr marL="182563" indent="-182563" fontAlgn="base">
              <a:lnSpc>
                <a:spcPct val="80000"/>
              </a:lnSpc>
              <a:spcBef>
                <a:spcPct val="0"/>
              </a:spcBef>
              <a:spcAft>
                <a:spcPct val="0"/>
              </a:spcAft>
            </a:pPr>
            <a:r>
              <a:rPr kumimoji="1" lang="ja-JP" altLang="en-US" sz="1200" i="0">
                <a:solidFill>
                  <a:prstClr val="black"/>
                </a:solidFill>
                <a:latin typeface="Meiryo UI" panose="020B0604030504040204" pitchFamily="50" charset="-128"/>
                <a:ea typeface="Meiryo UI" panose="020B0604030504040204" pitchFamily="50" charset="-128"/>
              </a:rPr>
              <a:t>▼</a:t>
            </a:r>
            <a:r>
              <a:rPr kumimoji="1" lang="en-US" altLang="ja-JP" sz="1200" i="0">
                <a:solidFill>
                  <a:prstClr val="black"/>
                </a:solidFill>
                <a:latin typeface="Meiryo UI" panose="020B0604030504040204" pitchFamily="50" charset="-128"/>
                <a:ea typeface="Meiryo UI" panose="020B0604030504040204" pitchFamily="50" charset="-128"/>
              </a:rPr>
              <a:t>2027</a:t>
            </a:r>
            <a:r>
              <a:rPr kumimoji="1" lang="ja-JP" altLang="en-US" sz="1200" i="0">
                <a:solidFill>
                  <a:prstClr val="black"/>
                </a:solidFill>
                <a:latin typeface="Meiryo UI" panose="020B0604030504040204" pitchFamily="50" charset="-128"/>
                <a:ea typeface="Meiryo UI" panose="020B0604030504040204" pitchFamily="50" charset="-128"/>
              </a:rPr>
              <a:t>年</a:t>
            </a:r>
            <a:r>
              <a:rPr lang="en-US" altLang="ja-JP" sz="1200">
                <a:solidFill>
                  <a:prstClr val="black"/>
                </a:solidFill>
                <a:latin typeface="Meiryo UI" panose="020B0604030504040204" pitchFamily="50" charset="-128"/>
                <a:ea typeface="Meiryo UI" panose="020B0604030504040204" pitchFamily="50" charset="-128"/>
              </a:rPr>
              <a:t>10</a:t>
            </a:r>
            <a:r>
              <a:rPr kumimoji="1" lang="ja-JP" altLang="en-US" sz="1200" i="0">
                <a:solidFill>
                  <a:prstClr val="black"/>
                </a:solidFill>
                <a:latin typeface="Meiryo UI" panose="020B0604030504040204" pitchFamily="50" charset="-128"/>
                <a:ea typeface="Meiryo UI" panose="020B0604030504040204" pitchFamily="50" charset="-128"/>
              </a:rPr>
              <a:t>月</a:t>
            </a:r>
            <a:br>
              <a:rPr kumimoji="1" lang="en-US" altLang="ja-JP" sz="1200" i="0">
                <a:solidFill>
                  <a:prstClr val="black"/>
                </a:solidFill>
                <a:latin typeface="Meiryo UI" panose="020B0604030504040204" pitchFamily="50" charset="-128"/>
                <a:ea typeface="Meiryo UI" panose="020B0604030504040204" pitchFamily="50" charset="-128"/>
              </a:rPr>
            </a:br>
            <a:r>
              <a:rPr lang="ja-JP" altLang="en-US" sz="1200">
                <a:solidFill>
                  <a:prstClr val="black"/>
                </a:solidFill>
                <a:latin typeface="Meiryo UI" panose="020B0604030504040204" pitchFamily="50" charset="-128"/>
                <a:ea typeface="Meiryo UI" panose="020B0604030504040204" pitchFamily="50" charset="-128"/>
              </a:rPr>
              <a:t>運用テスト開始</a:t>
            </a:r>
            <a:endParaRPr lang="ja-JP" altLang="en-US" sz="1200"/>
          </a:p>
          <a:p>
            <a:pPr defTabSz="914400" fontAlgn="base">
              <a:lnSpc>
                <a:spcPct val="80000"/>
              </a:lnSpc>
              <a:spcBef>
                <a:spcPct val="0"/>
              </a:spcBef>
              <a:spcAft>
                <a:spcPct val="0"/>
              </a:spcAft>
            </a:pPr>
            <a:br>
              <a:rPr kumimoji="1" lang="en-US" altLang="ja-JP" sz="1200" i="0">
                <a:solidFill>
                  <a:prstClr val="black"/>
                </a:solidFill>
                <a:latin typeface="Meiryo UI" panose="020B0604030504040204" pitchFamily="50" charset="-128"/>
                <a:ea typeface="Meiryo UI" panose="020B0604030504040204" pitchFamily="50" charset="-128"/>
              </a:rPr>
            </a:br>
            <a:r>
              <a:rPr kumimoji="1" lang="en-US" altLang="ja-JP" sz="1200" i="0">
                <a:solidFill>
                  <a:prstClr val="black"/>
                </a:solidFill>
                <a:latin typeface="Meiryo UI" panose="020B0604030504040204" pitchFamily="50" charset="-128"/>
                <a:ea typeface="Meiryo UI" panose="020B0604030504040204" pitchFamily="50" charset="-128"/>
              </a:rPr>
              <a:t>   </a:t>
            </a:r>
            <a:endParaRPr kumimoji="1" lang="ja-JP" altLang="en-US" sz="1050" i="0">
              <a:solidFill>
                <a:prstClr val="black"/>
              </a:solidFill>
              <a:latin typeface="Meiryo UI" panose="020B0604030504040204" pitchFamily="50" charset="-128"/>
              <a:ea typeface="Meiryo UI" panose="020B0604030504040204" pitchFamily="50" charset="-128"/>
            </a:endParaRPr>
          </a:p>
        </p:txBody>
      </p:sp>
      <p:sp>
        <p:nvSpPr>
          <p:cNvPr id="49" name="テキスト ボックス 48">
            <a:extLst>
              <a:ext uri="{FF2B5EF4-FFF2-40B4-BE49-F238E27FC236}">
                <a16:creationId xmlns:a16="http://schemas.microsoft.com/office/drawing/2014/main" id="{1E8FA892-8DC0-B53C-8A57-8B545F911536}"/>
              </a:ext>
            </a:extLst>
          </p:cNvPr>
          <p:cNvSpPr txBox="1"/>
          <p:nvPr/>
        </p:nvSpPr>
        <p:spPr>
          <a:xfrm>
            <a:off x="6688545" y="2865217"/>
            <a:ext cx="1286382" cy="503385"/>
          </a:xfrm>
          <a:prstGeom prst="rect">
            <a:avLst/>
          </a:prstGeom>
          <a:noFill/>
        </p:spPr>
        <p:txBody>
          <a:bodyPr wrap="square" lIns="36000" tIns="36000" rIns="36000" bIns="36000" rtlCol="0" anchor="t">
            <a:noAutofit/>
          </a:bodyPr>
          <a:lstStyle>
            <a:defPPr>
              <a:defRPr lang="ja-JP"/>
            </a:defPPr>
            <a:lvl1pPr marL="182563" indent="-182563" fontAlgn="base">
              <a:lnSpc>
                <a:spcPct val="80000"/>
              </a:lnSpc>
              <a:spcBef>
                <a:spcPct val="0"/>
              </a:spcBef>
              <a:spcAft>
                <a:spcPct val="0"/>
              </a:spcAft>
              <a:defRPr sz="1200" i="0">
                <a:solidFill>
                  <a:prstClr val="black"/>
                </a:solidFill>
                <a:latin typeface="Meiryo UI" panose="020B0604030504040204" pitchFamily="50" charset="-128"/>
                <a:ea typeface="Meiryo UI" panose="020B0604030504040204" pitchFamily="50" charset="-128"/>
              </a:defRPr>
            </a:lvl1pPr>
          </a:lstStyle>
          <a:p>
            <a:r>
              <a:rPr lang="ja-JP" altLang="en-US"/>
              <a:t>▼</a:t>
            </a:r>
            <a:r>
              <a:rPr lang="en-US" altLang="ja-JP"/>
              <a:t>2028</a:t>
            </a:r>
            <a:r>
              <a:rPr lang="ja-JP" altLang="en-US"/>
              <a:t>年</a:t>
            </a:r>
            <a:r>
              <a:rPr lang="en-US" altLang="ja-JP"/>
              <a:t>1</a:t>
            </a:r>
            <a:r>
              <a:rPr lang="ja-JP" altLang="en-US"/>
              <a:t>月</a:t>
            </a:r>
            <a:endParaRPr lang="en-US" altLang="ja-JP"/>
          </a:p>
          <a:p>
            <a:r>
              <a:rPr lang="en-US" altLang="ja-JP"/>
              <a:t>	</a:t>
            </a:r>
            <a:r>
              <a:rPr lang="ja-JP" altLang="en-US"/>
              <a:t>本格運用開始</a:t>
            </a:r>
          </a:p>
          <a:p>
            <a:br>
              <a:rPr lang="en-US" altLang="ja-JP"/>
            </a:br>
            <a:r>
              <a:rPr lang="en-US" altLang="ja-JP"/>
              <a:t>   </a:t>
            </a:r>
            <a:endParaRPr lang="ja-JP" altLang="en-US"/>
          </a:p>
        </p:txBody>
      </p:sp>
      <p:sp>
        <p:nvSpPr>
          <p:cNvPr id="54" name="テキスト ボックス 53">
            <a:extLst>
              <a:ext uri="{FF2B5EF4-FFF2-40B4-BE49-F238E27FC236}">
                <a16:creationId xmlns:a16="http://schemas.microsoft.com/office/drawing/2014/main" id="{CEF49C9C-7756-4D43-29C1-2538856F2ABB}"/>
              </a:ext>
            </a:extLst>
          </p:cNvPr>
          <p:cNvSpPr txBox="1"/>
          <p:nvPr/>
        </p:nvSpPr>
        <p:spPr>
          <a:xfrm>
            <a:off x="8018828" y="2844767"/>
            <a:ext cx="1647117" cy="503385"/>
          </a:xfrm>
          <a:prstGeom prst="rect">
            <a:avLst/>
          </a:prstGeom>
          <a:noFill/>
        </p:spPr>
        <p:txBody>
          <a:bodyPr wrap="square" lIns="36000" tIns="36000" rIns="36000" bIns="36000" rtlCol="0" anchor="t">
            <a:noAutofit/>
          </a:bodyPr>
          <a:lstStyle>
            <a:defPPr>
              <a:defRPr lang="ja-JP"/>
            </a:defPPr>
            <a:lvl1pPr marL="182563" indent="-182563" fontAlgn="base">
              <a:lnSpc>
                <a:spcPct val="80000"/>
              </a:lnSpc>
              <a:spcBef>
                <a:spcPct val="0"/>
              </a:spcBef>
              <a:spcAft>
                <a:spcPct val="0"/>
              </a:spcAft>
              <a:defRPr sz="1200" i="0">
                <a:solidFill>
                  <a:prstClr val="black"/>
                </a:solidFill>
                <a:latin typeface="Meiryo UI" panose="020B0604030504040204" pitchFamily="50" charset="-128"/>
                <a:ea typeface="Meiryo UI" panose="020B0604030504040204" pitchFamily="50" charset="-128"/>
              </a:defRPr>
            </a:lvl1pPr>
          </a:lstStyle>
          <a:p>
            <a:r>
              <a:rPr lang="ja-JP" altLang="en-US"/>
              <a:t>▼</a:t>
            </a:r>
            <a:r>
              <a:rPr lang="en-US" altLang="ja-JP"/>
              <a:t>2028</a:t>
            </a:r>
            <a:r>
              <a:rPr lang="ja-JP" altLang="en-US"/>
              <a:t>年</a:t>
            </a:r>
            <a:r>
              <a:rPr lang="en-US" altLang="ja-JP"/>
              <a:t>4</a:t>
            </a:r>
            <a:r>
              <a:rPr lang="ja-JP" altLang="en-US"/>
              <a:t>月</a:t>
            </a:r>
            <a:endParaRPr lang="en-US" altLang="ja-JP"/>
          </a:p>
          <a:p>
            <a:r>
              <a:rPr lang="en-US" altLang="ja-JP"/>
              <a:t>	</a:t>
            </a:r>
            <a:r>
              <a:rPr lang="ja-JP" altLang="en-US"/>
              <a:t>電カル共有サービスの</a:t>
            </a:r>
            <a:br>
              <a:rPr lang="en-US" altLang="ja-JP"/>
            </a:br>
            <a:r>
              <a:rPr lang="ja-JP" altLang="en-US"/>
              <a:t>保険者負担開始</a:t>
            </a:r>
            <a:br>
              <a:rPr lang="en-US" altLang="ja-JP"/>
            </a:br>
            <a:r>
              <a:rPr lang="en-US" altLang="ja-JP" sz="1100"/>
              <a:t>※</a:t>
            </a:r>
            <a:r>
              <a:rPr lang="ja-JP" altLang="en-US" sz="1100"/>
              <a:t>医介連携も同じか</a:t>
            </a:r>
            <a:br>
              <a:rPr lang="en-US" altLang="ja-JP" sz="1100"/>
            </a:br>
            <a:r>
              <a:rPr lang="ja-JP" altLang="en-US" sz="1100"/>
              <a:t>　 要確認</a:t>
            </a:r>
          </a:p>
          <a:p>
            <a:br>
              <a:rPr lang="en-US" altLang="ja-JP"/>
            </a:br>
            <a:r>
              <a:rPr lang="en-US" altLang="ja-JP"/>
              <a:t>   </a:t>
            </a:r>
            <a:endParaRPr lang="ja-JP" altLang="en-US"/>
          </a:p>
        </p:txBody>
      </p:sp>
      <p:cxnSp>
        <p:nvCxnSpPr>
          <p:cNvPr id="64" name="直線コネクタ 63">
            <a:extLst>
              <a:ext uri="{FF2B5EF4-FFF2-40B4-BE49-F238E27FC236}">
                <a16:creationId xmlns:a16="http://schemas.microsoft.com/office/drawing/2014/main" id="{372045B4-E91D-2165-20AF-444F595300B4}"/>
              </a:ext>
            </a:extLst>
          </p:cNvPr>
          <p:cNvCxnSpPr>
            <a:cxnSpLocks/>
          </p:cNvCxnSpPr>
          <p:nvPr/>
        </p:nvCxnSpPr>
        <p:spPr bwMode="auto">
          <a:xfrm>
            <a:off x="6810722" y="3031885"/>
            <a:ext cx="0" cy="935127"/>
          </a:xfrm>
          <a:prstGeom prst="line">
            <a:avLst/>
          </a:prstGeom>
          <a:solidFill>
            <a:schemeClr val="bg1"/>
          </a:solidFill>
          <a:ln w="9525" cap="flat" cmpd="sng" algn="ctr">
            <a:solidFill>
              <a:schemeClr val="tx1"/>
            </a:solidFill>
            <a:prstDash val="solid"/>
            <a:round/>
            <a:headEnd type="none" w="med" len="med"/>
            <a:tailEnd type="none" w="med" len="med"/>
          </a:ln>
          <a:effectLst/>
        </p:spPr>
      </p:cxnSp>
      <p:cxnSp>
        <p:nvCxnSpPr>
          <p:cNvPr id="65" name="直線コネクタ 64">
            <a:extLst>
              <a:ext uri="{FF2B5EF4-FFF2-40B4-BE49-F238E27FC236}">
                <a16:creationId xmlns:a16="http://schemas.microsoft.com/office/drawing/2014/main" id="{DA303A94-3B41-012D-95A6-E2077D84A52D}"/>
              </a:ext>
            </a:extLst>
          </p:cNvPr>
          <p:cNvCxnSpPr>
            <a:cxnSpLocks/>
          </p:cNvCxnSpPr>
          <p:nvPr/>
        </p:nvCxnSpPr>
        <p:spPr bwMode="auto">
          <a:xfrm>
            <a:off x="8130071" y="3031885"/>
            <a:ext cx="0" cy="935127"/>
          </a:xfrm>
          <a:prstGeom prst="line">
            <a:avLst/>
          </a:prstGeom>
          <a:solidFill>
            <a:schemeClr val="bg1"/>
          </a:solidFill>
          <a:ln w="9525" cap="flat" cmpd="sng" algn="ctr">
            <a:solidFill>
              <a:schemeClr val="tx1"/>
            </a:solidFill>
            <a:prstDash val="solid"/>
            <a:round/>
            <a:headEnd type="none" w="med" len="med"/>
            <a:tailEnd type="none" w="med" len="med"/>
          </a:ln>
          <a:effectLst/>
        </p:spPr>
      </p:cxnSp>
      <p:cxnSp>
        <p:nvCxnSpPr>
          <p:cNvPr id="67" name="直線コネクタ 66">
            <a:extLst>
              <a:ext uri="{FF2B5EF4-FFF2-40B4-BE49-F238E27FC236}">
                <a16:creationId xmlns:a16="http://schemas.microsoft.com/office/drawing/2014/main" id="{DC5FF2BA-4484-719C-DCD2-640BA1E990C9}"/>
              </a:ext>
            </a:extLst>
          </p:cNvPr>
          <p:cNvCxnSpPr/>
          <p:nvPr/>
        </p:nvCxnSpPr>
        <p:spPr bwMode="auto">
          <a:xfrm>
            <a:off x="6810722" y="4118723"/>
            <a:ext cx="0" cy="401737"/>
          </a:xfrm>
          <a:prstGeom prst="line">
            <a:avLst/>
          </a:prstGeom>
          <a:solidFill>
            <a:schemeClr val="bg1"/>
          </a:solidFill>
          <a:ln w="15875" cap="flat" cmpd="sng" algn="ctr">
            <a:solidFill>
              <a:srgbClr val="7500C0"/>
            </a:solidFill>
            <a:prstDash val="solid"/>
            <a:round/>
            <a:headEnd type="none" w="med" len="med"/>
            <a:tailEnd type="none" w="med" len="med"/>
          </a:ln>
          <a:effectLst/>
        </p:spPr>
      </p:cxnSp>
      <p:cxnSp>
        <p:nvCxnSpPr>
          <p:cNvPr id="68" name="直線コネクタ 67">
            <a:extLst>
              <a:ext uri="{FF2B5EF4-FFF2-40B4-BE49-F238E27FC236}">
                <a16:creationId xmlns:a16="http://schemas.microsoft.com/office/drawing/2014/main" id="{4D20CDDD-8D8D-5C1B-7B4A-BDE15D657385}"/>
              </a:ext>
            </a:extLst>
          </p:cNvPr>
          <p:cNvCxnSpPr>
            <a:cxnSpLocks/>
          </p:cNvCxnSpPr>
          <p:nvPr/>
        </p:nvCxnSpPr>
        <p:spPr bwMode="auto">
          <a:xfrm>
            <a:off x="6810722" y="4319591"/>
            <a:ext cx="2141689" cy="0"/>
          </a:xfrm>
          <a:prstGeom prst="line">
            <a:avLst/>
          </a:prstGeom>
          <a:solidFill>
            <a:schemeClr val="bg1"/>
          </a:solidFill>
          <a:ln w="15875" cap="flat" cmpd="sng" algn="ctr">
            <a:solidFill>
              <a:srgbClr val="7500C0"/>
            </a:solidFill>
            <a:prstDash val="solid"/>
            <a:round/>
            <a:headEnd type="none" w="med" len="med"/>
            <a:tailEnd type="none" w="med" len="med"/>
          </a:ln>
          <a:effectLst/>
        </p:spPr>
      </p:cxnSp>
      <p:sp>
        <p:nvSpPr>
          <p:cNvPr id="77" name="テキスト ボックス 76">
            <a:extLst>
              <a:ext uri="{FF2B5EF4-FFF2-40B4-BE49-F238E27FC236}">
                <a16:creationId xmlns:a16="http://schemas.microsoft.com/office/drawing/2014/main" id="{C89B33FD-462C-5DD9-386A-C86A481DB793}"/>
              </a:ext>
            </a:extLst>
          </p:cNvPr>
          <p:cNvSpPr txBox="1"/>
          <p:nvPr/>
        </p:nvSpPr>
        <p:spPr>
          <a:xfrm>
            <a:off x="9028333" y="4171451"/>
            <a:ext cx="414612" cy="335980"/>
          </a:xfrm>
          <a:prstGeom prst="rect">
            <a:avLst/>
          </a:prstGeom>
          <a:noFill/>
        </p:spPr>
        <p:txBody>
          <a:bodyPr wrap="square" lIns="36000" tIns="36000" rIns="36000" bIns="36000" rtlCol="0" anchor="ctr">
            <a:noAutofit/>
          </a:bodyPr>
          <a:lstStyle/>
          <a:p>
            <a:pPr defTabSz="914400" fontAlgn="base">
              <a:lnSpc>
                <a:spcPct val="80000"/>
              </a:lnSpc>
              <a:spcBef>
                <a:spcPct val="0"/>
              </a:spcBef>
              <a:spcAft>
                <a:spcPct val="0"/>
              </a:spcAft>
            </a:pPr>
            <a:r>
              <a:rPr lang="en-US" altLang="ja-JP">
                <a:solidFill>
                  <a:srgbClr val="7500C0"/>
                </a:solidFill>
                <a:latin typeface="Meiryo UI" panose="020B0604030504040204" pitchFamily="50" charset="-128"/>
                <a:ea typeface="Meiryo UI" panose="020B0604030504040204" pitchFamily="50" charset="-128"/>
              </a:rPr>
              <a:t>…</a:t>
            </a:r>
            <a:endParaRPr kumimoji="1" lang="ja-JP" altLang="en-US" sz="1200" i="0">
              <a:solidFill>
                <a:srgbClr val="7500C0"/>
              </a:solidFill>
              <a:latin typeface="Meiryo UI" panose="020B0604030504040204" pitchFamily="50" charset="-128"/>
              <a:ea typeface="Meiryo UI" panose="020B0604030504040204" pitchFamily="50" charset="-128"/>
            </a:endParaRPr>
          </a:p>
        </p:txBody>
      </p:sp>
      <p:sp>
        <p:nvSpPr>
          <p:cNvPr id="79" name="テキスト ボックス 78">
            <a:extLst>
              <a:ext uri="{FF2B5EF4-FFF2-40B4-BE49-F238E27FC236}">
                <a16:creationId xmlns:a16="http://schemas.microsoft.com/office/drawing/2014/main" id="{8E81C8BA-2A8D-9A9D-33AA-7F84421C00C1}"/>
              </a:ext>
            </a:extLst>
          </p:cNvPr>
          <p:cNvSpPr txBox="1"/>
          <p:nvPr/>
        </p:nvSpPr>
        <p:spPr>
          <a:xfrm>
            <a:off x="7295977" y="4030088"/>
            <a:ext cx="1220079" cy="335980"/>
          </a:xfrm>
          <a:prstGeom prst="rect">
            <a:avLst/>
          </a:prstGeom>
          <a:noFill/>
        </p:spPr>
        <p:txBody>
          <a:bodyPr wrap="square" lIns="36000" tIns="36000" rIns="36000" bIns="36000" rtlCol="0" anchor="ctr">
            <a:noAutofit/>
          </a:bodyPr>
          <a:lstStyle/>
          <a:p>
            <a:pPr defTabSz="914400" fontAlgn="base">
              <a:lnSpc>
                <a:spcPct val="80000"/>
              </a:lnSpc>
              <a:spcBef>
                <a:spcPct val="0"/>
              </a:spcBef>
              <a:spcAft>
                <a:spcPct val="0"/>
              </a:spcAft>
            </a:pPr>
            <a:r>
              <a:rPr kumimoji="1" lang="ja-JP" altLang="en-US" sz="1200" i="0">
                <a:solidFill>
                  <a:srgbClr val="7500C0"/>
                </a:solidFill>
                <a:latin typeface="Meiryo UI" panose="020B0604030504040204" pitchFamily="50" charset="-128"/>
                <a:ea typeface="Meiryo UI" panose="020B0604030504040204" pitchFamily="50" charset="-128"/>
              </a:rPr>
              <a:t>費用按分集計？</a:t>
            </a:r>
          </a:p>
        </p:txBody>
      </p:sp>
    </p:spTree>
    <p:extLst>
      <p:ext uri="{BB962C8B-B14F-4D97-AF65-F5344CB8AC3E}">
        <p14:creationId xmlns:p14="http://schemas.microsoft.com/office/powerpoint/2010/main" val="25764541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1FADA94-C5AC-1C2A-2FD3-C11DEFFE2D1E}"/>
              </a:ext>
            </a:extLst>
          </p:cNvPr>
          <p:cNvSpPr>
            <a:spLocks noGrp="1"/>
          </p:cNvSpPr>
          <p:nvPr>
            <p:ph type="title"/>
          </p:nvPr>
        </p:nvSpPr>
        <p:spPr/>
        <p:txBody>
          <a:bodyPr/>
          <a:lstStyle/>
          <a:p>
            <a:r>
              <a:rPr lang="en-US" altLang="ja-JP">
                <a:latin typeface="Meiryo UI" panose="020B0604030504040204" pitchFamily="50" charset="-128"/>
                <a:ea typeface="Meiryo UI" panose="020B0604030504040204" pitchFamily="50" charset="-128"/>
              </a:rPr>
              <a:t>1</a:t>
            </a:r>
            <a:r>
              <a:rPr lang="ja-JP" altLang="en-US">
                <a:latin typeface="Meiryo UI" panose="020B0604030504040204" pitchFamily="50" charset="-128"/>
                <a:ea typeface="Meiryo UI" panose="020B0604030504040204" pitchFamily="50" charset="-128"/>
              </a:rPr>
              <a:t>．「</a:t>
            </a:r>
            <a:r>
              <a:rPr lang="en-US" altLang="ja-JP">
                <a:latin typeface="Meiryo UI" panose="020B0604030504040204" pitchFamily="50" charset="-128"/>
                <a:ea typeface="Meiryo UI" panose="020B0604030504040204" pitchFamily="50" charset="-128"/>
              </a:rPr>
              <a:t>TODO1216_</a:t>
            </a:r>
            <a:r>
              <a:rPr lang="ja-JP" altLang="en-US">
                <a:latin typeface="Meiryo UI" panose="020B0604030504040204" pitchFamily="50" charset="-128"/>
                <a:ea typeface="Meiryo UI" panose="020B0604030504040204" pitchFamily="50" charset="-128"/>
              </a:rPr>
              <a:t>医介連携におけるランニングコスト按分のための統計ログ出力機能の検討」の結果共有</a:t>
            </a:r>
            <a:endParaRPr lang="en-US" altLang="ja-JP">
              <a:latin typeface="Meiryo UI" panose="020B0604030504040204" pitchFamily="50" charset="-128"/>
              <a:ea typeface="Meiryo UI" panose="020B0604030504040204" pitchFamily="50" charset="-128"/>
            </a:endParaRPr>
          </a:p>
        </p:txBody>
      </p:sp>
      <p:sp>
        <p:nvSpPr>
          <p:cNvPr id="9" name="コンテンツ プレースホルダー 2">
            <a:extLst>
              <a:ext uri="{FF2B5EF4-FFF2-40B4-BE49-F238E27FC236}">
                <a16:creationId xmlns:a16="http://schemas.microsoft.com/office/drawing/2014/main" id="{E92F54AB-4221-0B18-73D5-32D5F5B06CB3}"/>
              </a:ext>
            </a:extLst>
          </p:cNvPr>
          <p:cNvSpPr txBox="1">
            <a:spLocks/>
          </p:cNvSpPr>
          <p:nvPr/>
        </p:nvSpPr>
        <p:spPr>
          <a:xfrm>
            <a:off x="360908" y="774374"/>
            <a:ext cx="9037755" cy="729450"/>
          </a:xfrm>
          <a:prstGeom prst="rect">
            <a:avLst/>
          </a:prstGeom>
        </p:spPr>
        <p:txBody>
          <a:bodyPr/>
          <a:lstStyle>
            <a:lvl1pPr marL="0" indent="0" algn="l" rtl="0" eaLnBrk="1" fontAlgn="base" hangingPunct="1">
              <a:spcBef>
                <a:spcPct val="20000"/>
              </a:spcBef>
              <a:spcAft>
                <a:spcPct val="0"/>
              </a:spcAft>
              <a:buFont typeface="Meiryo UI" panose="020B0604020202020204" pitchFamily="34" charset="0"/>
              <a:buNone/>
              <a:defRPr kumimoji="1" sz="1462" noProof="1">
                <a:solidFill>
                  <a:schemeClr val="tx1"/>
                </a:solidFill>
                <a:latin typeface="+mj-ea"/>
                <a:ea typeface="+mj-ea"/>
                <a:cs typeface="+mn-cs"/>
              </a:defRPr>
            </a:lvl1pPr>
            <a:lvl2pPr marL="216687" indent="-141879"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2pPr>
            <a:lvl3pPr marL="291495" indent="-143169"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3pPr>
            <a:lvl4pPr marL="365015" indent="-148328"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4pPr>
            <a:lvl5pPr marL="439824" indent="-148328" algn="l" rtl="0" eaLnBrk="1" fontAlgn="base" hangingPunct="1">
              <a:spcBef>
                <a:spcPct val="20000"/>
              </a:spcBef>
              <a:spcAft>
                <a:spcPct val="0"/>
              </a:spcAft>
              <a:buFont typeface="Meiryo UI" panose="020B0604020202020204" pitchFamily="34" charset="0"/>
              <a:buChar char="•"/>
              <a:tabLst>
                <a:tab pos="439824" algn="l"/>
              </a:tabLst>
              <a:defRPr kumimoji="1" sz="1462" noProof="1">
                <a:solidFill>
                  <a:schemeClr val="tx1"/>
                </a:solidFill>
                <a:latin typeface="Meiryo UI" pitchFamily="18" charset="0"/>
                <a:ea typeface="+mn-ea"/>
              </a:defRPr>
            </a:lvl5pPr>
            <a:lvl6pPr marL="1885600"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6pPr>
            <a:lvl7pPr marL="2228436"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7pPr>
            <a:lvl8pPr marL="2571271"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8pPr>
            <a:lvl9pPr marL="2914107"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9pPr>
          </a:lstStyle>
          <a:p>
            <a:pPr marL="285750" marR="0" lvl="0" indent="-285750" algn="l" defTabSz="914400" rtl="0" eaLnBrk="1" fontAlgn="base" latinLnBrk="0" hangingPunct="1">
              <a:lnSpc>
                <a:spcPct val="100000"/>
              </a:lnSpc>
              <a:spcBef>
                <a:spcPct val="20000"/>
              </a:spcBef>
              <a:spcAft>
                <a:spcPct val="0"/>
              </a:spcAft>
              <a:buClrTx/>
              <a:buSzTx/>
              <a:buFont typeface="Meiryo UI" panose="020B0604030504040204" pitchFamily="50" charset="-128"/>
              <a:buChar char="○"/>
              <a:tabLst/>
              <a:defRPr/>
            </a:pP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医療介護連携において、医療側と介護側の費用按分のために、電子カルテ情報共有サービス基盤で行われている処理のうち、医療向け・介護向けの割合を算出できるように統計ログを取得する必要がある。</a:t>
            </a:r>
            <a:endParaRPr kumimoji="1" lang="en-US" altLang="ja-JP" sz="1200" b="0" i="0" u="none" strike="noStrike" kern="1200" cap="none" spc="0" normalizeH="0" baseline="0" noProof="1">
              <a:ln>
                <a:noFill/>
              </a:ln>
              <a:solidFill>
                <a:prstClr val="black"/>
              </a:solidFill>
              <a:effectLst/>
              <a:uLnTx/>
              <a:uFillTx/>
              <a:latin typeface="Meiryo UI"/>
              <a:ea typeface="Meiryo UI"/>
              <a:cs typeface="+mn-cs"/>
            </a:endParaRPr>
          </a:p>
          <a:p>
            <a:pPr marL="285750" marR="0" lvl="0" indent="-285750" algn="l" defTabSz="914400" rtl="0" eaLnBrk="1" fontAlgn="base" latinLnBrk="0" hangingPunct="1">
              <a:lnSpc>
                <a:spcPct val="100000"/>
              </a:lnSpc>
              <a:spcBef>
                <a:spcPct val="20000"/>
              </a:spcBef>
              <a:spcAft>
                <a:spcPct val="0"/>
              </a:spcAft>
              <a:buClrTx/>
              <a:buSzTx/>
              <a:buFont typeface="Meiryo UI" panose="020B0604030504040204" pitchFamily="50" charset="-128"/>
              <a:buChar char="○"/>
              <a:tabLst/>
              <a:defRPr/>
            </a:pPr>
            <a:r>
              <a:rPr kumimoji="1" lang="en-US" altLang="ja-JP" sz="1200" b="0" i="0" u="none" strike="noStrike" kern="1200" cap="none" spc="0" normalizeH="0" baseline="0" noProof="1">
                <a:ln>
                  <a:noFill/>
                </a:ln>
                <a:solidFill>
                  <a:prstClr val="black"/>
                </a:solidFill>
                <a:effectLst/>
                <a:uLnTx/>
                <a:uFillTx/>
                <a:latin typeface="Meiryo UI"/>
                <a:ea typeface="Meiryo UI"/>
                <a:cs typeface="+mn-cs"/>
              </a:rPr>
              <a:t>9/28</a:t>
            </a: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 開発課題検討会にて</a:t>
            </a:r>
            <a:r>
              <a:rPr kumimoji="1" lang="en-US" altLang="ja-JP" sz="1200" b="0" i="0" u="none" strike="noStrike" kern="1200" cap="none" spc="0" normalizeH="0" baseline="0" noProof="1">
                <a:ln>
                  <a:noFill/>
                </a:ln>
                <a:solidFill>
                  <a:prstClr val="black"/>
                </a:solidFill>
                <a:effectLst/>
                <a:uLnTx/>
                <a:uFillTx/>
                <a:latin typeface="Meiryo UI"/>
                <a:ea typeface="Meiryo UI"/>
                <a:cs typeface="+mn-cs"/>
              </a:rPr>
              <a:t>DX</a:t>
            </a: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機構より、「</a:t>
            </a:r>
            <a:r>
              <a:rPr kumimoji="1" lang="ja-JP" altLang="en-US" sz="1200" b="0" i="0" u="none" strike="noStrike" kern="1200" cap="none" spc="0" normalizeH="0" baseline="0" noProof="1">
                <a:ln>
                  <a:noFill/>
                </a:ln>
                <a:solidFill>
                  <a:prstClr val="black"/>
                </a:solidFill>
                <a:effectLst/>
                <a:uLnTx/>
                <a:uFillTx/>
                <a:latin typeface="Meiryo UI" panose="020B0604030504040204" pitchFamily="50" charset="-128"/>
                <a:ea typeface="Meiryo UI" panose="020B0604030504040204" pitchFamily="50" charset="-128"/>
                <a:cs typeface="+mn-cs"/>
              </a:rPr>
              <a:t>医介連携におけるランニングコスト按分のための統計ログ出力機能</a:t>
            </a: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」の改修を検討するにあたり、文書</a:t>
            </a:r>
            <a:r>
              <a:rPr kumimoji="1" lang="en-US" altLang="ja-JP" sz="1200" b="0" i="0" u="none" strike="noStrike" kern="1200" cap="none" spc="0" normalizeH="0" baseline="0" noProof="1">
                <a:ln>
                  <a:noFill/>
                </a:ln>
                <a:solidFill>
                  <a:prstClr val="black"/>
                </a:solidFill>
                <a:effectLst/>
                <a:uLnTx/>
                <a:uFillTx/>
                <a:latin typeface="Meiryo UI"/>
                <a:ea typeface="Meiryo UI"/>
                <a:cs typeface="+mn-cs"/>
              </a:rPr>
              <a:t>IF</a:t>
            </a: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受付と連動した資格確認処理のログ</a:t>
            </a:r>
            <a:r>
              <a:rPr kumimoji="1" lang="en-US" altLang="ja-JP" sz="1200" b="0" i="0" u="none" strike="noStrike" kern="1200" cap="none" spc="0" normalizeH="0" baseline="0" noProof="1">
                <a:ln>
                  <a:noFill/>
                </a:ln>
                <a:solidFill>
                  <a:prstClr val="black"/>
                </a:solidFill>
                <a:effectLst/>
                <a:uLnTx/>
                <a:uFillTx/>
                <a:latin typeface="Meiryo UI"/>
                <a:ea typeface="Meiryo UI"/>
                <a:cs typeface="+mn-cs"/>
              </a:rPr>
              <a:t>(</a:t>
            </a: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 「医療機関向け機能（既存）」に関し、資格確認を何人分行ったかを集計したログ</a:t>
            </a:r>
            <a:r>
              <a:rPr kumimoji="1" lang="en-US" altLang="ja-JP" sz="1200" b="0" i="0" u="none" strike="noStrike" kern="1200" cap="none" spc="0" normalizeH="0" baseline="0" noProof="1">
                <a:ln>
                  <a:noFill/>
                </a:ln>
                <a:solidFill>
                  <a:prstClr val="black"/>
                </a:solidFill>
                <a:effectLst/>
                <a:uLnTx/>
                <a:uFillTx/>
                <a:latin typeface="Meiryo UI"/>
                <a:ea typeface="Meiryo UI"/>
                <a:cs typeface="+mn-cs"/>
              </a:rPr>
              <a:t>)</a:t>
            </a: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を取得するためには、既存機能に関して相当数の機能に改修を行う必要があることが判明したことを報告いただいた。</a:t>
            </a:r>
            <a:endParaRPr kumimoji="1" lang="en-US" altLang="ja-JP" sz="1200" b="0" i="0" u="none" strike="noStrike" kern="1200" cap="none" spc="0" normalizeH="0" baseline="0" noProof="1">
              <a:ln>
                <a:noFill/>
              </a:ln>
              <a:solidFill>
                <a:prstClr val="black"/>
              </a:solidFill>
              <a:effectLst/>
              <a:uLnTx/>
              <a:uFillTx/>
              <a:latin typeface="Meiryo UI"/>
              <a:ea typeface="Meiryo UI"/>
              <a:cs typeface="+mn-cs"/>
            </a:endParaRPr>
          </a:p>
          <a:p>
            <a:pPr marL="285750" marR="0" lvl="0" indent="-285750" algn="l" defTabSz="914400" rtl="0" eaLnBrk="1" fontAlgn="base" latinLnBrk="0" hangingPunct="1">
              <a:lnSpc>
                <a:spcPct val="100000"/>
              </a:lnSpc>
              <a:spcBef>
                <a:spcPct val="20000"/>
              </a:spcBef>
              <a:spcAft>
                <a:spcPct val="0"/>
              </a:spcAft>
              <a:buClrTx/>
              <a:buSzTx/>
              <a:buFont typeface="Meiryo UI" panose="020B0604030504040204" pitchFamily="50" charset="-128"/>
              <a:buChar char="○"/>
              <a:tabLst/>
              <a:defRPr/>
            </a:pP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省内検討の結果、文書</a:t>
            </a:r>
            <a:r>
              <a:rPr kumimoji="1" lang="en-US" altLang="ja-JP" sz="1200" b="0" i="0" u="none" strike="noStrike" kern="1200" cap="none" spc="0" normalizeH="0" baseline="0" noProof="1">
                <a:ln>
                  <a:noFill/>
                </a:ln>
                <a:solidFill>
                  <a:prstClr val="black"/>
                </a:solidFill>
                <a:effectLst/>
                <a:uLnTx/>
                <a:uFillTx/>
                <a:latin typeface="Meiryo UI"/>
                <a:ea typeface="Meiryo UI"/>
                <a:cs typeface="+mn-cs"/>
              </a:rPr>
              <a:t>IF</a:t>
            </a: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自体の受付・処理のみの割合だけでも医療側と介護側の費用按分の概算は可能であるため、要求事項１</a:t>
            </a:r>
            <a:r>
              <a:rPr kumimoji="1" lang="en-US" altLang="ja-JP" sz="1200" b="0" i="0" u="none" strike="noStrike" kern="1200" cap="none" spc="0" normalizeH="0" baseline="0" noProof="1">
                <a:ln>
                  <a:noFill/>
                </a:ln>
                <a:solidFill>
                  <a:prstClr val="black"/>
                </a:solidFill>
                <a:effectLst/>
                <a:uLnTx/>
                <a:uFillTx/>
                <a:latin typeface="Meiryo UI"/>
                <a:ea typeface="Meiryo UI"/>
                <a:cs typeface="+mn-cs"/>
              </a:rPr>
              <a:t>(</a:t>
            </a: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文書</a:t>
            </a:r>
            <a:r>
              <a:rPr kumimoji="1" lang="en-US" altLang="ja-JP" sz="1200" b="0" i="0" u="none" strike="noStrike" kern="1200" cap="none" spc="0" normalizeH="0" baseline="0" noProof="1">
                <a:ln>
                  <a:noFill/>
                </a:ln>
                <a:solidFill>
                  <a:prstClr val="black"/>
                </a:solidFill>
                <a:effectLst/>
                <a:uLnTx/>
                <a:uFillTx/>
                <a:latin typeface="Meiryo UI"/>
                <a:ea typeface="Meiryo UI"/>
                <a:cs typeface="+mn-cs"/>
              </a:rPr>
              <a:t>IF</a:t>
            </a: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自体の受付・処理</a:t>
            </a:r>
            <a:r>
              <a:rPr kumimoji="1" lang="en-US" altLang="ja-JP" sz="1200" b="0" i="0" u="none" strike="noStrike" kern="1200" cap="none" spc="0" normalizeH="0" baseline="0" noProof="1">
                <a:ln>
                  <a:noFill/>
                </a:ln>
                <a:solidFill>
                  <a:prstClr val="black"/>
                </a:solidFill>
                <a:effectLst/>
                <a:uLnTx/>
                <a:uFillTx/>
                <a:latin typeface="Meiryo UI"/>
                <a:ea typeface="Meiryo UI"/>
                <a:cs typeface="+mn-cs"/>
              </a:rPr>
              <a:t>)</a:t>
            </a: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の統計ログを取得いただきたい。</a:t>
            </a:r>
          </a:p>
        </p:txBody>
      </p:sp>
      <p:pic>
        <p:nvPicPr>
          <p:cNvPr id="4" name="図 3">
            <a:extLst>
              <a:ext uri="{FF2B5EF4-FFF2-40B4-BE49-F238E27FC236}">
                <a16:creationId xmlns:a16="http://schemas.microsoft.com/office/drawing/2014/main" id="{F6873A4B-9BCD-BAD2-4352-20AB9ED41253}"/>
              </a:ext>
            </a:extLst>
          </p:cNvPr>
          <p:cNvPicPr>
            <a:picLocks noChangeAspect="1"/>
          </p:cNvPicPr>
          <p:nvPr/>
        </p:nvPicPr>
        <p:blipFill>
          <a:blip r:embed="rId2"/>
          <a:srcRect b="41872"/>
          <a:stretch>
            <a:fillRect/>
          </a:stretch>
        </p:blipFill>
        <p:spPr>
          <a:xfrm>
            <a:off x="360908" y="4386629"/>
            <a:ext cx="5870693" cy="2055309"/>
          </a:xfrm>
          <a:prstGeom prst="rect">
            <a:avLst/>
          </a:prstGeom>
          <a:ln>
            <a:solidFill>
              <a:schemeClr val="tx1"/>
            </a:solidFill>
          </a:ln>
        </p:spPr>
      </p:pic>
      <p:sp>
        <p:nvSpPr>
          <p:cNvPr id="3" name="コンテンツ プレースホルダー 2">
            <a:extLst>
              <a:ext uri="{FF2B5EF4-FFF2-40B4-BE49-F238E27FC236}">
                <a16:creationId xmlns:a16="http://schemas.microsoft.com/office/drawing/2014/main" id="{5A58580F-8ABC-3061-18E6-1602A06E91FB}"/>
              </a:ext>
            </a:extLst>
          </p:cNvPr>
          <p:cNvSpPr txBox="1">
            <a:spLocks/>
          </p:cNvSpPr>
          <p:nvPr/>
        </p:nvSpPr>
        <p:spPr>
          <a:xfrm>
            <a:off x="6488816" y="4486868"/>
            <a:ext cx="3226684" cy="809953"/>
          </a:xfrm>
          <a:prstGeom prst="rect">
            <a:avLst/>
          </a:prstGeom>
          <a:ln w="28575">
            <a:solidFill>
              <a:srgbClr val="FF0000"/>
            </a:solidFill>
          </a:ln>
        </p:spPr>
        <p:txBody>
          <a:bodyPr/>
          <a:lstStyle>
            <a:lvl1pPr marL="0" indent="0" algn="l" rtl="0" eaLnBrk="1" fontAlgn="base" hangingPunct="1">
              <a:spcBef>
                <a:spcPct val="20000"/>
              </a:spcBef>
              <a:spcAft>
                <a:spcPct val="0"/>
              </a:spcAft>
              <a:buFont typeface="Meiryo UI" panose="020B0604020202020204" pitchFamily="34" charset="0"/>
              <a:buNone/>
              <a:defRPr kumimoji="1" sz="1462" noProof="1">
                <a:solidFill>
                  <a:schemeClr val="tx1"/>
                </a:solidFill>
                <a:latin typeface="+mj-ea"/>
                <a:ea typeface="+mj-ea"/>
                <a:cs typeface="+mn-cs"/>
              </a:defRPr>
            </a:lvl1pPr>
            <a:lvl2pPr marL="216687" indent="-141879"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2pPr>
            <a:lvl3pPr marL="291495" indent="-143169"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3pPr>
            <a:lvl4pPr marL="365015" indent="-148328"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4pPr>
            <a:lvl5pPr marL="439824" indent="-148328" algn="l" rtl="0" eaLnBrk="1" fontAlgn="base" hangingPunct="1">
              <a:spcBef>
                <a:spcPct val="20000"/>
              </a:spcBef>
              <a:spcAft>
                <a:spcPct val="0"/>
              </a:spcAft>
              <a:buFont typeface="Meiryo UI" panose="020B0604020202020204" pitchFamily="34" charset="0"/>
              <a:buChar char="•"/>
              <a:tabLst>
                <a:tab pos="439824" algn="l"/>
              </a:tabLst>
              <a:defRPr kumimoji="1" sz="1462" noProof="1">
                <a:solidFill>
                  <a:schemeClr val="tx1"/>
                </a:solidFill>
                <a:latin typeface="Meiryo UI" pitchFamily="18" charset="0"/>
                <a:ea typeface="+mn-ea"/>
              </a:defRPr>
            </a:lvl5pPr>
            <a:lvl6pPr marL="1885600"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6pPr>
            <a:lvl7pPr marL="2228436"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7pPr>
            <a:lvl8pPr marL="2571271"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8pPr>
            <a:lvl9pPr marL="2914107"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9pPr>
          </a:lstStyle>
          <a:p>
            <a:pPr marL="0" marR="0" lvl="0" indent="0" algn="l" defTabSz="914400" rtl="0" eaLnBrk="1" fontAlgn="base" latinLnBrk="0" hangingPunct="1">
              <a:lnSpc>
                <a:spcPct val="100000"/>
              </a:lnSpc>
              <a:spcBef>
                <a:spcPct val="20000"/>
              </a:spcBef>
              <a:spcAft>
                <a:spcPct val="0"/>
              </a:spcAft>
              <a:buClrTx/>
              <a:buSzTx/>
              <a:buFont typeface="Meiryo UI" panose="020B0604020202020204" pitchFamily="34" charset="0"/>
              <a:buNone/>
              <a:tabLst/>
              <a:defRPr/>
            </a:pPr>
            <a:r>
              <a:rPr kumimoji="1" lang="en-US" altLang="ja-JP" sz="1200" b="1" i="0" u="sng" strike="noStrike" kern="1200" cap="none" spc="0" normalizeH="0" baseline="0" noProof="1">
                <a:ln>
                  <a:noFill/>
                </a:ln>
                <a:solidFill>
                  <a:prstClr val="black"/>
                </a:solidFill>
                <a:effectLst/>
                <a:uLnTx/>
                <a:uFillTx/>
                <a:latin typeface="Meiryo UI"/>
                <a:ea typeface="Meiryo UI"/>
                <a:cs typeface="+mn-cs"/>
              </a:rPr>
              <a:t>【</a:t>
            </a:r>
            <a:r>
              <a:rPr kumimoji="1" lang="ja-JP" altLang="en-US" sz="1200" b="1" i="0" u="sng" strike="noStrike" kern="1200" cap="none" spc="0" normalizeH="0" baseline="0" noProof="1">
                <a:ln>
                  <a:noFill/>
                </a:ln>
                <a:solidFill>
                  <a:prstClr val="black"/>
                </a:solidFill>
                <a:effectLst/>
                <a:uLnTx/>
                <a:uFillTx/>
                <a:latin typeface="Meiryo UI"/>
                <a:ea typeface="Meiryo UI"/>
                <a:cs typeface="+mn-cs"/>
              </a:rPr>
              <a:t>要求１</a:t>
            </a:r>
            <a:r>
              <a:rPr kumimoji="1" lang="en-US" altLang="ja-JP" sz="1200" b="1" i="0" u="sng" strike="noStrike" kern="1200" cap="none" spc="0" normalizeH="0" baseline="0" noProof="1">
                <a:ln>
                  <a:noFill/>
                </a:ln>
                <a:solidFill>
                  <a:prstClr val="black"/>
                </a:solidFill>
                <a:effectLst/>
                <a:uLnTx/>
                <a:uFillTx/>
                <a:latin typeface="Meiryo UI"/>
                <a:ea typeface="Meiryo UI"/>
                <a:cs typeface="+mn-cs"/>
              </a:rPr>
              <a:t>】</a:t>
            </a:r>
            <a:r>
              <a:rPr kumimoji="1" lang="ja-JP" altLang="en-US" sz="1200" b="1" i="0" u="sng" strike="noStrike" kern="1200" cap="none" spc="0" normalizeH="0" baseline="0" noProof="1">
                <a:ln>
                  <a:noFill/>
                </a:ln>
                <a:solidFill>
                  <a:prstClr val="black"/>
                </a:solidFill>
                <a:effectLst/>
                <a:uLnTx/>
                <a:uFillTx/>
                <a:latin typeface="Meiryo UI"/>
                <a:ea typeface="Meiryo UI"/>
                <a:cs typeface="+mn-cs"/>
              </a:rPr>
              <a:t>文書</a:t>
            </a:r>
            <a:r>
              <a:rPr kumimoji="1" lang="en-US" altLang="ja-JP" sz="1200" b="1" i="0" u="sng" strike="noStrike" kern="1200" cap="none" spc="0" normalizeH="0" baseline="0" noProof="1">
                <a:ln>
                  <a:noFill/>
                </a:ln>
                <a:solidFill>
                  <a:prstClr val="black"/>
                </a:solidFill>
                <a:effectLst/>
                <a:uLnTx/>
                <a:uFillTx/>
                <a:latin typeface="Meiryo UI"/>
                <a:ea typeface="Meiryo UI"/>
                <a:cs typeface="+mn-cs"/>
              </a:rPr>
              <a:t>IF</a:t>
            </a:r>
            <a:r>
              <a:rPr kumimoji="1" lang="ja-JP" altLang="en-US" sz="1200" b="1" i="0" u="sng" strike="noStrike" kern="1200" cap="none" spc="0" normalizeH="0" baseline="0" noProof="1">
                <a:ln>
                  <a:noFill/>
                </a:ln>
                <a:solidFill>
                  <a:prstClr val="black"/>
                </a:solidFill>
                <a:effectLst/>
                <a:uLnTx/>
                <a:uFillTx/>
                <a:latin typeface="Meiryo UI"/>
                <a:ea typeface="Meiryo UI"/>
                <a:cs typeface="+mn-cs"/>
              </a:rPr>
              <a:t>自体の受付・処理</a:t>
            </a:r>
            <a:br>
              <a:rPr kumimoji="1" lang="en-US" altLang="ja-JP" sz="1200" b="1" i="0" u="sng" strike="noStrike" kern="1200" cap="none" spc="0" normalizeH="0" baseline="0" noProof="1">
                <a:ln>
                  <a:noFill/>
                </a:ln>
                <a:solidFill>
                  <a:prstClr val="black"/>
                </a:solidFill>
                <a:effectLst/>
                <a:uLnTx/>
                <a:uFillTx/>
                <a:latin typeface="Meiryo UI"/>
                <a:ea typeface="Meiryo UI"/>
                <a:cs typeface="+mn-cs"/>
              </a:rPr>
            </a:b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文書の登録・更新・削除に係る</a:t>
            </a:r>
            <a:r>
              <a:rPr kumimoji="1" lang="en-US" altLang="ja-JP" sz="1200" b="0" i="0" u="none" strike="noStrike" kern="1200" cap="none" spc="0" normalizeH="0" baseline="0" noProof="1">
                <a:ln>
                  <a:noFill/>
                </a:ln>
                <a:solidFill>
                  <a:prstClr val="black"/>
                </a:solidFill>
                <a:effectLst/>
                <a:uLnTx/>
                <a:uFillTx/>
                <a:latin typeface="Meiryo UI"/>
                <a:ea typeface="Meiryo UI"/>
                <a:cs typeface="+mn-cs"/>
              </a:rPr>
              <a:t>IF</a:t>
            </a: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について、医療向け</a:t>
            </a:r>
            <a:r>
              <a:rPr kumimoji="1" lang="en-US" altLang="ja-JP" sz="1200" b="0" i="0" u="none" strike="noStrike" kern="1200" cap="none" spc="0" normalizeH="0" baseline="0" noProof="1">
                <a:ln>
                  <a:noFill/>
                </a:ln>
                <a:solidFill>
                  <a:prstClr val="black"/>
                </a:solidFill>
                <a:effectLst/>
                <a:uLnTx/>
                <a:uFillTx/>
                <a:latin typeface="Meiryo UI"/>
                <a:ea typeface="Meiryo UI"/>
                <a:cs typeface="+mn-cs"/>
              </a:rPr>
              <a:t>IF</a:t>
            </a: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か介護向け</a:t>
            </a:r>
            <a:r>
              <a:rPr kumimoji="1" lang="en-US" altLang="ja-JP" sz="1200" b="0" i="0" u="none" strike="noStrike" kern="1200" cap="none" spc="0" normalizeH="0" baseline="0" noProof="1">
                <a:ln>
                  <a:noFill/>
                </a:ln>
                <a:solidFill>
                  <a:prstClr val="black"/>
                </a:solidFill>
                <a:effectLst/>
                <a:uLnTx/>
                <a:uFillTx/>
                <a:latin typeface="Meiryo UI"/>
                <a:ea typeface="Meiryo UI"/>
                <a:cs typeface="+mn-cs"/>
              </a:rPr>
              <a:t>IF</a:t>
            </a: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かを区別して</a:t>
            </a:r>
            <a:r>
              <a:rPr kumimoji="1" lang="en-US" altLang="ja-JP" sz="1200" b="0" i="0" u="none" strike="noStrike" kern="1200" cap="none" spc="0" normalizeH="0" baseline="0" noProof="1">
                <a:ln>
                  <a:noFill/>
                </a:ln>
                <a:solidFill>
                  <a:prstClr val="black"/>
                </a:solidFill>
                <a:effectLst/>
                <a:uLnTx/>
                <a:uFillTx/>
                <a:latin typeface="Meiryo UI"/>
                <a:ea typeface="Meiryo UI"/>
                <a:cs typeface="+mn-cs"/>
              </a:rPr>
              <a:t>IF</a:t>
            </a: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受付回数をカウントする。</a:t>
            </a:r>
          </a:p>
        </p:txBody>
      </p:sp>
      <p:sp>
        <p:nvSpPr>
          <p:cNvPr id="14" name="コンテンツ プレースホルダー 2">
            <a:extLst>
              <a:ext uri="{FF2B5EF4-FFF2-40B4-BE49-F238E27FC236}">
                <a16:creationId xmlns:a16="http://schemas.microsoft.com/office/drawing/2014/main" id="{0CCE0524-6257-6877-56CB-FCD2F6CB2B22}"/>
              </a:ext>
            </a:extLst>
          </p:cNvPr>
          <p:cNvSpPr txBox="1">
            <a:spLocks/>
          </p:cNvSpPr>
          <p:nvPr/>
        </p:nvSpPr>
        <p:spPr>
          <a:xfrm>
            <a:off x="507000" y="5445776"/>
            <a:ext cx="5474700" cy="371057"/>
          </a:xfrm>
          <a:prstGeom prst="rect">
            <a:avLst/>
          </a:prstGeom>
          <a:ln>
            <a:solidFill>
              <a:schemeClr val="tx1"/>
            </a:solidFill>
          </a:ln>
        </p:spPr>
        <p:txBody>
          <a:bodyPr/>
          <a:lstStyle>
            <a:lvl1pPr marL="0" indent="0" algn="l" rtl="0" eaLnBrk="1" fontAlgn="base" hangingPunct="1">
              <a:spcBef>
                <a:spcPct val="20000"/>
              </a:spcBef>
              <a:spcAft>
                <a:spcPct val="0"/>
              </a:spcAft>
              <a:buFont typeface="Meiryo UI" panose="020B0604020202020204" pitchFamily="34" charset="0"/>
              <a:buNone/>
              <a:defRPr kumimoji="1" sz="1462" noProof="1">
                <a:solidFill>
                  <a:schemeClr val="tx1"/>
                </a:solidFill>
                <a:latin typeface="+mj-ea"/>
                <a:ea typeface="+mj-ea"/>
                <a:cs typeface="+mn-cs"/>
              </a:defRPr>
            </a:lvl1pPr>
            <a:lvl2pPr marL="216687" indent="-141879"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2pPr>
            <a:lvl3pPr marL="291495" indent="-143169"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3pPr>
            <a:lvl4pPr marL="365015" indent="-148328"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4pPr>
            <a:lvl5pPr marL="439824" indent="-148328" algn="l" rtl="0" eaLnBrk="1" fontAlgn="base" hangingPunct="1">
              <a:spcBef>
                <a:spcPct val="20000"/>
              </a:spcBef>
              <a:spcAft>
                <a:spcPct val="0"/>
              </a:spcAft>
              <a:buFont typeface="Meiryo UI" panose="020B0604020202020204" pitchFamily="34" charset="0"/>
              <a:buChar char="•"/>
              <a:tabLst>
                <a:tab pos="439824" algn="l"/>
              </a:tabLst>
              <a:defRPr kumimoji="1" sz="1462" noProof="1">
                <a:solidFill>
                  <a:schemeClr val="tx1"/>
                </a:solidFill>
                <a:latin typeface="Meiryo UI" pitchFamily="18" charset="0"/>
                <a:ea typeface="+mn-ea"/>
              </a:defRPr>
            </a:lvl5pPr>
            <a:lvl6pPr marL="1885600"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6pPr>
            <a:lvl7pPr marL="2228436"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7pPr>
            <a:lvl8pPr marL="2571271"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8pPr>
            <a:lvl9pPr marL="2914107"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9pPr>
          </a:lstStyle>
          <a:p>
            <a:pPr marL="0" marR="0" lvl="0" indent="0" algn="l" defTabSz="914400" rtl="0" eaLnBrk="1" fontAlgn="base" latinLnBrk="0" hangingPunct="1">
              <a:lnSpc>
                <a:spcPct val="100000"/>
              </a:lnSpc>
              <a:spcBef>
                <a:spcPct val="20000"/>
              </a:spcBef>
              <a:spcAft>
                <a:spcPct val="0"/>
              </a:spcAft>
              <a:buClrTx/>
              <a:buSzTx/>
              <a:buFont typeface="Meiryo UI" panose="020B0604020202020204" pitchFamily="34" charset="0"/>
              <a:buNone/>
              <a:tabLst/>
              <a:defRPr/>
            </a:pPr>
            <a:endParaRPr kumimoji="1" lang="ja-JP" altLang="en-US" sz="1600" b="0" i="0" u="none" strike="noStrike" kern="1200" cap="none" spc="0" normalizeH="0" baseline="0" noProof="1">
              <a:ln>
                <a:noFill/>
              </a:ln>
              <a:solidFill>
                <a:prstClr val="black"/>
              </a:solidFill>
              <a:effectLst/>
              <a:uLnTx/>
              <a:uFillTx/>
              <a:latin typeface="Meiryo UI"/>
              <a:ea typeface="Meiryo UI"/>
              <a:cs typeface="+mn-cs"/>
            </a:endParaRPr>
          </a:p>
        </p:txBody>
      </p:sp>
      <p:sp>
        <p:nvSpPr>
          <p:cNvPr id="17" name="コンテンツ プレースホルダー 2">
            <a:extLst>
              <a:ext uri="{FF2B5EF4-FFF2-40B4-BE49-F238E27FC236}">
                <a16:creationId xmlns:a16="http://schemas.microsoft.com/office/drawing/2014/main" id="{1392F465-2D9E-C819-9DE5-1F6D7E6900B3}"/>
              </a:ext>
            </a:extLst>
          </p:cNvPr>
          <p:cNvSpPr txBox="1">
            <a:spLocks/>
          </p:cNvSpPr>
          <p:nvPr/>
        </p:nvSpPr>
        <p:spPr>
          <a:xfrm>
            <a:off x="507000" y="5958571"/>
            <a:ext cx="5474700" cy="371057"/>
          </a:xfrm>
          <a:prstGeom prst="rect">
            <a:avLst/>
          </a:prstGeom>
          <a:ln>
            <a:solidFill>
              <a:schemeClr val="tx1"/>
            </a:solidFill>
          </a:ln>
        </p:spPr>
        <p:txBody>
          <a:bodyPr/>
          <a:lstStyle>
            <a:lvl1pPr marL="0" indent="0" algn="l" rtl="0" eaLnBrk="1" fontAlgn="base" hangingPunct="1">
              <a:spcBef>
                <a:spcPct val="20000"/>
              </a:spcBef>
              <a:spcAft>
                <a:spcPct val="0"/>
              </a:spcAft>
              <a:buFont typeface="Meiryo UI" panose="020B0604020202020204" pitchFamily="34" charset="0"/>
              <a:buNone/>
              <a:defRPr kumimoji="1" sz="1462" noProof="1">
                <a:solidFill>
                  <a:schemeClr val="tx1"/>
                </a:solidFill>
                <a:latin typeface="+mj-ea"/>
                <a:ea typeface="+mj-ea"/>
                <a:cs typeface="+mn-cs"/>
              </a:defRPr>
            </a:lvl1pPr>
            <a:lvl2pPr marL="216687" indent="-141879"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2pPr>
            <a:lvl3pPr marL="291495" indent="-143169"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3pPr>
            <a:lvl4pPr marL="365015" indent="-148328"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4pPr>
            <a:lvl5pPr marL="439824" indent="-148328" algn="l" rtl="0" eaLnBrk="1" fontAlgn="base" hangingPunct="1">
              <a:spcBef>
                <a:spcPct val="20000"/>
              </a:spcBef>
              <a:spcAft>
                <a:spcPct val="0"/>
              </a:spcAft>
              <a:buFont typeface="Meiryo UI" panose="020B0604020202020204" pitchFamily="34" charset="0"/>
              <a:buChar char="•"/>
              <a:tabLst>
                <a:tab pos="439824" algn="l"/>
              </a:tabLst>
              <a:defRPr kumimoji="1" sz="1462" noProof="1">
                <a:solidFill>
                  <a:schemeClr val="tx1"/>
                </a:solidFill>
                <a:latin typeface="Meiryo UI" pitchFamily="18" charset="0"/>
                <a:ea typeface="+mn-ea"/>
              </a:defRPr>
            </a:lvl5pPr>
            <a:lvl6pPr marL="1885600"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6pPr>
            <a:lvl7pPr marL="2228436"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7pPr>
            <a:lvl8pPr marL="2571271"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8pPr>
            <a:lvl9pPr marL="2914107"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9pPr>
          </a:lstStyle>
          <a:p>
            <a:pPr marL="0" marR="0" lvl="0" indent="0" algn="l" defTabSz="914400" rtl="0" eaLnBrk="1" fontAlgn="base" latinLnBrk="0" hangingPunct="1">
              <a:lnSpc>
                <a:spcPct val="100000"/>
              </a:lnSpc>
              <a:spcBef>
                <a:spcPct val="20000"/>
              </a:spcBef>
              <a:spcAft>
                <a:spcPct val="0"/>
              </a:spcAft>
              <a:buClrTx/>
              <a:buSzTx/>
              <a:buFont typeface="Meiryo UI" panose="020B0604020202020204" pitchFamily="34" charset="0"/>
              <a:buNone/>
              <a:tabLst/>
              <a:defRPr/>
            </a:pPr>
            <a:endParaRPr kumimoji="1" lang="ja-JP" altLang="en-US" sz="1600" b="0" i="0" u="none" strike="noStrike" kern="1200" cap="none" spc="0" normalizeH="0" baseline="0" noProof="1">
              <a:ln>
                <a:noFill/>
              </a:ln>
              <a:solidFill>
                <a:prstClr val="black"/>
              </a:solidFill>
              <a:effectLst/>
              <a:uLnTx/>
              <a:uFillTx/>
              <a:latin typeface="Meiryo UI"/>
              <a:ea typeface="Meiryo UI"/>
              <a:cs typeface="+mn-cs"/>
            </a:endParaRPr>
          </a:p>
        </p:txBody>
      </p:sp>
      <p:sp>
        <p:nvSpPr>
          <p:cNvPr id="5" name="コンテンツ プレースホルダー 2">
            <a:extLst>
              <a:ext uri="{FF2B5EF4-FFF2-40B4-BE49-F238E27FC236}">
                <a16:creationId xmlns:a16="http://schemas.microsoft.com/office/drawing/2014/main" id="{79EF3398-F511-EF6C-6471-1122A9AEBC0E}"/>
              </a:ext>
            </a:extLst>
          </p:cNvPr>
          <p:cNvSpPr txBox="1">
            <a:spLocks/>
          </p:cNvSpPr>
          <p:nvPr/>
        </p:nvSpPr>
        <p:spPr>
          <a:xfrm>
            <a:off x="6488816" y="5337071"/>
            <a:ext cx="3226684" cy="1283861"/>
          </a:xfrm>
          <a:prstGeom prst="rect">
            <a:avLst/>
          </a:prstGeom>
          <a:solidFill>
            <a:schemeClr val="bg1">
              <a:lumMod val="85000"/>
            </a:schemeClr>
          </a:solidFill>
          <a:ln>
            <a:solidFill>
              <a:schemeClr val="tx1"/>
            </a:solidFill>
          </a:ln>
        </p:spPr>
        <p:txBody>
          <a:bodyPr/>
          <a:lstStyle>
            <a:lvl1pPr marL="0" indent="0" algn="l" rtl="0" eaLnBrk="1" fontAlgn="base" hangingPunct="1">
              <a:spcBef>
                <a:spcPct val="20000"/>
              </a:spcBef>
              <a:spcAft>
                <a:spcPct val="0"/>
              </a:spcAft>
              <a:buFont typeface="Meiryo UI" panose="020B0604020202020204" pitchFamily="34" charset="0"/>
              <a:buNone/>
              <a:defRPr kumimoji="1" sz="1462" noProof="1">
                <a:solidFill>
                  <a:schemeClr val="tx1"/>
                </a:solidFill>
                <a:latin typeface="+mj-ea"/>
                <a:ea typeface="+mj-ea"/>
                <a:cs typeface="+mn-cs"/>
              </a:defRPr>
            </a:lvl1pPr>
            <a:lvl2pPr marL="216687" indent="-141879"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2pPr>
            <a:lvl3pPr marL="291495" indent="-143169"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3pPr>
            <a:lvl4pPr marL="365015" indent="-148328"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4pPr>
            <a:lvl5pPr marL="439824" indent="-148328" algn="l" rtl="0" eaLnBrk="1" fontAlgn="base" hangingPunct="1">
              <a:spcBef>
                <a:spcPct val="20000"/>
              </a:spcBef>
              <a:spcAft>
                <a:spcPct val="0"/>
              </a:spcAft>
              <a:buFont typeface="Meiryo UI" panose="020B0604020202020204" pitchFamily="34" charset="0"/>
              <a:buChar char="•"/>
              <a:tabLst>
                <a:tab pos="439824" algn="l"/>
              </a:tabLst>
              <a:defRPr kumimoji="1" sz="1462" noProof="1">
                <a:solidFill>
                  <a:schemeClr val="tx1"/>
                </a:solidFill>
                <a:latin typeface="Meiryo UI" pitchFamily="18" charset="0"/>
                <a:ea typeface="+mn-ea"/>
              </a:defRPr>
            </a:lvl5pPr>
            <a:lvl6pPr marL="1885600"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6pPr>
            <a:lvl7pPr marL="2228436"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7pPr>
            <a:lvl8pPr marL="2571271"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8pPr>
            <a:lvl9pPr marL="2914107"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9pPr>
          </a:lstStyle>
          <a:p>
            <a:pPr marL="0" marR="0" lvl="0" indent="0" algn="l" defTabSz="914400" rtl="0" eaLnBrk="1" fontAlgn="base" latinLnBrk="0" hangingPunct="1">
              <a:lnSpc>
                <a:spcPct val="100000"/>
              </a:lnSpc>
              <a:spcBef>
                <a:spcPct val="20000"/>
              </a:spcBef>
              <a:spcAft>
                <a:spcPct val="0"/>
              </a:spcAft>
              <a:buClrTx/>
              <a:buSzTx/>
              <a:buFont typeface="Meiryo UI" panose="020B0604020202020204" pitchFamily="34" charset="0"/>
              <a:buNone/>
              <a:tabLst/>
              <a:defRPr/>
            </a:pPr>
            <a:r>
              <a:rPr kumimoji="1" lang="en-US" altLang="ja-JP" sz="1200" b="1" i="0" u="sng" strike="noStrike" kern="1200" cap="none" spc="0" normalizeH="0" baseline="0" noProof="1">
                <a:ln>
                  <a:noFill/>
                </a:ln>
                <a:solidFill>
                  <a:prstClr val="black"/>
                </a:solidFill>
                <a:effectLst/>
                <a:uLnTx/>
                <a:uFillTx/>
                <a:latin typeface="Meiryo UI"/>
                <a:ea typeface="Meiryo UI"/>
                <a:cs typeface="+mn-cs"/>
              </a:rPr>
              <a:t>【</a:t>
            </a:r>
            <a:r>
              <a:rPr kumimoji="1" lang="ja-JP" altLang="en-US" sz="1200" b="1" i="0" u="sng" strike="noStrike" kern="1200" cap="none" spc="0" normalizeH="0" baseline="0" noProof="1">
                <a:ln>
                  <a:noFill/>
                </a:ln>
                <a:solidFill>
                  <a:prstClr val="black"/>
                </a:solidFill>
                <a:effectLst/>
                <a:uLnTx/>
                <a:uFillTx/>
                <a:latin typeface="Meiryo UI"/>
                <a:ea typeface="Meiryo UI"/>
                <a:cs typeface="+mn-cs"/>
              </a:rPr>
              <a:t>要求２</a:t>
            </a:r>
            <a:r>
              <a:rPr kumimoji="1" lang="en-US" altLang="ja-JP" sz="1200" b="1" i="0" u="sng" strike="noStrike" kern="1200" cap="none" spc="0" normalizeH="0" baseline="0" noProof="1">
                <a:ln>
                  <a:noFill/>
                </a:ln>
                <a:solidFill>
                  <a:prstClr val="black"/>
                </a:solidFill>
                <a:effectLst/>
                <a:uLnTx/>
                <a:uFillTx/>
                <a:latin typeface="Meiryo UI"/>
                <a:ea typeface="Meiryo UI"/>
                <a:cs typeface="+mn-cs"/>
              </a:rPr>
              <a:t>】</a:t>
            </a:r>
            <a:r>
              <a:rPr kumimoji="1" lang="ja-JP" altLang="en-US" sz="1200" b="1" i="0" u="sng" strike="noStrike" kern="1200" cap="none" spc="0" normalizeH="0" baseline="0" noProof="1">
                <a:ln>
                  <a:noFill/>
                </a:ln>
                <a:solidFill>
                  <a:prstClr val="black"/>
                </a:solidFill>
                <a:effectLst/>
                <a:uLnTx/>
                <a:uFillTx/>
                <a:latin typeface="Meiryo UI"/>
                <a:ea typeface="Meiryo UI"/>
                <a:cs typeface="+mn-cs"/>
              </a:rPr>
              <a:t>文書</a:t>
            </a:r>
            <a:r>
              <a:rPr kumimoji="1" lang="en-US" altLang="ja-JP" sz="1200" b="1" i="0" u="sng" strike="noStrike" kern="1200" cap="none" spc="0" normalizeH="0" baseline="0" noProof="1">
                <a:ln>
                  <a:noFill/>
                </a:ln>
                <a:solidFill>
                  <a:prstClr val="black"/>
                </a:solidFill>
                <a:effectLst/>
                <a:uLnTx/>
                <a:uFillTx/>
                <a:latin typeface="Meiryo UI"/>
                <a:ea typeface="Meiryo UI"/>
                <a:cs typeface="+mn-cs"/>
              </a:rPr>
              <a:t>IF</a:t>
            </a:r>
            <a:r>
              <a:rPr kumimoji="1" lang="ja-JP" altLang="en-US" sz="1200" b="1" i="0" u="sng" strike="noStrike" kern="1200" cap="none" spc="0" normalizeH="0" baseline="0" noProof="1">
                <a:ln>
                  <a:noFill/>
                </a:ln>
                <a:solidFill>
                  <a:prstClr val="black"/>
                </a:solidFill>
                <a:effectLst/>
                <a:uLnTx/>
                <a:uFillTx/>
                <a:latin typeface="Meiryo UI"/>
                <a:ea typeface="Meiryo UI"/>
                <a:cs typeface="+mn-cs"/>
              </a:rPr>
              <a:t>受付と連動した資格確認処理</a:t>
            </a:r>
            <a:br>
              <a:rPr kumimoji="1" lang="en-US" altLang="ja-JP" sz="1200" b="1" i="0" u="sng" strike="noStrike" kern="1200" cap="none" spc="0" normalizeH="0" baseline="0" noProof="1">
                <a:ln>
                  <a:noFill/>
                </a:ln>
                <a:solidFill>
                  <a:prstClr val="black"/>
                </a:solidFill>
                <a:effectLst/>
                <a:uLnTx/>
                <a:uFillTx/>
                <a:latin typeface="Meiryo UI"/>
                <a:ea typeface="Meiryo UI"/>
                <a:cs typeface="+mn-cs"/>
              </a:rPr>
            </a:b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文書の登録・更新・削除などの</a:t>
            </a:r>
            <a:r>
              <a:rPr kumimoji="1" lang="en-US" altLang="ja-JP" sz="1200" b="0" i="0" u="none" strike="noStrike" kern="1200" cap="none" spc="0" normalizeH="0" baseline="0" noProof="1">
                <a:ln>
                  <a:noFill/>
                </a:ln>
                <a:solidFill>
                  <a:prstClr val="black"/>
                </a:solidFill>
                <a:effectLst/>
                <a:uLnTx/>
                <a:uFillTx/>
                <a:latin typeface="Meiryo UI"/>
                <a:ea typeface="Meiryo UI"/>
                <a:cs typeface="+mn-cs"/>
              </a:rPr>
              <a:t>IF</a:t>
            </a: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を利用した際の基盤内部の処理として資格確認があるため、当該資格確認が医療向け文書</a:t>
            </a:r>
            <a:r>
              <a:rPr kumimoji="1" lang="en-US" altLang="ja-JP" sz="1200" b="0" i="0" u="none" strike="noStrike" kern="1200" cap="none" spc="0" normalizeH="0" baseline="0" noProof="1">
                <a:ln>
                  <a:noFill/>
                </a:ln>
                <a:solidFill>
                  <a:prstClr val="black"/>
                </a:solidFill>
                <a:effectLst/>
                <a:uLnTx/>
                <a:uFillTx/>
                <a:latin typeface="Meiryo UI"/>
                <a:ea typeface="Meiryo UI"/>
                <a:cs typeface="+mn-cs"/>
              </a:rPr>
              <a:t>IF</a:t>
            </a: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か介護向け文書</a:t>
            </a:r>
            <a:r>
              <a:rPr kumimoji="1" lang="en-US" altLang="ja-JP" sz="1200" b="0" i="0" u="none" strike="noStrike" kern="1200" cap="none" spc="0" normalizeH="0" baseline="0" noProof="1">
                <a:ln>
                  <a:noFill/>
                </a:ln>
                <a:solidFill>
                  <a:prstClr val="black"/>
                </a:solidFill>
                <a:effectLst/>
                <a:uLnTx/>
                <a:uFillTx/>
                <a:latin typeface="Meiryo UI"/>
                <a:ea typeface="Meiryo UI"/>
                <a:cs typeface="+mn-cs"/>
              </a:rPr>
              <a:t>IF</a:t>
            </a: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のいずれの由来で行われたかを区別してカウントする。</a:t>
            </a:r>
          </a:p>
        </p:txBody>
      </p:sp>
      <p:cxnSp>
        <p:nvCxnSpPr>
          <p:cNvPr id="19" name="直線コネクタ 18">
            <a:extLst>
              <a:ext uri="{FF2B5EF4-FFF2-40B4-BE49-F238E27FC236}">
                <a16:creationId xmlns:a16="http://schemas.microsoft.com/office/drawing/2014/main" id="{C72BFB26-7518-A763-6AEF-21F03FC3E8F7}"/>
              </a:ext>
            </a:extLst>
          </p:cNvPr>
          <p:cNvCxnSpPr>
            <a:cxnSpLocks/>
            <a:stCxn id="14" idx="3"/>
            <a:endCxn id="3" idx="1"/>
          </p:cNvCxnSpPr>
          <p:nvPr/>
        </p:nvCxnSpPr>
        <p:spPr bwMode="auto">
          <a:xfrm flipV="1">
            <a:off x="5981700" y="4891845"/>
            <a:ext cx="507116" cy="739460"/>
          </a:xfrm>
          <a:prstGeom prst="line">
            <a:avLst/>
          </a:prstGeom>
          <a:solidFill>
            <a:schemeClr val="bg1"/>
          </a:solidFill>
          <a:ln w="9525" cap="flat" cmpd="sng" algn="ctr">
            <a:solidFill>
              <a:schemeClr val="tx1"/>
            </a:solidFill>
            <a:prstDash val="solid"/>
            <a:round/>
            <a:headEnd type="none" w="med" len="med"/>
            <a:tailEnd type="none" w="med" len="med"/>
          </a:ln>
          <a:effectLst/>
        </p:spPr>
      </p:cxnSp>
      <p:cxnSp>
        <p:nvCxnSpPr>
          <p:cNvPr id="20" name="直線コネクタ 19">
            <a:extLst>
              <a:ext uri="{FF2B5EF4-FFF2-40B4-BE49-F238E27FC236}">
                <a16:creationId xmlns:a16="http://schemas.microsoft.com/office/drawing/2014/main" id="{7A165CCC-50C1-2D02-7BB2-DBF1E9249C5E}"/>
              </a:ext>
            </a:extLst>
          </p:cNvPr>
          <p:cNvCxnSpPr>
            <a:cxnSpLocks/>
            <a:endCxn id="5" idx="1"/>
          </p:cNvCxnSpPr>
          <p:nvPr/>
        </p:nvCxnSpPr>
        <p:spPr bwMode="auto">
          <a:xfrm flipV="1">
            <a:off x="5981700" y="5979002"/>
            <a:ext cx="507116" cy="142701"/>
          </a:xfrm>
          <a:prstGeom prst="line">
            <a:avLst/>
          </a:prstGeom>
          <a:solidFill>
            <a:schemeClr val="bg1"/>
          </a:solidFill>
          <a:ln w="9525" cap="flat" cmpd="sng" algn="ctr">
            <a:solidFill>
              <a:schemeClr val="tx1"/>
            </a:solidFill>
            <a:prstDash val="solid"/>
            <a:round/>
            <a:headEnd type="none" w="med" len="med"/>
            <a:tailEnd type="none" w="med" len="med"/>
          </a:ln>
          <a:effectLst/>
        </p:spPr>
      </p:cxnSp>
      <p:sp>
        <p:nvSpPr>
          <p:cNvPr id="23" name="コンテンツ プレースホルダー 2">
            <a:extLst>
              <a:ext uri="{FF2B5EF4-FFF2-40B4-BE49-F238E27FC236}">
                <a16:creationId xmlns:a16="http://schemas.microsoft.com/office/drawing/2014/main" id="{47281797-B3AB-FFD5-571C-6846CE495B93}"/>
              </a:ext>
            </a:extLst>
          </p:cNvPr>
          <p:cNvSpPr txBox="1">
            <a:spLocks/>
          </p:cNvSpPr>
          <p:nvPr/>
        </p:nvSpPr>
        <p:spPr>
          <a:xfrm>
            <a:off x="341832" y="2815651"/>
            <a:ext cx="9056831" cy="507996"/>
          </a:xfrm>
          <a:prstGeom prst="rect">
            <a:avLst/>
          </a:prstGeom>
          <a:solidFill>
            <a:schemeClr val="bg1">
              <a:lumMod val="95000"/>
            </a:schemeClr>
          </a:solidFill>
          <a:ln>
            <a:solidFill>
              <a:schemeClr val="tx1"/>
            </a:solidFill>
          </a:ln>
        </p:spPr>
        <p:txBody>
          <a:bodyPr/>
          <a:lstStyle>
            <a:lvl1pPr marL="0" indent="0" algn="l" rtl="0" eaLnBrk="1" fontAlgn="base" hangingPunct="1">
              <a:spcBef>
                <a:spcPct val="20000"/>
              </a:spcBef>
              <a:spcAft>
                <a:spcPct val="0"/>
              </a:spcAft>
              <a:buFont typeface="Meiryo UI" panose="020B0604020202020204" pitchFamily="34" charset="0"/>
              <a:buNone/>
              <a:defRPr kumimoji="1" sz="1462" noProof="1">
                <a:solidFill>
                  <a:schemeClr val="tx1"/>
                </a:solidFill>
                <a:latin typeface="+mj-ea"/>
                <a:ea typeface="+mj-ea"/>
                <a:cs typeface="+mn-cs"/>
              </a:defRPr>
            </a:lvl1pPr>
            <a:lvl2pPr marL="216687" indent="-141879"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2pPr>
            <a:lvl3pPr marL="291495" indent="-143169"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3pPr>
            <a:lvl4pPr marL="365015" indent="-148328"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4pPr>
            <a:lvl5pPr marL="439824" indent="-148328" algn="l" rtl="0" eaLnBrk="1" fontAlgn="base" hangingPunct="1">
              <a:spcBef>
                <a:spcPct val="20000"/>
              </a:spcBef>
              <a:spcAft>
                <a:spcPct val="0"/>
              </a:spcAft>
              <a:buFont typeface="Meiryo UI" panose="020B0604020202020204" pitchFamily="34" charset="0"/>
              <a:buChar char="•"/>
              <a:tabLst>
                <a:tab pos="439824" algn="l"/>
              </a:tabLst>
              <a:defRPr kumimoji="1" sz="1462" noProof="1">
                <a:solidFill>
                  <a:schemeClr val="tx1"/>
                </a:solidFill>
                <a:latin typeface="Meiryo UI" pitchFamily="18" charset="0"/>
                <a:ea typeface="+mn-ea"/>
              </a:defRPr>
            </a:lvl5pPr>
            <a:lvl6pPr marL="1885600"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6pPr>
            <a:lvl7pPr marL="2228436"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7pPr>
            <a:lvl8pPr marL="2571271"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8pPr>
            <a:lvl9pPr marL="2914107"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9pPr>
          </a:lstStyle>
          <a:p>
            <a:pPr marL="0" marR="0" lvl="0" indent="0" algn="l" defTabSz="914400" rtl="0" eaLnBrk="1" fontAlgn="base" latinLnBrk="0" hangingPunct="1">
              <a:lnSpc>
                <a:spcPct val="100000"/>
              </a:lnSpc>
              <a:spcBef>
                <a:spcPct val="20000"/>
              </a:spcBef>
              <a:spcAft>
                <a:spcPct val="0"/>
              </a:spcAft>
              <a:buClrTx/>
              <a:buSzTx/>
              <a:buFont typeface="Meiryo UI" panose="020B0604020202020204" pitchFamily="34" charset="0"/>
              <a:buNone/>
              <a:tabLst/>
              <a:defRPr/>
            </a:pPr>
            <a:r>
              <a:rPr kumimoji="1" lang="en-US" altLang="ja-JP" sz="1200" b="0" i="0" u="none" strike="noStrike" kern="1200" cap="none" spc="0" normalizeH="0" baseline="0" noProof="1">
                <a:ln>
                  <a:noFill/>
                </a:ln>
                <a:solidFill>
                  <a:prstClr val="black"/>
                </a:solidFill>
                <a:effectLst/>
                <a:uLnTx/>
                <a:uFillTx/>
                <a:latin typeface="Meiryo UI"/>
                <a:ea typeface="Meiryo UI"/>
                <a:cs typeface="+mn-cs"/>
              </a:rPr>
              <a:t>【</a:t>
            </a: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統計ログ改修の目的</a:t>
            </a:r>
            <a:r>
              <a:rPr kumimoji="1" lang="en-US" altLang="ja-JP" sz="1200" b="0" i="0" u="none" strike="noStrike" kern="1200" cap="none" spc="0" normalizeH="0" baseline="0" noProof="1">
                <a:ln>
                  <a:noFill/>
                </a:ln>
                <a:solidFill>
                  <a:prstClr val="black"/>
                </a:solidFill>
                <a:effectLst/>
                <a:uLnTx/>
                <a:uFillTx/>
                <a:latin typeface="Meiryo UI"/>
                <a:ea typeface="Meiryo UI"/>
                <a:cs typeface="+mn-cs"/>
              </a:rPr>
              <a:t>】</a:t>
            </a:r>
            <a:br>
              <a:rPr kumimoji="1" lang="en-US" altLang="ja-JP" sz="1200" b="0" i="0" u="none" strike="noStrike" kern="1200" cap="none" spc="0" normalizeH="0" baseline="0" noProof="1">
                <a:ln>
                  <a:noFill/>
                </a:ln>
                <a:solidFill>
                  <a:prstClr val="black"/>
                </a:solidFill>
                <a:effectLst/>
                <a:uLnTx/>
                <a:uFillTx/>
                <a:latin typeface="Meiryo UI"/>
                <a:ea typeface="Meiryo UI"/>
                <a:cs typeface="+mn-cs"/>
              </a:rPr>
            </a:b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費用按分の参考とするため、電子カルテ情報共有サービス基盤で行われている処理のうち、医療向け・介護向けの割合を算出できるようにしたい</a:t>
            </a:r>
          </a:p>
        </p:txBody>
      </p:sp>
      <p:sp>
        <p:nvSpPr>
          <p:cNvPr id="24" name="二等辺三角形 23">
            <a:extLst>
              <a:ext uri="{FF2B5EF4-FFF2-40B4-BE49-F238E27FC236}">
                <a16:creationId xmlns:a16="http://schemas.microsoft.com/office/drawing/2014/main" id="{13F2D47E-51AA-CEAD-8452-3A5B51F3CB8D}"/>
              </a:ext>
            </a:extLst>
          </p:cNvPr>
          <p:cNvSpPr/>
          <p:nvPr/>
        </p:nvSpPr>
        <p:spPr>
          <a:xfrm rot="5400000">
            <a:off x="299103" y="3584963"/>
            <a:ext cx="410198" cy="324740"/>
          </a:xfrm>
          <a:prstGeom prst="triangle">
            <a:avLst/>
          </a:prstGeom>
          <a:solidFill>
            <a:schemeClr val="bg1">
              <a:lumMod val="85000"/>
            </a:schemeClr>
          </a:solidFill>
          <a:ln>
            <a:noFill/>
          </a:ln>
        </p:spPr>
        <p:txBody>
          <a:bodyPr rtlCol="0" anchor="ct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1" lang="ja-JP" altLang="en-US" sz="1400" b="0" i="0" u="none" strike="noStrike" kern="1200" cap="none" spc="0" normalizeH="0" baseline="0" noProof="0" err="1">
              <a:ln>
                <a:noFill/>
              </a:ln>
              <a:solidFill>
                <a:prstClr val="black"/>
              </a:solidFill>
              <a:effectLst/>
              <a:uLnTx/>
              <a:uFillTx/>
              <a:latin typeface="Meiryo UI"/>
              <a:ea typeface="Meiryo UI"/>
              <a:cs typeface="+mn-cs"/>
            </a:endParaRPr>
          </a:p>
        </p:txBody>
      </p:sp>
      <p:sp>
        <p:nvSpPr>
          <p:cNvPr id="26" name="コンテンツ プレースホルダー 2">
            <a:extLst>
              <a:ext uri="{FF2B5EF4-FFF2-40B4-BE49-F238E27FC236}">
                <a16:creationId xmlns:a16="http://schemas.microsoft.com/office/drawing/2014/main" id="{3D916D82-5CF6-535F-4041-DEFCFF9A8AF8}"/>
              </a:ext>
            </a:extLst>
          </p:cNvPr>
          <p:cNvSpPr txBox="1">
            <a:spLocks/>
          </p:cNvSpPr>
          <p:nvPr/>
        </p:nvSpPr>
        <p:spPr>
          <a:xfrm>
            <a:off x="717846" y="3457097"/>
            <a:ext cx="8846321" cy="507996"/>
          </a:xfrm>
          <a:prstGeom prst="rect">
            <a:avLst/>
          </a:prstGeom>
          <a:solidFill>
            <a:schemeClr val="bg1">
              <a:lumMod val="95000"/>
            </a:schemeClr>
          </a:solidFill>
          <a:ln>
            <a:solidFill>
              <a:schemeClr val="tx1"/>
            </a:solidFill>
          </a:ln>
        </p:spPr>
        <p:txBody>
          <a:bodyPr/>
          <a:lstStyle>
            <a:lvl1pPr marL="0" indent="0" algn="l" rtl="0" eaLnBrk="1" fontAlgn="base" hangingPunct="1">
              <a:spcBef>
                <a:spcPct val="20000"/>
              </a:spcBef>
              <a:spcAft>
                <a:spcPct val="0"/>
              </a:spcAft>
              <a:buFont typeface="Meiryo UI" panose="020B0604020202020204" pitchFamily="34" charset="0"/>
              <a:buNone/>
              <a:defRPr kumimoji="1" sz="1462" noProof="1">
                <a:solidFill>
                  <a:schemeClr val="tx1"/>
                </a:solidFill>
                <a:latin typeface="+mj-ea"/>
                <a:ea typeface="+mj-ea"/>
                <a:cs typeface="+mn-cs"/>
              </a:defRPr>
            </a:lvl1pPr>
            <a:lvl2pPr marL="216687" indent="-141879"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2pPr>
            <a:lvl3pPr marL="291495" indent="-143169"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3pPr>
            <a:lvl4pPr marL="365015" indent="-148328"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4pPr>
            <a:lvl5pPr marL="439824" indent="-148328" algn="l" rtl="0" eaLnBrk="1" fontAlgn="base" hangingPunct="1">
              <a:spcBef>
                <a:spcPct val="20000"/>
              </a:spcBef>
              <a:spcAft>
                <a:spcPct val="0"/>
              </a:spcAft>
              <a:buFont typeface="Meiryo UI" panose="020B0604020202020204" pitchFamily="34" charset="0"/>
              <a:buChar char="•"/>
              <a:tabLst>
                <a:tab pos="439824" algn="l"/>
              </a:tabLst>
              <a:defRPr kumimoji="1" sz="1462" noProof="1">
                <a:solidFill>
                  <a:schemeClr val="tx1"/>
                </a:solidFill>
                <a:latin typeface="Meiryo UI" pitchFamily="18" charset="0"/>
                <a:ea typeface="+mn-ea"/>
              </a:defRPr>
            </a:lvl5pPr>
            <a:lvl6pPr marL="1885600"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6pPr>
            <a:lvl7pPr marL="2228436"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7pPr>
            <a:lvl8pPr marL="2571271"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8pPr>
            <a:lvl9pPr marL="2914107"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9pPr>
          </a:lstStyle>
          <a:p>
            <a:pPr marL="0" marR="0" lvl="0" indent="0" algn="l" defTabSz="914400" rtl="0" eaLnBrk="1" fontAlgn="base" latinLnBrk="0" hangingPunct="1">
              <a:lnSpc>
                <a:spcPct val="100000"/>
              </a:lnSpc>
              <a:spcBef>
                <a:spcPct val="20000"/>
              </a:spcBef>
              <a:spcAft>
                <a:spcPct val="0"/>
              </a:spcAft>
              <a:buClrTx/>
              <a:buSzTx/>
              <a:buFont typeface="Meiryo UI" panose="020B0604020202020204" pitchFamily="34" charset="0"/>
              <a:buNone/>
              <a:tabLst/>
              <a:defRPr/>
            </a:pPr>
            <a:r>
              <a:rPr kumimoji="1" lang="en-US" altLang="ja-JP" sz="1200" b="0" i="0" u="none" strike="noStrike" kern="1200" cap="none" spc="0" normalizeH="0" baseline="0" noProof="1">
                <a:ln>
                  <a:noFill/>
                </a:ln>
                <a:solidFill>
                  <a:prstClr val="black"/>
                </a:solidFill>
                <a:effectLst/>
                <a:uLnTx/>
                <a:uFillTx/>
                <a:latin typeface="Meiryo UI"/>
                <a:ea typeface="Meiryo UI"/>
                <a:cs typeface="+mn-cs"/>
              </a:rPr>
              <a:t>【</a:t>
            </a: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要求事項</a:t>
            </a:r>
            <a:r>
              <a:rPr kumimoji="1" lang="en-US" altLang="ja-JP" sz="1200" b="0" i="0" u="none" strike="noStrike" kern="1200" cap="none" spc="0" normalizeH="0" baseline="0" noProof="1">
                <a:ln>
                  <a:noFill/>
                </a:ln>
                <a:solidFill>
                  <a:prstClr val="black"/>
                </a:solidFill>
                <a:effectLst/>
                <a:uLnTx/>
                <a:uFillTx/>
                <a:latin typeface="Meiryo UI"/>
                <a:ea typeface="Meiryo UI"/>
                <a:cs typeface="+mn-cs"/>
              </a:rPr>
              <a:t>】</a:t>
            </a:r>
          </a:p>
          <a:p>
            <a:pPr marL="0" marR="0" lvl="0" indent="0" algn="l" defTabSz="914400" rtl="0" eaLnBrk="1" fontAlgn="base" latinLnBrk="0" hangingPunct="1">
              <a:lnSpc>
                <a:spcPct val="100000"/>
              </a:lnSpc>
              <a:spcBef>
                <a:spcPct val="20000"/>
              </a:spcBef>
              <a:spcAft>
                <a:spcPct val="0"/>
              </a:spcAft>
              <a:buClrTx/>
              <a:buSzTx/>
              <a:buFont typeface="Meiryo UI" panose="020B0604020202020204" pitchFamily="34" charset="0"/>
              <a:buNone/>
              <a:tabLst/>
              <a:defRPr/>
            </a:pPr>
            <a:r>
              <a:rPr kumimoji="1" lang="ja-JP" altLang="en-US" sz="1200" b="1" i="0" u="sng" strike="noStrike" kern="1200" cap="none" spc="0" normalizeH="0" baseline="0" noProof="1">
                <a:ln>
                  <a:noFill/>
                </a:ln>
                <a:solidFill>
                  <a:prstClr val="black"/>
                </a:solidFill>
                <a:effectLst/>
                <a:uLnTx/>
                <a:uFillTx/>
                <a:latin typeface="Meiryo UI"/>
                <a:ea typeface="Meiryo UI"/>
                <a:cs typeface="+mn-cs"/>
              </a:rPr>
              <a:t>文書についての処理量が算出可能な前提で、文書についての処理</a:t>
            </a: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のうち、医療向け・介護向けの処理の割合を算出してほしい旨要求していた。</a:t>
            </a:r>
          </a:p>
        </p:txBody>
      </p:sp>
      <p:cxnSp>
        <p:nvCxnSpPr>
          <p:cNvPr id="21" name="直線コネクタ 20">
            <a:extLst>
              <a:ext uri="{FF2B5EF4-FFF2-40B4-BE49-F238E27FC236}">
                <a16:creationId xmlns:a16="http://schemas.microsoft.com/office/drawing/2014/main" id="{5A1FA77F-05E6-4F92-B282-AC169F92E88F}"/>
              </a:ext>
            </a:extLst>
          </p:cNvPr>
          <p:cNvCxnSpPr/>
          <p:nvPr/>
        </p:nvCxnSpPr>
        <p:spPr bwMode="auto">
          <a:xfrm>
            <a:off x="6488816" y="5296821"/>
            <a:ext cx="3226684" cy="1311624"/>
          </a:xfrm>
          <a:prstGeom prst="line">
            <a:avLst/>
          </a:prstGeom>
          <a:solidFill>
            <a:schemeClr val="bg1"/>
          </a:solidFill>
          <a:ln w="9525" cap="flat" cmpd="sng" algn="ctr">
            <a:solidFill>
              <a:schemeClr val="tx1"/>
            </a:solidFill>
            <a:prstDash val="solid"/>
            <a:round/>
            <a:headEnd type="none" w="med" len="med"/>
            <a:tailEnd type="none" w="med" len="med"/>
          </a:ln>
          <a:effectLst/>
        </p:spPr>
      </p:cxnSp>
      <p:sp>
        <p:nvSpPr>
          <p:cNvPr id="7" name="コンテンツ プレースホルダー 2">
            <a:extLst>
              <a:ext uri="{FF2B5EF4-FFF2-40B4-BE49-F238E27FC236}">
                <a16:creationId xmlns:a16="http://schemas.microsoft.com/office/drawing/2014/main" id="{7429CCAE-09E4-2DF7-33EF-E5508BA23A91}"/>
              </a:ext>
            </a:extLst>
          </p:cNvPr>
          <p:cNvSpPr txBox="1">
            <a:spLocks/>
          </p:cNvSpPr>
          <p:nvPr/>
        </p:nvSpPr>
        <p:spPr>
          <a:xfrm>
            <a:off x="1383415" y="2236785"/>
            <a:ext cx="4979285" cy="507997"/>
          </a:xfrm>
          <a:prstGeom prst="rect">
            <a:avLst/>
          </a:prstGeom>
          <a:ln w="28575">
            <a:solidFill>
              <a:srgbClr val="FF0000"/>
            </a:solidFill>
          </a:ln>
        </p:spPr>
        <p:txBody>
          <a:bodyPr/>
          <a:lstStyle>
            <a:lvl1pPr marL="0" indent="0" algn="l" rtl="0" eaLnBrk="1" fontAlgn="base" hangingPunct="1">
              <a:spcBef>
                <a:spcPct val="20000"/>
              </a:spcBef>
              <a:spcAft>
                <a:spcPct val="0"/>
              </a:spcAft>
              <a:buFont typeface="Meiryo UI" panose="020B0604020202020204" pitchFamily="34" charset="0"/>
              <a:buNone/>
              <a:defRPr kumimoji="1" sz="1462" noProof="1">
                <a:solidFill>
                  <a:schemeClr val="tx1"/>
                </a:solidFill>
                <a:latin typeface="+mj-ea"/>
                <a:ea typeface="+mj-ea"/>
                <a:cs typeface="+mn-cs"/>
              </a:defRPr>
            </a:lvl1pPr>
            <a:lvl2pPr marL="216687" indent="-141879"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2pPr>
            <a:lvl3pPr marL="291495" indent="-143169"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3pPr>
            <a:lvl4pPr marL="365015" indent="-148328"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4pPr>
            <a:lvl5pPr marL="439824" indent="-148328" algn="l" rtl="0" eaLnBrk="1" fontAlgn="base" hangingPunct="1">
              <a:spcBef>
                <a:spcPct val="20000"/>
              </a:spcBef>
              <a:spcAft>
                <a:spcPct val="0"/>
              </a:spcAft>
              <a:buFont typeface="Meiryo UI" panose="020B0604020202020204" pitchFamily="34" charset="0"/>
              <a:buChar char="•"/>
              <a:tabLst>
                <a:tab pos="439824" algn="l"/>
              </a:tabLst>
              <a:defRPr kumimoji="1" sz="1462" noProof="1">
                <a:solidFill>
                  <a:schemeClr val="tx1"/>
                </a:solidFill>
                <a:latin typeface="Meiryo UI" pitchFamily="18" charset="0"/>
                <a:ea typeface="+mn-ea"/>
              </a:defRPr>
            </a:lvl5pPr>
            <a:lvl6pPr marL="1885600"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6pPr>
            <a:lvl7pPr marL="2228436"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7pPr>
            <a:lvl8pPr marL="2571271"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8pPr>
            <a:lvl9pPr marL="2914107"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9pPr>
          </a:lstStyle>
          <a:p>
            <a:pPr marL="0" marR="0" lvl="0" indent="0" algn="l" defTabSz="914400" rtl="0" eaLnBrk="1" fontAlgn="base" latinLnBrk="0" hangingPunct="1">
              <a:lnSpc>
                <a:spcPct val="100000"/>
              </a:lnSpc>
              <a:spcBef>
                <a:spcPct val="20000"/>
              </a:spcBef>
              <a:spcAft>
                <a:spcPct val="0"/>
              </a:spcAft>
              <a:buClrTx/>
              <a:buSzTx/>
              <a:buFont typeface="Meiryo UI" panose="020B0604020202020204" pitchFamily="34" charset="0"/>
              <a:buNone/>
              <a:tabLst/>
              <a:defRPr/>
            </a:pPr>
            <a:r>
              <a:rPr kumimoji="1" lang="en-US" altLang="ja-JP" sz="1200" b="1" i="0" u="sng" strike="noStrike" kern="1200" cap="none" spc="0" normalizeH="0" baseline="0" noProof="1">
                <a:ln>
                  <a:noFill/>
                </a:ln>
                <a:solidFill>
                  <a:prstClr val="black"/>
                </a:solidFill>
                <a:effectLst/>
                <a:uLnTx/>
                <a:uFillTx/>
                <a:latin typeface="Meiryo UI"/>
                <a:ea typeface="Meiryo UI"/>
                <a:cs typeface="+mn-cs"/>
              </a:rPr>
              <a:t>【</a:t>
            </a:r>
            <a:r>
              <a:rPr kumimoji="1" lang="ja-JP" altLang="en-US" sz="1200" b="1" i="0" u="sng" strike="noStrike" kern="1200" cap="none" spc="0" normalizeH="0" baseline="0" noProof="1">
                <a:ln>
                  <a:noFill/>
                </a:ln>
                <a:solidFill>
                  <a:prstClr val="black"/>
                </a:solidFill>
                <a:effectLst/>
                <a:uLnTx/>
                <a:uFillTx/>
                <a:latin typeface="Meiryo UI"/>
                <a:ea typeface="Meiryo UI"/>
                <a:cs typeface="+mn-cs"/>
              </a:rPr>
              <a:t>前提確認</a:t>
            </a:r>
            <a:r>
              <a:rPr kumimoji="1" lang="en-US" altLang="ja-JP" sz="1200" b="1" i="0" u="sng" strike="noStrike" kern="1200" cap="none" spc="0" normalizeH="0" baseline="0" noProof="1">
                <a:ln>
                  <a:noFill/>
                </a:ln>
                <a:solidFill>
                  <a:prstClr val="black"/>
                </a:solidFill>
                <a:effectLst/>
                <a:uLnTx/>
                <a:uFillTx/>
                <a:latin typeface="Meiryo UI"/>
                <a:ea typeface="Meiryo UI"/>
                <a:cs typeface="+mn-cs"/>
              </a:rPr>
              <a:t>】</a:t>
            </a: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前提として、電カル共有基盤の処理のうち、文書についての処理量は算出可能</a:t>
            </a:r>
            <a:r>
              <a:rPr kumimoji="1" lang="en-US" altLang="ja-JP" sz="1200" b="0" i="0" u="none" strike="noStrike" kern="1200" cap="none" spc="0" normalizeH="0" baseline="0" noProof="1">
                <a:ln>
                  <a:noFill/>
                </a:ln>
                <a:solidFill>
                  <a:prstClr val="black"/>
                </a:solidFill>
                <a:effectLst/>
                <a:uLnTx/>
                <a:uFillTx/>
                <a:latin typeface="Meiryo UI"/>
                <a:ea typeface="Meiryo UI"/>
                <a:cs typeface="+mn-cs"/>
              </a:rPr>
              <a:t>※</a:t>
            </a: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であっているか。（</a:t>
            </a:r>
            <a:r>
              <a:rPr kumimoji="1" lang="en-US" altLang="ja-JP" sz="1200" b="0" i="0" u="none" strike="noStrike" kern="1200" cap="none" spc="0" normalizeH="0" baseline="0" noProof="1">
                <a:ln>
                  <a:noFill/>
                </a:ln>
                <a:solidFill>
                  <a:prstClr val="black"/>
                </a:solidFill>
                <a:effectLst/>
                <a:uLnTx/>
                <a:uFillTx/>
                <a:latin typeface="Meiryo UI"/>
                <a:ea typeface="Meiryo UI"/>
                <a:cs typeface="+mn-cs"/>
              </a:rPr>
              <a:t>※</a:t>
            </a: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おおよそ何割といった概算レベルも含める）</a:t>
            </a:r>
          </a:p>
        </p:txBody>
      </p:sp>
      <p:cxnSp>
        <p:nvCxnSpPr>
          <p:cNvPr id="8" name="直線コネクタ 7">
            <a:extLst>
              <a:ext uri="{FF2B5EF4-FFF2-40B4-BE49-F238E27FC236}">
                <a16:creationId xmlns:a16="http://schemas.microsoft.com/office/drawing/2014/main" id="{B547B848-1ECD-3A05-1863-F78E3A559131}"/>
              </a:ext>
            </a:extLst>
          </p:cNvPr>
          <p:cNvCxnSpPr>
            <a:cxnSpLocks/>
          </p:cNvCxnSpPr>
          <p:nvPr/>
        </p:nvCxnSpPr>
        <p:spPr bwMode="auto">
          <a:xfrm flipH="1" flipV="1">
            <a:off x="1977776" y="2688054"/>
            <a:ext cx="117724" cy="1059279"/>
          </a:xfrm>
          <a:prstGeom prst="line">
            <a:avLst/>
          </a:prstGeom>
          <a:solidFill>
            <a:schemeClr val="bg1"/>
          </a:solidFill>
          <a:ln w="9525" cap="flat" cmpd="sng" algn="ctr">
            <a:solidFill>
              <a:schemeClr val="tx1"/>
            </a:solidFill>
            <a:prstDash val="solid"/>
            <a:round/>
            <a:headEnd type="none" w="med" len="med"/>
            <a:tailEnd type="none" w="med" len="med"/>
          </a:ln>
          <a:effectLst/>
        </p:spPr>
      </p:cxnSp>
      <p:sp>
        <p:nvSpPr>
          <p:cNvPr id="10" name="正方形/長方形 9">
            <a:extLst>
              <a:ext uri="{FF2B5EF4-FFF2-40B4-BE49-F238E27FC236}">
                <a16:creationId xmlns:a16="http://schemas.microsoft.com/office/drawing/2014/main" id="{EDDEF72A-B9DD-913F-21EC-42D1B4B5775D}"/>
              </a:ext>
            </a:extLst>
          </p:cNvPr>
          <p:cNvSpPr/>
          <p:nvPr/>
        </p:nvSpPr>
        <p:spPr>
          <a:xfrm>
            <a:off x="6082368" y="387587"/>
            <a:ext cx="3633132" cy="265249"/>
          </a:xfrm>
          <a:prstGeom prst="rect">
            <a:avLst/>
          </a:prstGeom>
          <a:solidFill>
            <a:srgbClr val="FFFF00"/>
          </a:solidFill>
          <a:ln>
            <a:noFill/>
          </a:ln>
        </p:spPr>
        <p:txBody>
          <a:bodyPr rtlCol="0" anchor="ct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ja-JP" altLang="en-US" sz="1400" b="0" i="0" u="none" strike="noStrike" kern="1200" cap="none" spc="0" normalizeH="0" baseline="0" noProof="0">
                <a:ln>
                  <a:noFill/>
                </a:ln>
                <a:solidFill>
                  <a:prstClr val="black"/>
                </a:solidFill>
                <a:effectLst/>
                <a:uLnTx/>
                <a:uFillTx/>
                <a:latin typeface="Meiryo UI"/>
                <a:ea typeface="Meiryo UI"/>
                <a:cs typeface="+mn-cs"/>
              </a:rPr>
              <a:t>参考：</a:t>
            </a:r>
            <a:r>
              <a:rPr kumimoji="1" lang="en-US" altLang="ja-JP" sz="1400" b="0" i="0" u="none" strike="noStrike" kern="1200" cap="none" spc="0" normalizeH="0" baseline="0" noProof="0">
                <a:ln>
                  <a:noFill/>
                </a:ln>
                <a:solidFill>
                  <a:prstClr val="black"/>
                </a:solidFill>
                <a:effectLst/>
                <a:uLnTx/>
                <a:uFillTx/>
                <a:latin typeface="Meiryo UI"/>
                <a:ea typeface="Meiryo UI"/>
                <a:cs typeface="+mn-cs"/>
              </a:rPr>
              <a:t>10/5 </a:t>
            </a:r>
            <a:r>
              <a:rPr kumimoji="1" lang="en-US" altLang="ja-JP" sz="1400" b="0" i="0" u="none" strike="noStrike" kern="1200" cap="none" spc="0" normalizeH="0" baseline="0" noProof="0" err="1">
                <a:ln>
                  <a:noFill/>
                </a:ln>
                <a:solidFill>
                  <a:prstClr val="black"/>
                </a:solidFill>
                <a:effectLst/>
                <a:uLnTx/>
                <a:uFillTx/>
                <a:latin typeface="Meiryo UI"/>
                <a:ea typeface="Meiryo UI"/>
                <a:cs typeface="+mn-cs"/>
              </a:rPr>
              <a:t>開発課題検討会資料</a:t>
            </a:r>
            <a:r>
              <a:rPr kumimoji="1" lang="en-US" altLang="ja-JP" sz="1400" b="0" i="0" u="none" strike="noStrike" kern="1200" cap="none" spc="0" normalizeH="0" baseline="0" noProof="0">
                <a:ln>
                  <a:noFill/>
                </a:ln>
                <a:solidFill>
                  <a:prstClr val="black"/>
                </a:solidFill>
                <a:effectLst/>
                <a:uLnTx/>
                <a:uFillTx/>
                <a:latin typeface="Meiryo UI"/>
                <a:ea typeface="Meiryo UI"/>
                <a:cs typeface="+mn-cs"/>
              </a:rPr>
              <a:t>(</a:t>
            </a:r>
            <a:r>
              <a:rPr kumimoji="1" lang="ja-JP" altLang="en-US" sz="1400" b="0" i="0" u="none" strike="noStrike" kern="1200" cap="none" spc="0" normalizeH="0" baseline="0" noProof="0">
                <a:ln>
                  <a:noFill/>
                </a:ln>
                <a:solidFill>
                  <a:prstClr val="black"/>
                </a:solidFill>
                <a:effectLst/>
                <a:uLnTx/>
                <a:uFillTx/>
                <a:latin typeface="Meiryo UI"/>
                <a:ea typeface="Meiryo UI"/>
                <a:cs typeface="+mn-cs"/>
              </a:rPr>
              <a:t>厚労省</a:t>
            </a:r>
            <a:r>
              <a:rPr kumimoji="1" lang="en-US" altLang="ja-JP" sz="1400" b="0" i="0" u="none" strike="noStrike" kern="1200" cap="none" spc="0" normalizeH="0" baseline="0" noProof="0">
                <a:ln>
                  <a:noFill/>
                </a:ln>
                <a:solidFill>
                  <a:prstClr val="black"/>
                </a:solidFill>
                <a:effectLst/>
                <a:uLnTx/>
                <a:uFillTx/>
                <a:latin typeface="Meiryo UI"/>
                <a:ea typeface="Meiryo UI"/>
                <a:cs typeface="+mn-cs"/>
              </a:rPr>
              <a:t>)</a:t>
            </a:r>
          </a:p>
        </p:txBody>
      </p:sp>
    </p:spTree>
    <p:extLst>
      <p:ext uri="{BB962C8B-B14F-4D97-AF65-F5344CB8AC3E}">
        <p14:creationId xmlns:p14="http://schemas.microsoft.com/office/powerpoint/2010/main" val="37664996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DA3F4-9CB8-F71B-62BF-D164AE57006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16411B8-C605-9859-F399-58E7EA46CCEA}"/>
              </a:ext>
            </a:extLst>
          </p:cNvPr>
          <p:cNvSpPr>
            <a:spLocks noGrp="1"/>
          </p:cNvSpPr>
          <p:nvPr>
            <p:ph type="title"/>
          </p:nvPr>
        </p:nvSpPr>
        <p:spPr>
          <a:xfrm>
            <a:off x="507000" y="125574"/>
            <a:ext cx="8892000" cy="576000"/>
          </a:xfrm>
        </p:spPr>
        <p:txBody>
          <a:bodyPr>
            <a:normAutofit fontScale="90000"/>
          </a:bodyPr>
          <a:lstStyle/>
          <a:p>
            <a:r>
              <a:rPr lang="ja-JP" altLang="en-US"/>
              <a:t>５</a:t>
            </a:r>
            <a:r>
              <a:rPr lang="en-US" altLang="ja-JP"/>
              <a:t>．</a:t>
            </a:r>
            <a:r>
              <a:rPr lang="en-US" altLang="ja-JP" err="1"/>
              <a:t>文書情報</a:t>
            </a:r>
            <a:r>
              <a:rPr kumimoji="1" lang="ja-JP" altLang="en-US"/>
              <a:t>の介護連携：ログ統計機能に係る改修内容の確認</a:t>
            </a:r>
            <a:br>
              <a:rPr kumimoji="1" lang="en-US" altLang="ja-JP"/>
            </a:br>
            <a:r>
              <a:rPr kumimoji="1" lang="ja-JP" altLang="en-US"/>
              <a:t>補足１：既存機能のアウトプット・介護向け改修案（日次）</a:t>
            </a:r>
          </a:p>
        </p:txBody>
      </p:sp>
      <p:graphicFrame>
        <p:nvGraphicFramePr>
          <p:cNvPr id="4" name="表 3">
            <a:extLst>
              <a:ext uri="{FF2B5EF4-FFF2-40B4-BE49-F238E27FC236}">
                <a16:creationId xmlns:a16="http://schemas.microsoft.com/office/drawing/2014/main" id="{75874896-227A-2476-81C0-52A20B9976BD}"/>
              </a:ext>
            </a:extLst>
          </p:cNvPr>
          <p:cNvGraphicFramePr>
            <a:graphicFrameLocks noGrp="1"/>
          </p:cNvGraphicFramePr>
          <p:nvPr>
            <p:extLst>
              <p:ext uri="{D42A27DB-BD31-4B8C-83A1-F6EECF244321}">
                <p14:modId xmlns:p14="http://schemas.microsoft.com/office/powerpoint/2010/main" val="2894466234"/>
              </p:ext>
            </p:extLst>
          </p:nvPr>
        </p:nvGraphicFramePr>
        <p:xfrm>
          <a:off x="114137" y="861327"/>
          <a:ext cx="9542837" cy="5242560"/>
        </p:xfrm>
        <a:graphic>
          <a:graphicData uri="http://schemas.openxmlformats.org/drawingml/2006/table">
            <a:tbl>
              <a:tblPr firstRow="1" bandRow="1">
                <a:tableStyleId>{5C22544A-7EE6-4342-B048-85BDC9FD1C3A}</a:tableStyleId>
              </a:tblPr>
              <a:tblGrid>
                <a:gridCol w="289723">
                  <a:extLst>
                    <a:ext uri="{9D8B030D-6E8A-4147-A177-3AD203B41FA5}">
                      <a16:colId xmlns:a16="http://schemas.microsoft.com/office/drawing/2014/main" val="3360174825"/>
                    </a:ext>
                  </a:extLst>
                </a:gridCol>
                <a:gridCol w="1562100">
                  <a:extLst>
                    <a:ext uri="{9D8B030D-6E8A-4147-A177-3AD203B41FA5}">
                      <a16:colId xmlns:a16="http://schemas.microsoft.com/office/drawing/2014/main" val="4059940852"/>
                    </a:ext>
                  </a:extLst>
                </a:gridCol>
                <a:gridCol w="1630680">
                  <a:extLst>
                    <a:ext uri="{9D8B030D-6E8A-4147-A177-3AD203B41FA5}">
                      <a16:colId xmlns:a16="http://schemas.microsoft.com/office/drawing/2014/main" val="1393460513"/>
                    </a:ext>
                  </a:extLst>
                </a:gridCol>
                <a:gridCol w="4704801">
                  <a:extLst>
                    <a:ext uri="{9D8B030D-6E8A-4147-A177-3AD203B41FA5}">
                      <a16:colId xmlns:a16="http://schemas.microsoft.com/office/drawing/2014/main" val="2476254943"/>
                    </a:ext>
                  </a:extLst>
                </a:gridCol>
                <a:gridCol w="1355533">
                  <a:extLst>
                    <a:ext uri="{9D8B030D-6E8A-4147-A177-3AD203B41FA5}">
                      <a16:colId xmlns:a16="http://schemas.microsoft.com/office/drawing/2014/main" val="1692457282"/>
                    </a:ext>
                  </a:extLst>
                </a:gridCol>
              </a:tblGrid>
              <a:tr h="122446">
                <a:tc>
                  <a:txBody>
                    <a:bodyPr/>
                    <a:lstStyle/>
                    <a:p>
                      <a:pPr algn="ctr"/>
                      <a:r>
                        <a:rPr kumimoji="1" lang="ja-JP" altLang="en-US" sz="1200"/>
                        <a:t>#</a:t>
                      </a:r>
                      <a:endParaRPr kumimoji="1" lang="en-US" altLang="ja-JP" sz="1200"/>
                    </a:p>
                  </a:txBody>
                  <a:tcPr>
                    <a:solidFill>
                      <a:srgbClr val="1CADE4"/>
                    </a:solidFill>
                  </a:tcPr>
                </a:tc>
                <a:tc>
                  <a:txBody>
                    <a:bodyPr/>
                    <a:lstStyle/>
                    <a:p>
                      <a:pPr algn="ctr"/>
                      <a:r>
                        <a:rPr kumimoji="1" lang="ja-JP" altLang="en-US" sz="1200"/>
                        <a:t>ファイル名</a:t>
                      </a:r>
                      <a:endParaRPr kumimoji="1" lang="en-US" altLang="ja-JP" sz="1200"/>
                    </a:p>
                  </a:txBody>
                  <a:tcPr>
                    <a:solidFill>
                      <a:srgbClr val="1CADE4"/>
                    </a:solidFill>
                  </a:tcPr>
                </a:tc>
                <a:tc>
                  <a:txBody>
                    <a:bodyPr/>
                    <a:lstStyle/>
                    <a:p>
                      <a:pPr algn="ctr"/>
                      <a:r>
                        <a:rPr kumimoji="1" lang="ja-JP" altLang="en-US" sz="1200"/>
                        <a:t>統計内容</a:t>
                      </a:r>
                    </a:p>
                  </a:txBody>
                  <a:tcPr>
                    <a:solidFill>
                      <a:srgbClr val="1CADE4"/>
                    </a:solidFill>
                  </a:tcPr>
                </a:tc>
                <a:tc>
                  <a:txBody>
                    <a:bodyPr/>
                    <a:lstStyle/>
                    <a:p>
                      <a:pPr algn="ctr"/>
                      <a:r>
                        <a:rPr kumimoji="1" lang="ja-JP" altLang="en-US" sz="1200"/>
                        <a:t>主な集計項目</a:t>
                      </a:r>
                    </a:p>
                  </a:txBody>
                  <a:tcPr>
                    <a:solidFill>
                      <a:srgbClr val="1CADE4"/>
                    </a:solidFill>
                  </a:tcPr>
                </a:tc>
                <a:tc>
                  <a:txBody>
                    <a:bodyPr/>
                    <a:lstStyle/>
                    <a:p>
                      <a:pPr algn="ctr"/>
                      <a:r>
                        <a:rPr kumimoji="1" lang="ja-JP" altLang="en-US" sz="1200"/>
                        <a:t>介護向け改修案</a:t>
                      </a:r>
                    </a:p>
                  </a:txBody>
                  <a:tcPr>
                    <a:solidFill>
                      <a:srgbClr val="1CADE4"/>
                    </a:solidFill>
                  </a:tcPr>
                </a:tc>
                <a:extLst>
                  <a:ext uri="{0D108BD9-81ED-4DB2-BD59-A6C34878D82A}">
                    <a16:rowId xmlns:a16="http://schemas.microsoft.com/office/drawing/2014/main" val="3902118742"/>
                  </a:ext>
                </a:extLst>
              </a:tr>
              <a:tr h="229533">
                <a:tc>
                  <a:txBody>
                    <a:bodyPr/>
                    <a:lstStyle/>
                    <a:p>
                      <a:pPr marL="0" marR="0" lvl="0" indent="0" algn="l" defTabSz="878275" rtl="0" eaLnBrk="1" fontAlgn="auto" latinLnBrk="0" hangingPunct="1">
                        <a:lnSpc>
                          <a:spcPct val="100000"/>
                        </a:lnSpc>
                        <a:spcBef>
                          <a:spcPts val="0"/>
                        </a:spcBef>
                        <a:spcAft>
                          <a:spcPts val="0"/>
                        </a:spcAft>
                        <a:buClrTx/>
                        <a:buSzTx/>
                        <a:buFontTx/>
                        <a:buNone/>
                        <a:tabLst/>
                        <a:defRPr/>
                      </a:pPr>
                      <a:r>
                        <a:rPr kumimoji="1" lang="en-US" altLang="ja-JP" sz="900" b="0" i="0" kern="1200">
                          <a:solidFill>
                            <a:schemeClr val="dk1"/>
                          </a:solidFill>
                          <a:effectLst/>
                          <a:latin typeface="+mn-lt"/>
                          <a:ea typeface="+mn-ea"/>
                          <a:cs typeface="+mn-cs"/>
                        </a:rPr>
                        <a:t>1</a:t>
                      </a:r>
                      <a:endParaRPr kumimoji="1" lang="ja-JP" altLang="ja-JP" sz="900" b="0" i="0" kern="1200">
                        <a:solidFill>
                          <a:schemeClr val="dk1"/>
                        </a:solidFill>
                        <a:effectLst/>
                        <a:latin typeface="+mn-lt"/>
                        <a:ea typeface="+mn-ea"/>
                        <a:cs typeface="+mn-cs"/>
                      </a:endParaRPr>
                    </a:p>
                  </a:txBody>
                  <a:tcPr>
                    <a:solidFill>
                      <a:srgbClr val="CCE3F5"/>
                    </a:solidFill>
                  </a:tcPr>
                </a:tc>
                <a:tc>
                  <a:txBody>
                    <a:bodyPr/>
                    <a:lstStyle/>
                    <a:p>
                      <a:pPr marL="0" marR="0" lvl="0" indent="0" algn="l" defTabSz="878275" rtl="0" eaLnBrk="1" fontAlgn="auto" latinLnBrk="0" hangingPunct="1">
                        <a:lnSpc>
                          <a:spcPct val="100000"/>
                        </a:lnSpc>
                        <a:spcBef>
                          <a:spcPts val="0"/>
                        </a:spcBef>
                        <a:spcAft>
                          <a:spcPts val="0"/>
                        </a:spcAft>
                        <a:buClrTx/>
                        <a:buSzTx/>
                        <a:buFontTx/>
                        <a:buNone/>
                        <a:tabLst/>
                        <a:defRPr/>
                      </a:pPr>
                      <a:r>
                        <a:rPr kumimoji="1" lang="ja-JP" altLang="ja-JP" sz="900" b="0" i="0" kern="1200">
                          <a:solidFill>
                            <a:schemeClr val="dk1"/>
                          </a:solidFill>
                          <a:effectLst/>
                          <a:latin typeface="+mn-lt"/>
                          <a:ea typeface="+mn-ea"/>
                          <a:cs typeface="+mn-cs"/>
                        </a:rPr>
                        <a:t>文書情報_登録・取得実績日次統計(医療機関等別)ファイル</a:t>
                      </a:r>
                    </a:p>
                  </a:txBody>
                  <a:tcPr>
                    <a:solidFill>
                      <a:srgbClr val="CCE3F5"/>
                    </a:solidFill>
                  </a:tcPr>
                </a:tc>
                <a:tc>
                  <a:txBody>
                    <a:bodyPr/>
                    <a:lstStyle/>
                    <a:p>
                      <a:r>
                        <a:rPr kumimoji="1" lang="ja-JP" altLang="en-US" sz="900"/>
                        <a:t>登録元医療機関(名称、点数表、規模区分、地域等)、処理経路ごとに、登録件数等を集計</a:t>
                      </a:r>
                    </a:p>
                  </a:txBody>
                  <a:tcPr>
                    <a:solidFill>
                      <a:srgbClr val="CCE3F5"/>
                    </a:solidFill>
                  </a:tcPr>
                </a:tc>
                <a:tc>
                  <a:txBody>
                    <a:bodyPr/>
                    <a:lstStyle/>
                    <a:p>
                      <a:r>
                        <a:rPr kumimoji="1" lang="ja-JP" altLang="en-US" sz="800"/>
                        <a:t>文書登録件数、(添付あり／なし、退院時サマリーあり／なし)、文書登録エラー件数、添付登録件数、添付登録エラー件数、変更件数、変更エラー件数、取消件数、取消エラー件数</a:t>
                      </a:r>
                    </a:p>
                  </a:txBody>
                  <a:tcPr>
                    <a:solidFill>
                      <a:srgbClr val="CCE3F5"/>
                    </a:solidFill>
                  </a:tcPr>
                </a:tc>
                <a:tc>
                  <a:txBody>
                    <a:bodyPr/>
                    <a:lstStyle/>
                    <a:p>
                      <a:r>
                        <a:rPr kumimoji="1" lang="ja-JP" altLang="en-US" sz="800"/>
                        <a:t>・介護分を分離して、文書登録件数等を集計</a:t>
                      </a:r>
                    </a:p>
                  </a:txBody>
                  <a:tcPr>
                    <a:solidFill>
                      <a:srgbClr val="CCE3F5"/>
                    </a:solidFill>
                  </a:tcPr>
                </a:tc>
                <a:extLst>
                  <a:ext uri="{0D108BD9-81ED-4DB2-BD59-A6C34878D82A}">
                    <a16:rowId xmlns:a16="http://schemas.microsoft.com/office/drawing/2014/main" val="1654801314"/>
                  </a:ext>
                </a:extLst>
              </a:tr>
              <a:tr h="229533">
                <a:tc>
                  <a:txBody>
                    <a:bodyPr/>
                    <a:lstStyle/>
                    <a:p>
                      <a:r>
                        <a:rPr kumimoji="1" lang="en-US" altLang="ja-JP" sz="900"/>
                        <a:t>2</a:t>
                      </a:r>
                      <a:endParaRPr kumimoji="1" lang="ja-JP" altLang="en-US" sz="900"/>
                    </a:p>
                  </a:txBody>
                  <a:tcPr>
                    <a:solidFill>
                      <a:srgbClr val="E7F1FA"/>
                    </a:solidFill>
                  </a:tcPr>
                </a:tc>
                <a:tc>
                  <a:txBody>
                    <a:bodyPr/>
                    <a:lstStyle/>
                    <a:p>
                      <a:r>
                        <a:rPr kumimoji="1" lang="ja-JP" altLang="ja-JP" sz="900" b="0" i="0" kern="1200">
                          <a:solidFill>
                            <a:schemeClr val="dk1"/>
                          </a:solidFill>
                          <a:effectLst/>
                          <a:latin typeface="+mn-lt"/>
                          <a:ea typeface="+mn-ea"/>
                          <a:cs typeface="+mn-cs"/>
                        </a:rPr>
                        <a:t>文書情報_登録・取得実績日次統計(保険者別)ファイル</a:t>
                      </a:r>
                      <a:endParaRPr kumimoji="1" lang="ja-JP" altLang="en-US" sz="900"/>
                    </a:p>
                  </a:txBody>
                  <a:tcPr>
                    <a:solidFill>
                      <a:srgbClr val="E7F1FA"/>
                    </a:solidFill>
                  </a:tcPr>
                </a:tc>
                <a:tc>
                  <a:txBody>
                    <a:bodyPr/>
                    <a:lstStyle/>
                    <a:p>
                      <a:r>
                        <a:rPr kumimoji="1" lang="ja-JP" altLang="en-US" sz="900" b="0" i="0" kern="1200">
                          <a:solidFill>
                            <a:schemeClr val="dk1"/>
                          </a:solidFill>
                          <a:effectLst/>
                          <a:latin typeface="+mn-lt"/>
                          <a:ea typeface="+mn-ea"/>
                          <a:cs typeface="+mn-cs"/>
                        </a:rPr>
                        <a:t>医療保険、処理経路ごとに、</a:t>
                      </a:r>
                      <a:r>
                        <a:rPr kumimoji="1" lang="ja-JP" altLang="en-US" sz="900"/>
                        <a:t>登録件数等を集計</a:t>
                      </a:r>
                      <a:endParaRPr kumimoji="1" lang="ja-JP" altLang="ja-JP" sz="900" b="0" i="0" kern="1200">
                        <a:solidFill>
                          <a:schemeClr val="dk1"/>
                        </a:solidFill>
                        <a:effectLst/>
                        <a:latin typeface="+mn-lt"/>
                        <a:ea typeface="+mn-ea"/>
                        <a:cs typeface="+mn-cs"/>
                      </a:endParaRPr>
                    </a:p>
                  </a:txBody>
                  <a:tcPr>
                    <a:solidFill>
                      <a:srgbClr val="E7F1FA"/>
                    </a:solidFill>
                  </a:tcPr>
                </a:tc>
                <a:tc>
                  <a:txBody>
                    <a:bodyPr/>
                    <a:lstStyle/>
                    <a:p>
                      <a:pPr marL="0" marR="0" lvl="0" indent="0" algn="l" defTabSz="878275" rtl="0" eaLnBrk="1" fontAlgn="auto" latinLnBrk="0" hangingPunct="1">
                        <a:lnSpc>
                          <a:spcPct val="100000"/>
                        </a:lnSpc>
                        <a:spcBef>
                          <a:spcPts val="0"/>
                        </a:spcBef>
                        <a:spcAft>
                          <a:spcPts val="0"/>
                        </a:spcAft>
                        <a:buClrTx/>
                        <a:buSzTx/>
                        <a:buFontTx/>
                        <a:buNone/>
                        <a:tabLst/>
                        <a:defRPr/>
                      </a:pPr>
                      <a:r>
                        <a:rPr kumimoji="1" lang="ja-JP" altLang="en-US" sz="800"/>
                        <a:t>文書登録件数、(添付あり／なし、退院時サマリーあり／なし)、文書登録エラー件数、添付登録件数、添付登録エラー件数、変更件数、変更エラー件数、取消件数、取消エラー件数</a:t>
                      </a:r>
                    </a:p>
                  </a:txBody>
                  <a:tcPr>
                    <a:solidFill>
                      <a:srgbClr val="E7F1FA"/>
                    </a:solidFill>
                  </a:tcPr>
                </a:tc>
                <a:tc>
                  <a:txBody>
                    <a:bodyPr/>
                    <a:lstStyle/>
                    <a:p>
                      <a:pPr marL="0" marR="0" lvl="0" indent="0" algn="l" defTabSz="878275"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Arial"/>
                          <a:ea typeface="Meiryo UI"/>
                          <a:cs typeface="+mn-cs"/>
                        </a:rPr>
                        <a:t>同上</a:t>
                      </a:r>
                    </a:p>
                  </a:txBody>
                  <a:tcPr>
                    <a:solidFill>
                      <a:srgbClr val="E7F1FA"/>
                    </a:solidFill>
                  </a:tcPr>
                </a:tc>
                <a:extLst>
                  <a:ext uri="{0D108BD9-81ED-4DB2-BD59-A6C34878D82A}">
                    <a16:rowId xmlns:a16="http://schemas.microsoft.com/office/drawing/2014/main" val="2465866227"/>
                  </a:ext>
                </a:extLst>
              </a:tr>
              <a:tr h="614280">
                <a:tc>
                  <a:txBody>
                    <a:bodyPr/>
                    <a:lstStyle/>
                    <a:p>
                      <a:r>
                        <a:rPr kumimoji="1" lang="en-US" altLang="ja-JP" sz="900"/>
                        <a:t>3</a:t>
                      </a:r>
                      <a:endParaRPr kumimoji="1" lang="ja-JP" altLang="en-US" sz="900"/>
                    </a:p>
                  </a:txBody>
                  <a:tcPr>
                    <a:solidFill>
                      <a:srgbClr val="CCE3F5"/>
                    </a:solidFill>
                  </a:tcPr>
                </a:tc>
                <a:tc>
                  <a:txBody>
                    <a:bodyPr/>
                    <a:lstStyle/>
                    <a:p>
                      <a:r>
                        <a:rPr kumimoji="1" lang="ja-JP" altLang="ja-JP" sz="900" b="0" i="0" kern="1200">
                          <a:solidFill>
                            <a:schemeClr val="dk1"/>
                          </a:solidFill>
                          <a:effectLst/>
                          <a:latin typeface="+mn-lt"/>
                          <a:ea typeface="+mn-ea"/>
                          <a:cs typeface="+mn-cs"/>
                        </a:rPr>
                        <a:t>API実行数日次統計(医療機関等別)ファイル</a:t>
                      </a:r>
                      <a:endParaRPr kumimoji="1" lang="ja-JP" altLang="en-US" sz="900"/>
                    </a:p>
                  </a:txBody>
                  <a:tcPr>
                    <a:solidFill>
                      <a:srgbClr val="CCE3F5"/>
                    </a:solidFill>
                  </a:tcPr>
                </a:tc>
                <a:tc>
                  <a:txBody>
                    <a:bodyPr/>
                    <a:lstStyle/>
                    <a:p>
                      <a:pPr marL="0" marR="0" lvl="0" indent="0" algn="l" defTabSz="878275" rtl="0" eaLnBrk="1" fontAlgn="auto" latinLnBrk="0" hangingPunct="1">
                        <a:lnSpc>
                          <a:spcPct val="100000"/>
                        </a:lnSpc>
                        <a:spcBef>
                          <a:spcPts val="0"/>
                        </a:spcBef>
                        <a:spcAft>
                          <a:spcPts val="0"/>
                        </a:spcAft>
                        <a:buClrTx/>
                        <a:buSzTx/>
                        <a:buFontTx/>
                        <a:buNone/>
                        <a:tabLst/>
                        <a:defRPr/>
                      </a:pPr>
                      <a:r>
                        <a:rPr kumimoji="1" lang="ja-JP" altLang="en-US" sz="900"/>
                        <a:t>医療機関(名称、点数表、規模区分、地域等)、処理経路ごとに、</a:t>
                      </a:r>
                      <a:r>
                        <a:rPr kumimoji="1" lang="en-US" altLang="ja-JP" sz="900"/>
                        <a:t>API</a:t>
                      </a:r>
                      <a:r>
                        <a:rPr kumimoji="1" lang="ja-JP" altLang="en-US" sz="900"/>
                        <a:t>実行数を集計</a:t>
                      </a:r>
                    </a:p>
                  </a:txBody>
                  <a:tcPr>
                    <a:solidFill>
                      <a:srgbClr val="CCE3F5"/>
                    </a:solidFill>
                  </a:tcPr>
                </a:tc>
                <a:tc>
                  <a:txBody>
                    <a:bodyPr/>
                    <a:lstStyle/>
                    <a:p>
                      <a:r>
                        <a:rPr kumimoji="1" lang="ja-JP" altLang="en-US" sz="800"/>
                        <a:t>文書情報登録機能(正常／エラー)、添付情報登録機能(正常／エラー)、文書情報変更機能(正常／エラー)、文書情報取消機能(正常／エラー)、文書情報取得機能(正常／エラー)、添付情報取得機能(正常／エラー)、文書情報状況照会機能(正常／エラー)、自施設宛文書情報一覧取得機能(正常／エラー)、カルテ臨床情報登録機能(正常／エラー)、カルテ臨床情報変更機能(正常／エラー)、カルテ臨床情報取消機能(正常／エラー)、マスタファイル取得要求機能(正常／エラー)、</a:t>
                      </a:r>
                    </a:p>
                    <a:p>
                      <a:r>
                        <a:rPr kumimoji="1" lang="ja-JP" altLang="en-US" sz="800"/>
                        <a:t>健診文書登録機能(正常／エラー)、健診文書変更機能(正常／エラー)、健診文書取消機能(正常／エラー)、</a:t>
                      </a:r>
                      <a:br>
                        <a:rPr kumimoji="1" lang="en-US" altLang="ja-JP" sz="800"/>
                      </a:br>
                      <a:r>
                        <a:rPr kumimoji="1" lang="ja-JP" altLang="en-US" sz="800"/>
                        <a:t>療養計画書登録機能(正常／エラー)、療養計画書変更機能(正常／エラー)、療養計画書取消機能(正常／エラー)</a:t>
                      </a:r>
                    </a:p>
                  </a:txBody>
                  <a:tcPr>
                    <a:solidFill>
                      <a:srgbClr val="CCE3F5"/>
                    </a:solidFill>
                  </a:tcPr>
                </a:tc>
                <a:tc>
                  <a:txBody>
                    <a:bodyPr/>
                    <a:lstStyle/>
                    <a:p>
                      <a:pPr marL="0" marR="0" lvl="0" indent="0" algn="l" defTabSz="878275"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Arial"/>
                          <a:ea typeface="Meiryo UI"/>
                          <a:cs typeface="+mn-cs"/>
                        </a:rPr>
                        <a:t>同上</a:t>
                      </a:r>
                    </a:p>
                  </a:txBody>
                  <a:tcPr>
                    <a:solidFill>
                      <a:srgbClr val="CCE3F5"/>
                    </a:solidFill>
                  </a:tcPr>
                </a:tc>
                <a:extLst>
                  <a:ext uri="{0D108BD9-81ED-4DB2-BD59-A6C34878D82A}">
                    <a16:rowId xmlns:a16="http://schemas.microsoft.com/office/drawing/2014/main" val="3416847791"/>
                  </a:ext>
                </a:extLst>
              </a:tr>
              <a:tr h="229533">
                <a:tc>
                  <a:txBody>
                    <a:bodyPr/>
                    <a:lstStyle/>
                    <a:p>
                      <a:r>
                        <a:rPr kumimoji="1" lang="en-US" altLang="ja-JP" sz="900"/>
                        <a:t>4</a:t>
                      </a:r>
                      <a:endParaRPr kumimoji="1" lang="ja-JP" altLang="en-US" sz="900"/>
                    </a:p>
                  </a:txBody>
                  <a:tcPr>
                    <a:solidFill>
                      <a:srgbClr val="E7F1FA"/>
                    </a:solidFill>
                  </a:tcPr>
                </a:tc>
                <a:tc>
                  <a:txBody>
                    <a:bodyPr/>
                    <a:lstStyle/>
                    <a:p>
                      <a:r>
                        <a:rPr kumimoji="1" lang="ja-JP" altLang="ja-JP" sz="900" b="0" i="0" kern="1200">
                          <a:solidFill>
                            <a:schemeClr val="dk1"/>
                          </a:solidFill>
                          <a:effectLst/>
                          <a:latin typeface="+mn-lt"/>
                          <a:ea typeface="+mn-ea"/>
                          <a:cs typeface="+mn-cs"/>
                        </a:rPr>
                        <a:t>処理結果コード日次統計(医療機関等別)ファイル</a:t>
                      </a:r>
                      <a:endParaRPr kumimoji="1" lang="ja-JP" altLang="en-US" sz="900"/>
                    </a:p>
                  </a:txBody>
                  <a:tcPr>
                    <a:solidFill>
                      <a:srgbClr val="E7F1FA"/>
                    </a:solidFill>
                  </a:tcPr>
                </a:tc>
                <a:tc>
                  <a:txBody>
                    <a:bodyPr/>
                    <a:lstStyle/>
                    <a:p>
                      <a:r>
                        <a:rPr kumimoji="1" lang="ja-JP" altLang="en-US" sz="900"/>
                        <a:t>医療機関(名称、点数表、規模区分、地域等)、機能</a:t>
                      </a:r>
                      <a:r>
                        <a:rPr kumimoji="1" lang="en-US" altLang="ja-JP" sz="900"/>
                        <a:t>ID</a:t>
                      </a:r>
                      <a:r>
                        <a:rPr kumimoji="1" lang="ja-JP" altLang="en-US" sz="900"/>
                        <a:t>、処理結果ごとに出現数を集計</a:t>
                      </a:r>
                    </a:p>
                  </a:txBody>
                  <a:tcPr>
                    <a:solidFill>
                      <a:srgbClr val="E7F1FA"/>
                    </a:solidFill>
                  </a:tcPr>
                </a:tc>
                <a:tc>
                  <a:txBody>
                    <a:bodyPr/>
                    <a:lstStyle/>
                    <a:p>
                      <a:r>
                        <a:rPr kumimoji="1" lang="ja-JP" altLang="en-US" sz="800"/>
                        <a:t>出現数</a:t>
                      </a:r>
                    </a:p>
                  </a:txBody>
                  <a:tcPr>
                    <a:solidFill>
                      <a:srgbClr val="E7F1FA"/>
                    </a:solidFill>
                  </a:tcPr>
                </a:tc>
                <a:tc>
                  <a:txBody>
                    <a:bodyPr/>
                    <a:lstStyle/>
                    <a:p>
                      <a:pPr marL="0" marR="0" lvl="0" indent="0" algn="l" defTabSz="878275"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Arial"/>
                          <a:ea typeface="Meiryo UI"/>
                          <a:cs typeface="+mn-cs"/>
                        </a:rPr>
                        <a:t>同上</a:t>
                      </a:r>
                    </a:p>
                  </a:txBody>
                  <a:tcPr>
                    <a:solidFill>
                      <a:srgbClr val="E7F1FA"/>
                    </a:solidFill>
                  </a:tcPr>
                </a:tc>
                <a:extLst>
                  <a:ext uri="{0D108BD9-81ED-4DB2-BD59-A6C34878D82A}">
                    <a16:rowId xmlns:a16="http://schemas.microsoft.com/office/drawing/2014/main" val="278499721"/>
                  </a:ext>
                </a:extLst>
              </a:tr>
              <a:tr h="208667">
                <a:tc>
                  <a:txBody>
                    <a:bodyPr/>
                    <a:lstStyle/>
                    <a:p>
                      <a:r>
                        <a:rPr kumimoji="1" lang="en-US" altLang="ja-JP" sz="900"/>
                        <a:t>5</a:t>
                      </a:r>
                      <a:endParaRPr kumimoji="1" lang="ja-JP" altLang="en-US" sz="900"/>
                    </a:p>
                  </a:txBody>
                  <a:tcPr>
                    <a:solidFill>
                      <a:srgbClr val="CCE3F5"/>
                    </a:solidFill>
                  </a:tcPr>
                </a:tc>
                <a:tc>
                  <a:txBody>
                    <a:bodyPr/>
                    <a:lstStyle/>
                    <a:p>
                      <a:r>
                        <a:rPr kumimoji="1" lang="ja-JP" altLang="ja-JP" sz="900" b="0" i="0" kern="1200">
                          <a:solidFill>
                            <a:schemeClr val="dk1"/>
                          </a:solidFill>
                          <a:effectLst/>
                          <a:latin typeface="+mn-lt"/>
                          <a:ea typeface="+mn-ea"/>
                          <a:cs typeface="+mn-cs"/>
                        </a:rPr>
                        <a:t>文書情報登録・取得ログデータ抽出結果ファイル</a:t>
                      </a:r>
                      <a:endParaRPr kumimoji="1" lang="ja-JP" altLang="en-US" sz="900"/>
                    </a:p>
                  </a:txBody>
                  <a:tcPr>
                    <a:solidFill>
                      <a:srgbClr val="CCE3F5"/>
                    </a:solidFill>
                  </a:tcPr>
                </a:tc>
                <a:tc>
                  <a:txBody>
                    <a:bodyPr/>
                    <a:lstStyle/>
                    <a:p>
                      <a:r>
                        <a:rPr kumimoji="1" lang="ja-JP" altLang="en-US" sz="900"/>
                        <a:t>統計用の抽出ログ</a:t>
                      </a:r>
                      <a:endParaRPr kumimoji="1" lang="en-US" altLang="ja-JP" sz="900"/>
                    </a:p>
                  </a:txBody>
                  <a:tcPr>
                    <a:solidFill>
                      <a:srgbClr val="CCE3F5"/>
                    </a:solidFill>
                  </a:tcPr>
                </a:tc>
                <a:tc>
                  <a:txBody>
                    <a:bodyPr/>
                    <a:lstStyle/>
                    <a:p>
                      <a:r>
                        <a:rPr kumimoji="1" lang="ja-JP" altLang="en-US" sz="800"/>
                        <a:t>(出力項目：処理経路、機能</a:t>
                      </a:r>
                      <a:r>
                        <a:rPr kumimoji="1" lang="en-US" altLang="ja-JP" sz="800"/>
                        <a:t>ID</a:t>
                      </a:r>
                      <a:r>
                        <a:rPr kumimoji="1" lang="ja-JP" altLang="en-US" sz="800"/>
                        <a:t>、紹介元医療機関コード、紹介先医療機関コード、資格情報、患者年齢、患者性別、エラー有無、添付有無、退院時サマリー有無、電子署名有無、処理日時)</a:t>
                      </a:r>
                    </a:p>
                  </a:txBody>
                  <a:tcPr>
                    <a:solidFill>
                      <a:srgbClr val="CCE3F5"/>
                    </a:solidFill>
                  </a:tcPr>
                </a:tc>
                <a:tc>
                  <a:txBody>
                    <a:bodyPr/>
                    <a:lstStyle/>
                    <a:p>
                      <a:r>
                        <a:rPr kumimoji="1" lang="ja-JP" altLang="en-US" sz="800"/>
                        <a:t>・機能</a:t>
                      </a:r>
                      <a:r>
                        <a:rPr kumimoji="1" lang="en-US" altLang="ja-JP" sz="800"/>
                        <a:t>ID</a:t>
                      </a:r>
                      <a:r>
                        <a:rPr kumimoji="1" lang="ja-JP" altLang="en-US" sz="800"/>
                        <a:t>(</a:t>
                      </a:r>
                      <a:r>
                        <a:rPr kumimoji="1" lang="en-US" altLang="ja-JP" sz="800"/>
                        <a:t>API</a:t>
                      </a:r>
                      <a:r>
                        <a:rPr kumimoji="1" lang="ja-JP" altLang="en-US" sz="800"/>
                        <a:t>)が分かれない場合、介護向けの区分の追加</a:t>
                      </a:r>
                    </a:p>
                  </a:txBody>
                  <a:tcPr>
                    <a:solidFill>
                      <a:srgbClr val="CCE3F5"/>
                    </a:solidFill>
                  </a:tcPr>
                </a:tc>
                <a:extLst>
                  <a:ext uri="{0D108BD9-81ED-4DB2-BD59-A6C34878D82A}">
                    <a16:rowId xmlns:a16="http://schemas.microsoft.com/office/drawing/2014/main" val="827294969"/>
                  </a:ext>
                </a:extLst>
              </a:tr>
              <a:tr h="486889">
                <a:tc>
                  <a:txBody>
                    <a:bodyPr/>
                    <a:lstStyle/>
                    <a:p>
                      <a:r>
                        <a:rPr kumimoji="1" lang="en-US" altLang="ja-JP" sz="900"/>
                        <a:t>6</a:t>
                      </a:r>
                      <a:endParaRPr kumimoji="1" lang="ja-JP" altLang="en-US" sz="900"/>
                    </a:p>
                  </a:txBody>
                  <a:tcPr>
                    <a:solidFill>
                      <a:srgbClr val="E7F1FA"/>
                    </a:solidFill>
                  </a:tcPr>
                </a:tc>
                <a:tc>
                  <a:txBody>
                    <a:bodyPr/>
                    <a:lstStyle/>
                    <a:p>
                      <a:r>
                        <a:rPr kumimoji="1" lang="ja-JP" altLang="ja-JP" sz="900" b="0" i="0" kern="1200">
                          <a:solidFill>
                            <a:schemeClr val="dk1"/>
                          </a:solidFill>
                          <a:effectLst/>
                          <a:latin typeface="+mn-lt"/>
                          <a:ea typeface="+mn-ea"/>
                          <a:cs typeface="+mn-cs"/>
                        </a:rPr>
                        <a:t>統計ログ(文書情報)ファイル</a:t>
                      </a:r>
                      <a:endParaRPr kumimoji="1" lang="ja-JP" altLang="en-US" sz="900"/>
                    </a:p>
                  </a:txBody>
                  <a:tcPr>
                    <a:solidFill>
                      <a:srgbClr val="E7F1FA"/>
                    </a:solidFill>
                  </a:tcPr>
                </a:tc>
                <a:tc>
                  <a:txBody>
                    <a:bodyPr/>
                    <a:lstStyle/>
                    <a:p>
                      <a:pPr marL="0" marR="0" lvl="0" indent="0" algn="l" defTabSz="878275" rtl="0" eaLnBrk="1" fontAlgn="auto" latinLnBrk="0" hangingPunct="1">
                        <a:lnSpc>
                          <a:spcPct val="100000"/>
                        </a:lnSpc>
                        <a:spcBef>
                          <a:spcPts val="0"/>
                        </a:spcBef>
                        <a:spcAft>
                          <a:spcPts val="0"/>
                        </a:spcAft>
                        <a:buClrTx/>
                        <a:buSzTx/>
                        <a:buFontTx/>
                        <a:buNone/>
                        <a:tabLst/>
                        <a:defRPr/>
                      </a:pPr>
                      <a:r>
                        <a:rPr kumimoji="1" lang="ja-JP" altLang="en-US" sz="900"/>
                        <a:t>統計用の抽出ログ</a:t>
                      </a:r>
                      <a:endParaRPr kumimoji="1" lang="en-US" altLang="ja-JP" sz="900"/>
                    </a:p>
                  </a:txBody>
                  <a:tcPr>
                    <a:solidFill>
                      <a:srgbClr val="E7F1FA"/>
                    </a:solidFill>
                  </a:tcPr>
                </a:tc>
                <a:tc>
                  <a:txBody>
                    <a:bodyPr/>
                    <a:lstStyle/>
                    <a:p>
                      <a:r>
                        <a:rPr kumimoji="1" lang="ja-JP" altLang="en-US" sz="800"/>
                        <a:t>(出力項目：文書情報</a:t>
                      </a:r>
                      <a:r>
                        <a:rPr kumimoji="1" lang="en-US" altLang="ja-JP" sz="800"/>
                        <a:t>ID</a:t>
                      </a:r>
                      <a:r>
                        <a:rPr kumimoji="1" lang="ja-JP" altLang="en-US" sz="800"/>
                        <a:t>、処理経路、機能</a:t>
                      </a:r>
                      <a:r>
                        <a:rPr kumimoji="1" lang="en-US" altLang="ja-JP" sz="800"/>
                        <a:t>ID</a:t>
                      </a:r>
                      <a:r>
                        <a:rPr kumimoji="1" lang="ja-JP" altLang="en-US" sz="800"/>
                        <a:t>、</a:t>
                      </a:r>
                      <a:r>
                        <a:rPr kumimoji="1" lang="en-US" altLang="ja-JP" sz="800"/>
                        <a:t>API</a:t>
                      </a:r>
                      <a:r>
                        <a:rPr kumimoji="1" lang="ja-JP" altLang="en-US" sz="800"/>
                        <a:t>識別</a:t>
                      </a:r>
                      <a:r>
                        <a:rPr kumimoji="1" lang="en-US" altLang="ja-JP" sz="800"/>
                        <a:t>ID</a:t>
                      </a:r>
                      <a:r>
                        <a:rPr kumimoji="1" lang="ja-JP" altLang="en-US" sz="800"/>
                        <a:t>、紹介元医療機関コード、紹介元医療機関の都道府県コード、保険者番号、資格情報、患者年齢、患者性別、エラー有無、</a:t>
                      </a:r>
                    </a:p>
                    <a:p>
                      <a:r>
                        <a:rPr kumimoji="1" lang="ja-JP" altLang="en-US" sz="800"/>
                        <a:t>文書情報取得区分、紹介先医療機関コード、紹介先医療機関の都道府県コード、添付有無、添付ファイル数(</a:t>
                      </a:r>
                      <a:r>
                        <a:rPr kumimoji="1" lang="en-US" altLang="ja-JP" sz="800"/>
                        <a:t>PDF</a:t>
                      </a:r>
                      <a:r>
                        <a:rPr kumimoji="1" lang="ja-JP" altLang="en-US" sz="800"/>
                        <a:t>)、添付ファイル数(</a:t>
                      </a:r>
                      <a:r>
                        <a:rPr kumimoji="1" lang="en-US" altLang="ja-JP" sz="800"/>
                        <a:t>PNG</a:t>
                      </a:r>
                      <a:r>
                        <a:rPr kumimoji="1" lang="ja-JP" altLang="en-US" sz="800"/>
                        <a:t>)、添付ファイル数(</a:t>
                      </a:r>
                      <a:r>
                        <a:rPr kumimoji="1" lang="en-US" altLang="ja-JP" sz="800"/>
                        <a:t>JPEG</a:t>
                      </a:r>
                      <a:r>
                        <a:rPr kumimoji="1" lang="ja-JP" altLang="en-US" sz="800"/>
                        <a:t>)、添付ファイル数(</a:t>
                      </a:r>
                      <a:r>
                        <a:rPr kumimoji="1" lang="en-US" altLang="ja-JP" sz="800"/>
                        <a:t>TIFF</a:t>
                      </a:r>
                      <a:r>
                        <a:rPr kumimoji="1" lang="ja-JP" altLang="en-US" sz="800"/>
                        <a:t>)、退院時サマリー有無、電子署名有無、プロファイルバージョン(診療情報提供書)、プロファイルバージョン(退院時サマリー)、文書カテゴリー(診療情報提供書)、文書カテゴリー(退院時サマリー)、ソフトウェア名称、ソフトウェアバージョン、ソフトウェア開発元、リクエストボディサイズ(</a:t>
                      </a:r>
                      <a:r>
                        <a:rPr kumimoji="1" lang="en-US" altLang="ja-JP" sz="800"/>
                        <a:t>Byte</a:t>
                      </a:r>
                      <a:r>
                        <a:rPr kumimoji="1" lang="ja-JP" altLang="en-US" sz="800"/>
                        <a:t>)、リクエスト処理時間、処理日時)</a:t>
                      </a:r>
                    </a:p>
                  </a:txBody>
                  <a:tcPr>
                    <a:solidFill>
                      <a:srgbClr val="E7F1FA"/>
                    </a:solidFill>
                  </a:tcPr>
                </a:tc>
                <a:tc>
                  <a:txBody>
                    <a:bodyPr/>
                    <a:lstStyle/>
                    <a:p>
                      <a:r>
                        <a:rPr kumimoji="1" lang="ja-JP" altLang="en-US" sz="800"/>
                        <a:t>同上</a:t>
                      </a:r>
                    </a:p>
                  </a:txBody>
                  <a:tcPr>
                    <a:solidFill>
                      <a:srgbClr val="E7F1FA"/>
                    </a:solidFill>
                  </a:tcPr>
                </a:tc>
                <a:extLst>
                  <a:ext uri="{0D108BD9-81ED-4DB2-BD59-A6C34878D82A}">
                    <a16:rowId xmlns:a16="http://schemas.microsoft.com/office/drawing/2014/main" val="60918257"/>
                  </a:ext>
                </a:extLst>
              </a:tr>
              <a:tr h="166933">
                <a:tc>
                  <a:txBody>
                    <a:bodyPr/>
                    <a:lstStyle/>
                    <a:p>
                      <a:r>
                        <a:rPr kumimoji="1" lang="en-US" altLang="ja-JP" sz="900"/>
                        <a:t>7</a:t>
                      </a:r>
                      <a:endParaRPr kumimoji="1" lang="ja-JP" altLang="en-US" sz="900"/>
                    </a:p>
                  </a:txBody>
                  <a:tcPr>
                    <a:solidFill>
                      <a:srgbClr val="CCE3F5"/>
                    </a:solidFill>
                  </a:tcPr>
                </a:tc>
                <a:tc>
                  <a:txBody>
                    <a:bodyPr/>
                    <a:lstStyle/>
                    <a:p>
                      <a:r>
                        <a:rPr kumimoji="1" lang="ja-JP" altLang="ja-JP" sz="900" b="0" i="0" kern="1200">
                          <a:solidFill>
                            <a:schemeClr val="dk1"/>
                          </a:solidFill>
                          <a:effectLst/>
                          <a:latin typeface="+mn-lt"/>
                          <a:ea typeface="+mn-ea"/>
                          <a:cs typeface="+mn-cs"/>
                        </a:rPr>
                        <a:t>統計ログ(文書情報_FHIR情報)ファイル</a:t>
                      </a:r>
                      <a:endParaRPr kumimoji="1" lang="ja-JP" altLang="en-US" sz="900"/>
                    </a:p>
                  </a:txBody>
                  <a:tcPr>
                    <a:solidFill>
                      <a:srgbClr val="CCE3F5"/>
                    </a:solidFill>
                  </a:tcPr>
                </a:tc>
                <a:tc>
                  <a:txBody>
                    <a:bodyPr/>
                    <a:lstStyle/>
                    <a:p>
                      <a:pPr marL="0" marR="0" lvl="0" indent="0" algn="l" defTabSz="878275" rtl="0" eaLnBrk="1" fontAlgn="auto" latinLnBrk="0" hangingPunct="1">
                        <a:lnSpc>
                          <a:spcPct val="100000"/>
                        </a:lnSpc>
                        <a:spcBef>
                          <a:spcPts val="0"/>
                        </a:spcBef>
                        <a:spcAft>
                          <a:spcPts val="0"/>
                        </a:spcAft>
                        <a:buClrTx/>
                        <a:buSzTx/>
                        <a:buFontTx/>
                        <a:buNone/>
                        <a:tabLst/>
                        <a:defRPr/>
                      </a:pPr>
                      <a:r>
                        <a:rPr kumimoji="1" lang="ja-JP" altLang="en-US" sz="900"/>
                        <a:t>統計用の抽出ログ</a:t>
                      </a:r>
                      <a:endParaRPr kumimoji="1" lang="en-US" altLang="ja-JP" sz="900"/>
                    </a:p>
                  </a:txBody>
                  <a:tcPr>
                    <a:solidFill>
                      <a:srgbClr val="CCE3F5"/>
                    </a:solidFill>
                  </a:tcPr>
                </a:tc>
                <a:tc>
                  <a:txBody>
                    <a:bodyPr/>
                    <a:lstStyle/>
                    <a:p>
                      <a:r>
                        <a:rPr kumimoji="1" lang="ja-JP" altLang="en-US" sz="800"/>
                        <a:t>(出力項目：機能</a:t>
                      </a:r>
                      <a:r>
                        <a:rPr kumimoji="1" lang="en-US" altLang="ja-JP" sz="800"/>
                        <a:t>ID</a:t>
                      </a:r>
                      <a:r>
                        <a:rPr kumimoji="1" lang="ja-JP" altLang="en-US" sz="800"/>
                        <a:t>、紹介元医療機関コード、文書情報</a:t>
                      </a:r>
                      <a:r>
                        <a:rPr kumimoji="1" lang="en-US" altLang="ja-JP" sz="800"/>
                        <a:t>ID</a:t>
                      </a:r>
                      <a:r>
                        <a:rPr kumimoji="1" lang="ja-JP" altLang="en-US" sz="800"/>
                        <a:t>、処理日時、リソース、システム値、コード値、ディスプレイ値、テキスト値)</a:t>
                      </a:r>
                    </a:p>
                  </a:txBody>
                  <a:tcPr>
                    <a:solidFill>
                      <a:srgbClr val="CCE3F5"/>
                    </a:solidFill>
                  </a:tcPr>
                </a:tc>
                <a:tc>
                  <a:txBody>
                    <a:bodyPr/>
                    <a:lstStyle/>
                    <a:p>
                      <a:r>
                        <a:rPr kumimoji="1" lang="ja-JP" altLang="en-US" sz="800"/>
                        <a:t>同上</a:t>
                      </a:r>
                    </a:p>
                  </a:txBody>
                  <a:tcPr>
                    <a:solidFill>
                      <a:srgbClr val="CCE3F5"/>
                    </a:solidFill>
                  </a:tcPr>
                </a:tc>
                <a:extLst>
                  <a:ext uri="{0D108BD9-81ED-4DB2-BD59-A6C34878D82A}">
                    <a16:rowId xmlns:a16="http://schemas.microsoft.com/office/drawing/2014/main" val="4188341227"/>
                  </a:ext>
                </a:extLst>
              </a:tr>
              <a:tr h="166933">
                <a:tc>
                  <a:txBody>
                    <a:bodyPr/>
                    <a:lstStyle/>
                    <a:p>
                      <a:r>
                        <a:rPr kumimoji="1" lang="en-US" altLang="ja-JP" sz="900"/>
                        <a:t>8</a:t>
                      </a:r>
                      <a:endParaRPr kumimoji="1" lang="ja-JP" altLang="en-US" sz="900"/>
                    </a:p>
                  </a:txBody>
                  <a:tcPr>
                    <a:solidFill>
                      <a:srgbClr val="E7F1FA"/>
                    </a:solidFill>
                  </a:tcPr>
                </a:tc>
                <a:tc>
                  <a:txBody>
                    <a:bodyPr/>
                    <a:lstStyle/>
                    <a:p>
                      <a:r>
                        <a:rPr kumimoji="1" lang="ja-JP" altLang="ja-JP" sz="900" b="0" i="0" kern="1200">
                          <a:solidFill>
                            <a:schemeClr val="dk1"/>
                          </a:solidFill>
                          <a:effectLst/>
                          <a:latin typeface="+mn-lt"/>
                          <a:ea typeface="+mn-ea"/>
                          <a:cs typeface="+mn-cs"/>
                        </a:rPr>
                        <a:t>統計ログ(文書情報_構造化情報)ファイル</a:t>
                      </a:r>
                      <a:endParaRPr kumimoji="1" lang="ja-JP" altLang="en-US" sz="900"/>
                    </a:p>
                  </a:txBody>
                  <a:tcPr>
                    <a:solidFill>
                      <a:srgbClr val="E7F1FA"/>
                    </a:solidFill>
                  </a:tcPr>
                </a:tc>
                <a:tc>
                  <a:txBody>
                    <a:bodyPr/>
                    <a:lstStyle/>
                    <a:p>
                      <a:pPr marL="0" marR="0" lvl="0" indent="0" algn="l" defTabSz="878275" rtl="0" eaLnBrk="1" fontAlgn="auto" latinLnBrk="0" hangingPunct="1">
                        <a:lnSpc>
                          <a:spcPct val="100000"/>
                        </a:lnSpc>
                        <a:spcBef>
                          <a:spcPts val="0"/>
                        </a:spcBef>
                        <a:spcAft>
                          <a:spcPts val="0"/>
                        </a:spcAft>
                        <a:buClrTx/>
                        <a:buSzTx/>
                        <a:buFontTx/>
                        <a:buNone/>
                        <a:tabLst/>
                        <a:defRPr/>
                      </a:pPr>
                      <a:r>
                        <a:rPr kumimoji="1" lang="ja-JP" altLang="en-US" sz="900"/>
                        <a:t>統計用の抽出ログ</a:t>
                      </a:r>
                      <a:endParaRPr kumimoji="1" lang="en-US" altLang="ja-JP" sz="900"/>
                    </a:p>
                  </a:txBody>
                  <a:tcPr>
                    <a:solidFill>
                      <a:srgbClr val="E7F1FA"/>
                    </a:solidFill>
                  </a:tcPr>
                </a:tc>
                <a:tc>
                  <a:txBody>
                    <a:bodyPr/>
                    <a:lstStyle/>
                    <a:p>
                      <a:r>
                        <a:rPr kumimoji="1" lang="ja-JP" altLang="en-US" sz="800"/>
                        <a:t>(出力項目：機能</a:t>
                      </a:r>
                      <a:r>
                        <a:rPr kumimoji="1" lang="en-US" altLang="ja-JP" sz="800"/>
                        <a:t>ID</a:t>
                      </a:r>
                      <a:r>
                        <a:rPr kumimoji="1" lang="ja-JP" altLang="en-US" sz="800"/>
                        <a:t>、紹介元医療機関コード、文書情報</a:t>
                      </a:r>
                      <a:r>
                        <a:rPr kumimoji="1" lang="en-US" altLang="ja-JP" sz="800"/>
                        <a:t>ID</a:t>
                      </a:r>
                      <a:r>
                        <a:rPr kumimoji="1" lang="ja-JP" altLang="en-US" sz="800"/>
                        <a:t>、処理日時、種別、コード値、セクション名、</a:t>
                      </a:r>
                      <a:r>
                        <a:rPr kumimoji="1" lang="en-US" altLang="ja-JP" sz="800"/>
                        <a:t>entry.reference</a:t>
                      </a:r>
                      <a:r>
                        <a:rPr kumimoji="1" lang="ja-JP" altLang="en-US" sz="800"/>
                        <a:t>の出現数)</a:t>
                      </a:r>
                    </a:p>
                  </a:txBody>
                  <a:tcPr>
                    <a:solidFill>
                      <a:srgbClr val="E7F1FA"/>
                    </a:solidFill>
                  </a:tcPr>
                </a:tc>
                <a:tc>
                  <a:txBody>
                    <a:bodyPr/>
                    <a:lstStyle/>
                    <a:p>
                      <a:pPr marL="0" marR="0" lvl="0" indent="0" algn="l" defTabSz="878275"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Arial"/>
                          <a:ea typeface="Meiryo UI"/>
                          <a:cs typeface="+mn-cs"/>
                        </a:rPr>
                        <a:t>同上</a:t>
                      </a:r>
                    </a:p>
                  </a:txBody>
                  <a:tcPr>
                    <a:solidFill>
                      <a:srgbClr val="E7F1FA"/>
                    </a:solidFill>
                  </a:tcPr>
                </a:tc>
                <a:extLst>
                  <a:ext uri="{0D108BD9-81ED-4DB2-BD59-A6C34878D82A}">
                    <a16:rowId xmlns:a16="http://schemas.microsoft.com/office/drawing/2014/main" val="4038156803"/>
                  </a:ext>
                </a:extLst>
              </a:tr>
              <a:tr h="217699">
                <a:tc>
                  <a:txBody>
                    <a:bodyPr/>
                    <a:lstStyle/>
                    <a:p>
                      <a:r>
                        <a:rPr kumimoji="1" lang="en-US" altLang="ja-JP" sz="900"/>
                        <a:t>9</a:t>
                      </a:r>
                      <a:endParaRPr kumimoji="1" lang="ja-JP" altLang="en-US" sz="900"/>
                    </a:p>
                  </a:txBody>
                  <a:tcPr>
                    <a:solidFill>
                      <a:srgbClr val="CCE3F5"/>
                    </a:solidFill>
                  </a:tcPr>
                </a:tc>
                <a:tc>
                  <a:txBody>
                    <a:bodyPr/>
                    <a:lstStyle/>
                    <a:p>
                      <a:r>
                        <a:rPr kumimoji="1" lang="ja-JP" altLang="ja-JP" sz="900" b="0" i="0" kern="1200">
                          <a:solidFill>
                            <a:schemeClr val="dk1"/>
                          </a:solidFill>
                          <a:effectLst/>
                          <a:latin typeface="+mn-lt"/>
                          <a:ea typeface="+mn-ea"/>
                          <a:cs typeface="+mn-cs"/>
                        </a:rPr>
                        <a:t>統計ログ(エラー詳細)ファイル</a:t>
                      </a:r>
                      <a:endParaRPr kumimoji="1" lang="ja-JP" altLang="en-US" sz="900"/>
                    </a:p>
                  </a:txBody>
                  <a:tcPr>
                    <a:solidFill>
                      <a:srgbClr val="CCE3F5"/>
                    </a:solidFill>
                  </a:tcPr>
                </a:tc>
                <a:tc>
                  <a:txBody>
                    <a:bodyPr/>
                    <a:lstStyle/>
                    <a:p>
                      <a:pPr marL="0" marR="0" lvl="0" indent="0" algn="l" defTabSz="878275" rtl="0" eaLnBrk="1" fontAlgn="auto" latinLnBrk="0" hangingPunct="1">
                        <a:lnSpc>
                          <a:spcPct val="100000"/>
                        </a:lnSpc>
                        <a:spcBef>
                          <a:spcPts val="0"/>
                        </a:spcBef>
                        <a:spcAft>
                          <a:spcPts val="0"/>
                        </a:spcAft>
                        <a:buClrTx/>
                        <a:buSzTx/>
                        <a:buFontTx/>
                        <a:buNone/>
                        <a:tabLst/>
                        <a:defRPr/>
                      </a:pPr>
                      <a:r>
                        <a:rPr kumimoji="1" lang="ja-JP" altLang="en-US" sz="900"/>
                        <a:t>統計用の抽出ログ</a:t>
                      </a:r>
                      <a:endParaRPr kumimoji="1" lang="en-US" altLang="ja-JP" sz="900"/>
                    </a:p>
                  </a:txBody>
                  <a:tcPr>
                    <a:solidFill>
                      <a:srgbClr val="CCE3F5"/>
                    </a:solidFill>
                  </a:tcPr>
                </a:tc>
                <a:tc>
                  <a:txBody>
                    <a:bodyPr/>
                    <a:lstStyle/>
                    <a:p>
                      <a:r>
                        <a:rPr kumimoji="1" lang="ja-JP" altLang="en-US" sz="800"/>
                        <a:t>(出力項目：処理日時、処理結果コード、メッセージ内容、エラー詳細)</a:t>
                      </a:r>
                    </a:p>
                    <a:p>
                      <a:endParaRPr kumimoji="1" lang="ja-JP" altLang="en-US" sz="1200"/>
                    </a:p>
                  </a:txBody>
                  <a:tcPr>
                    <a:solidFill>
                      <a:srgbClr val="CCE3F5"/>
                    </a:solidFill>
                  </a:tcPr>
                </a:tc>
                <a:tc>
                  <a:txBody>
                    <a:bodyPr/>
                    <a:lstStyle/>
                    <a:p>
                      <a:pPr marL="0" marR="0" lvl="0" indent="0" algn="l" defTabSz="878275"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Arial"/>
                          <a:ea typeface="Meiryo UI"/>
                          <a:cs typeface="+mn-cs"/>
                        </a:rPr>
                        <a:t>同上</a:t>
                      </a:r>
                    </a:p>
                  </a:txBody>
                  <a:tcPr>
                    <a:solidFill>
                      <a:srgbClr val="CCE3F5"/>
                    </a:solidFill>
                  </a:tcPr>
                </a:tc>
                <a:extLst>
                  <a:ext uri="{0D108BD9-81ED-4DB2-BD59-A6C34878D82A}">
                    <a16:rowId xmlns:a16="http://schemas.microsoft.com/office/drawing/2014/main" val="2761954154"/>
                  </a:ext>
                </a:extLst>
              </a:tr>
            </a:tbl>
          </a:graphicData>
        </a:graphic>
      </p:graphicFrame>
      <p:sp>
        <p:nvSpPr>
          <p:cNvPr id="5" name="正方形/長方形 4">
            <a:extLst>
              <a:ext uri="{FF2B5EF4-FFF2-40B4-BE49-F238E27FC236}">
                <a16:creationId xmlns:a16="http://schemas.microsoft.com/office/drawing/2014/main" id="{8638B74C-2E0D-949E-5264-A7DFB67B6A66}"/>
              </a:ext>
            </a:extLst>
          </p:cNvPr>
          <p:cNvSpPr/>
          <p:nvPr/>
        </p:nvSpPr>
        <p:spPr>
          <a:xfrm>
            <a:off x="8318501" y="861327"/>
            <a:ext cx="1338474" cy="5242560"/>
          </a:xfrm>
          <a:prstGeom prst="rect">
            <a:avLst/>
          </a:prstGeom>
          <a:noFill/>
          <a:ln w="28575">
            <a:solidFill>
              <a:srgbClr val="FF0000"/>
            </a:solidFill>
          </a:ln>
        </p:spPr>
        <p:txBody>
          <a:bodyPr rtlCol="0" anchor="ct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1" lang="ja-JP" altLang="en-US" sz="1400" b="0" i="0" u="none" strike="noStrike" kern="1200" cap="none" spc="0" normalizeH="0" baseline="0" noProof="0" err="1">
              <a:ln>
                <a:noFill/>
              </a:ln>
              <a:solidFill>
                <a:prstClr val="black"/>
              </a:solidFill>
              <a:effectLst/>
              <a:uLnTx/>
              <a:uFillTx/>
              <a:latin typeface="Meiryo UI"/>
              <a:ea typeface="Meiryo UI"/>
              <a:cs typeface="+mn-cs"/>
            </a:endParaRPr>
          </a:p>
        </p:txBody>
      </p:sp>
      <p:cxnSp>
        <p:nvCxnSpPr>
          <p:cNvPr id="6" name="直線矢印コネクタ 5">
            <a:extLst>
              <a:ext uri="{FF2B5EF4-FFF2-40B4-BE49-F238E27FC236}">
                <a16:creationId xmlns:a16="http://schemas.microsoft.com/office/drawing/2014/main" id="{2697E057-BA0F-107F-910A-EF04346E9920}"/>
              </a:ext>
            </a:extLst>
          </p:cNvPr>
          <p:cNvCxnSpPr>
            <a:cxnSpLocks/>
          </p:cNvCxnSpPr>
          <p:nvPr/>
        </p:nvCxnSpPr>
        <p:spPr bwMode="auto">
          <a:xfrm>
            <a:off x="9542001" y="1371600"/>
            <a:ext cx="0" cy="2057400"/>
          </a:xfrm>
          <a:prstGeom prst="straightConnector1">
            <a:avLst/>
          </a:prstGeom>
          <a:solidFill>
            <a:schemeClr val="bg1"/>
          </a:solidFill>
          <a:ln w="9525" cap="flat" cmpd="sng" algn="ctr">
            <a:solidFill>
              <a:srgbClr val="00B050"/>
            </a:solidFill>
            <a:prstDash val="solid"/>
            <a:round/>
            <a:headEnd type="triangle"/>
            <a:tailEnd type="triangle"/>
          </a:ln>
          <a:effectLst/>
        </p:spPr>
      </p:cxnSp>
      <p:sp>
        <p:nvSpPr>
          <p:cNvPr id="7" name="正方形/長方形 6">
            <a:extLst>
              <a:ext uri="{FF2B5EF4-FFF2-40B4-BE49-F238E27FC236}">
                <a16:creationId xmlns:a16="http://schemas.microsoft.com/office/drawing/2014/main" id="{94B7FE0A-9CAE-40D8-7B80-084B98EA84DC}"/>
              </a:ext>
            </a:extLst>
          </p:cNvPr>
          <p:cNvSpPr/>
          <p:nvPr/>
        </p:nvSpPr>
        <p:spPr>
          <a:xfrm>
            <a:off x="9276140" y="2041987"/>
            <a:ext cx="265861" cy="978851"/>
          </a:xfrm>
          <a:prstGeom prst="rect">
            <a:avLst/>
          </a:prstGeom>
          <a:solidFill>
            <a:schemeClr val="accent3">
              <a:lumMod val="20000"/>
              <a:lumOff val="80000"/>
            </a:schemeClr>
          </a:solidFill>
          <a:ln>
            <a:solidFill>
              <a:srgbClr val="00B050"/>
            </a:solidFill>
          </a:ln>
        </p:spPr>
        <p:txBody>
          <a:bodyPr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1400" b="0" i="0" u="none" strike="noStrike" kern="1200" cap="none" spc="0" normalizeH="0" baseline="0" noProof="0">
                <a:ln>
                  <a:noFill/>
                </a:ln>
                <a:solidFill>
                  <a:prstClr val="black"/>
                </a:solidFill>
                <a:effectLst/>
                <a:uLnTx/>
                <a:uFillTx/>
                <a:latin typeface="Meiryo UI"/>
                <a:ea typeface="Meiryo UI"/>
                <a:cs typeface="+mn-cs"/>
              </a:rPr>
              <a:t>統計</a:t>
            </a:r>
          </a:p>
        </p:txBody>
      </p:sp>
      <p:cxnSp>
        <p:nvCxnSpPr>
          <p:cNvPr id="11" name="直線矢印コネクタ 10">
            <a:extLst>
              <a:ext uri="{FF2B5EF4-FFF2-40B4-BE49-F238E27FC236}">
                <a16:creationId xmlns:a16="http://schemas.microsoft.com/office/drawing/2014/main" id="{34D27E4A-8E79-6735-3A51-9360E7F9F2DD}"/>
              </a:ext>
            </a:extLst>
          </p:cNvPr>
          <p:cNvCxnSpPr>
            <a:cxnSpLocks/>
          </p:cNvCxnSpPr>
          <p:nvPr/>
        </p:nvCxnSpPr>
        <p:spPr bwMode="auto">
          <a:xfrm>
            <a:off x="9542001" y="3837163"/>
            <a:ext cx="0" cy="2193010"/>
          </a:xfrm>
          <a:prstGeom prst="straightConnector1">
            <a:avLst/>
          </a:prstGeom>
          <a:solidFill>
            <a:schemeClr val="bg1"/>
          </a:solidFill>
          <a:ln w="9525" cap="flat" cmpd="sng" algn="ctr">
            <a:solidFill>
              <a:srgbClr val="00B050"/>
            </a:solidFill>
            <a:prstDash val="solid"/>
            <a:round/>
            <a:headEnd type="triangle"/>
            <a:tailEnd type="triangle"/>
          </a:ln>
          <a:effectLst/>
        </p:spPr>
      </p:cxnSp>
      <p:sp>
        <p:nvSpPr>
          <p:cNvPr id="12" name="正方形/長方形 11">
            <a:extLst>
              <a:ext uri="{FF2B5EF4-FFF2-40B4-BE49-F238E27FC236}">
                <a16:creationId xmlns:a16="http://schemas.microsoft.com/office/drawing/2014/main" id="{4FEBC2CA-D99A-7581-DDD7-517659B14E25}"/>
              </a:ext>
            </a:extLst>
          </p:cNvPr>
          <p:cNvSpPr/>
          <p:nvPr/>
        </p:nvSpPr>
        <p:spPr>
          <a:xfrm>
            <a:off x="9276140" y="4507550"/>
            <a:ext cx="265861" cy="978851"/>
          </a:xfrm>
          <a:prstGeom prst="rect">
            <a:avLst/>
          </a:prstGeom>
          <a:solidFill>
            <a:schemeClr val="accent3">
              <a:lumMod val="20000"/>
              <a:lumOff val="80000"/>
            </a:schemeClr>
          </a:solidFill>
          <a:ln>
            <a:solidFill>
              <a:srgbClr val="00B050"/>
            </a:solidFill>
          </a:ln>
        </p:spPr>
        <p:txBody>
          <a:bodyPr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1400" b="0" i="0" u="none" strike="noStrike" kern="1200" cap="none" spc="0" normalizeH="0" baseline="0" noProof="0">
                <a:ln>
                  <a:noFill/>
                </a:ln>
                <a:solidFill>
                  <a:prstClr val="black"/>
                </a:solidFill>
                <a:effectLst/>
                <a:uLnTx/>
                <a:uFillTx/>
                <a:latin typeface="Meiryo UI"/>
                <a:ea typeface="Meiryo UI"/>
                <a:cs typeface="+mn-cs"/>
              </a:rPr>
              <a:t>ログ</a:t>
            </a:r>
          </a:p>
        </p:txBody>
      </p:sp>
      <p:sp>
        <p:nvSpPr>
          <p:cNvPr id="8" name="正方形/長方形 7">
            <a:extLst>
              <a:ext uri="{FF2B5EF4-FFF2-40B4-BE49-F238E27FC236}">
                <a16:creationId xmlns:a16="http://schemas.microsoft.com/office/drawing/2014/main" id="{6A87B75A-DA7B-11BA-EBC2-635AB9D0EB79}"/>
              </a:ext>
            </a:extLst>
          </p:cNvPr>
          <p:cNvSpPr/>
          <p:nvPr/>
        </p:nvSpPr>
        <p:spPr>
          <a:xfrm>
            <a:off x="6755780" y="387587"/>
            <a:ext cx="3002588" cy="265249"/>
          </a:xfrm>
          <a:prstGeom prst="rect">
            <a:avLst/>
          </a:prstGeom>
          <a:solidFill>
            <a:srgbClr val="FFFF00"/>
          </a:solidFill>
          <a:ln>
            <a:noFill/>
          </a:ln>
        </p:spPr>
        <p:txBody>
          <a:bodyPr rtlCol="0" anchor="ct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ja-JP" altLang="en-US" sz="1400" b="0" i="0" u="none" strike="noStrike" kern="1200" cap="none" spc="0" normalizeH="0" baseline="0" noProof="0">
                <a:ln>
                  <a:noFill/>
                </a:ln>
                <a:solidFill>
                  <a:prstClr val="black"/>
                </a:solidFill>
                <a:effectLst/>
                <a:uLnTx/>
                <a:uFillTx/>
                <a:latin typeface="Meiryo UI"/>
                <a:ea typeface="Meiryo UI"/>
                <a:cs typeface="+mn-cs"/>
              </a:rPr>
              <a:t>参考：</a:t>
            </a:r>
            <a:r>
              <a:rPr kumimoji="1" lang="en-US" altLang="ja-JP" sz="1400" b="0" i="0" u="none" strike="noStrike" kern="1200" cap="none" spc="0" normalizeH="0" baseline="0" noProof="0">
                <a:ln>
                  <a:noFill/>
                </a:ln>
                <a:solidFill>
                  <a:prstClr val="black"/>
                </a:solidFill>
                <a:effectLst/>
                <a:uLnTx/>
                <a:uFillTx/>
                <a:latin typeface="Meiryo UI"/>
                <a:ea typeface="Meiryo UI"/>
                <a:cs typeface="+mn-cs"/>
              </a:rPr>
              <a:t>10/5 </a:t>
            </a:r>
            <a:r>
              <a:rPr kumimoji="1" lang="en-US" altLang="ja-JP" sz="1400" b="0" i="0" u="none" strike="noStrike" kern="1200" cap="none" spc="0" normalizeH="0" baseline="0" noProof="0" err="1">
                <a:ln>
                  <a:noFill/>
                </a:ln>
                <a:solidFill>
                  <a:prstClr val="black"/>
                </a:solidFill>
                <a:effectLst/>
                <a:uLnTx/>
                <a:uFillTx/>
                <a:latin typeface="Meiryo UI"/>
                <a:ea typeface="Meiryo UI"/>
                <a:cs typeface="+mn-cs"/>
              </a:rPr>
              <a:t>開発課題検討会資料</a:t>
            </a:r>
            <a:endParaRPr kumimoji="1" lang="en-US" altLang="ja-JP" sz="1400" b="0" i="0" u="none" strike="noStrike" kern="1200" cap="none" spc="0" normalizeH="0" baseline="0" noProof="0">
              <a:ln>
                <a:noFill/>
              </a:ln>
              <a:solidFill>
                <a:prstClr val="black"/>
              </a:solidFill>
              <a:effectLst/>
              <a:uLnTx/>
              <a:uFillTx/>
              <a:latin typeface="Meiryo UI"/>
              <a:ea typeface="Meiryo UI"/>
              <a:cs typeface="+mn-cs"/>
            </a:endParaRPr>
          </a:p>
        </p:txBody>
      </p:sp>
    </p:spTree>
    <p:extLst>
      <p:ext uri="{BB962C8B-B14F-4D97-AF65-F5344CB8AC3E}">
        <p14:creationId xmlns:p14="http://schemas.microsoft.com/office/powerpoint/2010/main" val="36598056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9733D-CFD4-EBE7-EE88-E56603ADFA5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3F4DD1F-85B3-C5FD-8BB5-D226E5E8E603}"/>
              </a:ext>
            </a:extLst>
          </p:cNvPr>
          <p:cNvSpPr>
            <a:spLocks noGrp="1"/>
          </p:cNvSpPr>
          <p:nvPr>
            <p:ph type="title"/>
          </p:nvPr>
        </p:nvSpPr>
        <p:spPr/>
        <p:txBody>
          <a:bodyPr>
            <a:normAutofit fontScale="90000"/>
          </a:bodyPr>
          <a:lstStyle/>
          <a:p>
            <a:r>
              <a:rPr lang="ja-JP" altLang="en-US"/>
              <a:t>５</a:t>
            </a:r>
            <a:r>
              <a:rPr lang="en-US" altLang="ja-JP"/>
              <a:t>．</a:t>
            </a:r>
            <a:r>
              <a:rPr lang="en-US" altLang="ja-JP" err="1"/>
              <a:t>文書情報</a:t>
            </a:r>
            <a:r>
              <a:rPr lang="ja-JP" altLang="en-US"/>
              <a:t>の介護連携：ログ統計機能に係る改修内容の確認</a:t>
            </a:r>
            <a:br>
              <a:rPr lang="en-US" altLang="ja-JP"/>
            </a:br>
            <a:r>
              <a:rPr lang="ja-JP" altLang="en-US"/>
              <a:t>補足２：既存機能のアウトプット・介護向け改修案（月次・年次）</a:t>
            </a:r>
            <a:endParaRPr kumimoji="1" lang="ja-JP" altLang="en-US" b="0"/>
          </a:p>
        </p:txBody>
      </p:sp>
      <p:graphicFrame>
        <p:nvGraphicFramePr>
          <p:cNvPr id="4" name="表 3">
            <a:extLst>
              <a:ext uri="{FF2B5EF4-FFF2-40B4-BE49-F238E27FC236}">
                <a16:creationId xmlns:a16="http://schemas.microsoft.com/office/drawing/2014/main" id="{C13FDCFF-EC44-ED5E-CB09-F481AD74DB7F}"/>
              </a:ext>
            </a:extLst>
          </p:cNvPr>
          <p:cNvGraphicFramePr>
            <a:graphicFrameLocks noGrp="1"/>
          </p:cNvGraphicFramePr>
          <p:nvPr/>
        </p:nvGraphicFramePr>
        <p:xfrm>
          <a:off x="114137" y="861327"/>
          <a:ext cx="9542837" cy="2209800"/>
        </p:xfrm>
        <a:graphic>
          <a:graphicData uri="http://schemas.openxmlformats.org/drawingml/2006/table">
            <a:tbl>
              <a:tblPr firstRow="1" bandRow="1">
                <a:tableStyleId>{5C22544A-7EE6-4342-B048-85BDC9FD1C3A}</a:tableStyleId>
              </a:tblPr>
              <a:tblGrid>
                <a:gridCol w="289723">
                  <a:extLst>
                    <a:ext uri="{9D8B030D-6E8A-4147-A177-3AD203B41FA5}">
                      <a16:colId xmlns:a16="http://schemas.microsoft.com/office/drawing/2014/main" val="3360174825"/>
                    </a:ext>
                  </a:extLst>
                </a:gridCol>
                <a:gridCol w="1562100">
                  <a:extLst>
                    <a:ext uri="{9D8B030D-6E8A-4147-A177-3AD203B41FA5}">
                      <a16:colId xmlns:a16="http://schemas.microsoft.com/office/drawing/2014/main" val="4059940852"/>
                    </a:ext>
                  </a:extLst>
                </a:gridCol>
                <a:gridCol w="1630680">
                  <a:extLst>
                    <a:ext uri="{9D8B030D-6E8A-4147-A177-3AD203B41FA5}">
                      <a16:colId xmlns:a16="http://schemas.microsoft.com/office/drawing/2014/main" val="1393460513"/>
                    </a:ext>
                  </a:extLst>
                </a:gridCol>
                <a:gridCol w="4704801">
                  <a:extLst>
                    <a:ext uri="{9D8B030D-6E8A-4147-A177-3AD203B41FA5}">
                      <a16:colId xmlns:a16="http://schemas.microsoft.com/office/drawing/2014/main" val="2476254943"/>
                    </a:ext>
                  </a:extLst>
                </a:gridCol>
                <a:gridCol w="1355533">
                  <a:extLst>
                    <a:ext uri="{9D8B030D-6E8A-4147-A177-3AD203B41FA5}">
                      <a16:colId xmlns:a16="http://schemas.microsoft.com/office/drawing/2014/main" val="1692457282"/>
                    </a:ext>
                  </a:extLst>
                </a:gridCol>
              </a:tblGrid>
              <a:tr h="122446">
                <a:tc>
                  <a:txBody>
                    <a:bodyPr/>
                    <a:lstStyle/>
                    <a:p>
                      <a:pPr algn="ctr"/>
                      <a:r>
                        <a:rPr kumimoji="1" lang="ja-JP" altLang="en-US" sz="1200"/>
                        <a:t>#</a:t>
                      </a:r>
                      <a:endParaRPr kumimoji="1" lang="en-US" altLang="ja-JP" sz="1200"/>
                    </a:p>
                  </a:txBody>
                  <a:tcPr>
                    <a:solidFill>
                      <a:srgbClr val="1CADE4"/>
                    </a:solidFill>
                  </a:tcPr>
                </a:tc>
                <a:tc>
                  <a:txBody>
                    <a:bodyPr/>
                    <a:lstStyle/>
                    <a:p>
                      <a:pPr algn="ctr"/>
                      <a:r>
                        <a:rPr kumimoji="1" lang="ja-JP" altLang="en-US" sz="1200"/>
                        <a:t>ファイル名</a:t>
                      </a:r>
                      <a:endParaRPr kumimoji="1" lang="en-US" altLang="ja-JP" sz="1200"/>
                    </a:p>
                  </a:txBody>
                  <a:tcPr>
                    <a:solidFill>
                      <a:srgbClr val="1CADE4"/>
                    </a:solidFill>
                  </a:tcPr>
                </a:tc>
                <a:tc>
                  <a:txBody>
                    <a:bodyPr/>
                    <a:lstStyle/>
                    <a:p>
                      <a:pPr algn="ctr"/>
                      <a:r>
                        <a:rPr kumimoji="1" lang="ja-JP" altLang="en-US" sz="1200"/>
                        <a:t>統計内容</a:t>
                      </a:r>
                    </a:p>
                  </a:txBody>
                  <a:tcPr>
                    <a:solidFill>
                      <a:srgbClr val="1CADE4"/>
                    </a:solidFill>
                  </a:tcPr>
                </a:tc>
                <a:tc>
                  <a:txBody>
                    <a:bodyPr/>
                    <a:lstStyle/>
                    <a:p>
                      <a:pPr algn="ctr"/>
                      <a:r>
                        <a:rPr kumimoji="1" lang="ja-JP" altLang="en-US" sz="1200"/>
                        <a:t>主な集計項目</a:t>
                      </a:r>
                    </a:p>
                  </a:txBody>
                  <a:tcPr>
                    <a:solidFill>
                      <a:srgbClr val="1CADE4"/>
                    </a:solidFill>
                  </a:tcPr>
                </a:tc>
                <a:tc>
                  <a:txBody>
                    <a:bodyPr/>
                    <a:lstStyle/>
                    <a:p>
                      <a:pPr algn="ctr"/>
                      <a:r>
                        <a:rPr kumimoji="1" lang="ja-JP" altLang="en-US" sz="1200"/>
                        <a:t>介護向け改修案</a:t>
                      </a:r>
                    </a:p>
                  </a:txBody>
                  <a:tcPr>
                    <a:solidFill>
                      <a:srgbClr val="1CADE4"/>
                    </a:solidFill>
                  </a:tcPr>
                </a:tc>
                <a:extLst>
                  <a:ext uri="{0D108BD9-81ED-4DB2-BD59-A6C34878D82A}">
                    <a16:rowId xmlns:a16="http://schemas.microsoft.com/office/drawing/2014/main" val="3902118742"/>
                  </a:ext>
                </a:extLst>
              </a:tr>
              <a:tr h="217699">
                <a:tc>
                  <a:txBody>
                    <a:bodyPr/>
                    <a:lstStyle/>
                    <a:p>
                      <a:r>
                        <a:rPr kumimoji="1" lang="en-US" altLang="ja-JP" sz="900"/>
                        <a:t>1</a:t>
                      </a:r>
                      <a:endParaRPr kumimoji="1" lang="ja-JP" altLang="en-US" sz="900"/>
                    </a:p>
                  </a:txBody>
                  <a:tcPr>
                    <a:solidFill>
                      <a:srgbClr val="CCE3F5"/>
                    </a:solidFill>
                  </a:tcPr>
                </a:tc>
                <a:tc>
                  <a:txBody>
                    <a:bodyPr/>
                    <a:lstStyle/>
                    <a:p>
                      <a:pPr marL="0" marR="0" lvl="0" indent="0" algn="l" defTabSz="878275" rtl="0" eaLnBrk="1" fontAlgn="auto" latinLnBrk="0" hangingPunct="1">
                        <a:lnSpc>
                          <a:spcPct val="100000"/>
                        </a:lnSpc>
                        <a:spcBef>
                          <a:spcPts val="0"/>
                        </a:spcBef>
                        <a:spcAft>
                          <a:spcPts val="0"/>
                        </a:spcAft>
                        <a:buClrTx/>
                        <a:buSzTx/>
                        <a:buFontTx/>
                        <a:buNone/>
                        <a:tabLst/>
                        <a:defRPr/>
                      </a:pPr>
                      <a:r>
                        <a:rPr kumimoji="1" lang="ja-JP" altLang="en-US" sz="900" b="0" i="0" kern="1200">
                          <a:solidFill>
                            <a:schemeClr val="dk1"/>
                          </a:solidFill>
                          <a:effectLst/>
                          <a:latin typeface="+mn-lt"/>
                          <a:ea typeface="+mn-ea"/>
                          <a:cs typeface="+mn-cs"/>
                        </a:rPr>
                        <a:t>文書情報</a:t>
                      </a:r>
                      <a:r>
                        <a:rPr kumimoji="1" lang="en-US" altLang="ja-JP" sz="900" b="0" i="0" kern="1200">
                          <a:solidFill>
                            <a:schemeClr val="dk1"/>
                          </a:solidFill>
                          <a:effectLst/>
                          <a:latin typeface="+mn-lt"/>
                          <a:ea typeface="+mn-ea"/>
                          <a:cs typeface="+mn-cs"/>
                        </a:rPr>
                        <a:t>_</a:t>
                      </a:r>
                      <a:r>
                        <a:rPr kumimoji="1" lang="ja-JP" altLang="en-US" sz="900" b="0" i="0" kern="1200">
                          <a:solidFill>
                            <a:schemeClr val="dk1"/>
                          </a:solidFill>
                          <a:effectLst/>
                          <a:latin typeface="+mn-lt"/>
                          <a:ea typeface="+mn-ea"/>
                          <a:cs typeface="+mn-cs"/>
                        </a:rPr>
                        <a:t>登録・取得実績月次統計(医療機関等別)ファイル</a:t>
                      </a:r>
                      <a:endParaRPr kumimoji="1" lang="ja-JP" altLang="ja-JP" sz="900" b="0" i="0" kern="1200">
                        <a:solidFill>
                          <a:schemeClr val="dk1"/>
                        </a:solidFill>
                        <a:effectLst/>
                        <a:latin typeface="+mn-lt"/>
                        <a:ea typeface="+mn-ea"/>
                        <a:cs typeface="+mn-cs"/>
                      </a:endParaRPr>
                    </a:p>
                  </a:txBody>
                  <a:tcPr>
                    <a:solidFill>
                      <a:srgbClr val="CCE3F5"/>
                    </a:solidFill>
                  </a:tcPr>
                </a:tc>
                <a:tc>
                  <a:txBody>
                    <a:bodyPr/>
                    <a:lstStyle/>
                    <a:p>
                      <a:r>
                        <a:rPr kumimoji="1" lang="ja-JP" altLang="en-US" sz="900"/>
                        <a:t>登録元医療機関(名称、点数表、規模区分、地域等)、処理経路ごとに、登録件数等を集計</a:t>
                      </a:r>
                    </a:p>
                  </a:txBody>
                  <a:tcPr>
                    <a:solidFill>
                      <a:srgbClr val="CCE3F5"/>
                    </a:solidFill>
                  </a:tcPr>
                </a:tc>
                <a:tc>
                  <a:txBody>
                    <a:bodyPr/>
                    <a:lstStyle/>
                    <a:p>
                      <a:r>
                        <a:rPr kumimoji="1" lang="ja-JP" altLang="en-US" sz="800"/>
                        <a:t>文書登録件数、(添付あり／なし、退院時サマリーあり／なし)、文書登録エラー件数、添付登録件数、添付登録エラー件数、変更件数、変更エラー件数、取消件数、取消エラー件数</a:t>
                      </a:r>
                    </a:p>
                  </a:txBody>
                  <a:tcPr>
                    <a:solidFill>
                      <a:srgbClr val="CCE3F5"/>
                    </a:solidFill>
                  </a:tcPr>
                </a:tc>
                <a:tc>
                  <a:txBody>
                    <a:bodyPr/>
                    <a:lstStyle/>
                    <a:p>
                      <a:r>
                        <a:rPr kumimoji="1" lang="ja-JP" altLang="en-US" sz="800"/>
                        <a:t>・介護分を分離して、文書登録件数等を集計</a:t>
                      </a:r>
                    </a:p>
                  </a:txBody>
                  <a:tcPr>
                    <a:solidFill>
                      <a:srgbClr val="CCE3F5"/>
                    </a:solidFill>
                  </a:tcPr>
                </a:tc>
                <a:extLst>
                  <a:ext uri="{0D108BD9-81ED-4DB2-BD59-A6C34878D82A}">
                    <a16:rowId xmlns:a16="http://schemas.microsoft.com/office/drawing/2014/main" val="2581572791"/>
                  </a:ext>
                </a:extLst>
              </a:tr>
              <a:tr h="217699">
                <a:tc>
                  <a:txBody>
                    <a:bodyPr/>
                    <a:lstStyle/>
                    <a:p>
                      <a:r>
                        <a:rPr kumimoji="1" lang="en-US" altLang="ja-JP" sz="900"/>
                        <a:t>2</a:t>
                      </a:r>
                      <a:endParaRPr kumimoji="1" lang="ja-JP" altLang="en-US" sz="900"/>
                    </a:p>
                  </a:txBody>
                  <a:tcPr>
                    <a:solidFill>
                      <a:srgbClr val="E7F1FA"/>
                    </a:solidFill>
                  </a:tcPr>
                </a:tc>
                <a:tc>
                  <a:txBody>
                    <a:bodyPr/>
                    <a:lstStyle/>
                    <a:p>
                      <a:r>
                        <a:rPr kumimoji="1" lang="ja-JP" altLang="en-US" sz="900" b="0" i="0" kern="1200">
                          <a:solidFill>
                            <a:schemeClr val="dk1"/>
                          </a:solidFill>
                          <a:effectLst/>
                          <a:latin typeface="+mn-lt"/>
                          <a:ea typeface="+mn-ea"/>
                          <a:cs typeface="+mn-cs"/>
                        </a:rPr>
                        <a:t>文書情報</a:t>
                      </a:r>
                      <a:r>
                        <a:rPr kumimoji="1" lang="en-US" altLang="ja-JP" sz="900" b="0" i="0" kern="1200">
                          <a:solidFill>
                            <a:schemeClr val="dk1"/>
                          </a:solidFill>
                          <a:effectLst/>
                          <a:latin typeface="+mn-lt"/>
                          <a:ea typeface="+mn-ea"/>
                          <a:cs typeface="+mn-cs"/>
                        </a:rPr>
                        <a:t>_</a:t>
                      </a:r>
                      <a:r>
                        <a:rPr kumimoji="1" lang="ja-JP" altLang="en-US" sz="900" b="0" i="0" kern="1200">
                          <a:solidFill>
                            <a:schemeClr val="dk1"/>
                          </a:solidFill>
                          <a:effectLst/>
                          <a:latin typeface="+mn-lt"/>
                          <a:ea typeface="+mn-ea"/>
                          <a:cs typeface="+mn-cs"/>
                        </a:rPr>
                        <a:t>登録・取得実績月次統計(保険者別)ファイル</a:t>
                      </a:r>
                      <a:endParaRPr kumimoji="1" lang="ja-JP" altLang="en-US" sz="900"/>
                    </a:p>
                  </a:txBody>
                  <a:tcPr>
                    <a:solidFill>
                      <a:srgbClr val="E7F1FA"/>
                    </a:solidFill>
                  </a:tcPr>
                </a:tc>
                <a:tc>
                  <a:txBody>
                    <a:bodyPr/>
                    <a:lstStyle/>
                    <a:p>
                      <a:r>
                        <a:rPr kumimoji="1" lang="ja-JP" altLang="en-US" sz="900" b="0" i="0" kern="1200">
                          <a:solidFill>
                            <a:schemeClr val="dk1"/>
                          </a:solidFill>
                          <a:effectLst/>
                          <a:latin typeface="+mn-lt"/>
                          <a:ea typeface="+mn-ea"/>
                          <a:cs typeface="+mn-cs"/>
                        </a:rPr>
                        <a:t>医療保険、処理経路ごとに、</a:t>
                      </a:r>
                      <a:r>
                        <a:rPr kumimoji="1" lang="ja-JP" altLang="en-US" sz="900"/>
                        <a:t>登録件数等を集計</a:t>
                      </a:r>
                      <a:endParaRPr kumimoji="1" lang="ja-JP" altLang="ja-JP" sz="900" b="0" i="0" kern="1200">
                        <a:solidFill>
                          <a:schemeClr val="dk1"/>
                        </a:solidFill>
                        <a:effectLst/>
                        <a:latin typeface="+mn-lt"/>
                        <a:ea typeface="+mn-ea"/>
                        <a:cs typeface="+mn-cs"/>
                      </a:endParaRPr>
                    </a:p>
                  </a:txBody>
                  <a:tcPr>
                    <a:solidFill>
                      <a:srgbClr val="E7F1FA"/>
                    </a:solidFill>
                  </a:tcPr>
                </a:tc>
                <a:tc>
                  <a:txBody>
                    <a:bodyPr/>
                    <a:lstStyle/>
                    <a:p>
                      <a:pPr marL="0" marR="0" lvl="0" indent="0" algn="l" defTabSz="878275" rtl="0" eaLnBrk="1" fontAlgn="auto" latinLnBrk="0" hangingPunct="1">
                        <a:lnSpc>
                          <a:spcPct val="100000"/>
                        </a:lnSpc>
                        <a:spcBef>
                          <a:spcPts val="0"/>
                        </a:spcBef>
                        <a:spcAft>
                          <a:spcPts val="0"/>
                        </a:spcAft>
                        <a:buClrTx/>
                        <a:buSzTx/>
                        <a:buFontTx/>
                        <a:buNone/>
                        <a:tabLst/>
                        <a:defRPr/>
                      </a:pPr>
                      <a:r>
                        <a:rPr kumimoji="1" lang="ja-JP" altLang="en-US" sz="800"/>
                        <a:t>文書登録件数、(添付あり／なし、退院時サマリーあり／なし)、文書登録エラー件数、添付登録件数、添付登録エラー件数、変更件数、変更エラー件数、取消件数、取消エラー件数</a:t>
                      </a:r>
                    </a:p>
                  </a:txBody>
                  <a:tcPr>
                    <a:solidFill>
                      <a:srgbClr val="E7F1FA"/>
                    </a:solidFill>
                  </a:tcPr>
                </a:tc>
                <a:tc>
                  <a:txBody>
                    <a:bodyPr/>
                    <a:lstStyle/>
                    <a:p>
                      <a:pPr marL="0" marR="0" lvl="0" indent="0" algn="l" defTabSz="878275"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Arial"/>
                          <a:ea typeface="Meiryo UI"/>
                          <a:cs typeface="+mn-cs"/>
                        </a:rPr>
                        <a:t>同上</a:t>
                      </a:r>
                    </a:p>
                  </a:txBody>
                  <a:tcPr>
                    <a:solidFill>
                      <a:srgbClr val="E7F1FA"/>
                    </a:solidFill>
                  </a:tcPr>
                </a:tc>
                <a:extLst>
                  <a:ext uri="{0D108BD9-81ED-4DB2-BD59-A6C34878D82A}">
                    <a16:rowId xmlns:a16="http://schemas.microsoft.com/office/drawing/2014/main" val="1948819904"/>
                  </a:ext>
                </a:extLst>
              </a:tr>
              <a:tr h="217699">
                <a:tc>
                  <a:txBody>
                    <a:bodyPr/>
                    <a:lstStyle/>
                    <a:p>
                      <a:r>
                        <a:rPr kumimoji="1" lang="en-US" altLang="ja-JP" sz="900"/>
                        <a:t>3</a:t>
                      </a:r>
                      <a:endParaRPr kumimoji="1" lang="ja-JP" altLang="en-US" sz="900"/>
                    </a:p>
                  </a:txBody>
                  <a:tcPr>
                    <a:solidFill>
                      <a:srgbClr val="CCE3F5"/>
                    </a:solidFill>
                  </a:tcPr>
                </a:tc>
                <a:tc>
                  <a:txBody>
                    <a:bodyPr/>
                    <a:lstStyle/>
                    <a:p>
                      <a:r>
                        <a:rPr kumimoji="1" lang="en-US" altLang="ja-JP" sz="900" b="0" i="0" kern="1200">
                          <a:solidFill>
                            <a:schemeClr val="dk1"/>
                          </a:solidFill>
                          <a:effectLst/>
                          <a:latin typeface="+mn-lt"/>
                          <a:ea typeface="+mn-ea"/>
                          <a:cs typeface="+mn-cs"/>
                        </a:rPr>
                        <a:t>API</a:t>
                      </a:r>
                      <a:r>
                        <a:rPr kumimoji="1" lang="ja-JP" altLang="en-US" sz="900" b="0" i="0" kern="1200">
                          <a:solidFill>
                            <a:schemeClr val="dk1"/>
                          </a:solidFill>
                          <a:effectLst/>
                          <a:latin typeface="+mn-lt"/>
                          <a:ea typeface="+mn-ea"/>
                          <a:cs typeface="+mn-cs"/>
                        </a:rPr>
                        <a:t>実行数月次統計(医療機関等別)ファイル</a:t>
                      </a:r>
                      <a:endParaRPr kumimoji="1" lang="ja-JP" altLang="en-US" sz="900"/>
                    </a:p>
                  </a:txBody>
                  <a:tcPr>
                    <a:solidFill>
                      <a:srgbClr val="CCE3F5"/>
                    </a:solidFill>
                  </a:tcPr>
                </a:tc>
                <a:tc>
                  <a:txBody>
                    <a:bodyPr/>
                    <a:lstStyle/>
                    <a:p>
                      <a:pPr marL="0" marR="0" lvl="0" indent="0" algn="l" defTabSz="878275" rtl="0" eaLnBrk="1" fontAlgn="auto" latinLnBrk="0" hangingPunct="1">
                        <a:lnSpc>
                          <a:spcPct val="100000"/>
                        </a:lnSpc>
                        <a:spcBef>
                          <a:spcPts val="0"/>
                        </a:spcBef>
                        <a:spcAft>
                          <a:spcPts val="0"/>
                        </a:spcAft>
                        <a:buClrTx/>
                        <a:buSzTx/>
                        <a:buFontTx/>
                        <a:buNone/>
                        <a:tabLst/>
                        <a:defRPr/>
                      </a:pPr>
                      <a:r>
                        <a:rPr kumimoji="1" lang="ja-JP" altLang="en-US" sz="900"/>
                        <a:t>医療機関(名称、点数表、規模区分、地域等)、処理経路ごとに、</a:t>
                      </a:r>
                      <a:r>
                        <a:rPr kumimoji="1" lang="en-US" altLang="ja-JP" sz="900"/>
                        <a:t>API</a:t>
                      </a:r>
                      <a:r>
                        <a:rPr kumimoji="1" lang="ja-JP" altLang="en-US" sz="900"/>
                        <a:t>実行数を集計</a:t>
                      </a:r>
                    </a:p>
                  </a:txBody>
                  <a:tcPr>
                    <a:solidFill>
                      <a:srgbClr val="CCE3F5"/>
                    </a:solidFill>
                  </a:tcPr>
                </a:tc>
                <a:tc>
                  <a:txBody>
                    <a:bodyPr/>
                    <a:lstStyle/>
                    <a:p>
                      <a:r>
                        <a:rPr kumimoji="1" lang="ja-JP" altLang="en-US" sz="800"/>
                        <a:t>文書情報登録機能(正常／エラー)、添付情報登録機能(正常／エラー)、文書情報変更機能(正常／エラー)、文書情報取消機能(正常／エラー)、文書情報取得機能(正常／エラー)、添付情報取得機能(正常／エラー)、文書情報状況照会機能(正常／エラー)、自施設宛文書情報一覧取得機能(正常／エラー)、カルテ臨床情報登録機能(正常／エラー)、カルテ臨床情報変更機能(正常／エラー)、カルテ臨床情報取消機能(正常／エラー)、マスタファイル取得要求機能(正常／エラー)、</a:t>
                      </a:r>
                    </a:p>
                    <a:p>
                      <a:r>
                        <a:rPr kumimoji="1" lang="ja-JP" altLang="en-US" sz="800"/>
                        <a:t>健診文書登録機能(正常／エラー)、健診文書変更機能(正常／エラー)、健診文書取消機能(正常／エラー)、</a:t>
                      </a:r>
                      <a:br>
                        <a:rPr kumimoji="1" lang="en-US" altLang="ja-JP" sz="800"/>
                      </a:br>
                      <a:r>
                        <a:rPr kumimoji="1" lang="ja-JP" altLang="en-US" sz="800"/>
                        <a:t>療養計画書登録機能(正常／エラー)、療養計画書変更機能(正常／エラー)、療養計画書取消機能(正常／エラー)</a:t>
                      </a:r>
                    </a:p>
                  </a:txBody>
                  <a:tcPr>
                    <a:solidFill>
                      <a:srgbClr val="CCE3F5"/>
                    </a:solidFill>
                  </a:tcPr>
                </a:tc>
                <a:tc>
                  <a:txBody>
                    <a:bodyPr/>
                    <a:lstStyle/>
                    <a:p>
                      <a:pPr marL="0" marR="0" lvl="0" indent="0" algn="l" defTabSz="878275"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Arial"/>
                          <a:ea typeface="Meiryo UI"/>
                          <a:cs typeface="+mn-cs"/>
                        </a:rPr>
                        <a:t>同上</a:t>
                      </a:r>
                    </a:p>
                  </a:txBody>
                  <a:tcPr>
                    <a:solidFill>
                      <a:srgbClr val="CCE3F5"/>
                    </a:solidFill>
                  </a:tcPr>
                </a:tc>
                <a:extLst>
                  <a:ext uri="{0D108BD9-81ED-4DB2-BD59-A6C34878D82A}">
                    <a16:rowId xmlns:a16="http://schemas.microsoft.com/office/drawing/2014/main" val="2489846265"/>
                  </a:ext>
                </a:extLst>
              </a:tr>
            </a:tbl>
          </a:graphicData>
        </a:graphic>
      </p:graphicFrame>
      <p:sp>
        <p:nvSpPr>
          <p:cNvPr id="3" name="テキスト ボックス 2">
            <a:extLst>
              <a:ext uri="{FF2B5EF4-FFF2-40B4-BE49-F238E27FC236}">
                <a16:creationId xmlns:a16="http://schemas.microsoft.com/office/drawing/2014/main" id="{BEC5CB10-CBCE-A2E4-1A01-0ADEDC7999CF}"/>
              </a:ext>
            </a:extLst>
          </p:cNvPr>
          <p:cNvSpPr txBox="1"/>
          <p:nvPr/>
        </p:nvSpPr>
        <p:spPr>
          <a:xfrm>
            <a:off x="114137" y="3239758"/>
            <a:ext cx="9657192" cy="360000"/>
          </a:xfrm>
          <a:prstGeom prst="rect">
            <a:avLst/>
          </a:prstGeom>
          <a:noFill/>
        </p:spPr>
        <p:txBody>
          <a:bodyPr wrap="square" rtlCol="0">
            <a:noAutofit/>
          </a:bodyPr>
          <a:lstStyle/>
          <a:p>
            <a:pPr marL="0" marR="0" lvl="0" indent="0" algn="l" defTabSz="977316"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prstClr val="black"/>
                </a:solidFill>
                <a:effectLst/>
                <a:uLnTx/>
                <a:uFillTx/>
                <a:latin typeface="Meiryo UI"/>
                <a:ea typeface="Meiryo UI"/>
                <a:cs typeface="+mn-cs"/>
              </a:rPr>
              <a:t>※</a:t>
            </a:r>
            <a:r>
              <a:rPr kumimoji="1" lang="ja-JP" altLang="en-US" sz="1050" b="0" i="0" u="none" strike="noStrike" kern="1200" cap="none" spc="0" normalizeH="0" baseline="0" noProof="0">
                <a:ln>
                  <a:noFill/>
                </a:ln>
                <a:solidFill>
                  <a:prstClr val="black"/>
                </a:solidFill>
                <a:effectLst/>
                <a:uLnTx/>
                <a:uFillTx/>
                <a:latin typeface="Meiryo UI"/>
                <a:ea typeface="Meiryo UI"/>
                <a:cs typeface="+mn-cs"/>
              </a:rPr>
              <a:t>年次統計は、集計単位が年次になることと、ファイル名が「○○年次統計○○ファイル」に変わるだけで、統計内容、集計項目は同じ</a:t>
            </a:r>
            <a:endParaRPr kumimoji="1" lang="en-US" altLang="ja-JP" sz="1050" b="0" i="0" u="none" strike="noStrike" kern="1200" cap="none" spc="0" normalizeH="0" baseline="0" noProof="0">
              <a:ln>
                <a:noFill/>
              </a:ln>
              <a:solidFill>
                <a:prstClr val="black"/>
              </a:solidFill>
              <a:effectLst/>
              <a:uLnTx/>
              <a:uFillTx/>
              <a:latin typeface="Meiryo UI"/>
              <a:ea typeface="Meiryo UI"/>
              <a:cs typeface="+mn-cs"/>
            </a:endParaRPr>
          </a:p>
        </p:txBody>
      </p:sp>
      <p:sp>
        <p:nvSpPr>
          <p:cNvPr id="6" name="正方形/長方形 5">
            <a:extLst>
              <a:ext uri="{FF2B5EF4-FFF2-40B4-BE49-F238E27FC236}">
                <a16:creationId xmlns:a16="http://schemas.microsoft.com/office/drawing/2014/main" id="{B246FA99-6B68-8705-11AB-7F5D75043F9B}"/>
              </a:ext>
            </a:extLst>
          </p:cNvPr>
          <p:cNvSpPr/>
          <p:nvPr/>
        </p:nvSpPr>
        <p:spPr>
          <a:xfrm>
            <a:off x="8318501" y="861327"/>
            <a:ext cx="1338474" cy="2151294"/>
          </a:xfrm>
          <a:prstGeom prst="rect">
            <a:avLst/>
          </a:prstGeom>
          <a:noFill/>
          <a:ln w="28575">
            <a:solidFill>
              <a:srgbClr val="FF0000"/>
            </a:solidFill>
          </a:ln>
        </p:spPr>
        <p:txBody>
          <a:bodyPr rtlCol="0" anchor="ct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1" lang="ja-JP" altLang="en-US" sz="1400" b="0" i="0" u="none" strike="noStrike" kern="1200" cap="none" spc="0" normalizeH="0" baseline="0" noProof="0" err="1">
              <a:ln>
                <a:noFill/>
              </a:ln>
              <a:solidFill>
                <a:prstClr val="black"/>
              </a:solidFill>
              <a:effectLst/>
              <a:uLnTx/>
              <a:uFillTx/>
              <a:latin typeface="Meiryo UI"/>
              <a:ea typeface="Meiryo UI"/>
              <a:cs typeface="+mn-cs"/>
            </a:endParaRPr>
          </a:p>
        </p:txBody>
      </p:sp>
      <p:cxnSp>
        <p:nvCxnSpPr>
          <p:cNvPr id="5" name="直線矢印コネクタ 4">
            <a:extLst>
              <a:ext uri="{FF2B5EF4-FFF2-40B4-BE49-F238E27FC236}">
                <a16:creationId xmlns:a16="http://schemas.microsoft.com/office/drawing/2014/main" id="{6598575E-67D9-270C-46A0-E4EEB9ADAE29}"/>
              </a:ext>
            </a:extLst>
          </p:cNvPr>
          <p:cNvCxnSpPr>
            <a:cxnSpLocks/>
          </p:cNvCxnSpPr>
          <p:nvPr/>
        </p:nvCxnSpPr>
        <p:spPr bwMode="auto">
          <a:xfrm>
            <a:off x="9524044" y="1316889"/>
            <a:ext cx="0" cy="1649238"/>
          </a:xfrm>
          <a:prstGeom prst="straightConnector1">
            <a:avLst/>
          </a:prstGeom>
          <a:solidFill>
            <a:schemeClr val="bg1"/>
          </a:solidFill>
          <a:ln w="9525" cap="flat" cmpd="sng" algn="ctr">
            <a:solidFill>
              <a:srgbClr val="00B050"/>
            </a:solidFill>
            <a:prstDash val="solid"/>
            <a:round/>
            <a:headEnd type="triangle"/>
            <a:tailEnd type="triangle"/>
          </a:ln>
          <a:effectLst/>
        </p:spPr>
      </p:cxnSp>
      <p:sp>
        <p:nvSpPr>
          <p:cNvPr id="7" name="正方形/長方形 6">
            <a:extLst>
              <a:ext uri="{FF2B5EF4-FFF2-40B4-BE49-F238E27FC236}">
                <a16:creationId xmlns:a16="http://schemas.microsoft.com/office/drawing/2014/main" id="{8A4F2AC4-7D5A-48A9-7079-F9B3F02A4328}"/>
              </a:ext>
            </a:extLst>
          </p:cNvPr>
          <p:cNvSpPr/>
          <p:nvPr/>
        </p:nvSpPr>
        <p:spPr>
          <a:xfrm>
            <a:off x="9258183" y="1708307"/>
            <a:ext cx="265861" cy="978851"/>
          </a:xfrm>
          <a:prstGeom prst="rect">
            <a:avLst/>
          </a:prstGeom>
          <a:solidFill>
            <a:schemeClr val="accent3">
              <a:lumMod val="20000"/>
              <a:lumOff val="80000"/>
            </a:schemeClr>
          </a:solidFill>
          <a:ln>
            <a:solidFill>
              <a:srgbClr val="00B050"/>
            </a:solidFill>
          </a:ln>
        </p:spPr>
        <p:txBody>
          <a:bodyPr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1400" b="0" i="0" u="none" strike="noStrike" kern="1200" cap="none" spc="0" normalizeH="0" baseline="0" noProof="0">
                <a:ln>
                  <a:noFill/>
                </a:ln>
                <a:solidFill>
                  <a:prstClr val="black"/>
                </a:solidFill>
                <a:effectLst/>
                <a:uLnTx/>
                <a:uFillTx/>
                <a:latin typeface="Meiryo UI"/>
                <a:ea typeface="Meiryo UI"/>
                <a:cs typeface="+mn-cs"/>
              </a:rPr>
              <a:t>統計</a:t>
            </a:r>
          </a:p>
        </p:txBody>
      </p:sp>
      <p:sp>
        <p:nvSpPr>
          <p:cNvPr id="9" name="正方形/長方形 8">
            <a:extLst>
              <a:ext uri="{FF2B5EF4-FFF2-40B4-BE49-F238E27FC236}">
                <a16:creationId xmlns:a16="http://schemas.microsoft.com/office/drawing/2014/main" id="{F7457FCD-A12B-3B9F-AC34-18201B096BAD}"/>
              </a:ext>
            </a:extLst>
          </p:cNvPr>
          <p:cNvSpPr/>
          <p:nvPr/>
        </p:nvSpPr>
        <p:spPr>
          <a:xfrm>
            <a:off x="6755780" y="387587"/>
            <a:ext cx="3002588" cy="265249"/>
          </a:xfrm>
          <a:prstGeom prst="rect">
            <a:avLst/>
          </a:prstGeom>
          <a:solidFill>
            <a:srgbClr val="FFFF00"/>
          </a:solidFill>
          <a:ln>
            <a:noFill/>
          </a:ln>
        </p:spPr>
        <p:txBody>
          <a:bodyPr rtlCol="0" anchor="ct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ja-JP" altLang="en-US" sz="1400" b="0" i="0" u="none" strike="noStrike" kern="1200" cap="none" spc="0" normalizeH="0" baseline="0" noProof="0">
                <a:ln>
                  <a:noFill/>
                </a:ln>
                <a:solidFill>
                  <a:prstClr val="black"/>
                </a:solidFill>
                <a:effectLst/>
                <a:uLnTx/>
                <a:uFillTx/>
                <a:latin typeface="Meiryo UI"/>
                <a:ea typeface="Meiryo UI"/>
                <a:cs typeface="+mn-cs"/>
              </a:rPr>
              <a:t>参考：</a:t>
            </a:r>
            <a:r>
              <a:rPr kumimoji="1" lang="en-US" altLang="ja-JP" sz="1400" b="0" i="0" u="none" strike="noStrike" kern="1200" cap="none" spc="0" normalizeH="0" baseline="0" noProof="0">
                <a:ln>
                  <a:noFill/>
                </a:ln>
                <a:solidFill>
                  <a:prstClr val="black"/>
                </a:solidFill>
                <a:effectLst/>
                <a:uLnTx/>
                <a:uFillTx/>
                <a:latin typeface="Meiryo UI"/>
                <a:ea typeface="Meiryo UI"/>
                <a:cs typeface="+mn-cs"/>
              </a:rPr>
              <a:t>10/5 </a:t>
            </a:r>
            <a:r>
              <a:rPr kumimoji="1" lang="en-US" altLang="ja-JP" sz="1400" b="0" i="0" u="none" strike="noStrike" kern="1200" cap="none" spc="0" normalizeH="0" baseline="0" noProof="0" err="1">
                <a:ln>
                  <a:noFill/>
                </a:ln>
                <a:solidFill>
                  <a:prstClr val="black"/>
                </a:solidFill>
                <a:effectLst/>
                <a:uLnTx/>
                <a:uFillTx/>
                <a:latin typeface="Meiryo UI"/>
                <a:ea typeface="Meiryo UI"/>
                <a:cs typeface="+mn-cs"/>
              </a:rPr>
              <a:t>開発課題検討会資料</a:t>
            </a:r>
            <a:endParaRPr kumimoji="1" lang="en-US" altLang="ja-JP" sz="1400" b="0" i="0" u="none" strike="noStrike" kern="1200" cap="none" spc="0" normalizeH="0" baseline="0" noProof="0">
              <a:ln>
                <a:noFill/>
              </a:ln>
              <a:solidFill>
                <a:prstClr val="black"/>
              </a:solidFill>
              <a:effectLst/>
              <a:uLnTx/>
              <a:uFillTx/>
              <a:latin typeface="Meiryo UI"/>
              <a:ea typeface="Meiryo UI"/>
              <a:cs typeface="+mn-cs"/>
            </a:endParaRPr>
          </a:p>
        </p:txBody>
      </p:sp>
    </p:spTree>
    <p:extLst>
      <p:ext uri="{BB962C8B-B14F-4D97-AF65-F5344CB8AC3E}">
        <p14:creationId xmlns:p14="http://schemas.microsoft.com/office/powerpoint/2010/main" val="301670327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AGENUMBER" val="1"/>
  <p:tag name="AGENDAHEIGHT" val="295.574961853027"/>
  <p:tag name="THINKCELLPRESENTATIONDONOTDELETE" val="&lt;?xml version=&quot;1.0&quot; encoding=&quot;UTF-16&quot; standalone=&quot;yes&quot;?&gt;&lt;root reqver=&quot;28224&quot;&gt;&lt;version val=&quot;35766&quot;/&gt;&lt;CPresentation id=&quot;1&quot;&gt;&lt;m_precDefaultNumber&gt;&lt;m_yearfmt&gt;&lt;begin val=&quot;0&quot;/&gt;&lt;end val=&quot;4&quot;/&gt;&lt;/m_yearfmt&gt;&lt;/m_precDefaultNumber&gt;&lt;m_precDefaultPercent&gt;&lt;m_yearfmt&gt;&lt;begin val=&quot;0&quot;/&gt;&lt;end val=&quot;4&quot;/&gt;&lt;/m_yearfmt&gt;&lt;/m_precDefaultPercent&gt;&lt;m_precDefaultDate&gt;&lt;m_bNumberIsYear val=&quot;0&quot;/&gt;&lt;m_strFormatTime&gt;%Y/%m/%d&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d.&lt;/m_strFormatTime&gt;&lt;m_yearfmt&gt;&lt;begin val=&quot;0&quot;/&gt;&lt;end val=&quot;4&quot;/&gt;&lt;/m_yearfmt&gt;&lt;/m_precDefaultWeek&gt;&lt;m_precDefaultMonth&gt;&lt;m_bNumberIsYear val=&quot;0&quot;/&gt;&lt;m_strFormatTime&gt;%1&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bNumberIsYear val=&quot;0&quot;/&gt;&lt;m_strFormatTime&gt;%Y&lt;/m_strFormatTime&gt;&lt;m_yearfmt&gt;&lt;begin val=&quot;0&quot;/&gt;&lt;end val=&quot;0&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m_eweekdayFirstOfWeek val=&quot;1&quot;/&gt;&lt;m_eweekdayFirstOfWorkweek val=&quot;2&quot;/&gt;&lt;m_eweekdayFirstOfWeekend val=&quot;7&quot;/&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DATE" val="2025/09/10 16:00:42"/>
  <p:tag name="STYLE" val="AcnSubjectTitle"/>
</p:tagLst>
</file>

<file path=ppt/tags/tag4.xml><?xml version="1.0" encoding="utf-8"?>
<p:tagLst xmlns:a="http://schemas.openxmlformats.org/drawingml/2006/main" xmlns:r="http://schemas.openxmlformats.org/officeDocument/2006/relationships" xmlns:p="http://schemas.openxmlformats.org/presentationml/2006/main">
  <p:tag name="DATE" val="2025/09/10 16:00:42"/>
  <p:tag name="STYLE" val="AcnFootno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DATE" val="2025/09/10 16:00:42"/>
  <p:tag name="STYLE" val="AcnSubjectTitle"/>
</p:tagLst>
</file>

<file path=ppt/tags/tag7.xml><?xml version="1.0" encoding="utf-8"?>
<p:tagLst xmlns:a="http://schemas.openxmlformats.org/drawingml/2006/main" xmlns:r="http://schemas.openxmlformats.org/officeDocument/2006/relationships" xmlns:p="http://schemas.openxmlformats.org/presentationml/2006/main">
  <p:tag name="DATE" val="2025/09/10 16:00:42"/>
  <p:tag name="STYLE" val="AcnFootnote"/>
</p:tagLst>
</file>

<file path=ppt/tags/tag8.xml><?xml version="1.0" encoding="utf-8"?>
<p:tagLst xmlns:a="http://schemas.openxmlformats.org/drawingml/2006/main" xmlns:r="http://schemas.openxmlformats.org/officeDocument/2006/relationships" xmlns:p="http://schemas.openxmlformats.org/presentationml/2006/main">
  <p:tag name="COL" val="1"/>
  <p:tag name="ID" val="roadmap"/>
  <p:tag name="MONTH_LEVEL_HEADER" val="2026-04"/>
  <p:tag name="N_COUNT" val="4"/>
  <p:tag name="ROW" val="0"/>
</p:tagLst>
</file>

<file path=ppt/tags/tag9.xml><?xml version="1.0" encoding="utf-8"?>
<p:tagLst xmlns:a="http://schemas.openxmlformats.org/drawingml/2006/main" xmlns:r="http://schemas.openxmlformats.org/officeDocument/2006/relationships" xmlns:p="http://schemas.openxmlformats.org/presentationml/2006/main">
  <p:tag name="COL" val="5"/>
  <p:tag name="ID" val="roadmap"/>
  <p:tag name="MONTH_LEVEL_HEADER" val="2026-05"/>
  <p:tag name="N_COUNT" val="4"/>
  <p:tag name="ROW" val="0"/>
</p:tagLst>
</file>

<file path=ppt/tags/tag10.xml><?xml version="1.0" encoding="utf-8"?>
<p:tagLst xmlns:a="http://schemas.openxmlformats.org/drawingml/2006/main" xmlns:r="http://schemas.openxmlformats.org/officeDocument/2006/relationships" xmlns:p="http://schemas.openxmlformats.org/presentationml/2006/main">
  <p:tag name="COL" val="9"/>
  <p:tag name="ID" val="roadmap"/>
  <p:tag name="MONTH_LEVEL_HEADER" val="2026-06"/>
  <p:tag name="N_COUNT" val="5"/>
  <p:tag name="ROW" val="0"/>
</p:tagLst>
</file>

<file path=ppt/tags/tag11.xml><?xml version="1.0" encoding="utf-8"?>
<p:tagLst xmlns:a="http://schemas.openxmlformats.org/drawingml/2006/main" xmlns:r="http://schemas.openxmlformats.org/officeDocument/2006/relationships" xmlns:p="http://schemas.openxmlformats.org/presentationml/2006/main">
  <p:tag name="COL" val="14"/>
  <p:tag name="ID" val="roadmap"/>
  <p:tag name="MONTH_LEVEL_HEADER" val="2026-07"/>
  <p:tag name="N_COUNT" val="4"/>
  <p:tag name="ROW" val="0"/>
</p:tagLst>
</file>

<file path=ppt/tags/tag12.xml><?xml version="1.0" encoding="utf-8"?>
<p:tagLst xmlns:a="http://schemas.openxmlformats.org/drawingml/2006/main" xmlns:r="http://schemas.openxmlformats.org/officeDocument/2006/relationships" xmlns:p="http://schemas.openxmlformats.org/presentationml/2006/main">
  <p:tag name="COL" val="18"/>
  <p:tag name="ID" val="roadmap"/>
  <p:tag name="MONTH_LEVEL_HEADER" val="2026-08"/>
  <p:tag name="N_COUNT" val="5"/>
  <p:tag name="ROW" val="0"/>
</p:tagLst>
</file>

<file path=ppt/tags/tag13.xml><?xml version="1.0" encoding="utf-8"?>
<p:tagLst xmlns:a="http://schemas.openxmlformats.org/drawingml/2006/main" xmlns:r="http://schemas.openxmlformats.org/officeDocument/2006/relationships" xmlns:p="http://schemas.openxmlformats.org/presentationml/2006/main">
  <p:tag name="COL" val="23"/>
  <p:tag name="ID" val="roadmap"/>
  <p:tag name="MONTH_LEVEL_HEADER" val="2026-09"/>
  <p:tag name="N_COUNT" val="4"/>
  <p:tag name="ROW" val="0"/>
</p:tagLst>
</file>

<file path=ppt/tags/tag14.xml><?xml version="1.0" encoding="utf-8"?>
<p:tagLst xmlns:a="http://schemas.openxmlformats.org/drawingml/2006/main" xmlns:r="http://schemas.openxmlformats.org/officeDocument/2006/relationships" xmlns:p="http://schemas.openxmlformats.org/presentationml/2006/main">
  <p:tag name="COL" val="1"/>
  <p:tag name="ID" val="roadmap"/>
  <p:tag name="MIN_LEVEL_HEADER" val="2026-04-06"/>
  <p:tag name="N_COUNT" val="1"/>
  <p:tag name="ROW" val="1"/>
</p:tagLst>
</file>

<file path=ppt/tags/tag15.xml><?xml version="1.0" encoding="utf-8"?>
<p:tagLst xmlns:a="http://schemas.openxmlformats.org/drawingml/2006/main" xmlns:r="http://schemas.openxmlformats.org/officeDocument/2006/relationships" xmlns:p="http://schemas.openxmlformats.org/presentationml/2006/main">
  <p:tag name="COL" val="2"/>
  <p:tag name="ID" val="roadmap"/>
  <p:tag name="MIN_LEVEL_HEADER" val="2026-04-13"/>
  <p:tag name="N_COUNT" val="1"/>
  <p:tag name="ROW" val="1"/>
</p:tagLst>
</file>

<file path=ppt/tags/tag16.xml><?xml version="1.0" encoding="utf-8"?>
<p:tagLst xmlns:a="http://schemas.openxmlformats.org/drawingml/2006/main" xmlns:r="http://schemas.openxmlformats.org/officeDocument/2006/relationships" xmlns:p="http://schemas.openxmlformats.org/presentationml/2006/main">
  <p:tag name="COL" val="3"/>
  <p:tag name="ID" val="roadmap"/>
  <p:tag name="MIN_LEVEL_HEADER" val="2026-04-20"/>
  <p:tag name="N_COUNT" val="1"/>
  <p:tag name="ROW" val="1"/>
</p:tagLst>
</file>

<file path=ppt/tags/tag17.xml><?xml version="1.0" encoding="utf-8"?>
<p:tagLst xmlns:a="http://schemas.openxmlformats.org/drawingml/2006/main" xmlns:r="http://schemas.openxmlformats.org/officeDocument/2006/relationships" xmlns:p="http://schemas.openxmlformats.org/presentationml/2006/main">
  <p:tag name="COL" val="4"/>
  <p:tag name="ID" val="roadmap"/>
  <p:tag name="MIN_LEVEL_HEADER" val="2026-04-27"/>
  <p:tag name="N_COUNT" val="1"/>
  <p:tag name="ROW" val="1"/>
</p:tagLst>
</file>

<file path=ppt/tags/tag18.xml><?xml version="1.0" encoding="utf-8"?>
<p:tagLst xmlns:a="http://schemas.openxmlformats.org/drawingml/2006/main" xmlns:r="http://schemas.openxmlformats.org/officeDocument/2006/relationships" xmlns:p="http://schemas.openxmlformats.org/presentationml/2006/main">
  <p:tag name="COL" val="5"/>
  <p:tag name="ID" val="roadmap"/>
  <p:tag name="MIN_LEVEL_HEADER" val="2026-05-04"/>
  <p:tag name="N_COUNT" val="1"/>
  <p:tag name="ROW" val="1"/>
</p:tagLst>
</file>

<file path=ppt/tags/tag19.xml><?xml version="1.0" encoding="utf-8"?>
<p:tagLst xmlns:a="http://schemas.openxmlformats.org/drawingml/2006/main" xmlns:r="http://schemas.openxmlformats.org/officeDocument/2006/relationships" xmlns:p="http://schemas.openxmlformats.org/presentationml/2006/main">
  <p:tag name="COL" val="6"/>
  <p:tag name="ID" val="roadmap"/>
  <p:tag name="MIN_LEVEL_HEADER" val="2026-05-11"/>
  <p:tag name="N_COUNT" val="1"/>
  <p:tag name="ROW" val="1"/>
</p:tagLst>
</file>

<file path=ppt/tags/tag20.xml><?xml version="1.0" encoding="utf-8"?>
<p:tagLst xmlns:a="http://schemas.openxmlformats.org/drawingml/2006/main" xmlns:r="http://schemas.openxmlformats.org/officeDocument/2006/relationships" xmlns:p="http://schemas.openxmlformats.org/presentationml/2006/main">
  <p:tag name="COL" val="7"/>
  <p:tag name="ID" val="roadmap"/>
  <p:tag name="MIN_LEVEL_HEADER" val="2026-05-18"/>
  <p:tag name="N_COUNT" val="1"/>
  <p:tag name="ROW" val="1"/>
</p:tagLst>
</file>

<file path=ppt/tags/tag21.xml><?xml version="1.0" encoding="utf-8"?>
<p:tagLst xmlns:a="http://schemas.openxmlformats.org/drawingml/2006/main" xmlns:r="http://schemas.openxmlformats.org/officeDocument/2006/relationships" xmlns:p="http://schemas.openxmlformats.org/presentationml/2006/main">
  <p:tag name="COL" val="8"/>
  <p:tag name="ID" val="roadmap"/>
  <p:tag name="MIN_LEVEL_HEADER" val="2026-05-25"/>
  <p:tag name="N_COUNT" val="1"/>
  <p:tag name="ROW" val="1"/>
</p:tagLst>
</file>

<file path=ppt/tags/tag22.xml><?xml version="1.0" encoding="utf-8"?>
<p:tagLst xmlns:a="http://schemas.openxmlformats.org/drawingml/2006/main" xmlns:r="http://schemas.openxmlformats.org/officeDocument/2006/relationships" xmlns:p="http://schemas.openxmlformats.org/presentationml/2006/main">
  <p:tag name="COL" val="9"/>
  <p:tag name="ID" val="roadmap"/>
  <p:tag name="MIN_LEVEL_HEADER" val="2026-06-01"/>
  <p:tag name="N_COUNT" val="1"/>
  <p:tag name="ROW" val="1"/>
</p:tagLst>
</file>

<file path=ppt/tags/tag23.xml><?xml version="1.0" encoding="utf-8"?>
<p:tagLst xmlns:a="http://schemas.openxmlformats.org/drawingml/2006/main" xmlns:r="http://schemas.openxmlformats.org/officeDocument/2006/relationships" xmlns:p="http://schemas.openxmlformats.org/presentationml/2006/main">
  <p:tag name="COL" val="10"/>
  <p:tag name="ID" val="roadmap"/>
  <p:tag name="MIN_LEVEL_HEADER" val="2026-06-08"/>
  <p:tag name="N_COUNT" val="1"/>
  <p:tag name="ROW" val="1"/>
</p:tagLst>
</file>

<file path=ppt/tags/tag24.xml><?xml version="1.0" encoding="utf-8"?>
<p:tagLst xmlns:a="http://schemas.openxmlformats.org/drawingml/2006/main" xmlns:r="http://schemas.openxmlformats.org/officeDocument/2006/relationships" xmlns:p="http://schemas.openxmlformats.org/presentationml/2006/main">
  <p:tag name="COL" val="11"/>
  <p:tag name="ID" val="roadmap"/>
  <p:tag name="MIN_LEVEL_HEADER" val="2026-06-15"/>
  <p:tag name="N_COUNT" val="1"/>
  <p:tag name="ROW" val="1"/>
</p:tagLst>
</file>

<file path=ppt/tags/tag25.xml><?xml version="1.0" encoding="utf-8"?>
<p:tagLst xmlns:a="http://schemas.openxmlformats.org/drawingml/2006/main" xmlns:r="http://schemas.openxmlformats.org/officeDocument/2006/relationships" xmlns:p="http://schemas.openxmlformats.org/presentationml/2006/main">
  <p:tag name="COL" val="12"/>
  <p:tag name="ID" val="roadmap"/>
  <p:tag name="MIN_LEVEL_HEADER" val="2026-06-22"/>
  <p:tag name="N_COUNT" val="1"/>
  <p:tag name="ROW" val="1"/>
</p:tagLst>
</file>

<file path=ppt/tags/tag26.xml><?xml version="1.0" encoding="utf-8"?>
<p:tagLst xmlns:a="http://schemas.openxmlformats.org/drawingml/2006/main" xmlns:r="http://schemas.openxmlformats.org/officeDocument/2006/relationships" xmlns:p="http://schemas.openxmlformats.org/presentationml/2006/main">
  <p:tag name="COL" val="13"/>
  <p:tag name="ID" val="roadmap"/>
  <p:tag name="MIN_LEVEL_HEADER" val="2026-06-29"/>
  <p:tag name="N_COUNT" val="1"/>
  <p:tag name="ROW" val="1"/>
</p:tagLst>
</file>

<file path=ppt/tags/tag27.xml><?xml version="1.0" encoding="utf-8"?>
<p:tagLst xmlns:a="http://schemas.openxmlformats.org/drawingml/2006/main" xmlns:r="http://schemas.openxmlformats.org/officeDocument/2006/relationships" xmlns:p="http://schemas.openxmlformats.org/presentationml/2006/main">
  <p:tag name="COL" val="14"/>
  <p:tag name="ID" val="roadmap"/>
  <p:tag name="MIN_LEVEL_HEADER" val="2026-07-06"/>
  <p:tag name="N_COUNT" val="1"/>
  <p:tag name="ROW" val="1"/>
</p:tagLst>
</file>

<file path=ppt/tags/tag28.xml><?xml version="1.0" encoding="utf-8"?>
<p:tagLst xmlns:a="http://schemas.openxmlformats.org/drawingml/2006/main" xmlns:r="http://schemas.openxmlformats.org/officeDocument/2006/relationships" xmlns:p="http://schemas.openxmlformats.org/presentationml/2006/main">
  <p:tag name="COL" val="15"/>
  <p:tag name="ID" val="roadmap"/>
  <p:tag name="MIN_LEVEL_HEADER" val="2026-07-13"/>
  <p:tag name="N_COUNT" val="1"/>
  <p:tag name="ROW" val="1"/>
</p:tagLst>
</file>

<file path=ppt/tags/tag29.xml><?xml version="1.0" encoding="utf-8"?>
<p:tagLst xmlns:a="http://schemas.openxmlformats.org/drawingml/2006/main" xmlns:r="http://schemas.openxmlformats.org/officeDocument/2006/relationships" xmlns:p="http://schemas.openxmlformats.org/presentationml/2006/main">
  <p:tag name="COL" val="16"/>
  <p:tag name="ID" val="roadmap"/>
  <p:tag name="MIN_LEVEL_HEADER" val="2026-07-20"/>
  <p:tag name="N_COUNT" val="1"/>
  <p:tag name="ROW" val="1"/>
</p:tagLst>
</file>

<file path=ppt/tags/tag30.xml><?xml version="1.0" encoding="utf-8"?>
<p:tagLst xmlns:a="http://schemas.openxmlformats.org/drawingml/2006/main" xmlns:r="http://schemas.openxmlformats.org/officeDocument/2006/relationships" xmlns:p="http://schemas.openxmlformats.org/presentationml/2006/main">
  <p:tag name="COL" val="17"/>
  <p:tag name="ID" val="roadmap"/>
  <p:tag name="MIN_LEVEL_HEADER" val="2026-07-27"/>
  <p:tag name="N_COUNT" val="1"/>
  <p:tag name="ROW" val="1"/>
</p:tagLst>
</file>

<file path=ppt/tags/tag31.xml><?xml version="1.0" encoding="utf-8"?>
<p:tagLst xmlns:a="http://schemas.openxmlformats.org/drawingml/2006/main" xmlns:r="http://schemas.openxmlformats.org/officeDocument/2006/relationships" xmlns:p="http://schemas.openxmlformats.org/presentationml/2006/main">
  <p:tag name="COL" val="18"/>
  <p:tag name="ID" val="roadmap"/>
  <p:tag name="MIN_LEVEL_HEADER" val="2026-08-03"/>
  <p:tag name="N_COUNT" val="1"/>
  <p:tag name="ROW" val="1"/>
</p:tagLst>
</file>

<file path=ppt/tags/tag32.xml><?xml version="1.0" encoding="utf-8"?>
<p:tagLst xmlns:a="http://schemas.openxmlformats.org/drawingml/2006/main" xmlns:r="http://schemas.openxmlformats.org/officeDocument/2006/relationships" xmlns:p="http://schemas.openxmlformats.org/presentationml/2006/main">
  <p:tag name="COL" val="19"/>
  <p:tag name="ID" val="roadmap"/>
  <p:tag name="MIN_LEVEL_HEADER" val="2026-08-10"/>
  <p:tag name="N_COUNT" val="1"/>
  <p:tag name="ROW" val="1"/>
</p:tagLst>
</file>

<file path=ppt/tags/tag33.xml><?xml version="1.0" encoding="utf-8"?>
<p:tagLst xmlns:a="http://schemas.openxmlformats.org/drawingml/2006/main" xmlns:r="http://schemas.openxmlformats.org/officeDocument/2006/relationships" xmlns:p="http://schemas.openxmlformats.org/presentationml/2006/main">
  <p:tag name="COL" val="20"/>
  <p:tag name="ID" val="roadmap"/>
  <p:tag name="MIN_LEVEL_HEADER" val="2026-08-17"/>
  <p:tag name="N_COUNT" val="1"/>
  <p:tag name="ROW" val="1"/>
</p:tagLst>
</file>

<file path=ppt/tags/tag34.xml><?xml version="1.0" encoding="utf-8"?>
<p:tagLst xmlns:a="http://schemas.openxmlformats.org/drawingml/2006/main" xmlns:r="http://schemas.openxmlformats.org/officeDocument/2006/relationships" xmlns:p="http://schemas.openxmlformats.org/presentationml/2006/main">
  <p:tag name="COL" val="21"/>
  <p:tag name="ID" val="roadmap"/>
  <p:tag name="MIN_LEVEL_HEADER" val="2026-08-24"/>
  <p:tag name="N_COUNT" val="1"/>
  <p:tag name="ROW" val="1"/>
</p:tagLst>
</file>

<file path=ppt/tags/tag35.xml><?xml version="1.0" encoding="utf-8"?>
<p:tagLst xmlns:a="http://schemas.openxmlformats.org/drawingml/2006/main" xmlns:r="http://schemas.openxmlformats.org/officeDocument/2006/relationships" xmlns:p="http://schemas.openxmlformats.org/presentationml/2006/main">
  <p:tag name="COL" val="22"/>
  <p:tag name="ID" val="roadmap"/>
  <p:tag name="MIN_LEVEL_HEADER" val="2026-08-31"/>
  <p:tag name="N_COUNT" val="1"/>
  <p:tag name="ROW" val="1"/>
</p:tagLst>
</file>

<file path=ppt/tags/tag36.xml><?xml version="1.0" encoding="utf-8"?>
<p:tagLst xmlns:a="http://schemas.openxmlformats.org/drawingml/2006/main" xmlns:r="http://schemas.openxmlformats.org/officeDocument/2006/relationships" xmlns:p="http://schemas.openxmlformats.org/presentationml/2006/main">
  <p:tag name="COL" val="23"/>
  <p:tag name="ID" val="roadmap"/>
  <p:tag name="MIN_LEVEL_HEADER" val="2026-09-07"/>
  <p:tag name="N_COUNT" val="1"/>
  <p:tag name="ROW" val="1"/>
</p:tagLst>
</file>

<file path=ppt/tags/tag37.xml><?xml version="1.0" encoding="utf-8"?>
<p:tagLst xmlns:a="http://schemas.openxmlformats.org/drawingml/2006/main" xmlns:r="http://schemas.openxmlformats.org/officeDocument/2006/relationships" xmlns:p="http://schemas.openxmlformats.org/presentationml/2006/main">
  <p:tag name="COL" val="24"/>
  <p:tag name="ID" val="roadmap"/>
  <p:tag name="MIN_LEVEL_HEADER" val="2026-09-14"/>
  <p:tag name="N_COUNT" val="1"/>
  <p:tag name="ROW" val="1"/>
</p:tagLst>
</file>

<file path=ppt/tags/tag38.xml><?xml version="1.0" encoding="utf-8"?>
<p:tagLst xmlns:a="http://schemas.openxmlformats.org/drawingml/2006/main" xmlns:r="http://schemas.openxmlformats.org/officeDocument/2006/relationships" xmlns:p="http://schemas.openxmlformats.org/presentationml/2006/main">
  <p:tag name="COL" val="25"/>
  <p:tag name="ID" val="roadmap"/>
  <p:tag name="MIN_LEVEL_HEADER" val="2026-09-21"/>
  <p:tag name="N_COUNT" val="1"/>
  <p:tag name="ROW" val="1"/>
</p:tagLst>
</file>

<file path=ppt/tags/tag39.xml><?xml version="1.0" encoding="utf-8"?>
<p:tagLst xmlns:a="http://schemas.openxmlformats.org/drawingml/2006/main" xmlns:r="http://schemas.openxmlformats.org/officeDocument/2006/relationships" xmlns:p="http://schemas.openxmlformats.org/presentationml/2006/main">
  <p:tag name="COL" val="26"/>
  <p:tag name="ID" val="roadmap"/>
  <p:tag name="MIN_LEVEL_HEADER" val="2026-09-28"/>
  <p:tag name="N_COUNT" val="1"/>
  <p:tag name="ROW" val="1"/>
</p:tagLst>
</file>

<file path=ppt/tags/tag40.xml><?xml version="1.0" encoding="utf-8"?>
<p:tagLst xmlns:a="http://schemas.openxmlformats.org/drawingml/2006/main" xmlns:r="http://schemas.openxmlformats.org/officeDocument/2006/relationships" xmlns:p="http://schemas.openxmlformats.org/presentationml/2006/main">
  <p:tag name="COL" val="23"/>
  <p:tag name="ID" val="roadmap"/>
  <p:tag name="MONTH_LEVEL_HEADER" val="2026-09"/>
  <p:tag name="N_COUNT" val="4"/>
  <p:tag name="ROW" val="0"/>
</p:tagLst>
</file>

<file path=ppt/tags/tag41.xml><?xml version="1.0" encoding="utf-8"?>
<p:tagLst xmlns:a="http://schemas.openxmlformats.org/drawingml/2006/main" xmlns:r="http://schemas.openxmlformats.org/officeDocument/2006/relationships" xmlns:p="http://schemas.openxmlformats.org/presentationml/2006/main">
  <p:tag name="COL" val="23"/>
  <p:tag name="ID" val="roadmap"/>
  <p:tag name="MIN_LEVEL_HEADER" val="2026-09-07"/>
  <p:tag name="N_COUNT" val="1"/>
  <p:tag name="ROW" val="1"/>
</p:tagLst>
</file>

<file path=ppt/tags/tag42.xml><?xml version="1.0" encoding="utf-8"?>
<p:tagLst xmlns:a="http://schemas.openxmlformats.org/drawingml/2006/main" xmlns:r="http://schemas.openxmlformats.org/officeDocument/2006/relationships" xmlns:p="http://schemas.openxmlformats.org/presentationml/2006/main">
  <p:tag name="COL" val="24"/>
  <p:tag name="ID" val="roadmap"/>
  <p:tag name="MIN_LEVEL_HEADER" val="2026-09-14"/>
  <p:tag name="N_COUNT" val="1"/>
  <p:tag name="ROW" val="1"/>
</p:tagLst>
</file>

<file path=ppt/tags/tag43.xml><?xml version="1.0" encoding="utf-8"?>
<p:tagLst xmlns:a="http://schemas.openxmlformats.org/drawingml/2006/main" xmlns:r="http://schemas.openxmlformats.org/officeDocument/2006/relationships" xmlns:p="http://schemas.openxmlformats.org/presentationml/2006/main">
  <p:tag name="COL" val="25"/>
  <p:tag name="ID" val="roadmap"/>
  <p:tag name="MIN_LEVEL_HEADER" val="2026-09-21"/>
  <p:tag name="N_COUNT" val="1"/>
  <p:tag name="ROW" val="1"/>
</p:tagLst>
</file>

<file path=ppt/tags/tag44.xml><?xml version="1.0" encoding="utf-8"?>
<p:tagLst xmlns:a="http://schemas.openxmlformats.org/drawingml/2006/main" xmlns:r="http://schemas.openxmlformats.org/officeDocument/2006/relationships" xmlns:p="http://schemas.openxmlformats.org/presentationml/2006/main">
  <p:tag name="COL" val="26"/>
  <p:tag name="ID" val="roadmap"/>
  <p:tag name="MIN_LEVEL_HEADER" val="2026-09-28"/>
  <p:tag name="N_COUNT" val="1"/>
  <p:tag name="ROW" val="1"/>
</p:tagLst>
</file>

<file path=ppt/tags/tag45.xml><?xml version="1.0" encoding="utf-8"?>
<p:tagLst xmlns:a="http://schemas.openxmlformats.org/drawingml/2006/main" xmlns:r="http://schemas.openxmlformats.org/officeDocument/2006/relationships" xmlns:p="http://schemas.openxmlformats.org/presentationml/2006/main">
  <p:tag name="COL" val="23"/>
  <p:tag name="ID" val="roadmap"/>
  <p:tag name="MONTH_LEVEL_HEADER" val="2026-09"/>
  <p:tag name="N_COUNT" val="4"/>
  <p:tag name="ROW" val="0"/>
</p:tagLst>
</file>

<file path=ppt/tags/tag46.xml><?xml version="1.0" encoding="utf-8"?>
<p:tagLst xmlns:a="http://schemas.openxmlformats.org/drawingml/2006/main" xmlns:r="http://schemas.openxmlformats.org/officeDocument/2006/relationships" xmlns:p="http://schemas.openxmlformats.org/presentationml/2006/main">
  <p:tag name="COL" val="23"/>
  <p:tag name="ID" val="roadmap"/>
  <p:tag name="MIN_LEVEL_HEADER" val="2026-09-07"/>
  <p:tag name="N_COUNT" val="1"/>
  <p:tag name="ROW" val="1"/>
</p:tagLst>
</file>

<file path=ppt/tags/tag47.xml><?xml version="1.0" encoding="utf-8"?>
<p:tagLst xmlns:a="http://schemas.openxmlformats.org/drawingml/2006/main" xmlns:r="http://schemas.openxmlformats.org/officeDocument/2006/relationships" xmlns:p="http://schemas.openxmlformats.org/presentationml/2006/main">
  <p:tag name="COL" val="24"/>
  <p:tag name="ID" val="roadmap"/>
  <p:tag name="MIN_LEVEL_HEADER" val="2026-09-14"/>
  <p:tag name="N_COUNT" val="1"/>
  <p:tag name="ROW" val="1"/>
</p:tagLst>
</file>

<file path=ppt/tags/tag48.xml><?xml version="1.0" encoding="utf-8"?>
<p:tagLst xmlns:a="http://schemas.openxmlformats.org/drawingml/2006/main" xmlns:r="http://schemas.openxmlformats.org/officeDocument/2006/relationships" xmlns:p="http://schemas.openxmlformats.org/presentationml/2006/main">
  <p:tag name="COL" val="25"/>
  <p:tag name="ID" val="roadmap"/>
  <p:tag name="MIN_LEVEL_HEADER" val="2026-09-21"/>
  <p:tag name="N_COUNT" val="1"/>
  <p:tag name="ROW" val="1"/>
</p:tagLst>
</file>

<file path=ppt/tags/tag49.xml><?xml version="1.0" encoding="utf-8"?>
<p:tagLst xmlns:a="http://schemas.openxmlformats.org/drawingml/2006/main" xmlns:r="http://schemas.openxmlformats.org/officeDocument/2006/relationships" xmlns:p="http://schemas.openxmlformats.org/presentationml/2006/main">
  <p:tag name="COL" val="26"/>
  <p:tag name="ID" val="roadmap"/>
  <p:tag name="MIN_LEVEL_HEADER" val="2026-09-28"/>
  <p:tag name="N_COUNT" val="1"/>
  <p:tag name="ROW" val="1"/>
</p:tagLst>
</file>

<file path=ppt/tags/tag50.xml><?xml version="1.0" encoding="utf-8"?>
<p:tagLst xmlns:a="http://schemas.openxmlformats.org/drawingml/2006/main" xmlns:r="http://schemas.openxmlformats.org/officeDocument/2006/relationships" xmlns:p="http://schemas.openxmlformats.org/presentationml/2006/main">
  <p:tag name="COL" val="26"/>
  <p:tag name="ID" val="roadmap"/>
  <p:tag name="MIN_LEVEL_HEADER" val="2026-09-28"/>
  <p:tag name="N_COUNT" val="1"/>
  <p:tag name="ROW" val="1"/>
</p:tagLst>
</file>

<file path=ppt/tags/tag51.xml><?xml version="1.0" encoding="utf-8"?>
<p:tagLst xmlns:a="http://schemas.openxmlformats.org/drawingml/2006/main" xmlns:r="http://schemas.openxmlformats.org/officeDocument/2006/relationships" xmlns:p="http://schemas.openxmlformats.org/presentationml/2006/main">
  <p:tag name="COL" val="23"/>
  <p:tag name="ID" val="roadmap"/>
  <p:tag name="MONTH_LEVEL_HEADER" val="2026-09"/>
  <p:tag name="N_COUNT" val="4"/>
  <p:tag name="ROW" val="0"/>
</p:tagLst>
</file>

<file path=ppt/tags/tag52.xml><?xml version="1.0" encoding="utf-8"?>
<p:tagLst xmlns:a="http://schemas.openxmlformats.org/drawingml/2006/main" xmlns:r="http://schemas.openxmlformats.org/officeDocument/2006/relationships" xmlns:p="http://schemas.openxmlformats.org/presentationml/2006/main">
  <p:tag name="COL" val="23"/>
  <p:tag name="ID" val="roadmap"/>
  <p:tag name="MIN_LEVEL_HEADER" val="2026-09-07"/>
  <p:tag name="N_COUNT" val="1"/>
  <p:tag name="ROW" val="1"/>
</p:tagLst>
</file>

<file path=ppt/tags/tag53.xml><?xml version="1.0" encoding="utf-8"?>
<p:tagLst xmlns:a="http://schemas.openxmlformats.org/drawingml/2006/main" xmlns:r="http://schemas.openxmlformats.org/officeDocument/2006/relationships" xmlns:p="http://schemas.openxmlformats.org/presentationml/2006/main">
  <p:tag name="COL" val="24"/>
  <p:tag name="ID" val="roadmap"/>
  <p:tag name="MIN_LEVEL_HEADER" val="2026-09-14"/>
  <p:tag name="N_COUNT" val="1"/>
  <p:tag name="ROW" val="1"/>
</p:tagLst>
</file>

<file path=ppt/tags/tag54.xml><?xml version="1.0" encoding="utf-8"?>
<p:tagLst xmlns:a="http://schemas.openxmlformats.org/drawingml/2006/main" xmlns:r="http://schemas.openxmlformats.org/officeDocument/2006/relationships" xmlns:p="http://schemas.openxmlformats.org/presentationml/2006/main">
  <p:tag name="COL" val="25"/>
  <p:tag name="ID" val="roadmap"/>
  <p:tag name="MIN_LEVEL_HEADER" val="2026-09-21"/>
  <p:tag name="N_COUNT" val="1"/>
  <p:tag name="ROW" val="1"/>
</p:tagLst>
</file>

<file path=ppt/tags/tag55.xml><?xml version="1.0" encoding="utf-8"?>
<p:tagLst xmlns:a="http://schemas.openxmlformats.org/drawingml/2006/main" xmlns:r="http://schemas.openxmlformats.org/officeDocument/2006/relationships" xmlns:p="http://schemas.openxmlformats.org/presentationml/2006/main">
  <p:tag name="COL" val="26"/>
  <p:tag name="ID" val="roadmap"/>
  <p:tag name="MIN_LEVEL_HEADER" val="2026-09-28"/>
  <p:tag name="N_COUNT" val="1"/>
  <p:tag name="ROW" val="1"/>
</p:tagLst>
</file>

<file path=ppt/tags/tag56.xml><?xml version="1.0" encoding="utf-8"?>
<p:tagLst xmlns:a="http://schemas.openxmlformats.org/drawingml/2006/main" xmlns:r="http://schemas.openxmlformats.org/officeDocument/2006/relationships" xmlns:p="http://schemas.openxmlformats.org/presentationml/2006/main">
  <p:tag name="COL" val="23"/>
  <p:tag name="ID" val="roadmap"/>
  <p:tag name="MONTH_LEVEL_HEADER" val="2026-09"/>
  <p:tag name="N_COUNT" val="4"/>
  <p:tag name="ROW" val="0"/>
</p:tagLst>
</file>

<file path=ppt/tags/tag57.xml><?xml version="1.0" encoding="utf-8"?>
<p:tagLst xmlns:a="http://schemas.openxmlformats.org/drawingml/2006/main" xmlns:r="http://schemas.openxmlformats.org/officeDocument/2006/relationships" xmlns:p="http://schemas.openxmlformats.org/presentationml/2006/main">
  <p:tag name="COL" val="23"/>
  <p:tag name="ID" val="roadmap"/>
  <p:tag name="MIN_LEVEL_HEADER" val="2026-09-07"/>
  <p:tag name="N_COUNT" val="1"/>
  <p:tag name="ROW" val="1"/>
</p:tagLst>
</file>

<file path=ppt/tags/tag58.xml><?xml version="1.0" encoding="utf-8"?>
<p:tagLst xmlns:a="http://schemas.openxmlformats.org/drawingml/2006/main" xmlns:r="http://schemas.openxmlformats.org/officeDocument/2006/relationships" xmlns:p="http://schemas.openxmlformats.org/presentationml/2006/main">
  <p:tag name="COL" val="24"/>
  <p:tag name="ID" val="roadmap"/>
  <p:tag name="MIN_LEVEL_HEADER" val="2026-09-14"/>
  <p:tag name="N_COUNT" val="1"/>
  <p:tag name="ROW" val="1"/>
</p:tagLst>
</file>

<file path=ppt/tags/tag59.xml><?xml version="1.0" encoding="utf-8"?>
<p:tagLst xmlns:a="http://schemas.openxmlformats.org/drawingml/2006/main" xmlns:r="http://schemas.openxmlformats.org/officeDocument/2006/relationships" xmlns:p="http://schemas.openxmlformats.org/presentationml/2006/main">
  <p:tag name="COL" val="25"/>
  <p:tag name="ID" val="roadmap"/>
  <p:tag name="MIN_LEVEL_HEADER" val="2026-09-21"/>
  <p:tag name="N_COUNT" val="1"/>
  <p:tag name="ROW" val="1"/>
</p:tagLst>
</file>

<file path=ppt/tags/tag60.xml><?xml version="1.0" encoding="utf-8"?>
<p:tagLst xmlns:a="http://schemas.openxmlformats.org/drawingml/2006/main" xmlns:r="http://schemas.openxmlformats.org/officeDocument/2006/relationships" xmlns:p="http://schemas.openxmlformats.org/presentationml/2006/main">
  <p:tag name="COL" val="26"/>
  <p:tag name="ID" val="roadmap"/>
  <p:tag name="MIN_LEVEL_HEADER" val="2026-09-28"/>
  <p:tag name="N_COUNT" val="1"/>
  <p:tag name="ROW" val="1"/>
</p:tagLst>
</file>

<file path=ppt/tags/tag61.xml><?xml version="1.0" encoding="utf-8"?>
<p:tagLst xmlns:a="http://schemas.openxmlformats.org/drawingml/2006/main" xmlns:r="http://schemas.openxmlformats.org/officeDocument/2006/relationships" xmlns:p="http://schemas.openxmlformats.org/presentationml/2006/main">
  <p:tag name="COL" val="23"/>
  <p:tag name="ID" val="roadmap"/>
  <p:tag name="MONTH_LEVEL_HEADER" val="2026-09"/>
  <p:tag name="N_COUNT" val="4"/>
  <p:tag name="ROW" val="0"/>
</p:tagLst>
</file>

<file path=ppt/tags/tag62.xml><?xml version="1.0" encoding="utf-8"?>
<p:tagLst xmlns:a="http://schemas.openxmlformats.org/drawingml/2006/main" xmlns:r="http://schemas.openxmlformats.org/officeDocument/2006/relationships" xmlns:p="http://schemas.openxmlformats.org/presentationml/2006/main">
  <p:tag name="COL" val="23"/>
  <p:tag name="ID" val="roadmap"/>
  <p:tag name="MIN_LEVEL_HEADER" val="2026-09-07"/>
  <p:tag name="N_COUNT" val="1"/>
  <p:tag name="ROW" val="1"/>
</p:tagLst>
</file>

<file path=ppt/tags/tag63.xml><?xml version="1.0" encoding="utf-8"?>
<p:tagLst xmlns:a="http://schemas.openxmlformats.org/drawingml/2006/main" xmlns:r="http://schemas.openxmlformats.org/officeDocument/2006/relationships" xmlns:p="http://schemas.openxmlformats.org/presentationml/2006/main">
  <p:tag name="COL" val="24"/>
  <p:tag name="ID" val="roadmap"/>
  <p:tag name="MIN_LEVEL_HEADER" val="2026-09-14"/>
  <p:tag name="N_COUNT" val="1"/>
  <p:tag name="ROW" val="1"/>
</p:tagLst>
</file>

<file path=ppt/tags/tag64.xml><?xml version="1.0" encoding="utf-8"?>
<p:tagLst xmlns:a="http://schemas.openxmlformats.org/drawingml/2006/main" xmlns:r="http://schemas.openxmlformats.org/officeDocument/2006/relationships" xmlns:p="http://schemas.openxmlformats.org/presentationml/2006/main">
  <p:tag name="COL" val="25"/>
  <p:tag name="ID" val="roadmap"/>
  <p:tag name="MIN_LEVEL_HEADER" val="2026-09-21"/>
  <p:tag name="N_COUNT" val="1"/>
  <p:tag name="ROW" val="1"/>
</p:tagLst>
</file>

<file path=ppt/tags/tag65.xml><?xml version="1.0" encoding="utf-8"?>
<p:tagLst xmlns:a="http://schemas.openxmlformats.org/drawingml/2006/main" xmlns:r="http://schemas.openxmlformats.org/officeDocument/2006/relationships" xmlns:p="http://schemas.openxmlformats.org/presentationml/2006/main">
  <p:tag name="COL" val="26"/>
  <p:tag name="ID" val="roadmap"/>
  <p:tag name="MIN_LEVEL_HEADER" val="2026-09-28"/>
  <p:tag name="N_COUNT" val="1"/>
  <p:tag name="ROW" val="1"/>
</p:tagLst>
</file>

<file path=ppt/tags/tag66.xml><?xml version="1.0" encoding="utf-8"?>
<p:tagLst xmlns:a="http://schemas.openxmlformats.org/drawingml/2006/main" xmlns:r="http://schemas.openxmlformats.org/officeDocument/2006/relationships" xmlns:p="http://schemas.openxmlformats.org/presentationml/2006/main">
  <p:tag name="COL" val="23"/>
  <p:tag name="ID" val="roadmap"/>
  <p:tag name="MONTH_LEVEL_HEADER" val="2026-09"/>
  <p:tag name="N_COUNT" val="4"/>
  <p:tag name="ROW" val="0"/>
</p:tagLst>
</file>

<file path=ppt/tags/tag67.xml><?xml version="1.0" encoding="utf-8"?>
<p:tagLst xmlns:a="http://schemas.openxmlformats.org/drawingml/2006/main" xmlns:r="http://schemas.openxmlformats.org/officeDocument/2006/relationships" xmlns:p="http://schemas.openxmlformats.org/presentationml/2006/main">
  <p:tag name="COL" val="23"/>
  <p:tag name="ID" val="roadmap"/>
  <p:tag name="MIN_LEVEL_HEADER" val="2026-09-07"/>
  <p:tag name="N_COUNT" val="1"/>
  <p:tag name="ROW" val="1"/>
</p:tagLst>
</file>

<file path=ppt/tags/tag68.xml><?xml version="1.0" encoding="utf-8"?>
<p:tagLst xmlns:a="http://schemas.openxmlformats.org/drawingml/2006/main" xmlns:r="http://schemas.openxmlformats.org/officeDocument/2006/relationships" xmlns:p="http://schemas.openxmlformats.org/presentationml/2006/main">
  <p:tag name="COL" val="24"/>
  <p:tag name="ID" val="roadmap"/>
  <p:tag name="MIN_LEVEL_HEADER" val="2026-09-14"/>
  <p:tag name="N_COUNT" val="1"/>
  <p:tag name="ROW" val="1"/>
</p:tagLst>
</file>

<file path=ppt/tags/tag69.xml><?xml version="1.0" encoding="utf-8"?>
<p:tagLst xmlns:a="http://schemas.openxmlformats.org/drawingml/2006/main" xmlns:r="http://schemas.openxmlformats.org/officeDocument/2006/relationships" xmlns:p="http://schemas.openxmlformats.org/presentationml/2006/main">
  <p:tag name="COL" val="25"/>
  <p:tag name="ID" val="roadmap"/>
  <p:tag name="MIN_LEVEL_HEADER" val="2026-09-21"/>
  <p:tag name="N_COUNT" val="1"/>
  <p:tag name="ROW" val="1"/>
</p:tagLst>
</file>

<file path=ppt/tags/tag70.xml><?xml version="1.0" encoding="utf-8"?>
<p:tagLst xmlns:a="http://schemas.openxmlformats.org/drawingml/2006/main" xmlns:r="http://schemas.openxmlformats.org/officeDocument/2006/relationships" xmlns:p="http://schemas.openxmlformats.org/presentationml/2006/main">
  <p:tag name="COL" val="26"/>
  <p:tag name="ID" val="roadmap"/>
  <p:tag name="MIN_LEVEL_HEADER" val="2026-09-28"/>
  <p:tag name="N_COUNT" val="1"/>
  <p:tag name="ROW" val="1"/>
</p:tagLst>
</file>

<file path=ppt/tags/tag71.xml><?xml version="1.0" encoding="utf-8"?>
<p:tagLst xmlns:a="http://schemas.openxmlformats.org/drawingml/2006/main" xmlns:r="http://schemas.openxmlformats.org/officeDocument/2006/relationships" xmlns:p="http://schemas.openxmlformats.org/presentationml/2006/main">
  <p:tag name="COL" val="26"/>
  <p:tag name="ID" val="roadmap"/>
  <p:tag name="MIN_LEVEL_HEADER" val="2026-09-28"/>
  <p:tag name="N_COUNT" val="1"/>
  <p:tag name="ROW" val="1"/>
</p:tagLst>
</file>

<file path=ppt/tags/tag72.xml><?xml version="1.0" encoding="utf-8"?>
<p:tagLst xmlns:a="http://schemas.openxmlformats.org/drawingml/2006/main" xmlns:r="http://schemas.openxmlformats.org/officeDocument/2006/relationships" xmlns:p="http://schemas.openxmlformats.org/presentationml/2006/main">
  <p:tag name="ID" val="roadmap"/>
  <p:tag name="MILESTONE_SECTION" val="milestone_section"/>
  <p:tag name="MILESTONE_SECTION_NAME" val="マイルストーン"/>
</p:tagLst>
</file>

<file path=ppt/tags/tag73.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0"/>
  <p:tag name="SECTION" val="section"/>
  <p:tag name="TITLE" val="主なドキュメント公開"/>
</p:tagLst>
</file>

<file path=ppt/tags/tag74.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1"/>
  <p:tag name="PARENT_SECTION" val="開発スケジュール"/>
  <p:tag name="SECTION" val="section"/>
  <p:tag name="TITLE" val="テスト"/>
</p:tagLst>
</file>

<file path=ppt/tags/tag75.xml><?xml version="1.0" encoding="utf-8"?>
<p:tagLst xmlns:a="http://schemas.openxmlformats.org/drawingml/2006/main" xmlns:r="http://schemas.openxmlformats.org/officeDocument/2006/relationships" xmlns:p="http://schemas.openxmlformats.org/presentationml/2006/main">
  <p:tag name="CALENDAR_INFO" val="calendar_info"/>
  <p:tag name="COL" val="0"/>
  <p:tag name="DATE_FREQUENCY" val="w"/>
  <p:tag name="END_DATE" val="2027-04-30"/>
  <p:tag name="ID" val="roadmap"/>
  <p:tag name="IS_FINANCIAL_YEAR" val="False"/>
  <p:tag name="N_COUNT" val="52"/>
  <p:tag name="QUARTER_START_MONTH" val="1"/>
  <p:tag name="ROW" val="0"/>
  <p:tag name="START_DATE" val="2026-01-05"/>
</p:tagLst>
</file>

<file path=ppt/tags/tag76.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77.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78.xml><?xml version="1.0" encoding="utf-8"?>
<p:tagLst xmlns:a="http://schemas.openxmlformats.org/drawingml/2006/main" xmlns:r="http://schemas.openxmlformats.org/officeDocument/2006/relationships" xmlns:p="http://schemas.openxmlformats.org/presentationml/2006/main">
  <p:tag name="CONNECTORTYPE" val="Straight"/>
  <p:tag name="ID" val="roadmap"/>
</p:tagLst>
</file>

<file path=ppt/tags/tag79.xml><?xml version="1.0" encoding="utf-8"?>
<p:tagLst xmlns:a="http://schemas.openxmlformats.org/drawingml/2006/main" xmlns:r="http://schemas.openxmlformats.org/officeDocument/2006/relationships" xmlns:p="http://schemas.openxmlformats.org/presentationml/2006/main">
  <p:tag name="CONNECTORTYPE" val="Straight"/>
  <p:tag name="ID" val="roadmap"/>
</p:tagLst>
</file>

<file path=ppt/tags/tag80.xml><?xml version="1.0" encoding="utf-8"?>
<p:tagLst xmlns:a="http://schemas.openxmlformats.org/drawingml/2006/main" xmlns:r="http://schemas.openxmlformats.org/officeDocument/2006/relationships" xmlns:p="http://schemas.openxmlformats.org/presentationml/2006/main">
  <p:tag name="CONNECTORTYPE" val="Straight"/>
  <p:tag name="ID" val="roadmap"/>
</p:tagLst>
</file>

<file path=ppt/tags/tag81.xml><?xml version="1.0" encoding="utf-8"?>
<p:tagLst xmlns:a="http://schemas.openxmlformats.org/drawingml/2006/main" xmlns:r="http://schemas.openxmlformats.org/officeDocument/2006/relationships" xmlns:p="http://schemas.openxmlformats.org/presentationml/2006/main">
  <p:tag name="CONNECTORTYPE" val="Straight"/>
  <p:tag name="ID" val="roadmap"/>
</p:tagLst>
</file>

<file path=ppt/tags/tag82.xml><?xml version="1.0" encoding="utf-8"?>
<p:tagLst xmlns:a="http://schemas.openxmlformats.org/drawingml/2006/main" xmlns:r="http://schemas.openxmlformats.org/officeDocument/2006/relationships" xmlns:p="http://schemas.openxmlformats.org/presentationml/2006/main">
  <p:tag name="CONNECTORTYPE" val="Straight"/>
  <p:tag name="ID" val="roadmap"/>
</p:tagLst>
</file>

<file path=ppt/tags/tag83.xml><?xml version="1.0" encoding="utf-8"?>
<p:tagLst xmlns:a="http://schemas.openxmlformats.org/drawingml/2006/main" xmlns:r="http://schemas.openxmlformats.org/officeDocument/2006/relationships" xmlns:p="http://schemas.openxmlformats.org/presentationml/2006/main">
  <p:tag name="CONNECTORTYPE" val="Straight"/>
  <p:tag name="ID" val="roadmap"/>
</p:tagLst>
</file>

<file path=ppt/tags/tag84.xml><?xml version="1.0" encoding="utf-8"?>
<p:tagLst xmlns:a="http://schemas.openxmlformats.org/drawingml/2006/main" xmlns:r="http://schemas.openxmlformats.org/officeDocument/2006/relationships" xmlns:p="http://schemas.openxmlformats.org/presentationml/2006/main">
  <p:tag name="CONNECTORTYPE" val="Straight"/>
  <p:tag name="ID" val="roadmap"/>
</p:tagLst>
</file>

<file path=ppt/tags/tag85.xml><?xml version="1.0" encoding="utf-8"?>
<p:tagLst xmlns:a="http://schemas.openxmlformats.org/drawingml/2006/main" xmlns:r="http://schemas.openxmlformats.org/officeDocument/2006/relationships" xmlns:p="http://schemas.openxmlformats.org/presentationml/2006/main">
  <p:tag name="CONNECTORTYPE" val="Straight"/>
  <p:tag name="ID" val="roadmap"/>
</p:tagLst>
</file>

<file path=ppt/tags/tag86.xml><?xml version="1.0" encoding="utf-8"?>
<p:tagLst xmlns:a="http://schemas.openxmlformats.org/drawingml/2006/main" xmlns:r="http://schemas.openxmlformats.org/officeDocument/2006/relationships" xmlns:p="http://schemas.openxmlformats.org/presentationml/2006/main">
  <p:tag name="CONNECTORTYPE" val="Straight"/>
  <p:tag name="ID" val="roadmap"/>
</p:tagLst>
</file>

<file path=ppt/tags/tag87.xml><?xml version="1.0" encoding="utf-8"?>
<p:tagLst xmlns:a="http://schemas.openxmlformats.org/drawingml/2006/main" xmlns:r="http://schemas.openxmlformats.org/officeDocument/2006/relationships" xmlns:p="http://schemas.openxmlformats.org/presentationml/2006/main">
  <p:tag name="CONNECTORTYPE" val="Straight"/>
  <p:tag name="ID" val="roadmap"/>
</p:tagLst>
</file>

<file path=ppt/tags/tag88.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89.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90.xml><?xml version="1.0" encoding="utf-8"?>
<p:tagLst xmlns:a="http://schemas.openxmlformats.org/drawingml/2006/main" xmlns:r="http://schemas.openxmlformats.org/officeDocument/2006/relationships" xmlns:p="http://schemas.openxmlformats.org/presentationml/2006/main">
  <p:tag name="CONNECTORTYPE" val="Straight"/>
  <p:tag name="ID" val="roadmap"/>
</p:tagLst>
</file>

<file path=ppt/tags/tag91.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92.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93.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94.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95.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96.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97.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98.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99.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100.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1"/>
  <p:tag name="PARENT_SECTION" val="開発スケジュール"/>
  <p:tag name="SECTION" val="section"/>
  <p:tag name="TITLE" val="テスト"/>
</p:tagLst>
</file>

<file path=ppt/tags/tag101.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0"/>
  <p:tag name="SECTION" val="section"/>
  <p:tag name="TITLE" val="主なドキュメント公開"/>
</p:tagLst>
</file>

<file path=ppt/tags/tag102.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0"/>
  <p:tag name="SECTION" val="section"/>
  <p:tag name="TITLE" val="主なドキュメント公開"/>
</p:tagLst>
</file>

<file path=ppt/tags/tag103.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1"/>
  <p:tag name="PARENT_SECTION" val="開発スケジュール"/>
  <p:tag name="SECTION" val="section"/>
  <p:tag name="TITLE" val="テスト"/>
</p:tagLst>
</file>

<file path=ppt/tags/tag104.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1"/>
  <p:tag name="PARENT_SECTION" val="開発スケジュール"/>
  <p:tag name="SECTION" val="section"/>
  <p:tag name="TITLE" val="テスト"/>
</p:tagLst>
</file>

<file path=ppt/tags/tag105.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0"/>
  <p:tag name="SECTION" val="section"/>
  <p:tag name="TITLE" val="主なドキュメント公開"/>
</p:tagLst>
</file>

<file path=ppt/tags/tag106.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1"/>
  <p:tag name="PARENT_SECTION" val="開発スケジュール"/>
  <p:tag name="SECTION" val="section"/>
  <p:tag name="TITLE" val="テスト"/>
</p:tagLst>
</file>

<file path=ppt/tags/tag107.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1"/>
  <p:tag name="PARENT_SECTION" val="開発スケジュール"/>
  <p:tag name="SECTION" val="section"/>
  <p:tag name="TITLE" val="テスト"/>
</p:tagLst>
</file>

<file path=ppt/tags/tag108.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0"/>
  <p:tag name="SECTION" val="section"/>
  <p:tag name="TITLE" val="主なドキュメント公開"/>
</p:tagLst>
</file>

<file path=ppt/tags/tag109.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0"/>
  <p:tag name="SECTION" val="section"/>
  <p:tag name="TITLE" val="主なドキュメント公開"/>
</p:tagLst>
</file>

<file path=ppt/tags/tag110.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1"/>
  <p:tag name="PARENT_SECTION" val="開発スケジュール"/>
  <p:tag name="SECTION" val="section"/>
  <p:tag name="TITLE" val="テスト"/>
</p:tagLst>
</file>

<file path=ppt/tags/tag111.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0"/>
  <p:tag name="SECTION" val="section"/>
  <p:tag name="TITLE" val="主なドキュメント公開"/>
</p:tagLst>
</file>

<file path=ppt/tags/tag112.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1"/>
  <p:tag name="PARENT_SECTION" val="開発スケジュール"/>
  <p:tag name="SECTION" val="section"/>
  <p:tag name="TITLE" val="テスト"/>
</p:tagLst>
</file>

<file path=ppt/tags/tag113.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1"/>
  <p:tag name="PARENT_SECTION" val="開発スケジュール"/>
  <p:tag name="SECTION" val="section"/>
  <p:tag name="TITLE" val="テスト"/>
</p:tagLst>
</file>

<file path=ppt/tags/tag114.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0"/>
  <p:tag name="SECTION" val="section"/>
  <p:tag name="TITLE" val="主なドキュメント公開"/>
</p:tagLst>
</file>

<file path=ppt/tags/tag115.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1"/>
  <p:tag name="PARENT_SECTION" val="開発スケジュール"/>
  <p:tag name="SECTION" val="section"/>
  <p:tag name="TITLE" val="テスト"/>
</p:tagLst>
</file>

<file path=ppt/tags/tag116.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1"/>
  <p:tag name="PARENT_SECTION" val="開発スケジュール"/>
  <p:tag name="SECTION" val="section"/>
  <p:tag name="TITLE" val="テスト"/>
</p:tagLst>
</file>

<file path=ppt/tags/tag117.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118.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119.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120.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121.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122.xml><?xml version="1.0" encoding="utf-8"?>
<p:tagLst xmlns:a="http://schemas.openxmlformats.org/drawingml/2006/main" xmlns:r="http://schemas.openxmlformats.org/officeDocument/2006/relationships" xmlns:p="http://schemas.openxmlformats.org/presentationml/2006/main">
  <p:tag name="CONNECTORTYPE" val="Straight"/>
  <p:tag name="ID" val="roadmap"/>
</p:tagLst>
</file>

<file path=ppt/tags/tag123.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124.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125.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126.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127.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128.xml><?xml version="1.0" encoding="utf-8"?>
<p:tagLst xmlns:a="http://schemas.openxmlformats.org/drawingml/2006/main" xmlns:r="http://schemas.openxmlformats.org/officeDocument/2006/relationships" xmlns:p="http://schemas.openxmlformats.org/presentationml/2006/main">
  <p:tag name="CONNECTORTYPE" val="Straight"/>
  <p:tag name="ID" val="roadmap"/>
</p:tagLst>
</file>

<file path=ppt/tags/tag129.xml><?xml version="1.0" encoding="utf-8"?>
<p:tagLst xmlns:a="http://schemas.openxmlformats.org/drawingml/2006/main" xmlns:r="http://schemas.openxmlformats.org/officeDocument/2006/relationships" xmlns:p="http://schemas.openxmlformats.org/presentationml/2006/main">
  <p:tag name="CONNECTORTYPE" val="Straight"/>
  <p:tag name="ID" val="roadmap"/>
</p:tagLst>
</file>

<file path=ppt/tags/tag130.xml><?xml version="1.0" encoding="utf-8"?>
<p:tagLst xmlns:a="http://schemas.openxmlformats.org/drawingml/2006/main" xmlns:r="http://schemas.openxmlformats.org/officeDocument/2006/relationships" xmlns:p="http://schemas.openxmlformats.org/presentationml/2006/main">
  <p:tag name="CONNECTORTYPE" val="Straight"/>
  <p:tag name="ID" val="roadmap"/>
</p:tagLst>
</file>

<file path=ppt/tags/tag131.xml><?xml version="1.0" encoding="utf-8"?>
<p:tagLst xmlns:a="http://schemas.openxmlformats.org/drawingml/2006/main" xmlns:r="http://schemas.openxmlformats.org/officeDocument/2006/relationships" xmlns:p="http://schemas.openxmlformats.org/presentationml/2006/main">
  <p:tag name="CONNECTORTYPE" val="Straight"/>
  <p:tag name="ID" val="roadmap"/>
</p:tagLst>
</file>

<file path=ppt/tags/tag132.xml><?xml version="1.0" encoding="utf-8"?>
<p:tagLst xmlns:a="http://schemas.openxmlformats.org/drawingml/2006/main" xmlns:r="http://schemas.openxmlformats.org/officeDocument/2006/relationships" xmlns:p="http://schemas.openxmlformats.org/presentationml/2006/main">
  <p:tag name="CONNECTORTYPE" val="Straight"/>
  <p:tag name="ID" val="roadmap"/>
</p:tagLst>
</file>

<file path=ppt/tags/tag133.xml><?xml version="1.0" encoding="utf-8"?>
<p:tagLst xmlns:a="http://schemas.openxmlformats.org/drawingml/2006/main" xmlns:r="http://schemas.openxmlformats.org/officeDocument/2006/relationships" xmlns:p="http://schemas.openxmlformats.org/presentationml/2006/main">
  <p:tag name="CONNECTORTYPE" val="Straight"/>
  <p:tag name="ID" val="roadmap"/>
</p:tagLst>
</file>

<file path=ppt/tags/tag134.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135.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136.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137.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138.xml><?xml version="1.0" encoding="utf-8"?>
<p:tagLst xmlns:a="http://schemas.openxmlformats.org/drawingml/2006/main" xmlns:r="http://schemas.openxmlformats.org/officeDocument/2006/relationships" xmlns:p="http://schemas.openxmlformats.org/presentationml/2006/main">
  <p:tag name="CONNECTORTYPE" val="Straight"/>
  <p:tag name="ID" val="roadmap"/>
</p:tagLst>
</file>

<file path=ppt/tags/tag139.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140.xml><?xml version="1.0" encoding="utf-8"?>
<p:tagLst xmlns:a="http://schemas.openxmlformats.org/drawingml/2006/main" xmlns:r="http://schemas.openxmlformats.org/officeDocument/2006/relationships" xmlns:p="http://schemas.openxmlformats.org/presentationml/2006/main">
  <p:tag name="ID" val="roadmap"/>
</p:tagLst>
</file>

<file path=ppt/tags/tag141.xml><?xml version="1.0" encoding="utf-8"?>
<p:tagLst xmlns:a="http://schemas.openxmlformats.org/drawingml/2006/main" xmlns:r="http://schemas.openxmlformats.org/officeDocument/2006/relationships" xmlns:p="http://schemas.openxmlformats.org/presentationml/2006/main">
  <p:tag name="ID" val="roadmap"/>
</p:tagLst>
</file>

<file path=ppt/tags/tag142.xml><?xml version="1.0" encoding="utf-8"?>
<p:tagLst xmlns:a="http://schemas.openxmlformats.org/drawingml/2006/main" xmlns:r="http://schemas.openxmlformats.org/officeDocument/2006/relationships" xmlns:p="http://schemas.openxmlformats.org/presentationml/2006/main">
  <p:tag name="CONNECTORTYPE" val="Straight"/>
  <p:tag name="ID" val="roadmap"/>
</p:tagLst>
</file>

<file path=ppt/tags/tag143.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1"/>
  <p:tag name="PARENT_SECTION" val="開発スケジュール"/>
  <p:tag name="SECTION" val="section"/>
  <p:tag name="TITLE" val="テスト"/>
</p:tagLst>
</file>

<file path=ppt/tags/tag144.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1"/>
  <p:tag name="PARENT_SECTION" val="開発スケジュール"/>
  <p:tag name="SECTION" val="section"/>
  <p:tag name="TITLE" val="テスト"/>
</p:tagLst>
</file>

<file path=ppt/tags/tag145.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1"/>
  <p:tag name="PARENT_SECTION" val="開発スケジュール"/>
  <p:tag name="SECTION" val="section"/>
  <p:tag name="TITLE" val="テスト"/>
</p:tagLst>
</file>

<file path=ppt/tags/tag146.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1"/>
  <p:tag name="PARENT_SECTION" val="開発スケジュール"/>
  <p:tag name="SECTION" val="section"/>
  <p:tag name="TITLE" val="テスト"/>
</p:tagLst>
</file>

<file path=ppt/tags/tag147.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1"/>
  <p:tag name="PARENT_SECTION" val="開発スケジュール"/>
  <p:tag name="SECTION" val="section"/>
  <p:tag name="TITLE" val="テスト"/>
</p:tagLst>
</file>

<file path=ppt/tags/tag148.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1"/>
  <p:tag name="PARENT_SECTION" val="開発スケジュール"/>
  <p:tag name="SECTION" val="section"/>
  <p:tag name="TITLE" val="テスト"/>
</p:tagLst>
</file>

<file path=ppt/tags/tag149.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0"/>
  <p:tag name="SECTION" val="section"/>
  <p:tag name="TITLE" val="主なドキュメント公開"/>
</p:tagLst>
</file>

<file path=ppt/tags/tag150.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0"/>
  <p:tag name="SECTION" val="section"/>
  <p:tag name="TITLE" val="主なドキュメント公開"/>
</p:tagLst>
</file>

<file path=ppt/tags/tag151.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0"/>
  <p:tag name="SECTION" val="section"/>
  <p:tag name="TITLE" val="主なドキュメント公開"/>
</p:tagLst>
</file>

<file path=ppt/tags/tag152.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0"/>
  <p:tag name="SECTION" val="section"/>
  <p:tag name="TITLE" val="主なドキュメント公開"/>
</p:tagLst>
</file>

<file path=ppt/tags/tag153.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154.xml><?xml version="1.0" encoding="utf-8"?>
<p:tagLst xmlns:a="http://schemas.openxmlformats.org/drawingml/2006/main" xmlns:r="http://schemas.openxmlformats.org/officeDocument/2006/relationships" xmlns:p="http://schemas.openxmlformats.org/presentationml/2006/main">
  <p:tag name="CONNECTORTYPE" val="Straight"/>
  <p:tag name="ID" val="roadmap"/>
</p:tagLst>
</file>

<file path=ppt/tags/tag155.xml><?xml version="1.0" encoding="utf-8"?>
<p:tagLst xmlns:a="http://schemas.openxmlformats.org/drawingml/2006/main" xmlns:r="http://schemas.openxmlformats.org/officeDocument/2006/relationships" xmlns:p="http://schemas.openxmlformats.org/presentationml/2006/main">
  <p:tag name="CONNECTORTYPE" val="Straight"/>
  <p:tag name="ID" val="roadmap"/>
</p:tagLst>
</file>

<file path=ppt/tags/tag156.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0"/>
  <p:tag name="SECTION" val="section"/>
  <p:tag name="TITLE" val="主なドキュメント公開"/>
</p:tagLst>
</file>

<file path=ppt/tags/tag157.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1"/>
  <p:tag name="PARENT_SECTION" val="開発スケジュール"/>
  <p:tag name="SECTION" val="section"/>
  <p:tag name="TITLE" val="要件定義・計画"/>
</p:tagLst>
</file>

<file path=ppt/tags/tag158.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1"/>
  <p:tag name="PARENT_SECTION" val="開発スケジュール"/>
  <p:tag name="SECTION" val="section"/>
  <p:tag name="TITLE" val="設計"/>
</p:tagLst>
</file>

<file path=ppt/tags/tag159.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1"/>
  <p:tag name="PARENT_SECTION" val="開発スケジュール"/>
  <p:tag name="SECTION" val="section"/>
  <p:tag name="TITLE" val="実装"/>
</p:tagLst>
</file>

<file path=ppt/tags/tag160.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161.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162.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163.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164.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165.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166.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167.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168.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169.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170.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171.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172.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173.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174.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175.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176.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177.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178.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179.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180.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181.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182.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183.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184.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185.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186.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187.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188.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189.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190.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191.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192.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193.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194.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195.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196.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197.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198.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199.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00.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01.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02.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03.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04.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05.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06.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07.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08.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09.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10.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11.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12.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13.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14.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15.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16.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17.xml><?xml version="1.0" encoding="utf-8"?>
<p:tagLst xmlns:a="http://schemas.openxmlformats.org/drawingml/2006/main" xmlns:r="http://schemas.openxmlformats.org/officeDocument/2006/relationships" xmlns:p="http://schemas.openxmlformats.org/presentationml/2006/main">
  <p:tag name="COL" val="5"/>
  <p:tag name="ID" val="roadmap"/>
  <p:tag name="MONTH_LEVEL_HEADER" val="2026-05"/>
  <p:tag name="N_COUNT" val="4"/>
  <p:tag name="ROW" val="0"/>
</p:tagLst>
</file>

<file path=ppt/tags/tag218.xml><?xml version="1.0" encoding="utf-8"?>
<p:tagLst xmlns:a="http://schemas.openxmlformats.org/drawingml/2006/main" xmlns:r="http://schemas.openxmlformats.org/officeDocument/2006/relationships" xmlns:p="http://schemas.openxmlformats.org/presentationml/2006/main">
  <p:tag name="COL" val="5"/>
  <p:tag name="ID" val="roadmap"/>
  <p:tag name="MONTH_LEVEL_HEADER" val="2026-05"/>
  <p:tag name="N_COUNT" val="4"/>
  <p:tag name="ROW" val="0"/>
</p:tagLst>
</file>

<file path=ppt/tags/tag219.xml><?xml version="1.0" encoding="utf-8"?>
<p:tagLst xmlns:a="http://schemas.openxmlformats.org/drawingml/2006/main" xmlns:r="http://schemas.openxmlformats.org/officeDocument/2006/relationships" xmlns:p="http://schemas.openxmlformats.org/presentationml/2006/main">
  <p:tag name="COL" val="5"/>
  <p:tag name="ID" val="roadmap"/>
  <p:tag name="MONTH_LEVEL_HEADER" val="2026-05"/>
  <p:tag name="N_COUNT" val="4"/>
  <p:tag name="ROW" val="0"/>
</p:tagLst>
</file>

<file path=ppt/tags/tag220.xml><?xml version="1.0" encoding="utf-8"?>
<p:tagLst xmlns:a="http://schemas.openxmlformats.org/drawingml/2006/main" xmlns:r="http://schemas.openxmlformats.org/officeDocument/2006/relationships" xmlns:p="http://schemas.openxmlformats.org/presentationml/2006/main">
  <p:tag name="COL" val="5"/>
  <p:tag name="ID" val="roadmap"/>
  <p:tag name="MONTH_LEVEL_HEADER" val="2026-05"/>
  <p:tag name="N_COUNT" val="4"/>
  <p:tag name="ROW" val="0"/>
</p:tagLst>
</file>

<file path=ppt/tags/tag221.xml><?xml version="1.0" encoding="utf-8"?>
<p:tagLst xmlns:a="http://schemas.openxmlformats.org/drawingml/2006/main" xmlns:r="http://schemas.openxmlformats.org/officeDocument/2006/relationships" xmlns:p="http://schemas.openxmlformats.org/presentationml/2006/main">
  <p:tag name="COL" val="5"/>
  <p:tag name="ID" val="roadmap"/>
  <p:tag name="MONTH_LEVEL_HEADER" val="2026-05"/>
  <p:tag name="N_COUNT" val="4"/>
  <p:tag name="ROW" val="0"/>
</p:tagLst>
</file>

<file path=ppt/tags/tag222.xml><?xml version="1.0" encoding="utf-8"?>
<p:tagLst xmlns:a="http://schemas.openxmlformats.org/drawingml/2006/main" xmlns:r="http://schemas.openxmlformats.org/officeDocument/2006/relationships" xmlns:p="http://schemas.openxmlformats.org/presentationml/2006/main">
  <p:tag name="COL" val="9"/>
  <p:tag name="ID" val="roadmap"/>
  <p:tag name="MONTH_LEVEL_HEADER" val="2026-06"/>
  <p:tag name="N_COUNT" val="5"/>
  <p:tag name="ROW" val="0"/>
</p:tagLst>
</file>

<file path=ppt/tags/tag223.xml><?xml version="1.0" encoding="utf-8"?>
<p:tagLst xmlns:a="http://schemas.openxmlformats.org/drawingml/2006/main" xmlns:r="http://schemas.openxmlformats.org/officeDocument/2006/relationships" xmlns:p="http://schemas.openxmlformats.org/presentationml/2006/main">
  <p:tag name="COL" val="14"/>
  <p:tag name="ID" val="roadmap"/>
  <p:tag name="MONTH_LEVEL_HEADER" val="2026-07"/>
  <p:tag name="N_COUNT" val="4"/>
  <p:tag name="ROW" val="0"/>
</p:tagLst>
</file>

<file path=ppt/tags/tag224.xml><?xml version="1.0" encoding="utf-8"?>
<p:tagLst xmlns:a="http://schemas.openxmlformats.org/drawingml/2006/main" xmlns:r="http://schemas.openxmlformats.org/officeDocument/2006/relationships" xmlns:p="http://schemas.openxmlformats.org/presentationml/2006/main">
  <p:tag name="COL" val="18"/>
  <p:tag name="ID" val="roadmap"/>
  <p:tag name="MONTH_LEVEL_HEADER" val="2026-08"/>
  <p:tag name="N_COUNT" val="5"/>
  <p:tag name="ROW" val="0"/>
</p:tagLst>
</file>

<file path=ppt/tags/tag225.xml><?xml version="1.0" encoding="utf-8"?>
<p:tagLst xmlns:a="http://schemas.openxmlformats.org/drawingml/2006/main" xmlns:r="http://schemas.openxmlformats.org/officeDocument/2006/relationships" xmlns:p="http://schemas.openxmlformats.org/presentationml/2006/main">
  <p:tag name="COL" val="23"/>
  <p:tag name="ID" val="roadmap"/>
  <p:tag name="MONTH_LEVEL_HEADER" val="2026-09"/>
  <p:tag name="N_COUNT" val="4"/>
  <p:tag name="ROW" val="0"/>
</p:tagLst>
</file>

<file path=ppt/tags/tag226.xml><?xml version="1.0" encoding="utf-8"?>
<p:tagLst xmlns:a="http://schemas.openxmlformats.org/drawingml/2006/main" xmlns:r="http://schemas.openxmlformats.org/officeDocument/2006/relationships" xmlns:p="http://schemas.openxmlformats.org/presentationml/2006/main">
  <p:tag name="COL" val="5"/>
  <p:tag name="ID" val="roadmap"/>
  <p:tag name="MIN_LEVEL_HEADER" val="2026-05-04"/>
  <p:tag name="N_COUNT" val="1"/>
  <p:tag name="ROW" val="1"/>
</p:tagLst>
</file>

<file path=ppt/tags/tag227.xml><?xml version="1.0" encoding="utf-8"?>
<p:tagLst xmlns:a="http://schemas.openxmlformats.org/drawingml/2006/main" xmlns:r="http://schemas.openxmlformats.org/officeDocument/2006/relationships" xmlns:p="http://schemas.openxmlformats.org/presentationml/2006/main">
  <p:tag name="COL" val="6"/>
  <p:tag name="ID" val="roadmap"/>
  <p:tag name="MIN_LEVEL_HEADER" val="2026-05-11"/>
  <p:tag name="N_COUNT" val="1"/>
  <p:tag name="ROW" val="1"/>
</p:tagLst>
</file>

<file path=ppt/tags/tag228.xml><?xml version="1.0" encoding="utf-8"?>
<p:tagLst xmlns:a="http://schemas.openxmlformats.org/drawingml/2006/main" xmlns:r="http://schemas.openxmlformats.org/officeDocument/2006/relationships" xmlns:p="http://schemas.openxmlformats.org/presentationml/2006/main">
  <p:tag name="COL" val="7"/>
  <p:tag name="ID" val="roadmap"/>
  <p:tag name="MIN_LEVEL_HEADER" val="2026-05-18"/>
  <p:tag name="N_COUNT" val="1"/>
  <p:tag name="ROW" val="1"/>
</p:tagLst>
</file>

<file path=ppt/tags/tag229.xml><?xml version="1.0" encoding="utf-8"?>
<p:tagLst xmlns:a="http://schemas.openxmlformats.org/drawingml/2006/main" xmlns:r="http://schemas.openxmlformats.org/officeDocument/2006/relationships" xmlns:p="http://schemas.openxmlformats.org/presentationml/2006/main">
  <p:tag name="COL" val="8"/>
  <p:tag name="ID" val="roadmap"/>
  <p:tag name="MIN_LEVEL_HEADER" val="2026-05-25"/>
  <p:tag name="N_COUNT" val="1"/>
  <p:tag name="ROW" val="1"/>
</p:tagLst>
</file>

<file path=ppt/tags/tag230.xml><?xml version="1.0" encoding="utf-8"?>
<p:tagLst xmlns:a="http://schemas.openxmlformats.org/drawingml/2006/main" xmlns:r="http://schemas.openxmlformats.org/officeDocument/2006/relationships" xmlns:p="http://schemas.openxmlformats.org/presentationml/2006/main">
  <p:tag name="COL" val="9"/>
  <p:tag name="ID" val="roadmap"/>
  <p:tag name="MIN_LEVEL_HEADER" val="2026-06-01"/>
  <p:tag name="N_COUNT" val="1"/>
  <p:tag name="ROW" val="1"/>
</p:tagLst>
</file>

<file path=ppt/tags/tag231.xml><?xml version="1.0" encoding="utf-8"?>
<p:tagLst xmlns:a="http://schemas.openxmlformats.org/drawingml/2006/main" xmlns:r="http://schemas.openxmlformats.org/officeDocument/2006/relationships" xmlns:p="http://schemas.openxmlformats.org/presentationml/2006/main">
  <p:tag name="COL" val="10"/>
  <p:tag name="ID" val="roadmap"/>
  <p:tag name="MIN_LEVEL_HEADER" val="2026-06-08"/>
  <p:tag name="N_COUNT" val="1"/>
  <p:tag name="ROW" val="1"/>
</p:tagLst>
</file>

<file path=ppt/tags/tag232.xml><?xml version="1.0" encoding="utf-8"?>
<p:tagLst xmlns:a="http://schemas.openxmlformats.org/drawingml/2006/main" xmlns:r="http://schemas.openxmlformats.org/officeDocument/2006/relationships" xmlns:p="http://schemas.openxmlformats.org/presentationml/2006/main">
  <p:tag name="COL" val="11"/>
  <p:tag name="ID" val="roadmap"/>
  <p:tag name="MIN_LEVEL_HEADER" val="2026-06-15"/>
  <p:tag name="N_COUNT" val="1"/>
  <p:tag name="ROW" val="1"/>
</p:tagLst>
</file>

<file path=ppt/tags/tag233.xml><?xml version="1.0" encoding="utf-8"?>
<p:tagLst xmlns:a="http://schemas.openxmlformats.org/drawingml/2006/main" xmlns:r="http://schemas.openxmlformats.org/officeDocument/2006/relationships" xmlns:p="http://schemas.openxmlformats.org/presentationml/2006/main">
  <p:tag name="COL" val="12"/>
  <p:tag name="ID" val="roadmap"/>
  <p:tag name="MIN_LEVEL_HEADER" val="2026-06-22"/>
  <p:tag name="N_COUNT" val="1"/>
  <p:tag name="ROW" val="1"/>
</p:tagLst>
</file>

<file path=ppt/tags/tag234.xml><?xml version="1.0" encoding="utf-8"?>
<p:tagLst xmlns:a="http://schemas.openxmlformats.org/drawingml/2006/main" xmlns:r="http://schemas.openxmlformats.org/officeDocument/2006/relationships" xmlns:p="http://schemas.openxmlformats.org/presentationml/2006/main">
  <p:tag name="COL" val="13"/>
  <p:tag name="ID" val="roadmap"/>
  <p:tag name="MIN_LEVEL_HEADER" val="2026-06-29"/>
  <p:tag name="N_COUNT" val="1"/>
  <p:tag name="ROW" val="1"/>
</p:tagLst>
</file>

<file path=ppt/tags/tag235.xml><?xml version="1.0" encoding="utf-8"?>
<p:tagLst xmlns:a="http://schemas.openxmlformats.org/drawingml/2006/main" xmlns:r="http://schemas.openxmlformats.org/officeDocument/2006/relationships" xmlns:p="http://schemas.openxmlformats.org/presentationml/2006/main">
  <p:tag name="COL" val="14"/>
  <p:tag name="ID" val="roadmap"/>
  <p:tag name="MIN_LEVEL_HEADER" val="2026-07-06"/>
  <p:tag name="N_COUNT" val="1"/>
  <p:tag name="ROW" val="1"/>
</p:tagLst>
</file>

<file path=ppt/tags/tag236.xml><?xml version="1.0" encoding="utf-8"?>
<p:tagLst xmlns:a="http://schemas.openxmlformats.org/drawingml/2006/main" xmlns:r="http://schemas.openxmlformats.org/officeDocument/2006/relationships" xmlns:p="http://schemas.openxmlformats.org/presentationml/2006/main">
  <p:tag name="COL" val="15"/>
  <p:tag name="ID" val="roadmap"/>
  <p:tag name="MIN_LEVEL_HEADER" val="2026-07-13"/>
  <p:tag name="N_COUNT" val="1"/>
  <p:tag name="ROW" val="1"/>
</p:tagLst>
</file>

<file path=ppt/tags/tag237.xml><?xml version="1.0" encoding="utf-8"?>
<p:tagLst xmlns:a="http://schemas.openxmlformats.org/drawingml/2006/main" xmlns:r="http://schemas.openxmlformats.org/officeDocument/2006/relationships" xmlns:p="http://schemas.openxmlformats.org/presentationml/2006/main">
  <p:tag name="COL" val="16"/>
  <p:tag name="ID" val="roadmap"/>
  <p:tag name="MIN_LEVEL_HEADER" val="2026-07-20"/>
  <p:tag name="N_COUNT" val="1"/>
  <p:tag name="ROW" val="1"/>
</p:tagLst>
</file>

<file path=ppt/tags/tag238.xml><?xml version="1.0" encoding="utf-8"?>
<p:tagLst xmlns:a="http://schemas.openxmlformats.org/drawingml/2006/main" xmlns:r="http://schemas.openxmlformats.org/officeDocument/2006/relationships" xmlns:p="http://schemas.openxmlformats.org/presentationml/2006/main">
  <p:tag name="COL" val="17"/>
  <p:tag name="ID" val="roadmap"/>
  <p:tag name="MIN_LEVEL_HEADER" val="2026-07-27"/>
  <p:tag name="N_COUNT" val="1"/>
  <p:tag name="ROW" val="1"/>
</p:tagLst>
</file>

<file path=ppt/tags/tag239.xml><?xml version="1.0" encoding="utf-8"?>
<p:tagLst xmlns:a="http://schemas.openxmlformats.org/drawingml/2006/main" xmlns:r="http://schemas.openxmlformats.org/officeDocument/2006/relationships" xmlns:p="http://schemas.openxmlformats.org/presentationml/2006/main">
  <p:tag name="COL" val="18"/>
  <p:tag name="ID" val="roadmap"/>
  <p:tag name="MIN_LEVEL_HEADER" val="2026-08-03"/>
  <p:tag name="N_COUNT" val="1"/>
  <p:tag name="ROW" val="1"/>
</p:tagLst>
</file>

<file path=ppt/tags/tag240.xml><?xml version="1.0" encoding="utf-8"?>
<p:tagLst xmlns:a="http://schemas.openxmlformats.org/drawingml/2006/main" xmlns:r="http://schemas.openxmlformats.org/officeDocument/2006/relationships" xmlns:p="http://schemas.openxmlformats.org/presentationml/2006/main">
  <p:tag name="COL" val="19"/>
  <p:tag name="ID" val="roadmap"/>
  <p:tag name="MIN_LEVEL_HEADER" val="2026-08-10"/>
  <p:tag name="N_COUNT" val="1"/>
  <p:tag name="ROW" val="1"/>
</p:tagLst>
</file>

<file path=ppt/tags/tag241.xml><?xml version="1.0" encoding="utf-8"?>
<p:tagLst xmlns:a="http://schemas.openxmlformats.org/drawingml/2006/main" xmlns:r="http://schemas.openxmlformats.org/officeDocument/2006/relationships" xmlns:p="http://schemas.openxmlformats.org/presentationml/2006/main">
  <p:tag name="COL" val="20"/>
  <p:tag name="ID" val="roadmap"/>
  <p:tag name="MIN_LEVEL_HEADER" val="2026-08-17"/>
  <p:tag name="N_COUNT" val="1"/>
  <p:tag name="ROW" val="1"/>
</p:tagLst>
</file>

<file path=ppt/tags/tag242.xml><?xml version="1.0" encoding="utf-8"?>
<p:tagLst xmlns:a="http://schemas.openxmlformats.org/drawingml/2006/main" xmlns:r="http://schemas.openxmlformats.org/officeDocument/2006/relationships" xmlns:p="http://schemas.openxmlformats.org/presentationml/2006/main">
  <p:tag name="COL" val="21"/>
  <p:tag name="ID" val="roadmap"/>
  <p:tag name="MIN_LEVEL_HEADER" val="2026-08-24"/>
  <p:tag name="N_COUNT" val="1"/>
  <p:tag name="ROW" val="1"/>
</p:tagLst>
</file>

<file path=ppt/tags/tag243.xml><?xml version="1.0" encoding="utf-8"?>
<p:tagLst xmlns:a="http://schemas.openxmlformats.org/drawingml/2006/main" xmlns:r="http://schemas.openxmlformats.org/officeDocument/2006/relationships" xmlns:p="http://schemas.openxmlformats.org/presentationml/2006/main">
  <p:tag name="COL" val="22"/>
  <p:tag name="ID" val="roadmap"/>
  <p:tag name="MIN_LEVEL_HEADER" val="2026-08-31"/>
  <p:tag name="N_COUNT" val="1"/>
  <p:tag name="ROW" val="1"/>
</p:tagLst>
</file>

<file path=ppt/tags/tag244.xml><?xml version="1.0" encoding="utf-8"?>
<p:tagLst xmlns:a="http://schemas.openxmlformats.org/drawingml/2006/main" xmlns:r="http://schemas.openxmlformats.org/officeDocument/2006/relationships" xmlns:p="http://schemas.openxmlformats.org/presentationml/2006/main">
  <p:tag name="COL" val="23"/>
  <p:tag name="ID" val="roadmap"/>
  <p:tag name="MIN_LEVEL_HEADER" val="2026-09-07"/>
  <p:tag name="N_COUNT" val="1"/>
  <p:tag name="ROW" val="1"/>
</p:tagLst>
</file>

<file path=ppt/tags/tag245.xml><?xml version="1.0" encoding="utf-8"?>
<p:tagLst xmlns:a="http://schemas.openxmlformats.org/drawingml/2006/main" xmlns:r="http://schemas.openxmlformats.org/officeDocument/2006/relationships" xmlns:p="http://schemas.openxmlformats.org/presentationml/2006/main">
  <p:tag name="COL" val="24"/>
  <p:tag name="ID" val="roadmap"/>
  <p:tag name="MIN_LEVEL_HEADER" val="2026-09-14"/>
  <p:tag name="N_COUNT" val="1"/>
  <p:tag name="ROW" val="1"/>
</p:tagLst>
</file>

<file path=ppt/tags/tag246.xml><?xml version="1.0" encoding="utf-8"?>
<p:tagLst xmlns:a="http://schemas.openxmlformats.org/drawingml/2006/main" xmlns:r="http://schemas.openxmlformats.org/officeDocument/2006/relationships" xmlns:p="http://schemas.openxmlformats.org/presentationml/2006/main">
  <p:tag name="COL" val="5"/>
  <p:tag name="ID" val="roadmap"/>
  <p:tag name="MONTH_LEVEL_HEADER" val="2026-05"/>
  <p:tag name="N_COUNT" val="4"/>
  <p:tag name="ROW" val="0"/>
</p:tagLst>
</file>

<file path=ppt/tags/tag247.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48.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49.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50.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51.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52.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53.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54.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55.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56.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57.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58.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59.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60.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61.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62.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63.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64.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65.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66.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heme/theme1.xml><?xml version="1.0" encoding="utf-8"?>
<a:theme xmlns:a="http://schemas.openxmlformats.org/drawingml/2006/main" name="2_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a:noFill/>
        </a:ln>
      </a:spPr>
      <a:bodyPr rtlCol="0" anchor="ctr"/>
      <a:lstStyle>
        <a:defPPr algn="l" fontAlgn="base">
          <a:spcBef>
            <a:spcPct val="20000"/>
          </a:spcBef>
          <a:spcAft>
            <a:spcPct val="0"/>
          </a:spcAft>
          <a:defRPr kumimoji="1" sz="1400" dirty="0" err="1">
            <a:latin typeface="+mj-ea"/>
            <a:ea typeface="+mj-ea"/>
          </a:defRPr>
        </a:defPPr>
      </a:lstStyle>
    </a:spDef>
    <a:lnDef>
      <a:spPr bwMode="auto">
        <a:solidFill>
          <a:schemeClr val="bg1"/>
        </a:solidFill>
        <a:ln w="9525" cap="flat" cmpd="sng" algn="ctr">
          <a:solidFill>
            <a:schemeClr val="tx1"/>
          </a:solidFill>
          <a:prstDash val="solid"/>
          <a:round/>
          <a:headEnd type="none" w="med" len="med"/>
          <a:tailEnd type="none" w="med" len="med"/>
        </a:ln>
        <a:effectLst/>
      </a:spPr>
      <a:bodyPr/>
      <a:lstStyle/>
    </a:lnDef>
    <a:txDef>
      <a:spPr>
        <a:noFill/>
      </a:spPr>
      <a:bodyPr wrap="square" lIns="36000" tIns="36000" rIns="36000" bIns="36000" rtlCol="0" anchor="ctr">
        <a:noAutofit/>
      </a:bodyPr>
      <a:lstStyle>
        <a:defPPr algn="l" defTabSz="914400" fontAlgn="base">
          <a:lnSpc>
            <a:spcPct val="80000"/>
          </a:lnSpc>
          <a:spcBef>
            <a:spcPct val="0"/>
          </a:spcBef>
          <a:spcAft>
            <a:spcPct val="0"/>
          </a:spcAft>
          <a:defRPr kumimoji="1" sz="1200" i="0" dirty="0" smtClean="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2.xml><?xml version="1.0" encoding="utf-8"?>
<a:theme xmlns:a="http://schemas.openxmlformats.org/drawingml/2006/main" name="デザインの設定">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3_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a:noFill/>
        </a:ln>
      </a:spPr>
      <a:bodyPr rtlCol="0" anchor="ctr"/>
      <a:lstStyle>
        <a:defPPr algn="l" fontAlgn="base">
          <a:spcBef>
            <a:spcPct val="20000"/>
          </a:spcBef>
          <a:spcAft>
            <a:spcPct val="0"/>
          </a:spcAft>
          <a:defRPr sz="1400" dirty="0" err="1" smtClean="0">
            <a:latin typeface="+mj-ea"/>
            <a:ea typeface="+mj-ea"/>
          </a:defRPr>
        </a:defPPr>
      </a:lstStyle>
    </a:spDef>
    <a:lnDef>
      <a:spPr bwMode="auto">
        <a:solidFill>
          <a:schemeClr val="bg1"/>
        </a:solidFill>
        <a:ln w="9525" cap="flat" cmpd="sng" algn="ctr">
          <a:solidFill>
            <a:schemeClr val="tx1"/>
          </a:solidFill>
          <a:prstDash val="solid"/>
          <a:round/>
          <a:headEnd type="none" w="med" len="med"/>
          <a:tailEnd type="none" w="med" len="med"/>
        </a:ln>
        <a:effectLst/>
      </a:spPr>
      <a:bodyPr/>
      <a:lstStyle/>
    </a:lnDef>
    <a:txDef>
      <a:spPr>
        <a:noFill/>
      </a:spPr>
      <a:bodyPr wrap="square" lIns="36000" tIns="36000" rIns="36000" bIns="36000" rtlCol="0" anchor="ctr">
        <a:noAutofit/>
      </a:bodyPr>
      <a:lstStyle>
        <a:defPPr algn="l" defTabSz="914400" fontAlgn="base">
          <a:lnSpc>
            <a:spcPct val="80000"/>
          </a:lnSpc>
          <a:spcBef>
            <a:spcPct val="0"/>
          </a:spcBef>
          <a:spcAft>
            <a:spcPct val="0"/>
          </a:spcAft>
          <a:defRPr kumimoji="1" sz="1200" i="0" dirty="0" smtClean="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AD26169CDAAF6B41B8B557D8EAD22A36" ma:contentTypeVersion="11" ma:contentTypeDescription="新しいドキュメントを作成します。" ma:contentTypeScope="" ma:versionID="a52047099d1dd8de6e74bf87a4a73917">
  <xsd:schema xmlns:xsd="http://www.w3.org/2001/XMLSchema" xmlns:xs="http://www.w3.org/2001/XMLSchema" xmlns:p="http://schemas.microsoft.com/office/2006/metadata/properties" xmlns:ns2="e356ba7c-6f75-4160-892e-139003efe231" targetNamespace="http://schemas.microsoft.com/office/2006/metadata/properties" ma:root="true" ma:fieldsID="429bb204e7b0455599c34819c2da32be" ns2:_="">
    <xsd:import namespace="e356ba7c-6f75-4160-892e-139003efe23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BillingMetadata" minOccurs="0"/>
                <xsd:element ref="ns2:lcf76f155ced4ddcb4097134ff3c332f"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56ba7c-6f75-4160-892e-139003efe23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BillingMetadata" ma:index="15" nillable="true" ma:displayName="MediaServiceBillingMetadata" ma:hidden="true" ma:internalName="MediaServiceBillingMetadata" ma:readOnly="true">
      <xsd:simpleType>
        <xsd:restriction base="dms:Note"/>
      </xsd:simpleType>
    </xsd:element>
    <xsd:element name="lcf76f155ced4ddcb4097134ff3c332f" ma:index="17" nillable="true" ma:taxonomy="true" ma:internalName="lcf76f155ced4ddcb4097134ff3c332f" ma:taxonomyFieldName="MediaServiceImageTags" ma:displayName="画像タグ" ma:readOnly="false" ma:fieldId="{5cf76f15-5ced-4ddc-b409-7134ff3c332f}" ma:taxonomyMulti="true" ma:sspId="0347f584-7be2-4218-8e94-402d99aedf0b"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e356ba7c-6f75-4160-892e-139003efe231">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1248EC6-0D6B-44AA-B7A9-94AE5F9AEA5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356ba7c-6f75-4160-892e-139003efe23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88BA10B-0BD4-434C-8283-F15F6BED4527}">
  <ds:schemaRefs>
    <ds:schemaRef ds:uri="http://purl.org/dc/terms/"/>
    <ds:schemaRef ds:uri="http://schemas.microsoft.com/office/2006/metadata/properties"/>
    <ds:schemaRef ds:uri="http://schemas.microsoft.com/office/2006/documentManagement/types"/>
    <ds:schemaRef ds:uri="http://schemas.microsoft.com/office/infopath/2007/PartnerControls"/>
    <ds:schemaRef ds:uri="http://www.w3.org/XML/1998/namespace"/>
    <ds:schemaRef ds:uri="http://schemas.openxmlformats.org/package/2006/metadata/core-properties"/>
    <ds:schemaRef ds:uri="http://purl.org/dc/elements/1.1/"/>
    <ds:schemaRef ds:uri="e356ba7c-6f75-4160-892e-139003efe231"/>
    <ds:schemaRef ds:uri="http://purl.org/dc/dcmitype/"/>
  </ds:schemaRefs>
</ds:datastoreItem>
</file>

<file path=customXml/itemProps3.xml><?xml version="1.0" encoding="utf-8"?>
<ds:datastoreItem xmlns:ds="http://schemas.openxmlformats.org/officeDocument/2006/customXml" ds:itemID="{CC099E5F-C6C1-4769-9B39-C236FDC4F417}">
  <ds:schemaRefs>
    <ds:schemaRef ds:uri="http://schemas.microsoft.com/sharepoint/v3/contenttype/forms"/>
  </ds:schemaRefs>
</ds:datastoreItem>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emplate/>
  <TotalTime>0</TotalTime>
  <Words>7784</Words>
  <Application>Microsoft Office PowerPoint</Application>
  <PresentationFormat>A4 210 x 297 mm</PresentationFormat>
  <Paragraphs>1454</Paragraphs>
  <Slides>23</Slides>
  <Notes>14</Notes>
  <HiddenSlides>0</HiddenSlides>
  <MMClips>0</MMClips>
  <ScaleCrop>false</ScaleCrop>
  <HeadingPairs>
    <vt:vector size="8" baseType="variant">
      <vt:variant>
        <vt:lpstr>使用されているフォント</vt:lpstr>
      </vt:variant>
      <vt:variant>
        <vt:i4>10</vt:i4>
      </vt:variant>
      <vt:variant>
        <vt:lpstr>テーマ</vt:lpstr>
      </vt:variant>
      <vt:variant>
        <vt:i4>3</vt:i4>
      </vt:variant>
      <vt:variant>
        <vt:lpstr>埋め込まれた OLE サーバー</vt:lpstr>
      </vt:variant>
      <vt:variant>
        <vt:i4>1</vt:i4>
      </vt:variant>
      <vt:variant>
        <vt:lpstr>スライド タイトル</vt:lpstr>
      </vt:variant>
      <vt:variant>
        <vt:i4>23</vt:i4>
      </vt:variant>
    </vt:vector>
  </HeadingPairs>
  <TitlesOfParts>
    <vt:vector size="37" baseType="lpstr">
      <vt:lpstr>Meiryo UI</vt:lpstr>
      <vt:lpstr>Meiryo UI 見出し</vt:lpstr>
      <vt:lpstr>ＭＳ Ｐゴシック</vt:lpstr>
      <vt:lpstr>メイリオ</vt:lpstr>
      <vt:lpstr>游ゴシック</vt:lpstr>
      <vt:lpstr>游ゴシック Light</vt:lpstr>
      <vt:lpstr>Arial</vt:lpstr>
      <vt:lpstr>Calibri</vt:lpstr>
      <vt:lpstr>Times New Roman</vt:lpstr>
      <vt:lpstr>Wingdings</vt:lpstr>
      <vt:lpstr>2_テーマ２（ACN用）</vt:lpstr>
      <vt:lpstr>デザインの設定</vt:lpstr>
      <vt:lpstr>3_テーマ２（ACN用）</vt:lpstr>
      <vt:lpstr>think-cellスライド</vt:lpstr>
      <vt:lpstr>PowerPoint プレゼンテーション</vt:lpstr>
      <vt:lpstr>アジェンダ</vt:lpstr>
      <vt:lpstr>1．マスタスケジュールの確認 ①　調達・開発スケジュール</vt:lpstr>
      <vt:lpstr>参考：令和9年度案件の調達スケジュールについて</vt:lpstr>
      <vt:lpstr>参考：介護連携(文書情報)のスケジュール</vt:lpstr>
      <vt:lpstr>1．マスタスケジュールの確認 ②　文書・資材公開スケジュール(12月リリース)</vt:lpstr>
      <vt:lpstr>2．各種台帳の更新確認</vt:lpstr>
      <vt:lpstr>3．令和8年度案件の概況(1/3)</vt:lpstr>
      <vt:lpstr>3．令和8年度案件の概況(2/3)</vt:lpstr>
      <vt:lpstr>3．令和8年度案件の概況(3/3)</vt:lpstr>
      <vt:lpstr>3．令和8年度案件の概況 参考：DX機構チーム体制(2026年10月～)</vt:lpstr>
      <vt:lpstr>4．令和9年度案件候補の概況</vt:lpstr>
      <vt:lpstr>PowerPoint プレゼンテーション</vt:lpstr>
      <vt:lpstr>1．目的（ミッション）</vt:lpstr>
      <vt:lpstr>2．実施内容（1/2）</vt:lpstr>
      <vt:lpstr>2．実施内容（2/2）</vt:lpstr>
      <vt:lpstr>3．要件整理のスケジュール・進め方</vt:lpstr>
      <vt:lpstr>4．成果物（案）</vt:lpstr>
      <vt:lpstr>6．受入テストシナリオの厚労省レビューに向けた事前説明の内容確認</vt:lpstr>
      <vt:lpstr>7．医介連携におけるランニングコスト按分のための統計ログ出力機能の集計期間</vt:lpstr>
      <vt:lpstr>1．「TODO1216_医介連携におけるランニングコスト按分のための統計ログ出力機能の検討」の結果共有</vt:lpstr>
      <vt:lpstr>５．文書情報の介護連携：ログ統計機能に係る改修内容の確認 補足１：既存機能のアウトプット・介護向け改修案（日次）</vt:lpstr>
      <vt:lpstr>５．文書情報の介護連携：ログ統計機能に係る改修内容の確認 補足２：既存機能のアウトプット・介護向け改修案（月次・年次）</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2026-10-08T11:51:45Z</dcterms:created>
  <dcterms:modified xsi:type="dcterms:W3CDTF">2026-10-13T04:42:27Z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0x010100AD26169CDAAF6B41B8B557D8EAD22A36</vt:lpwstr>
  </property>
</Properties>
</file>