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702" r:id="rId4"/>
  </p:sldMasterIdLst>
  <p:notesMasterIdLst>
    <p:notesMasterId r:id="rId17"/>
  </p:notesMasterIdLst>
  <p:handoutMasterIdLst>
    <p:handoutMasterId r:id="rId18"/>
  </p:handoutMasterIdLst>
  <p:sldIdLst>
    <p:sldId id="666" r:id="rId5"/>
    <p:sldId id="699" r:id="rId6"/>
    <p:sldId id="710" r:id="rId7"/>
    <p:sldId id="692" r:id="rId8"/>
    <p:sldId id="698" r:id="rId9"/>
    <p:sldId id="706" r:id="rId10"/>
    <p:sldId id="705" r:id="rId11"/>
    <p:sldId id="704" r:id="rId12"/>
    <p:sldId id="697" r:id="rId13"/>
    <p:sldId id="707" r:id="rId14"/>
    <p:sldId id="695" r:id="rId15"/>
    <p:sldId id="709" r:id="rId16"/>
  </p:sldIdLst>
  <p:sldSz cx="9906000" cy="6858000" type="A4"/>
  <p:notesSz cx="6735763" cy="9866313"/>
  <p:defaultTextStyle>
    <a:defPPr>
      <a:defRPr lang="ja-JP"/>
    </a:defPPr>
    <a:lvl1pPr marL="0" algn="l" defTabSz="977316" rtl="0" eaLnBrk="1" latinLnBrk="0" hangingPunct="1">
      <a:defRPr kumimoji="1" sz="1924" kern="1200">
        <a:solidFill>
          <a:schemeClr val="tx1"/>
        </a:solidFill>
        <a:latin typeface="+mn-lt"/>
        <a:ea typeface="+mn-ea"/>
        <a:cs typeface="+mn-cs"/>
      </a:defRPr>
    </a:lvl1pPr>
    <a:lvl2pPr marL="488658" algn="l" defTabSz="977316" rtl="0" eaLnBrk="1" latinLnBrk="0" hangingPunct="1">
      <a:defRPr kumimoji="1" sz="1924" kern="1200">
        <a:solidFill>
          <a:schemeClr val="tx1"/>
        </a:solidFill>
        <a:latin typeface="+mn-lt"/>
        <a:ea typeface="+mn-ea"/>
        <a:cs typeface="+mn-cs"/>
      </a:defRPr>
    </a:lvl2pPr>
    <a:lvl3pPr marL="977316" algn="l" defTabSz="977316" rtl="0" eaLnBrk="1" latinLnBrk="0" hangingPunct="1">
      <a:defRPr kumimoji="1" sz="1924" kern="1200">
        <a:solidFill>
          <a:schemeClr val="tx1"/>
        </a:solidFill>
        <a:latin typeface="+mn-lt"/>
        <a:ea typeface="+mn-ea"/>
        <a:cs typeface="+mn-cs"/>
      </a:defRPr>
    </a:lvl3pPr>
    <a:lvl4pPr marL="1465974" algn="l" defTabSz="977316" rtl="0" eaLnBrk="1" latinLnBrk="0" hangingPunct="1">
      <a:defRPr kumimoji="1" sz="1924" kern="1200">
        <a:solidFill>
          <a:schemeClr val="tx1"/>
        </a:solidFill>
        <a:latin typeface="+mn-lt"/>
        <a:ea typeface="+mn-ea"/>
        <a:cs typeface="+mn-cs"/>
      </a:defRPr>
    </a:lvl4pPr>
    <a:lvl5pPr marL="1954632" algn="l" defTabSz="977316" rtl="0" eaLnBrk="1" latinLnBrk="0" hangingPunct="1">
      <a:defRPr kumimoji="1" sz="1924" kern="1200">
        <a:solidFill>
          <a:schemeClr val="tx1"/>
        </a:solidFill>
        <a:latin typeface="+mn-lt"/>
        <a:ea typeface="+mn-ea"/>
        <a:cs typeface="+mn-cs"/>
      </a:defRPr>
    </a:lvl5pPr>
    <a:lvl6pPr marL="2443289" algn="l" defTabSz="977316" rtl="0" eaLnBrk="1" latinLnBrk="0" hangingPunct="1">
      <a:defRPr kumimoji="1" sz="1924" kern="1200">
        <a:solidFill>
          <a:schemeClr val="tx1"/>
        </a:solidFill>
        <a:latin typeface="+mn-lt"/>
        <a:ea typeface="+mn-ea"/>
        <a:cs typeface="+mn-cs"/>
      </a:defRPr>
    </a:lvl6pPr>
    <a:lvl7pPr marL="2931948" algn="l" defTabSz="977316" rtl="0" eaLnBrk="1" latinLnBrk="0" hangingPunct="1">
      <a:defRPr kumimoji="1" sz="1924" kern="1200">
        <a:solidFill>
          <a:schemeClr val="tx1"/>
        </a:solidFill>
        <a:latin typeface="+mn-lt"/>
        <a:ea typeface="+mn-ea"/>
        <a:cs typeface="+mn-cs"/>
      </a:defRPr>
    </a:lvl7pPr>
    <a:lvl8pPr marL="3420606" algn="l" defTabSz="977316" rtl="0" eaLnBrk="1" latinLnBrk="0" hangingPunct="1">
      <a:defRPr kumimoji="1" sz="1924" kern="1200">
        <a:solidFill>
          <a:schemeClr val="tx1"/>
        </a:solidFill>
        <a:latin typeface="+mn-lt"/>
        <a:ea typeface="+mn-ea"/>
        <a:cs typeface="+mn-cs"/>
      </a:defRPr>
    </a:lvl8pPr>
    <a:lvl9pPr marL="3909264" algn="l" defTabSz="977316" rtl="0" eaLnBrk="1" latinLnBrk="0" hangingPunct="1">
      <a:defRPr kumimoji="1" sz="192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AF2FA"/>
    <a:srgbClr val="003296"/>
    <a:srgbClr val="00AFF0"/>
    <a:srgbClr val="002060"/>
    <a:srgbClr val="0000FF"/>
    <a:srgbClr val="0066FF"/>
    <a:srgbClr val="000000"/>
    <a:srgbClr val="D1E7F6"/>
    <a:srgbClr val="E7F1FA"/>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E1FE67-8979-4C51-AB64-C481C6003018}" v="24" dt="2026-10-09T09:22:19.581"/>
    <p1510:client id="{81A72B24-1EB6-450F-A60C-9C5C0C23DA08}" v="57" dt="2026-10-09T04:07:34.58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4" autoAdjust="0"/>
    <p:restoredTop sz="94660"/>
  </p:normalViewPr>
  <p:slideViewPr>
    <p:cSldViewPr snapToGrid="0" showGuides="1">
      <p:cViewPr varScale="1">
        <p:scale>
          <a:sx n="93" d="100"/>
          <a:sy n="93" d="100"/>
        </p:scale>
        <p:origin x="792" y="68"/>
      </p:cViewPr>
      <p:guideLst>
        <p:guide orient="horz" pos="2183"/>
        <p:guide pos="3120"/>
      </p:guideLst>
    </p:cSldViewPr>
  </p:slideViewPr>
  <p:notesTextViewPr>
    <p:cViewPr>
      <p:scale>
        <a:sx n="1" d="1"/>
        <a:sy n="1" d="1"/>
      </p:scale>
      <p:origin x="0" y="0"/>
    </p:cViewPr>
  </p:notesTextViewPr>
  <p:sorterViewPr>
    <p:cViewPr>
      <p:scale>
        <a:sx n="100" d="100"/>
        <a:sy n="100" d="100"/>
      </p:scale>
      <p:origin x="0" y="-95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野　千恵（本部情報化推進部電子カルテ情報課）" userId="6b0feb7b-d33a-416a-a65a-2d016c755c67" providerId="ADAL" clId="{6279E38A-9836-46DE-A0F4-C831F71E3193}"/>
    <pc:docChg chg="undo redo custSel addSld delSld modSld sldOrd">
      <pc:chgData name="大野　千恵（本部情報化推進部電子カルテ情報課）" userId="6b0feb7b-d33a-416a-a65a-2d016c755c67" providerId="ADAL" clId="{6279E38A-9836-46DE-A0F4-C831F71E3193}" dt="2026-10-09T09:44:49.807" v="9367" actId="14100"/>
      <pc:docMkLst>
        <pc:docMk/>
      </pc:docMkLst>
      <pc:sldChg chg="addSp delSp modSp add del mod">
        <pc:chgData name="大野　千恵（本部情報化推進部電子カルテ情報課）" userId="6b0feb7b-d33a-416a-a65a-2d016c755c67" providerId="ADAL" clId="{6279E38A-9836-46DE-A0F4-C831F71E3193}" dt="2026-10-09T03:58:41.014" v="6300" actId="2696"/>
        <pc:sldMkLst>
          <pc:docMk/>
          <pc:sldMk cId="833852450" sldId="545"/>
        </pc:sldMkLst>
        <pc:spChg chg="del">
          <ac:chgData name="大野　千恵（本部情報化推進部電子カルテ情報課）" userId="6b0feb7b-d33a-416a-a65a-2d016c755c67" providerId="ADAL" clId="{6279E38A-9836-46DE-A0F4-C831F71E3193}" dt="2026-10-08T11:55:57.945" v="1471" actId="478"/>
          <ac:spMkLst>
            <pc:docMk/>
            <pc:sldMk cId="833852450" sldId="545"/>
            <ac:spMk id="3" creationId="{584B7FF5-8405-713B-3F4A-050E3D04089E}"/>
          </ac:spMkLst>
        </pc:spChg>
        <pc:spChg chg="mod">
          <ac:chgData name="大野　千恵（本部情報化推進部電子カルテ情報課）" userId="6b0feb7b-d33a-416a-a65a-2d016c755c67" providerId="ADAL" clId="{6279E38A-9836-46DE-A0F4-C831F71E3193}" dt="2026-10-08T11:58:55.417" v="1482" actId="1076"/>
          <ac:spMkLst>
            <pc:docMk/>
            <pc:sldMk cId="833852450" sldId="545"/>
            <ac:spMk id="9" creationId="{BF1BDE36-875E-DADF-ABEB-AAD79F1EC915}"/>
          </ac:spMkLst>
        </pc:spChg>
        <pc:spChg chg="mod">
          <ac:chgData name="大野　千恵（本部情報化推進部電子カルテ情報課）" userId="6b0feb7b-d33a-416a-a65a-2d016c755c67" providerId="ADAL" clId="{6279E38A-9836-46DE-A0F4-C831F71E3193}" dt="2026-10-08T11:58:55.417" v="1482" actId="1076"/>
          <ac:spMkLst>
            <pc:docMk/>
            <pc:sldMk cId="833852450" sldId="545"/>
            <ac:spMk id="10" creationId="{7DD9F33D-6DC8-BD2E-86F2-7F2C5A9FD2CD}"/>
          </ac:spMkLst>
        </pc:spChg>
        <pc:spChg chg="mod">
          <ac:chgData name="大野　千恵（本部情報化推進部電子カルテ情報課）" userId="6b0feb7b-d33a-416a-a65a-2d016c755c67" providerId="ADAL" clId="{6279E38A-9836-46DE-A0F4-C831F71E3193}" dt="2026-10-08T12:01:24.158" v="1487" actId="14100"/>
          <ac:spMkLst>
            <pc:docMk/>
            <pc:sldMk cId="833852450" sldId="545"/>
            <ac:spMk id="42" creationId="{EA76184A-5178-9C76-9245-318621501551}"/>
          </ac:spMkLst>
        </pc:spChg>
        <pc:spChg chg="mod">
          <ac:chgData name="大野　千恵（本部情報化推進部電子カルテ情報課）" userId="6b0feb7b-d33a-416a-a65a-2d016c755c67" providerId="ADAL" clId="{6279E38A-9836-46DE-A0F4-C831F71E3193}" dt="2026-10-08T11:58:55.417" v="1482" actId="1076"/>
          <ac:spMkLst>
            <pc:docMk/>
            <pc:sldMk cId="833852450" sldId="545"/>
            <ac:spMk id="93" creationId="{7C8BE693-6AF4-5A38-9212-37C8BCF74F58}"/>
          </ac:spMkLst>
        </pc:spChg>
        <pc:spChg chg="add del mod">
          <ac:chgData name="大野　千恵（本部情報化推進部電子カルテ情報課）" userId="6b0feb7b-d33a-416a-a65a-2d016c755c67" providerId="ADAL" clId="{6279E38A-9836-46DE-A0F4-C831F71E3193}" dt="2026-10-08T11:56:09.645" v="1473" actId="478"/>
          <ac:spMkLst>
            <pc:docMk/>
            <pc:sldMk cId="833852450" sldId="545"/>
            <ac:spMk id="94" creationId="{CB9519F1-8E33-68B6-9693-DDE06D2FE2B5}"/>
          </ac:spMkLst>
        </pc:spChg>
        <pc:spChg chg="mod">
          <ac:chgData name="大野　千恵（本部情報化推進部電子カルテ情報課）" userId="6b0feb7b-d33a-416a-a65a-2d016c755c67" providerId="ADAL" clId="{6279E38A-9836-46DE-A0F4-C831F71E3193}" dt="2026-10-08T11:58:55.417" v="1482" actId="1076"/>
          <ac:spMkLst>
            <pc:docMk/>
            <pc:sldMk cId="833852450" sldId="545"/>
            <ac:spMk id="97" creationId="{DDC61968-3446-278D-2447-71E9546186E8}"/>
          </ac:spMkLst>
        </pc:spChg>
        <pc:spChg chg="mod">
          <ac:chgData name="大野　千恵（本部情報化推進部電子カルテ情報課）" userId="6b0feb7b-d33a-416a-a65a-2d016c755c67" providerId="ADAL" clId="{6279E38A-9836-46DE-A0F4-C831F71E3193}" dt="2026-10-08T11:58:55.417" v="1482" actId="1076"/>
          <ac:spMkLst>
            <pc:docMk/>
            <pc:sldMk cId="833852450" sldId="545"/>
            <ac:spMk id="106" creationId="{94EED09A-6CC6-C3D0-0A9C-1C6865782636}"/>
          </ac:spMkLst>
        </pc:spChg>
        <pc:spChg chg="mod">
          <ac:chgData name="大野　千恵（本部情報化推進部電子カルテ情報課）" userId="6b0feb7b-d33a-416a-a65a-2d016c755c67" providerId="ADAL" clId="{6279E38A-9836-46DE-A0F4-C831F71E3193}" dt="2026-10-08T11:59:02.763" v="1483" actId="1076"/>
          <ac:spMkLst>
            <pc:docMk/>
            <pc:sldMk cId="833852450" sldId="545"/>
            <ac:spMk id="136" creationId="{E7C970EA-5DFB-3990-6099-32F445E6AF42}"/>
          </ac:spMkLst>
        </pc:spChg>
        <pc:spChg chg="mod">
          <ac:chgData name="大野　千恵（本部情報化推進部電子カルテ情報課）" userId="6b0feb7b-d33a-416a-a65a-2d016c755c67" providerId="ADAL" clId="{6279E38A-9836-46DE-A0F4-C831F71E3193}" dt="2026-10-08T11:57:05.140" v="1478" actId="14100"/>
          <ac:spMkLst>
            <pc:docMk/>
            <pc:sldMk cId="833852450" sldId="545"/>
            <ac:spMk id="138" creationId="{87D70F17-8AD8-4C85-9292-A7C2B83B19AC}"/>
          </ac:spMkLst>
        </pc:spChg>
      </pc:sldChg>
      <pc:sldChg chg="add del">
        <pc:chgData name="大野　千恵（本部情報化推進部電子カルテ情報課）" userId="6b0feb7b-d33a-416a-a65a-2d016c755c67" providerId="ADAL" clId="{6279E38A-9836-46DE-A0F4-C831F71E3193}" dt="2026-10-09T03:58:44.707" v="6301" actId="2696"/>
        <pc:sldMkLst>
          <pc:docMk/>
          <pc:sldMk cId="3614465612" sldId="546"/>
        </pc:sldMkLst>
      </pc:sldChg>
      <pc:sldChg chg="addSp delSp modSp mod">
        <pc:chgData name="大野　千恵（本部情報化推進部電子カルテ情報課）" userId="6b0feb7b-d33a-416a-a65a-2d016c755c67" providerId="ADAL" clId="{6279E38A-9836-46DE-A0F4-C831F71E3193}" dt="2026-10-09T04:51:15.831" v="7272"/>
        <pc:sldMkLst>
          <pc:docMk/>
          <pc:sldMk cId="524250886" sldId="666"/>
        </pc:sldMkLst>
        <pc:spChg chg="mod">
          <ac:chgData name="大野　千恵（本部情報化推進部電子カルテ情報課）" userId="6b0feb7b-d33a-416a-a65a-2d016c755c67" providerId="ADAL" clId="{6279E38A-9836-46DE-A0F4-C831F71E3193}" dt="2026-10-09T04:49:07.586" v="7159"/>
          <ac:spMkLst>
            <pc:docMk/>
            <pc:sldMk cId="524250886" sldId="666"/>
            <ac:spMk id="8" creationId="{BFC6E90D-B56E-045F-FE64-E9FF5BB1EC60}"/>
          </ac:spMkLst>
        </pc:spChg>
        <pc:spChg chg="mod">
          <ac:chgData name="大野　千恵（本部情報化推進部電子カルテ情報課）" userId="6b0feb7b-d33a-416a-a65a-2d016c755c67" providerId="ADAL" clId="{6279E38A-9836-46DE-A0F4-C831F71E3193}" dt="2026-10-09T04:50:39.811" v="7251" actId="20577"/>
          <ac:spMkLst>
            <pc:docMk/>
            <pc:sldMk cId="524250886" sldId="666"/>
            <ac:spMk id="9" creationId="{D5A8771B-874A-551A-36E9-40BBA03D3864}"/>
          </ac:spMkLst>
        </pc:spChg>
        <pc:spChg chg="add del mod">
          <ac:chgData name="大野　千恵（本部情報化推進部電子カルテ情報課）" userId="6b0feb7b-d33a-416a-a65a-2d016c755c67" providerId="ADAL" clId="{6279E38A-9836-46DE-A0F4-C831F71E3193}" dt="2026-10-09T04:51:15.831" v="7272"/>
          <ac:spMkLst>
            <pc:docMk/>
            <pc:sldMk cId="524250886" sldId="666"/>
            <ac:spMk id="10" creationId="{B711CB61-507E-5DCF-976B-36B604C2BCE9}"/>
          </ac:spMkLst>
        </pc:spChg>
      </pc:sldChg>
      <pc:sldChg chg="del">
        <pc:chgData name="大野　千恵（本部情報化推進部電子カルテ情報課）" userId="6b0feb7b-d33a-416a-a65a-2d016c755c67" providerId="ADAL" clId="{6279E38A-9836-46DE-A0F4-C831F71E3193}" dt="2026-10-09T04:12:46.658" v="6572" actId="2696"/>
        <pc:sldMkLst>
          <pc:docMk/>
          <pc:sldMk cId="3495823968" sldId="677"/>
        </pc:sldMkLst>
      </pc:sldChg>
      <pc:sldChg chg="del">
        <pc:chgData name="大野　千恵（本部情報化推進部電子カルテ情報課）" userId="6b0feb7b-d33a-416a-a65a-2d016c755c67" providerId="ADAL" clId="{6279E38A-9836-46DE-A0F4-C831F71E3193}" dt="2026-10-09T04:12:46.658" v="6572" actId="2696"/>
        <pc:sldMkLst>
          <pc:docMk/>
          <pc:sldMk cId="2594868102" sldId="678"/>
        </pc:sldMkLst>
      </pc:sldChg>
      <pc:sldChg chg="del">
        <pc:chgData name="大野　千恵（本部情報化推進部電子カルテ情報課）" userId="6b0feb7b-d33a-416a-a65a-2d016c755c67" providerId="ADAL" clId="{6279E38A-9836-46DE-A0F4-C831F71E3193}" dt="2026-10-09T04:13:15.391" v="6573" actId="2696"/>
        <pc:sldMkLst>
          <pc:docMk/>
          <pc:sldMk cId="2166047300" sldId="679"/>
        </pc:sldMkLst>
      </pc:sldChg>
      <pc:sldChg chg="del">
        <pc:chgData name="大野　千恵（本部情報化推進部電子カルテ情報課）" userId="6b0feb7b-d33a-416a-a65a-2d016c755c67" providerId="ADAL" clId="{6279E38A-9836-46DE-A0F4-C831F71E3193}" dt="2026-10-09T04:13:15.391" v="6573" actId="2696"/>
        <pc:sldMkLst>
          <pc:docMk/>
          <pc:sldMk cId="2731238130" sldId="680"/>
        </pc:sldMkLst>
      </pc:sldChg>
      <pc:sldChg chg="del">
        <pc:chgData name="大野　千恵（本部情報化推進部電子カルテ情報課）" userId="6b0feb7b-d33a-416a-a65a-2d016c755c67" providerId="ADAL" clId="{6279E38A-9836-46DE-A0F4-C831F71E3193}" dt="2026-10-09T04:13:15.391" v="6573" actId="2696"/>
        <pc:sldMkLst>
          <pc:docMk/>
          <pc:sldMk cId="493355722" sldId="681"/>
        </pc:sldMkLst>
      </pc:sldChg>
      <pc:sldChg chg="del">
        <pc:chgData name="大野　千恵（本部情報化推進部電子カルテ情報課）" userId="6b0feb7b-d33a-416a-a65a-2d016c755c67" providerId="ADAL" clId="{6279E38A-9836-46DE-A0F4-C831F71E3193}" dt="2026-10-09T04:13:15.391" v="6573" actId="2696"/>
        <pc:sldMkLst>
          <pc:docMk/>
          <pc:sldMk cId="3303445861" sldId="682"/>
        </pc:sldMkLst>
      </pc:sldChg>
      <pc:sldChg chg="del">
        <pc:chgData name="大野　千恵（本部情報化推進部電子カルテ情報課）" userId="6b0feb7b-d33a-416a-a65a-2d016c755c67" providerId="ADAL" clId="{6279E38A-9836-46DE-A0F4-C831F71E3193}" dt="2026-10-09T04:13:15.391" v="6573" actId="2696"/>
        <pc:sldMkLst>
          <pc:docMk/>
          <pc:sldMk cId="1170944401" sldId="684"/>
        </pc:sldMkLst>
      </pc:sldChg>
      <pc:sldChg chg="del">
        <pc:chgData name="大野　千恵（本部情報化推進部電子カルテ情報課）" userId="6b0feb7b-d33a-416a-a65a-2d016c755c67" providerId="ADAL" clId="{6279E38A-9836-46DE-A0F4-C831F71E3193}" dt="2026-10-09T04:13:15.391" v="6573" actId="2696"/>
        <pc:sldMkLst>
          <pc:docMk/>
          <pc:sldMk cId="3625654061" sldId="685"/>
        </pc:sldMkLst>
      </pc:sldChg>
      <pc:sldChg chg="del">
        <pc:chgData name="大野　千恵（本部情報化推進部電子カルテ情報課）" userId="6b0feb7b-d33a-416a-a65a-2d016c755c67" providerId="ADAL" clId="{6279E38A-9836-46DE-A0F4-C831F71E3193}" dt="2026-10-09T04:13:15.391" v="6573" actId="2696"/>
        <pc:sldMkLst>
          <pc:docMk/>
          <pc:sldMk cId="2769205091" sldId="686"/>
        </pc:sldMkLst>
      </pc:sldChg>
      <pc:sldChg chg="del">
        <pc:chgData name="大野　千恵（本部情報化推進部電子カルテ情報課）" userId="6b0feb7b-d33a-416a-a65a-2d016c755c67" providerId="ADAL" clId="{6279E38A-9836-46DE-A0F4-C831F71E3193}" dt="2026-10-09T04:13:15.391" v="6573" actId="2696"/>
        <pc:sldMkLst>
          <pc:docMk/>
          <pc:sldMk cId="3510990901" sldId="687"/>
        </pc:sldMkLst>
      </pc:sldChg>
      <pc:sldChg chg="del ord">
        <pc:chgData name="大野　千恵（本部情報化推進部電子カルテ情報課）" userId="6b0feb7b-d33a-416a-a65a-2d016c755c67" providerId="ADAL" clId="{6279E38A-9836-46DE-A0F4-C831F71E3193}" dt="2026-10-09T04:13:15.391" v="6573" actId="2696"/>
        <pc:sldMkLst>
          <pc:docMk/>
          <pc:sldMk cId="3223893539" sldId="688"/>
        </pc:sldMkLst>
      </pc:sldChg>
      <pc:sldChg chg="del">
        <pc:chgData name="大野　千恵（本部情報化推進部電子カルテ情報課）" userId="6b0feb7b-d33a-416a-a65a-2d016c755c67" providerId="ADAL" clId="{6279E38A-9836-46DE-A0F4-C831F71E3193}" dt="2026-10-09T04:13:15.391" v="6573" actId="2696"/>
        <pc:sldMkLst>
          <pc:docMk/>
          <pc:sldMk cId="3532030675" sldId="689"/>
        </pc:sldMkLst>
      </pc:sldChg>
      <pc:sldChg chg="del">
        <pc:chgData name="大野　千恵（本部情報化推進部電子カルテ情報課）" userId="6b0feb7b-d33a-416a-a65a-2d016c755c67" providerId="ADAL" clId="{6279E38A-9836-46DE-A0F4-C831F71E3193}" dt="2026-10-09T04:13:15.391" v="6573" actId="2696"/>
        <pc:sldMkLst>
          <pc:docMk/>
          <pc:sldMk cId="4149228240" sldId="690"/>
        </pc:sldMkLst>
      </pc:sldChg>
      <pc:sldChg chg="del">
        <pc:chgData name="大野　千恵（本部情報化推進部電子カルテ情報課）" userId="6b0feb7b-d33a-416a-a65a-2d016c755c67" providerId="ADAL" clId="{6279E38A-9836-46DE-A0F4-C831F71E3193}" dt="2026-10-09T04:12:46.658" v="6572" actId="2696"/>
        <pc:sldMkLst>
          <pc:docMk/>
          <pc:sldMk cId="1805075233" sldId="691"/>
        </pc:sldMkLst>
      </pc:sldChg>
      <pc:sldChg chg="addSp delSp modSp mod">
        <pc:chgData name="大野　千恵（本部情報化推進部電子カルテ情報課）" userId="6b0feb7b-d33a-416a-a65a-2d016c755c67" providerId="ADAL" clId="{6279E38A-9836-46DE-A0F4-C831F71E3193}" dt="2026-10-09T08:39:15.597" v="8843" actId="20577"/>
        <pc:sldMkLst>
          <pc:docMk/>
          <pc:sldMk cId="2109317505" sldId="692"/>
        </pc:sldMkLst>
        <pc:spChg chg="del">
          <ac:chgData name="大野　千恵（本部情報化推進部電子カルテ情報課）" userId="6b0feb7b-d33a-416a-a65a-2d016c755c67" providerId="ADAL" clId="{6279E38A-9836-46DE-A0F4-C831F71E3193}" dt="2026-10-08T07:25:50.545" v="0" actId="478"/>
          <ac:spMkLst>
            <pc:docMk/>
            <pc:sldMk cId="2109317505" sldId="692"/>
            <ac:spMk id="3" creationId="{2F0CB934-036E-30C3-AD22-E2B60366344D}"/>
          </ac:spMkLst>
        </pc:spChg>
        <pc:spChg chg="mod">
          <ac:chgData name="大野　千恵（本部情報化推進部電子カルテ情報課）" userId="6b0feb7b-d33a-416a-a65a-2d016c755c67" providerId="ADAL" clId="{6279E38A-9836-46DE-A0F4-C831F71E3193}" dt="2026-10-09T06:54:17.591" v="8111" actId="20577"/>
          <ac:spMkLst>
            <pc:docMk/>
            <pc:sldMk cId="2109317505" sldId="692"/>
            <ac:spMk id="4" creationId="{3D36102F-D7C3-2278-A7FB-746BEB7235EA}"/>
          </ac:spMkLst>
        </pc:spChg>
        <pc:spChg chg="add mod">
          <ac:chgData name="大野　千恵（本部情報化推進部電子カルテ情報課）" userId="6b0feb7b-d33a-416a-a65a-2d016c755c67" providerId="ADAL" clId="{6279E38A-9836-46DE-A0F4-C831F71E3193}" dt="2026-10-09T06:30:23.716" v="7763" actId="20577"/>
          <ac:spMkLst>
            <pc:docMk/>
            <pc:sldMk cId="2109317505" sldId="692"/>
            <ac:spMk id="6" creationId="{E16FA055-50EA-FF54-5DBB-4D53D30E47B9}"/>
          </ac:spMkLst>
        </pc:spChg>
        <pc:spChg chg="add mod">
          <ac:chgData name="大野　千恵（本部情報化推進部電子カルテ情報課）" userId="6b0feb7b-d33a-416a-a65a-2d016c755c67" providerId="ADAL" clId="{6279E38A-9836-46DE-A0F4-C831F71E3193}" dt="2026-10-09T04:05:18.920" v="6457" actId="20577"/>
          <ac:spMkLst>
            <pc:docMk/>
            <pc:sldMk cId="2109317505" sldId="692"/>
            <ac:spMk id="8" creationId="{465E86A7-7E44-B953-9320-6B3ACCF2EC85}"/>
          </ac:spMkLst>
        </pc:spChg>
        <pc:spChg chg="add mod">
          <ac:chgData name="大野　千恵（本部情報化推進部電子カルテ情報課）" userId="6b0feb7b-d33a-416a-a65a-2d016c755c67" providerId="ADAL" clId="{6279E38A-9836-46DE-A0F4-C831F71E3193}" dt="2026-10-09T06:13:16.609" v="7276" actId="1582"/>
          <ac:spMkLst>
            <pc:docMk/>
            <pc:sldMk cId="2109317505" sldId="692"/>
            <ac:spMk id="10" creationId="{8128EE48-D666-6961-761A-7B2CA348A32D}"/>
          </ac:spMkLst>
        </pc:spChg>
        <pc:spChg chg="add mod">
          <ac:chgData name="大野　千恵（本部情報化推進部電子カルテ情報課）" userId="6b0feb7b-d33a-416a-a65a-2d016c755c67" providerId="ADAL" clId="{6279E38A-9836-46DE-A0F4-C831F71E3193}" dt="2026-10-09T06:16:44.911" v="7279"/>
          <ac:spMkLst>
            <pc:docMk/>
            <pc:sldMk cId="2109317505" sldId="692"/>
            <ac:spMk id="11" creationId="{F314590A-C38E-EB71-A932-00002FDF8DE4}"/>
          </ac:spMkLst>
        </pc:spChg>
        <pc:spChg chg="add mod">
          <ac:chgData name="大野　千恵（本部情報化推進部電子カルテ情報課）" userId="6b0feb7b-d33a-416a-a65a-2d016c755c67" providerId="ADAL" clId="{6279E38A-9836-46DE-A0F4-C831F71E3193}" dt="2026-10-09T06:18:43.017" v="7351" actId="255"/>
          <ac:spMkLst>
            <pc:docMk/>
            <pc:sldMk cId="2109317505" sldId="692"/>
            <ac:spMk id="13" creationId="{EF402D46-B9E8-3D06-979A-82B8E095E019}"/>
          </ac:spMkLst>
        </pc:spChg>
        <pc:spChg chg="mod">
          <ac:chgData name="大野　千恵（本部情報化推進部電子カルテ情報課）" userId="6b0feb7b-d33a-416a-a65a-2d016c755c67" providerId="ADAL" clId="{6279E38A-9836-46DE-A0F4-C831F71E3193}" dt="2026-10-09T06:13:39.153" v="7277" actId="1076"/>
          <ac:spMkLst>
            <pc:docMk/>
            <pc:sldMk cId="2109317505" sldId="692"/>
            <ac:spMk id="19" creationId="{8487822A-CBDC-9F04-A518-95F60B0AA2D5}"/>
          </ac:spMkLst>
        </pc:spChg>
        <pc:spChg chg="mod">
          <ac:chgData name="大野　千恵（本部情報化推進部電子カルテ情報課）" userId="6b0feb7b-d33a-416a-a65a-2d016c755c67" providerId="ADAL" clId="{6279E38A-9836-46DE-A0F4-C831F71E3193}" dt="2026-10-09T08:16:54.710" v="8503" actId="20577"/>
          <ac:spMkLst>
            <pc:docMk/>
            <pc:sldMk cId="2109317505" sldId="692"/>
            <ac:spMk id="20" creationId="{401BCE75-70F8-8C6F-CEB8-59C03B3B9A41}"/>
          </ac:spMkLst>
        </pc:spChg>
        <pc:spChg chg="mod">
          <ac:chgData name="大野　千恵（本部情報化推進部電子カルテ情報課）" userId="6b0feb7b-d33a-416a-a65a-2d016c755c67" providerId="ADAL" clId="{6279E38A-9836-46DE-A0F4-C831F71E3193}" dt="2026-10-08T12:31:12.558" v="2045" actId="1076"/>
          <ac:spMkLst>
            <pc:docMk/>
            <pc:sldMk cId="2109317505" sldId="692"/>
            <ac:spMk id="22" creationId="{C3C48ECF-545F-D32D-F77C-F42C922C5B0E}"/>
          </ac:spMkLst>
        </pc:spChg>
        <pc:spChg chg="mod">
          <ac:chgData name="大野　千恵（本部情報化推進部電子カルテ情報課）" userId="6b0feb7b-d33a-416a-a65a-2d016c755c67" providerId="ADAL" clId="{6279E38A-9836-46DE-A0F4-C831F71E3193}" dt="2026-10-09T08:39:15.597" v="8843" actId="20577"/>
          <ac:spMkLst>
            <pc:docMk/>
            <pc:sldMk cId="2109317505" sldId="692"/>
            <ac:spMk id="24" creationId="{440D087A-4EAB-811C-63DE-DFA11C265722}"/>
          </ac:spMkLst>
        </pc:spChg>
        <pc:grpChg chg="add mod">
          <ac:chgData name="大野　千恵（本部情報化推進部電子カルテ情報課）" userId="6b0feb7b-d33a-416a-a65a-2d016c755c67" providerId="ADAL" clId="{6279E38A-9836-46DE-A0F4-C831F71E3193}" dt="2026-10-08T12:31:18.055" v="2046" actId="14100"/>
          <ac:grpSpMkLst>
            <pc:docMk/>
            <pc:sldMk cId="2109317505" sldId="692"/>
            <ac:grpSpMk id="3" creationId="{7E1AD942-93C4-ACD6-912D-0512C1BF4C12}"/>
          </ac:grpSpMkLst>
        </pc:grpChg>
        <pc:picChg chg="mod">
          <ac:chgData name="大野　千恵（本部情報化推進部電子カルテ情報課）" userId="6b0feb7b-d33a-416a-a65a-2d016c755c67" providerId="ADAL" clId="{6279E38A-9836-46DE-A0F4-C831F71E3193}" dt="2026-10-08T12:08:32.805" v="1504"/>
          <ac:picMkLst>
            <pc:docMk/>
            <pc:sldMk cId="2109317505" sldId="692"/>
            <ac:picMk id="7" creationId="{5A42836B-F8C6-44D2-4B83-475A1739CC15}"/>
          </ac:picMkLst>
        </pc:picChg>
        <pc:picChg chg="mod">
          <ac:chgData name="大野　千恵（本部情報化推進部電子カルテ情報課）" userId="6b0feb7b-d33a-416a-a65a-2d016c755c67" providerId="ADAL" clId="{6279E38A-9836-46DE-A0F4-C831F71E3193}" dt="2026-10-08T12:08:32.805" v="1504"/>
          <ac:picMkLst>
            <pc:docMk/>
            <pc:sldMk cId="2109317505" sldId="692"/>
            <ac:picMk id="9" creationId="{5FDFAAF7-14CA-9828-9787-54AFDFCD5716}"/>
          </ac:picMkLst>
        </pc:picChg>
        <pc:picChg chg="add del mod">
          <ac:chgData name="大野　千恵（本部情報化推進部電子カルテ情報課）" userId="6b0feb7b-d33a-416a-a65a-2d016c755c67" providerId="ADAL" clId="{6279E38A-9836-46DE-A0F4-C831F71E3193}" dt="2026-10-08T12:08:22.555" v="1503" actId="478"/>
          <ac:picMkLst>
            <pc:docMk/>
            <pc:sldMk cId="2109317505" sldId="692"/>
            <ac:picMk id="10" creationId="{93F2CDF9-A6E2-1B78-C5A8-9C413AEB38BB}"/>
          </ac:picMkLst>
        </pc:picChg>
      </pc:sldChg>
      <pc:sldChg chg="del">
        <pc:chgData name="大野　千恵（本部情報化推進部電子カルテ情報課）" userId="6b0feb7b-d33a-416a-a65a-2d016c755c67" providerId="ADAL" clId="{6279E38A-9836-46DE-A0F4-C831F71E3193}" dt="2026-10-09T04:13:15.391" v="6573" actId="2696"/>
        <pc:sldMkLst>
          <pc:docMk/>
          <pc:sldMk cId="569603300" sldId="693"/>
        </pc:sldMkLst>
      </pc:sldChg>
      <pc:sldChg chg="addSp delSp modSp del mod">
        <pc:chgData name="大野　千恵（本部情報化推進部電子カルテ情報課）" userId="6b0feb7b-d33a-416a-a65a-2d016c755c67" providerId="ADAL" clId="{6279E38A-9836-46DE-A0F4-C831F71E3193}" dt="2026-10-09T08:16:31.957" v="8501" actId="2696"/>
        <pc:sldMkLst>
          <pc:docMk/>
          <pc:sldMk cId="2886466421" sldId="694"/>
        </pc:sldMkLst>
        <pc:spChg chg="mod">
          <ac:chgData name="大野　千恵（本部情報化推進部電子カルテ情報課）" userId="6b0feb7b-d33a-416a-a65a-2d016c755c67" providerId="ADAL" clId="{6279E38A-9836-46DE-A0F4-C831F71E3193}" dt="2026-10-09T06:19:01.171" v="7352"/>
          <ac:spMkLst>
            <pc:docMk/>
            <pc:sldMk cId="2886466421" sldId="694"/>
            <ac:spMk id="2" creationId="{DF6D12B3-4F22-EC9D-E001-1E10ECFC151D}"/>
          </ac:spMkLst>
        </pc:spChg>
        <pc:spChg chg="add mod">
          <ac:chgData name="大野　千恵（本部情報化推進部電子カルテ情報課）" userId="6b0feb7b-d33a-416a-a65a-2d016c755c67" providerId="ADAL" clId="{6279E38A-9836-46DE-A0F4-C831F71E3193}" dt="2026-10-09T07:53:56.065" v="8268" actId="20577"/>
          <ac:spMkLst>
            <pc:docMk/>
            <pc:sldMk cId="2886466421" sldId="694"/>
            <ac:spMk id="4" creationId="{7E11A8F3-5EEB-FE7F-B34C-91610ACFED01}"/>
          </ac:spMkLst>
        </pc:spChg>
        <pc:spChg chg="add">
          <ac:chgData name="大野　千恵（本部情報化推進部電子カルテ情報課）" userId="6b0feb7b-d33a-416a-a65a-2d016c755c67" providerId="ADAL" clId="{6279E38A-9836-46DE-A0F4-C831F71E3193}" dt="2026-10-09T07:42:57.233" v="8219" actId="22"/>
          <ac:spMkLst>
            <pc:docMk/>
            <pc:sldMk cId="2886466421" sldId="694"/>
            <ac:spMk id="6" creationId="{60D4FB94-A472-4FDC-D1EE-6157275108B3}"/>
          </ac:spMkLst>
        </pc:spChg>
        <pc:spChg chg="add del mod">
          <ac:chgData name="大野　千恵（本部情報化推進部電子カルテ情報課）" userId="6b0feb7b-d33a-416a-a65a-2d016c755c67" providerId="ADAL" clId="{6279E38A-9836-46DE-A0F4-C831F71E3193}" dt="2026-10-09T07:56:39.885" v="8343" actId="20577"/>
          <ac:spMkLst>
            <pc:docMk/>
            <pc:sldMk cId="2886466421" sldId="694"/>
            <ac:spMk id="9" creationId="{1D955B36-C12A-2D14-FB3F-3E10A5D87A4A}"/>
          </ac:spMkLst>
        </pc:spChg>
        <pc:spChg chg="add mod">
          <ac:chgData name="大野　千恵（本部情報化推進部電子カルテ情報課）" userId="6b0feb7b-d33a-416a-a65a-2d016c755c67" providerId="ADAL" clId="{6279E38A-9836-46DE-A0F4-C831F71E3193}" dt="2026-10-09T07:59:03.898" v="8375" actId="1076"/>
          <ac:spMkLst>
            <pc:docMk/>
            <pc:sldMk cId="2886466421" sldId="694"/>
            <ac:spMk id="10" creationId="{466585FB-6261-07B2-B667-B6B0C96A4E98}"/>
          </ac:spMkLst>
        </pc:spChg>
        <pc:spChg chg="add mod">
          <ac:chgData name="大野　千恵（本部情報化推進部電子カルテ情報課）" userId="6b0feb7b-d33a-416a-a65a-2d016c755c67" providerId="ADAL" clId="{6279E38A-9836-46DE-A0F4-C831F71E3193}" dt="2026-10-09T07:59:12.029" v="8377" actId="1076"/>
          <ac:spMkLst>
            <pc:docMk/>
            <pc:sldMk cId="2886466421" sldId="694"/>
            <ac:spMk id="12" creationId="{7B8B66E1-410C-1A2F-CC3E-B5341347A87E}"/>
          </ac:spMkLst>
        </pc:spChg>
        <pc:spChg chg="add mod">
          <ac:chgData name="大野　千恵（本部情報化推進部電子カルテ情報課）" userId="6b0feb7b-d33a-416a-a65a-2d016c755c67" providerId="ADAL" clId="{6279E38A-9836-46DE-A0F4-C831F71E3193}" dt="2026-10-09T07:59:19.446" v="8378" actId="1076"/>
          <ac:spMkLst>
            <pc:docMk/>
            <pc:sldMk cId="2886466421" sldId="694"/>
            <ac:spMk id="14" creationId="{825FD879-A12F-F544-4F48-391A15EC7590}"/>
          </ac:spMkLst>
        </pc:spChg>
        <pc:spChg chg="add mod">
          <ac:chgData name="大野　千恵（本部情報化推進部電子カルテ情報課）" userId="6b0feb7b-d33a-416a-a65a-2d016c755c67" providerId="ADAL" clId="{6279E38A-9836-46DE-A0F4-C831F71E3193}" dt="2026-10-09T07:59:08.250" v="8376" actId="1076"/>
          <ac:spMkLst>
            <pc:docMk/>
            <pc:sldMk cId="2886466421" sldId="694"/>
            <ac:spMk id="16" creationId="{C64BA1F6-4219-CB8F-8BD5-96C67B3D0CB2}"/>
          </ac:spMkLst>
        </pc:spChg>
        <pc:picChg chg="mod">
          <ac:chgData name="大野　千恵（本部情報化推進部電子カルテ情報課）" userId="6b0feb7b-d33a-416a-a65a-2d016c755c67" providerId="ADAL" clId="{6279E38A-9836-46DE-A0F4-C831F71E3193}" dt="2026-10-09T07:59:43.260" v="8380" actId="14100"/>
          <ac:picMkLst>
            <pc:docMk/>
            <pc:sldMk cId="2886466421" sldId="694"/>
            <ac:picMk id="7" creationId="{E3CD01AD-685D-172D-38DB-4185AE0FAB88}"/>
          </ac:picMkLst>
        </pc:picChg>
      </pc:sldChg>
      <pc:sldChg chg="addSp delSp modSp mod ord">
        <pc:chgData name="大野　千恵（本部情報化推進部電子カルテ情報課）" userId="6b0feb7b-d33a-416a-a65a-2d016c755c67" providerId="ADAL" clId="{6279E38A-9836-46DE-A0F4-C831F71E3193}" dt="2026-10-09T06:59:58.807" v="8185" actId="1076"/>
        <pc:sldMkLst>
          <pc:docMk/>
          <pc:sldMk cId="1617286446" sldId="695"/>
        </pc:sldMkLst>
        <pc:spChg chg="mod">
          <ac:chgData name="大野　千恵（本部情報化推進部電子カルテ情報課）" userId="6b0feb7b-d33a-416a-a65a-2d016c755c67" providerId="ADAL" clId="{6279E38A-9836-46DE-A0F4-C831F71E3193}" dt="2026-10-09T04:17:47.411" v="6833" actId="20577"/>
          <ac:spMkLst>
            <pc:docMk/>
            <pc:sldMk cId="1617286446" sldId="695"/>
            <ac:spMk id="2" creationId="{DCEC9BB2-D786-157F-5CBB-FDD3A887C8F6}"/>
          </ac:spMkLst>
        </pc:spChg>
        <pc:spChg chg="add mod">
          <ac:chgData name="大野　千恵（本部情報化推進部電子カルテ情報課）" userId="6b0feb7b-d33a-416a-a65a-2d016c755c67" providerId="ADAL" clId="{6279E38A-9836-46DE-A0F4-C831F71E3193}" dt="2026-10-09T06:59:33.314" v="8183" actId="1076"/>
          <ac:spMkLst>
            <pc:docMk/>
            <pc:sldMk cId="1617286446" sldId="695"/>
            <ac:spMk id="3" creationId="{5802F79F-2D00-ECCF-136B-39C468F0F2A2}"/>
          </ac:spMkLst>
        </pc:spChg>
        <pc:spChg chg="add del">
          <ac:chgData name="大野　千恵（本部情報化推進部電子カルテ情報課）" userId="6b0feb7b-d33a-416a-a65a-2d016c755c67" providerId="ADAL" clId="{6279E38A-9836-46DE-A0F4-C831F71E3193}" dt="2026-10-08T07:49:01.073" v="935" actId="478"/>
          <ac:spMkLst>
            <pc:docMk/>
            <pc:sldMk cId="1617286446" sldId="695"/>
            <ac:spMk id="3" creationId="{B73C3682-C959-0FC2-6E30-50F5A947A47F}"/>
          </ac:spMkLst>
        </pc:spChg>
        <pc:spChg chg="add del">
          <ac:chgData name="大野　千恵（本部情報化推進部電子カルテ情報課）" userId="6b0feb7b-d33a-416a-a65a-2d016c755c67" providerId="ADAL" clId="{6279E38A-9836-46DE-A0F4-C831F71E3193}" dt="2026-10-08T07:49:02.122" v="937" actId="478"/>
          <ac:spMkLst>
            <pc:docMk/>
            <pc:sldMk cId="1617286446" sldId="695"/>
            <ac:spMk id="4" creationId="{2FFDF7FD-C95F-5EAA-EEE4-C608FE8D5562}"/>
          </ac:spMkLst>
        </pc:spChg>
        <pc:spChg chg="add mod">
          <ac:chgData name="大野　千恵（本部情報化推進部電子カルテ情報課）" userId="6b0feb7b-d33a-416a-a65a-2d016c755c67" providerId="ADAL" clId="{6279E38A-9836-46DE-A0F4-C831F71E3193}" dt="2026-10-09T06:59:33.314" v="8183" actId="1076"/>
          <ac:spMkLst>
            <pc:docMk/>
            <pc:sldMk cId="1617286446" sldId="695"/>
            <ac:spMk id="4" creationId="{7B554C0A-7CCE-EA61-41D0-A7A225B47FD3}"/>
          </ac:spMkLst>
        </pc:spChg>
        <pc:spChg chg="add del">
          <ac:chgData name="大野　千恵（本部情報化推進部電子カルテ情報課）" userId="6b0feb7b-d33a-416a-a65a-2d016c755c67" providerId="ADAL" clId="{6279E38A-9836-46DE-A0F4-C831F71E3193}" dt="2026-10-08T07:49:01.607" v="936" actId="478"/>
          <ac:spMkLst>
            <pc:docMk/>
            <pc:sldMk cId="1617286446" sldId="695"/>
            <ac:spMk id="5" creationId="{B1FAD4DB-B9C7-8B9C-6561-508DC342F203}"/>
          </ac:spMkLst>
        </pc:spChg>
        <pc:spChg chg="add del mod">
          <ac:chgData name="大野　千恵（本部情報化推進部電子カルテ情報課）" userId="6b0feb7b-d33a-416a-a65a-2d016c755c67" providerId="ADAL" clId="{6279E38A-9836-46DE-A0F4-C831F71E3193}" dt="2026-10-09T01:13:03.486" v="3419" actId="478"/>
          <ac:spMkLst>
            <pc:docMk/>
            <pc:sldMk cId="1617286446" sldId="695"/>
            <ac:spMk id="6" creationId="{0057B3FF-3449-429F-91D5-E3ED4A58931C}"/>
          </ac:spMkLst>
        </pc:spChg>
        <pc:spChg chg="add mod">
          <ac:chgData name="大野　千恵（本部情報化推進部電子カルテ情報課）" userId="6b0feb7b-d33a-416a-a65a-2d016c755c67" providerId="ADAL" clId="{6279E38A-9836-46DE-A0F4-C831F71E3193}" dt="2026-10-09T06:33:43.233" v="7842" actId="1076"/>
          <ac:spMkLst>
            <pc:docMk/>
            <pc:sldMk cId="1617286446" sldId="695"/>
            <ac:spMk id="6" creationId="{952E5A2A-C9AA-9038-B517-349687BD480F}"/>
          </ac:spMkLst>
        </pc:spChg>
        <pc:spChg chg="del">
          <ac:chgData name="大野　千恵（本部情報化推進部電子カルテ情報課）" userId="6b0feb7b-d33a-416a-a65a-2d016c755c67" providerId="ADAL" clId="{6279E38A-9836-46DE-A0F4-C831F71E3193}" dt="2026-10-08T07:48:34.486" v="928" actId="478"/>
          <ac:spMkLst>
            <pc:docMk/>
            <pc:sldMk cId="1617286446" sldId="695"/>
            <ac:spMk id="7" creationId="{FD6BC9B7-1F80-0D5F-E47A-DA981F553EA4}"/>
          </ac:spMkLst>
        </pc:spChg>
        <pc:spChg chg="add mod">
          <ac:chgData name="大野　千恵（本部情報化推進部電子カルテ情報課）" userId="6b0feb7b-d33a-416a-a65a-2d016c755c67" providerId="ADAL" clId="{6279E38A-9836-46DE-A0F4-C831F71E3193}" dt="2026-10-09T06:59:24.201" v="8182" actId="1076"/>
          <ac:spMkLst>
            <pc:docMk/>
            <pc:sldMk cId="1617286446" sldId="695"/>
            <ac:spMk id="8" creationId="{43564613-CE1C-7F65-06EC-09BA4247E3E9}"/>
          </ac:spMkLst>
        </pc:spChg>
        <pc:spChg chg="mod">
          <ac:chgData name="大野　千恵（本部情報化推進部電子カルテ情報課）" userId="6b0feb7b-d33a-416a-a65a-2d016c755c67" providerId="ADAL" clId="{6279E38A-9836-46DE-A0F4-C831F71E3193}" dt="2026-10-09T06:59:24.201" v="8182" actId="1076"/>
          <ac:spMkLst>
            <pc:docMk/>
            <pc:sldMk cId="1617286446" sldId="695"/>
            <ac:spMk id="9" creationId="{25E6A0AD-7B4B-8DB6-C4DF-F592D6E8ABEC}"/>
          </ac:spMkLst>
        </pc:spChg>
        <pc:spChg chg="del">
          <ac:chgData name="大野　千恵（本部情報化推進部電子カルテ情報課）" userId="6b0feb7b-d33a-416a-a65a-2d016c755c67" providerId="ADAL" clId="{6279E38A-9836-46DE-A0F4-C831F71E3193}" dt="2026-10-08T07:48:33.471" v="927" actId="478"/>
          <ac:spMkLst>
            <pc:docMk/>
            <pc:sldMk cId="1617286446" sldId="695"/>
            <ac:spMk id="10" creationId="{33D68C61-9378-D533-33E8-2FA334C04746}"/>
          </ac:spMkLst>
        </pc:spChg>
        <pc:spChg chg="add mod">
          <ac:chgData name="大野　千恵（本部情報化推進部電子カルテ情報課）" userId="6b0feb7b-d33a-416a-a65a-2d016c755c67" providerId="ADAL" clId="{6279E38A-9836-46DE-A0F4-C831F71E3193}" dt="2026-10-09T06:59:58.807" v="8185" actId="1076"/>
          <ac:spMkLst>
            <pc:docMk/>
            <pc:sldMk cId="1617286446" sldId="695"/>
            <ac:spMk id="12" creationId="{0885C739-F311-7217-73CF-CFFEA7D171D3}"/>
          </ac:spMkLst>
        </pc:spChg>
        <pc:spChg chg="mod">
          <ac:chgData name="大野　千恵（本部情報化推進部電子カルテ情報課）" userId="6b0feb7b-d33a-416a-a65a-2d016c755c67" providerId="ADAL" clId="{6279E38A-9836-46DE-A0F4-C831F71E3193}" dt="2026-10-09T06:59:24.201" v="8182" actId="1076"/>
          <ac:spMkLst>
            <pc:docMk/>
            <pc:sldMk cId="1617286446" sldId="695"/>
            <ac:spMk id="13" creationId="{8B302BDD-AC4E-B6FA-4BC0-F52BA91A1AA1}"/>
          </ac:spMkLst>
        </pc:spChg>
        <pc:spChg chg="add del mod">
          <ac:chgData name="大野　千恵（本部情報化推進部電子カルテ情報課）" userId="6b0feb7b-d33a-416a-a65a-2d016c755c67" providerId="ADAL" clId="{6279E38A-9836-46DE-A0F4-C831F71E3193}" dt="2026-10-09T00:48:47.531" v="3108" actId="478"/>
          <ac:spMkLst>
            <pc:docMk/>
            <pc:sldMk cId="1617286446" sldId="695"/>
            <ac:spMk id="15" creationId="{10079B34-25AE-A7C3-14EE-1E461408EE42}"/>
          </ac:spMkLst>
        </pc:spChg>
        <pc:spChg chg="del mod">
          <ac:chgData name="大野　千恵（本部情報化推進部電子カルテ情報課）" userId="6b0feb7b-d33a-416a-a65a-2d016c755c67" providerId="ADAL" clId="{6279E38A-9836-46DE-A0F4-C831F71E3193}" dt="2026-10-09T00:48:48.703" v="3109" actId="478"/>
          <ac:spMkLst>
            <pc:docMk/>
            <pc:sldMk cId="1617286446" sldId="695"/>
            <ac:spMk id="16" creationId="{F3B082F4-9D12-6FB6-03AF-32BDBB570D22}"/>
          </ac:spMkLst>
        </pc:spChg>
        <pc:spChg chg="del">
          <ac:chgData name="大野　千恵（本部情報化推進部電子カルテ情報課）" userId="6b0feb7b-d33a-416a-a65a-2d016c755c67" providerId="ADAL" clId="{6279E38A-9836-46DE-A0F4-C831F71E3193}" dt="2026-10-08T07:48:06.752" v="914" actId="478"/>
          <ac:spMkLst>
            <pc:docMk/>
            <pc:sldMk cId="1617286446" sldId="695"/>
            <ac:spMk id="18" creationId="{B02CCA75-32CE-DDEC-4190-DDE24D0CFACC}"/>
          </ac:spMkLst>
        </pc:spChg>
        <pc:spChg chg="add del mod">
          <ac:chgData name="大野　千恵（本部情報化推進部電子カルテ情報課）" userId="6b0feb7b-d33a-416a-a65a-2d016c755c67" providerId="ADAL" clId="{6279E38A-9836-46DE-A0F4-C831F71E3193}" dt="2026-10-09T00:48:46.283" v="3107" actId="478"/>
          <ac:spMkLst>
            <pc:docMk/>
            <pc:sldMk cId="1617286446" sldId="695"/>
            <ac:spMk id="19" creationId="{706B39F6-E226-CDC6-4798-E12C8194A03E}"/>
          </ac:spMkLst>
        </pc:spChg>
        <pc:spChg chg="add mod">
          <ac:chgData name="大野　千恵（本部情報化推進部電子カルテ情報課）" userId="6b0feb7b-d33a-416a-a65a-2d016c755c67" providerId="ADAL" clId="{6279E38A-9836-46DE-A0F4-C831F71E3193}" dt="2026-10-09T06:59:33.314" v="8183" actId="1076"/>
          <ac:spMkLst>
            <pc:docMk/>
            <pc:sldMk cId="1617286446" sldId="695"/>
            <ac:spMk id="23" creationId="{3557765E-1CEC-E8AE-7514-88B374BAF037}"/>
          </ac:spMkLst>
        </pc:spChg>
        <pc:spChg chg="add del mod">
          <ac:chgData name="大野　千恵（本部情報化推進部電子カルテ情報課）" userId="6b0feb7b-d33a-416a-a65a-2d016c755c67" providerId="ADAL" clId="{6279E38A-9836-46DE-A0F4-C831F71E3193}" dt="2026-10-09T01:13:04.775" v="3420" actId="478"/>
          <ac:spMkLst>
            <pc:docMk/>
            <pc:sldMk cId="1617286446" sldId="695"/>
            <ac:spMk id="25" creationId="{809DE7A9-DA1D-9B2D-0FE3-7F87C5D10118}"/>
          </ac:spMkLst>
        </pc:spChg>
        <pc:spChg chg="add mod">
          <ac:chgData name="大野　千恵（本部情報化推進部電子カルテ情報課）" userId="6b0feb7b-d33a-416a-a65a-2d016c755c67" providerId="ADAL" clId="{6279E38A-9836-46DE-A0F4-C831F71E3193}" dt="2026-10-09T06:59:33.314" v="8183" actId="1076"/>
          <ac:spMkLst>
            <pc:docMk/>
            <pc:sldMk cId="1617286446" sldId="695"/>
            <ac:spMk id="30" creationId="{64BA94AF-A39F-31BB-5459-958DBB8E11CB}"/>
          </ac:spMkLst>
        </pc:spChg>
        <pc:spChg chg="add mod">
          <ac:chgData name="大野　千恵（本部情報化推進部電子カルテ情報課）" userId="6b0feb7b-d33a-416a-a65a-2d016c755c67" providerId="ADAL" clId="{6279E38A-9836-46DE-A0F4-C831F71E3193}" dt="2026-10-09T01:20:39.066" v="3558" actId="1076"/>
          <ac:spMkLst>
            <pc:docMk/>
            <pc:sldMk cId="1617286446" sldId="695"/>
            <ac:spMk id="33" creationId="{55A2CD42-EB25-B8BE-A8AA-BA3B59FBFBC1}"/>
          </ac:spMkLst>
        </pc:spChg>
        <pc:graphicFrameChg chg="add mod">
          <ac:chgData name="大野　千恵（本部情報化推進部電子カルテ情報課）" userId="6b0feb7b-d33a-416a-a65a-2d016c755c67" providerId="ADAL" clId="{6279E38A-9836-46DE-A0F4-C831F71E3193}" dt="2026-10-09T00:46:30.719" v="3088"/>
          <ac:graphicFrameMkLst>
            <pc:docMk/>
            <pc:sldMk cId="1617286446" sldId="695"/>
            <ac:graphicFrameMk id="7" creationId="{C81773BD-8096-F494-26C1-3B56B9980F01}"/>
          </ac:graphicFrameMkLst>
        </pc:graphicFrameChg>
        <pc:graphicFrameChg chg="add mod">
          <ac:chgData name="大野　千恵（本部情報化推進部電子カルテ情報課）" userId="6b0feb7b-d33a-416a-a65a-2d016c755c67" providerId="ADAL" clId="{6279E38A-9836-46DE-A0F4-C831F71E3193}" dt="2026-10-09T01:08:17.906" v="3384"/>
          <ac:graphicFrameMkLst>
            <pc:docMk/>
            <pc:sldMk cId="1617286446" sldId="695"/>
            <ac:graphicFrameMk id="26" creationId="{A2187F59-E01D-3038-400F-685D52D1F688}"/>
          </ac:graphicFrameMkLst>
        </pc:graphicFrameChg>
        <pc:picChg chg="add del">
          <ac:chgData name="大野　千恵（本部情報化推進部電子カルテ情報課）" userId="6b0feb7b-d33a-416a-a65a-2d016c755c67" providerId="ADAL" clId="{6279E38A-9836-46DE-A0F4-C831F71E3193}" dt="2026-10-09T00:47:06.652" v="3090" actId="478"/>
          <ac:picMkLst>
            <pc:docMk/>
            <pc:sldMk cId="1617286446" sldId="695"/>
            <ac:picMk id="11" creationId="{16AB4CA5-829B-BAE9-398C-2E4F4E84433A}"/>
          </ac:picMkLst>
        </pc:picChg>
        <pc:picChg chg="add del mod">
          <ac:chgData name="大野　千恵（本部情報化推進部電子カルテ情報課）" userId="6b0feb7b-d33a-416a-a65a-2d016c755c67" providerId="ADAL" clId="{6279E38A-9836-46DE-A0F4-C831F71E3193}" dt="2026-10-09T01:02:49.870" v="3130" actId="478"/>
          <ac:picMkLst>
            <pc:docMk/>
            <pc:sldMk cId="1617286446" sldId="695"/>
            <ac:picMk id="17" creationId="{8D62F462-79AB-CEB8-6313-C767B730D911}"/>
          </ac:picMkLst>
        </pc:picChg>
        <pc:picChg chg="add del mod">
          <ac:chgData name="大野　千恵（本部情報化推進部電子カルテ情報課）" userId="6b0feb7b-d33a-416a-a65a-2d016c755c67" providerId="ADAL" clId="{6279E38A-9836-46DE-A0F4-C831F71E3193}" dt="2026-10-09T01:08:15.588" v="3383" actId="478"/>
          <ac:picMkLst>
            <pc:docMk/>
            <pc:sldMk cId="1617286446" sldId="695"/>
            <ac:picMk id="20" creationId="{50FDC835-954A-476A-CB48-EB5A7385C752}"/>
          </ac:picMkLst>
        </pc:picChg>
        <pc:picChg chg="add mod">
          <ac:chgData name="大野　千恵（本部情報化推進部電子カルテ情報課）" userId="6b0feb7b-d33a-416a-a65a-2d016c755c67" providerId="ADAL" clId="{6279E38A-9836-46DE-A0F4-C831F71E3193}" dt="2026-10-09T01:17:25.085" v="3451" actId="1076"/>
          <ac:picMkLst>
            <pc:docMk/>
            <pc:sldMk cId="1617286446" sldId="695"/>
            <ac:picMk id="22" creationId="{E69F37DF-B498-D7E2-5E48-5FAFEF98BC28}"/>
          </ac:picMkLst>
        </pc:picChg>
        <pc:picChg chg="add del mod">
          <ac:chgData name="大野　千恵（本部情報化推進部電子カルテ情報課）" userId="6b0feb7b-d33a-416a-a65a-2d016c755c67" providerId="ADAL" clId="{6279E38A-9836-46DE-A0F4-C831F71E3193}" dt="2026-10-09T01:13:05.188" v="3422" actId="478"/>
          <ac:picMkLst>
            <pc:docMk/>
            <pc:sldMk cId="1617286446" sldId="695"/>
            <ac:picMk id="28" creationId="{D1666CE7-BECA-E815-90BE-AA5BCE085768}"/>
          </ac:picMkLst>
        </pc:picChg>
        <pc:picChg chg="add mod">
          <ac:chgData name="大野　千恵（本部情報化推進部電子カルテ情報課）" userId="6b0feb7b-d33a-416a-a65a-2d016c755c67" providerId="ADAL" clId="{6279E38A-9836-46DE-A0F4-C831F71E3193}" dt="2026-10-09T01:17:30.505" v="3452" actId="1076"/>
          <ac:picMkLst>
            <pc:docMk/>
            <pc:sldMk cId="1617286446" sldId="695"/>
            <ac:picMk id="32" creationId="{7394AF79-F0DB-13B8-8031-B203C501405D}"/>
          </ac:picMkLst>
        </pc:picChg>
        <pc:cxnChg chg="add mod">
          <ac:chgData name="大野　千恵（本部情報化推進部電子カルテ情報課）" userId="6b0feb7b-d33a-416a-a65a-2d016c755c67" providerId="ADAL" clId="{6279E38A-9836-46DE-A0F4-C831F71E3193}" dt="2026-10-09T01:20:55.174" v="3559" actId="1076"/>
          <ac:cxnSpMkLst>
            <pc:docMk/>
            <pc:sldMk cId="1617286446" sldId="695"/>
            <ac:cxnSpMk id="35" creationId="{15FF3161-B0B4-E3ED-C44D-96EC3EA29767}"/>
          </ac:cxnSpMkLst>
        </pc:cxnChg>
      </pc:sldChg>
      <pc:sldChg chg="addSp modSp del mod">
        <pc:chgData name="大野　千恵（本部情報化推進部電子カルテ情報課）" userId="6b0feb7b-d33a-416a-a65a-2d016c755c67" providerId="ADAL" clId="{6279E38A-9836-46DE-A0F4-C831F71E3193}" dt="2026-10-09T04:00:15.508" v="6318" actId="2696"/>
        <pc:sldMkLst>
          <pc:docMk/>
          <pc:sldMk cId="3078414160" sldId="696"/>
        </pc:sldMkLst>
        <pc:spChg chg="mod">
          <ac:chgData name="大野　千恵（本部情報化推進部電子カルテ情報課）" userId="6b0feb7b-d33a-416a-a65a-2d016c755c67" providerId="ADAL" clId="{6279E38A-9836-46DE-A0F4-C831F71E3193}" dt="2026-10-08T07:44:03.433" v="760" actId="20577"/>
          <ac:spMkLst>
            <pc:docMk/>
            <pc:sldMk cId="3078414160" sldId="696"/>
            <ac:spMk id="2" creationId="{7D86FC5B-ADD0-8B3F-E389-E54CA3F792AC}"/>
          </ac:spMkLst>
        </pc:spChg>
        <pc:spChg chg="add mod">
          <ac:chgData name="大野　千恵（本部情報化推進部電子カルテ情報課）" userId="6b0feb7b-d33a-416a-a65a-2d016c755c67" providerId="ADAL" clId="{6279E38A-9836-46DE-A0F4-C831F71E3193}" dt="2026-10-08T07:45:42.767" v="780" actId="1076"/>
          <ac:spMkLst>
            <pc:docMk/>
            <pc:sldMk cId="3078414160" sldId="696"/>
            <ac:spMk id="4" creationId="{464258E8-B174-BB3D-D2C1-E2F54353943E}"/>
          </ac:spMkLst>
        </pc:spChg>
        <pc:spChg chg="add mod">
          <ac:chgData name="大野　千恵（本部情報化推進部電子カルテ情報課）" userId="6b0feb7b-d33a-416a-a65a-2d016c755c67" providerId="ADAL" clId="{6279E38A-9836-46DE-A0F4-C831F71E3193}" dt="2026-10-08T07:47:06.095" v="910" actId="20577"/>
          <ac:spMkLst>
            <pc:docMk/>
            <pc:sldMk cId="3078414160" sldId="696"/>
            <ac:spMk id="6" creationId="{877BF5FC-8DC2-4358-E145-16514F4BC8CF}"/>
          </ac:spMkLst>
        </pc:spChg>
        <pc:spChg chg="mod">
          <ac:chgData name="大野　千恵（本部情報化推進部電子カルテ情報課）" userId="6b0feb7b-d33a-416a-a65a-2d016c755c67" providerId="ADAL" clId="{6279E38A-9836-46DE-A0F4-C831F71E3193}" dt="2026-10-08T07:45:20.836" v="778" actId="1076"/>
          <ac:spMkLst>
            <pc:docMk/>
            <pc:sldMk cId="3078414160" sldId="696"/>
            <ac:spMk id="9" creationId="{188F9322-F082-069D-E30E-2B3A62CDCE72}"/>
          </ac:spMkLst>
        </pc:spChg>
        <pc:spChg chg="mod">
          <ac:chgData name="大野　千恵（本部情報化推進部電子カルテ情報課）" userId="6b0feb7b-d33a-416a-a65a-2d016c755c67" providerId="ADAL" clId="{6279E38A-9836-46DE-A0F4-C831F71E3193}" dt="2026-10-08T07:45:18.003" v="777" actId="1076"/>
          <ac:spMkLst>
            <pc:docMk/>
            <pc:sldMk cId="3078414160" sldId="696"/>
            <ac:spMk id="13" creationId="{70F15800-FE83-5A9B-1663-3CEB60423329}"/>
          </ac:spMkLst>
        </pc:spChg>
      </pc:sldChg>
      <pc:sldChg chg="addSp delSp modSp mod">
        <pc:chgData name="大野　千恵（本部情報化推進部電子カルテ情報課）" userId="6b0feb7b-d33a-416a-a65a-2d016c755c67" providerId="ADAL" clId="{6279E38A-9836-46DE-A0F4-C831F71E3193}" dt="2026-10-09T06:56:14.971" v="8156" actId="20577"/>
        <pc:sldMkLst>
          <pc:docMk/>
          <pc:sldMk cId="1838809063" sldId="697"/>
        </pc:sldMkLst>
        <pc:spChg chg="mod">
          <ac:chgData name="大野　千恵（本部情報化推進部電子カルテ情報課）" userId="6b0feb7b-d33a-416a-a65a-2d016c755c67" providerId="ADAL" clId="{6279E38A-9836-46DE-A0F4-C831F71E3193}" dt="2026-10-08T07:33:49.128" v="402" actId="20577"/>
          <ac:spMkLst>
            <pc:docMk/>
            <pc:sldMk cId="1838809063" sldId="697"/>
            <ac:spMk id="2" creationId="{F53C4654-5A80-FD35-F32B-E214193B7231}"/>
          </ac:spMkLst>
        </pc:spChg>
        <pc:spChg chg="mod">
          <ac:chgData name="大野　千恵（本部情報化推進部電子カルテ情報課）" userId="6b0feb7b-d33a-416a-a65a-2d016c755c67" providerId="ADAL" clId="{6279E38A-9836-46DE-A0F4-C831F71E3193}" dt="2026-10-09T06:56:09.909" v="8152" actId="20577"/>
          <ac:spMkLst>
            <pc:docMk/>
            <pc:sldMk cId="1838809063" sldId="697"/>
            <ac:spMk id="4" creationId="{DD15EA7C-88CC-4DCD-EC53-34ED1C6E462B}"/>
          </ac:spMkLst>
        </pc:spChg>
        <pc:spChg chg="add mod">
          <ac:chgData name="大野　千恵（本部情報化推進部電子カルテ情報課）" userId="6b0feb7b-d33a-416a-a65a-2d016c755c67" providerId="ADAL" clId="{6279E38A-9836-46DE-A0F4-C831F71E3193}" dt="2026-10-09T03:59:04.039" v="6302" actId="1076"/>
          <ac:spMkLst>
            <pc:docMk/>
            <pc:sldMk cId="1838809063" sldId="697"/>
            <ac:spMk id="6" creationId="{D494E9E3-888C-2502-7AAD-59E9536DB719}"/>
          </ac:spMkLst>
        </pc:spChg>
        <pc:spChg chg="add mod">
          <ac:chgData name="大野　千恵（本部情報化推進部電子カルテ情報課）" userId="6b0feb7b-d33a-416a-a65a-2d016c755c67" providerId="ADAL" clId="{6279E38A-9836-46DE-A0F4-C831F71E3193}" dt="2026-10-09T04:09:00.660" v="6571" actId="20577"/>
          <ac:spMkLst>
            <pc:docMk/>
            <pc:sldMk cId="1838809063" sldId="697"/>
            <ac:spMk id="7" creationId="{E91EE6E2-8A65-DEE2-B9ED-51BBBC115AF0}"/>
          </ac:spMkLst>
        </pc:spChg>
        <pc:spChg chg="add mod">
          <ac:chgData name="大野　千恵（本部情報化推進部電子カルテ情報課）" userId="6b0feb7b-d33a-416a-a65a-2d016c755c67" providerId="ADAL" clId="{6279E38A-9836-46DE-A0F4-C831F71E3193}" dt="2026-10-09T06:56:14.971" v="8156" actId="20577"/>
          <ac:spMkLst>
            <pc:docMk/>
            <pc:sldMk cId="1838809063" sldId="697"/>
            <ac:spMk id="8" creationId="{00D7D082-E2BB-2485-A044-BD0F07A479F7}"/>
          </ac:spMkLst>
        </pc:spChg>
        <pc:spChg chg="add del mod">
          <ac:chgData name="大野　千恵（本部情報化推進部電子カルテ情報課）" userId="6b0feb7b-d33a-416a-a65a-2d016c755c67" providerId="ADAL" clId="{6279E38A-9836-46DE-A0F4-C831F71E3193}" dt="2026-10-09T04:38:56.525" v="7040" actId="478"/>
          <ac:spMkLst>
            <pc:docMk/>
            <pc:sldMk cId="1838809063" sldId="697"/>
            <ac:spMk id="9" creationId="{3734CD37-FC8A-01E7-8024-CAF04C5635E8}"/>
          </ac:spMkLst>
        </pc:spChg>
        <pc:spChg chg="mod">
          <ac:chgData name="大野　千恵（本部情報化推進部電子カルテ情報課）" userId="6b0feb7b-d33a-416a-a65a-2d016c755c67" providerId="ADAL" clId="{6279E38A-9836-46DE-A0F4-C831F71E3193}" dt="2026-10-09T04:42:04.157" v="7070" actId="20577"/>
          <ac:spMkLst>
            <pc:docMk/>
            <pc:sldMk cId="1838809063" sldId="697"/>
            <ac:spMk id="10" creationId="{ADF08FC3-92D2-7AF1-C1D3-17B1D0D66210}"/>
          </ac:spMkLst>
        </pc:spChg>
        <pc:spChg chg="add del mod">
          <ac:chgData name="大野　千恵（本部情報化推進部電子カルテ情報課）" userId="6b0feb7b-d33a-416a-a65a-2d016c755c67" providerId="ADAL" clId="{6279E38A-9836-46DE-A0F4-C831F71E3193}" dt="2026-10-09T03:35:26.130" v="5238" actId="478"/>
          <ac:spMkLst>
            <pc:docMk/>
            <pc:sldMk cId="1838809063" sldId="697"/>
            <ac:spMk id="11" creationId="{A4F7145A-6134-1D08-8A80-2D8CE0B75D54}"/>
          </ac:spMkLst>
        </pc:spChg>
        <pc:spChg chg="add del mod">
          <ac:chgData name="大野　千恵（本部情報化推進部電子カルテ情報課）" userId="6b0feb7b-d33a-416a-a65a-2d016c755c67" providerId="ADAL" clId="{6279E38A-9836-46DE-A0F4-C831F71E3193}" dt="2026-10-09T03:35:24.490" v="5237" actId="478"/>
          <ac:spMkLst>
            <pc:docMk/>
            <pc:sldMk cId="1838809063" sldId="697"/>
            <ac:spMk id="13" creationId="{0859AD11-ECE1-0F51-AD70-EB1C360C399A}"/>
          </ac:spMkLst>
        </pc:spChg>
        <pc:graphicFrameChg chg="add mod">
          <ac:chgData name="大野　千恵（本部情報化推進部電子カルテ情報課）" userId="6b0feb7b-d33a-416a-a65a-2d016c755c67" providerId="ADAL" clId="{6279E38A-9836-46DE-A0F4-C831F71E3193}" dt="2026-10-09T04:39:59.988" v="7046"/>
          <ac:graphicFrameMkLst>
            <pc:docMk/>
            <pc:sldMk cId="1838809063" sldId="697"/>
            <ac:graphicFrameMk id="13" creationId="{C8BFA8EE-69CE-7B3E-5D68-9D859ACFDA89}"/>
          </ac:graphicFrameMkLst>
        </pc:graphicFrameChg>
        <pc:picChg chg="add del mod">
          <ac:chgData name="大野　千恵（本部情報化推進部電子カルテ情報課）" userId="6b0feb7b-d33a-416a-a65a-2d016c755c67" providerId="ADAL" clId="{6279E38A-9836-46DE-A0F4-C831F71E3193}" dt="2026-10-09T04:39:39.576" v="7045" actId="478"/>
          <ac:picMkLst>
            <pc:docMk/>
            <pc:sldMk cId="1838809063" sldId="697"/>
            <ac:picMk id="12" creationId="{CB7582A4-806E-166A-310C-3CEA5C189BF9}"/>
          </ac:picMkLst>
        </pc:picChg>
        <pc:picChg chg="add mod">
          <ac:chgData name="大野　千恵（本部情報化推進部電子カルテ情報課）" userId="6b0feb7b-d33a-416a-a65a-2d016c755c67" providerId="ADAL" clId="{6279E38A-9836-46DE-A0F4-C831F71E3193}" dt="2026-10-09T04:40:33.263" v="7052" actId="1076"/>
          <ac:picMkLst>
            <pc:docMk/>
            <pc:sldMk cId="1838809063" sldId="697"/>
            <ac:picMk id="15" creationId="{8440C403-5BD2-49F4-93B3-4D9AFFBCCEC8}"/>
          </ac:picMkLst>
        </pc:picChg>
      </pc:sldChg>
      <pc:sldChg chg="addSp delSp modSp mod">
        <pc:chgData name="大野　千恵（本部情報化推進部電子カルテ情報課）" userId="6b0feb7b-d33a-416a-a65a-2d016c755c67" providerId="ADAL" clId="{6279E38A-9836-46DE-A0F4-C831F71E3193}" dt="2026-10-09T08:38:20.726" v="8841" actId="1076"/>
        <pc:sldMkLst>
          <pc:docMk/>
          <pc:sldMk cId="2840055932" sldId="698"/>
        </pc:sldMkLst>
        <pc:spChg chg="mod">
          <ac:chgData name="大野　千恵（本部情報化推進部電子カルテ情報課）" userId="6b0feb7b-d33a-416a-a65a-2d016c755c67" providerId="ADAL" clId="{6279E38A-9836-46DE-A0F4-C831F71E3193}" dt="2026-10-08T07:26:44.571" v="44" actId="20577"/>
          <ac:spMkLst>
            <pc:docMk/>
            <pc:sldMk cId="2840055932" sldId="698"/>
            <ac:spMk id="2" creationId="{E9020E34-AEF1-B4FA-4754-A0ACEB18BDC1}"/>
          </ac:spMkLst>
        </pc:spChg>
        <pc:spChg chg="add mod">
          <ac:chgData name="大野　千恵（本部情報化推進部電子カルテ情報課）" userId="6b0feb7b-d33a-416a-a65a-2d016c755c67" providerId="ADAL" clId="{6279E38A-9836-46DE-A0F4-C831F71E3193}" dt="2026-10-08T07:26:17.223" v="24" actId="571"/>
          <ac:spMkLst>
            <pc:docMk/>
            <pc:sldMk cId="2840055932" sldId="698"/>
            <ac:spMk id="3" creationId="{F4863215-338E-4C79-0DC8-DDC5A7A6564E}"/>
          </ac:spMkLst>
        </pc:spChg>
        <pc:spChg chg="mod">
          <ac:chgData name="大野　千恵（本部情報化推進部電子カルテ情報課）" userId="6b0feb7b-d33a-416a-a65a-2d016c755c67" providerId="ADAL" clId="{6279E38A-9836-46DE-A0F4-C831F71E3193}" dt="2026-10-09T06:54:35.379" v="8121" actId="20577"/>
          <ac:spMkLst>
            <pc:docMk/>
            <pc:sldMk cId="2840055932" sldId="698"/>
            <ac:spMk id="4" creationId="{133DF65E-B994-BC35-D273-BE2881F2D69A}"/>
          </ac:spMkLst>
        </pc:spChg>
        <pc:spChg chg="mod">
          <ac:chgData name="大野　千恵（本部情報化推進部電子カルテ情報課）" userId="6b0feb7b-d33a-416a-a65a-2d016c755c67" providerId="ADAL" clId="{6279E38A-9836-46DE-A0F4-C831F71E3193}" dt="2026-10-09T08:38:20.726" v="8841" actId="1076"/>
          <ac:spMkLst>
            <pc:docMk/>
            <pc:sldMk cId="2840055932" sldId="698"/>
            <ac:spMk id="7" creationId="{95BE6370-A316-56F4-169E-87732F531ED2}"/>
          </ac:spMkLst>
        </pc:spChg>
        <pc:spChg chg="add del">
          <ac:chgData name="大野　千恵（本部情報化推進部電子カルテ情報課）" userId="6b0feb7b-d33a-416a-a65a-2d016c755c67" providerId="ADAL" clId="{6279E38A-9836-46DE-A0F4-C831F71E3193}" dt="2026-10-08T07:26:14.876" v="22" actId="22"/>
          <ac:spMkLst>
            <pc:docMk/>
            <pc:sldMk cId="2840055932" sldId="698"/>
            <ac:spMk id="8" creationId="{21861B4A-0B57-DBF7-AC9C-1CE0AC7A3E4F}"/>
          </ac:spMkLst>
        </pc:spChg>
        <pc:spChg chg="add mod">
          <ac:chgData name="大野　千恵（本部情報化推進部電子カルテ情報課）" userId="6b0feb7b-d33a-416a-a65a-2d016c755c67" providerId="ADAL" clId="{6279E38A-9836-46DE-A0F4-C831F71E3193}" dt="2026-10-09T08:24:00.996" v="8519" actId="1076"/>
          <ac:spMkLst>
            <pc:docMk/>
            <pc:sldMk cId="2840055932" sldId="698"/>
            <ac:spMk id="9" creationId="{A99A63D9-F0E6-5FA2-BA6F-74738647770D}"/>
          </ac:spMkLst>
        </pc:spChg>
        <pc:spChg chg="add del">
          <ac:chgData name="大野　千恵（本部情報化推進部電子カルテ情報課）" userId="6b0feb7b-d33a-416a-a65a-2d016c755c67" providerId="ADAL" clId="{6279E38A-9836-46DE-A0F4-C831F71E3193}" dt="2026-10-08T07:26:14.876" v="22" actId="22"/>
          <ac:spMkLst>
            <pc:docMk/>
            <pc:sldMk cId="2840055932" sldId="698"/>
            <ac:spMk id="10" creationId="{8A80B846-22DF-83D7-972E-4DF6AE6BED4B}"/>
          </ac:spMkLst>
        </pc:spChg>
        <pc:spChg chg="add mod">
          <ac:chgData name="大野　千恵（本部情報化推進部電子カルテ情報課）" userId="6b0feb7b-d33a-416a-a65a-2d016c755c67" providerId="ADAL" clId="{6279E38A-9836-46DE-A0F4-C831F71E3193}" dt="2026-10-09T08:24:00.996" v="8519" actId="1076"/>
          <ac:spMkLst>
            <pc:docMk/>
            <pc:sldMk cId="2840055932" sldId="698"/>
            <ac:spMk id="11" creationId="{018AE6E2-EB83-59B5-4D88-D6AFB3FDDEF8}"/>
          </ac:spMkLst>
        </pc:spChg>
        <pc:spChg chg="add">
          <ac:chgData name="大野　千恵（本部情報化推進部電子カルテ情報課）" userId="6b0feb7b-d33a-416a-a65a-2d016c755c67" providerId="ADAL" clId="{6279E38A-9836-46DE-A0F4-C831F71E3193}" dt="2026-10-08T07:27:31.654" v="77" actId="22"/>
          <ac:spMkLst>
            <pc:docMk/>
            <pc:sldMk cId="2840055932" sldId="698"/>
            <ac:spMk id="12" creationId="{50F1B6AF-CA12-0CD5-96A8-EFA7701056DD}"/>
          </ac:spMkLst>
        </pc:spChg>
        <pc:spChg chg="add mod">
          <ac:chgData name="大野　千恵（本部情報化推進部電子カルテ情報課）" userId="6b0feb7b-d33a-416a-a65a-2d016c755c67" providerId="ADAL" clId="{6279E38A-9836-46DE-A0F4-C831F71E3193}" dt="2026-10-09T08:26:39.206" v="8568" actId="20577"/>
          <ac:spMkLst>
            <pc:docMk/>
            <pc:sldMk cId="2840055932" sldId="698"/>
            <ac:spMk id="14" creationId="{2A1F8D23-9262-32FA-5D31-1F29186CECD5}"/>
          </ac:spMkLst>
        </pc:spChg>
        <pc:spChg chg="add del mod">
          <ac:chgData name="大野　千恵（本部情報化推進部電子カルテ情報課）" userId="6b0feb7b-d33a-416a-a65a-2d016c755c67" providerId="ADAL" clId="{6279E38A-9836-46DE-A0F4-C831F71E3193}" dt="2026-10-08T16:44:00.729" v="2502" actId="478"/>
          <ac:spMkLst>
            <pc:docMk/>
            <pc:sldMk cId="2840055932" sldId="698"/>
            <ac:spMk id="15" creationId="{F4521431-192B-6825-E848-90B36EF5C761}"/>
          </ac:spMkLst>
        </pc:spChg>
        <pc:spChg chg="add del mod">
          <ac:chgData name="大野　千恵（本部情報化推進部電子カルテ情報課）" userId="6b0feb7b-d33a-416a-a65a-2d016c755c67" providerId="ADAL" clId="{6279E38A-9836-46DE-A0F4-C831F71E3193}" dt="2026-10-08T12:41:20.130" v="2062" actId="478"/>
          <ac:spMkLst>
            <pc:docMk/>
            <pc:sldMk cId="2840055932" sldId="698"/>
            <ac:spMk id="16" creationId="{1EEC1E8B-0B34-143A-572F-8F0907375FAA}"/>
          </ac:spMkLst>
        </pc:spChg>
        <pc:spChg chg="add del mod">
          <ac:chgData name="大野　千恵（本部情報化推進部電子カルテ情報課）" userId="6b0feb7b-d33a-416a-a65a-2d016c755c67" providerId="ADAL" clId="{6279E38A-9836-46DE-A0F4-C831F71E3193}" dt="2026-10-08T12:41:20.130" v="2062" actId="478"/>
          <ac:spMkLst>
            <pc:docMk/>
            <pc:sldMk cId="2840055932" sldId="698"/>
            <ac:spMk id="18" creationId="{547141D4-88E5-30D8-B92C-D7652E4A28DC}"/>
          </ac:spMkLst>
        </pc:spChg>
        <pc:spChg chg="add del mod">
          <ac:chgData name="大野　千恵（本部情報化推進部電子カルテ情報課）" userId="6b0feb7b-d33a-416a-a65a-2d016c755c67" providerId="ADAL" clId="{6279E38A-9836-46DE-A0F4-C831F71E3193}" dt="2026-10-08T16:43:57.400" v="2501" actId="478"/>
          <ac:spMkLst>
            <pc:docMk/>
            <pc:sldMk cId="2840055932" sldId="698"/>
            <ac:spMk id="19" creationId="{89652F3B-E8B8-1295-077D-96EC2608D1FC}"/>
          </ac:spMkLst>
        </pc:spChg>
        <pc:spChg chg="add del mod">
          <ac:chgData name="大野　千恵（本部情報化推進部電子カルテ情報課）" userId="6b0feb7b-d33a-416a-a65a-2d016c755c67" providerId="ADAL" clId="{6279E38A-9836-46DE-A0F4-C831F71E3193}" dt="2026-10-08T12:41:13.980" v="2060" actId="478"/>
          <ac:spMkLst>
            <pc:docMk/>
            <pc:sldMk cId="2840055932" sldId="698"/>
            <ac:spMk id="20" creationId="{F794BBBC-899F-A0AE-1660-D0EF377796CE}"/>
          </ac:spMkLst>
        </pc:spChg>
        <pc:spChg chg="add mod">
          <ac:chgData name="大野　千恵（本部情報化推進部電子カルテ情報課）" userId="6b0feb7b-d33a-416a-a65a-2d016c755c67" providerId="ADAL" clId="{6279E38A-9836-46DE-A0F4-C831F71E3193}" dt="2026-10-09T08:24:00.996" v="8519" actId="1076"/>
          <ac:spMkLst>
            <pc:docMk/>
            <pc:sldMk cId="2840055932" sldId="698"/>
            <ac:spMk id="21" creationId="{91E4C9F4-6B59-81EF-1BAC-CA52BA26FE1D}"/>
          </ac:spMkLst>
        </pc:spChg>
        <pc:spChg chg="add del mod">
          <ac:chgData name="大野　千恵（本部情報化推進部電子カルテ情報課）" userId="6b0feb7b-d33a-416a-a65a-2d016c755c67" providerId="ADAL" clId="{6279E38A-9836-46DE-A0F4-C831F71E3193}" dt="2026-10-08T12:41:13.980" v="2060" actId="478"/>
          <ac:spMkLst>
            <pc:docMk/>
            <pc:sldMk cId="2840055932" sldId="698"/>
            <ac:spMk id="22" creationId="{AC768D87-1107-855C-6EF8-E093A83099CA}"/>
          </ac:spMkLst>
        </pc:spChg>
        <pc:spChg chg="add del mod">
          <ac:chgData name="大野　千恵（本部情報化推進部電子カルテ情報課）" userId="6b0feb7b-d33a-416a-a65a-2d016c755c67" providerId="ADAL" clId="{6279E38A-9836-46DE-A0F4-C831F71E3193}" dt="2026-10-08T12:41:10.369" v="2059" actId="478"/>
          <ac:spMkLst>
            <pc:docMk/>
            <pc:sldMk cId="2840055932" sldId="698"/>
            <ac:spMk id="24" creationId="{F9770368-17A8-BF7D-234D-1743F8A6C9B8}"/>
          </ac:spMkLst>
        </pc:spChg>
        <pc:spChg chg="add mod">
          <ac:chgData name="大野　千恵（本部情報化推進部電子カルテ情報課）" userId="6b0feb7b-d33a-416a-a65a-2d016c755c67" providerId="ADAL" clId="{6279E38A-9836-46DE-A0F4-C831F71E3193}" dt="2026-10-09T08:24:00.996" v="8519" actId="1076"/>
          <ac:spMkLst>
            <pc:docMk/>
            <pc:sldMk cId="2840055932" sldId="698"/>
            <ac:spMk id="25" creationId="{6FDD2BA3-62B5-5528-D289-7E960D0536F9}"/>
          </ac:spMkLst>
        </pc:spChg>
        <pc:spChg chg="add del mod">
          <ac:chgData name="大野　千恵（本部情報化推進部電子カルテ情報課）" userId="6b0feb7b-d33a-416a-a65a-2d016c755c67" providerId="ADAL" clId="{6279E38A-9836-46DE-A0F4-C831F71E3193}" dt="2026-10-08T12:41:10.369" v="2059" actId="478"/>
          <ac:spMkLst>
            <pc:docMk/>
            <pc:sldMk cId="2840055932" sldId="698"/>
            <ac:spMk id="26" creationId="{BF5B6B22-F618-EC8B-B88B-FB511C2D5441}"/>
          </ac:spMkLst>
        </pc:spChg>
        <pc:spChg chg="add del mod">
          <ac:chgData name="大野　千恵（本部情報化推進部電子カルテ情報課）" userId="6b0feb7b-d33a-416a-a65a-2d016c755c67" providerId="ADAL" clId="{6279E38A-9836-46DE-A0F4-C831F71E3193}" dt="2026-10-08T12:41:06.169" v="2058" actId="478"/>
          <ac:spMkLst>
            <pc:docMk/>
            <pc:sldMk cId="2840055932" sldId="698"/>
            <ac:spMk id="28" creationId="{AC820B51-6C9E-4C72-452B-8ACDA894199A}"/>
          </ac:spMkLst>
        </pc:spChg>
        <pc:spChg chg="add mod">
          <ac:chgData name="大野　千恵（本部情報化推進部電子カルテ情報課）" userId="6b0feb7b-d33a-416a-a65a-2d016c755c67" providerId="ADAL" clId="{6279E38A-9836-46DE-A0F4-C831F71E3193}" dt="2026-10-09T08:24:00.996" v="8519" actId="1076"/>
          <ac:spMkLst>
            <pc:docMk/>
            <pc:sldMk cId="2840055932" sldId="698"/>
            <ac:spMk id="29" creationId="{73F9FAF3-645C-D400-FD96-ADF65FFA7A73}"/>
          </ac:spMkLst>
        </pc:spChg>
        <pc:spChg chg="add del mod">
          <ac:chgData name="大野　千恵（本部情報化推進部電子カルテ情報課）" userId="6b0feb7b-d33a-416a-a65a-2d016c755c67" providerId="ADAL" clId="{6279E38A-9836-46DE-A0F4-C831F71E3193}" dt="2026-10-08T12:41:06.169" v="2058" actId="478"/>
          <ac:spMkLst>
            <pc:docMk/>
            <pc:sldMk cId="2840055932" sldId="698"/>
            <ac:spMk id="30" creationId="{7FD78964-728F-A7A4-56CF-53EDA44AA8FD}"/>
          </ac:spMkLst>
        </pc:spChg>
        <pc:spChg chg="add del mod">
          <ac:chgData name="大野　千恵（本部情報化推進部電子カルテ情報課）" userId="6b0feb7b-d33a-416a-a65a-2d016c755c67" providerId="ADAL" clId="{6279E38A-9836-46DE-A0F4-C831F71E3193}" dt="2026-10-08T07:33:27.230" v="380" actId="21"/>
          <ac:spMkLst>
            <pc:docMk/>
            <pc:sldMk cId="2840055932" sldId="698"/>
            <ac:spMk id="32" creationId="{29486174-CF44-760F-A30C-ED9F62A4DDC7}"/>
          </ac:spMkLst>
        </pc:spChg>
        <pc:spChg chg="add mod">
          <ac:chgData name="大野　千恵（本部情報化推進部電子カルテ情報課）" userId="6b0feb7b-d33a-416a-a65a-2d016c755c67" providerId="ADAL" clId="{6279E38A-9836-46DE-A0F4-C831F71E3193}" dt="2026-10-09T08:24:00.996" v="8519" actId="1076"/>
          <ac:spMkLst>
            <pc:docMk/>
            <pc:sldMk cId="2840055932" sldId="698"/>
            <ac:spMk id="32" creationId="{5FF7BBCF-6915-5990-4914-3A97C2BB0573}"/>
          </ac:spMkLst>
        </pc:spChg>
        <pc:spChg chg="add del mod">
          <ac:chgData name="大野　千恵（本部情報化推進部電子カルテ情報課）" userId="6b0feb7b-d33a-416a-a65a-2d016c755c67" providerId="ADAL" clId="{6279E38A-9836-46DE-A0F4-C831F71E3193}" dt="2026-10-08T07:33:27.230" v="380" actId="21"/>
          <ac:spMkLst>
            <pc:docMk/>
            <pc:sldMk cId="2840055932" sldId="698"/>
            <ac:spMk id="34" creationId="{74199968-7FEC-9869-803C-7E07D03C66BF}"/>
          </ac:spMkLst>
        </pc:spChg>
        <pc:spChg chg="add mod">
          <ac:chgData name="大野　千恵（本部情報化推進部電子カルテ情報課）" userId="6b0feb7b-d33a-416a-a65a-2d016c755c67" providerId="ADAL" clId="{6279E38A-9836-46DE-A0F4-C831F71E3193}" dt="2026-10-09T08:24:00.996" v="8519" actId="1076"/>
          <ac:spMkLst>
            <pc:docMk/>
            <pc:sldMk cId="2840055932" sldId="698"/>
            <ac:spMk id="34" creationId="{E820D4AA-5753-9361-8F07-10B11819A1CE}"/>
          </ac:spMkLst>
        </pc:spChg>
        <pc:spChg chg="add mod">
          <ac:chgData name="大野　千恵（本部情報化推進部電子カルテ情報課）" userId="6b0feb7b-d33a-416a-a65a-2d016c755c67" providerId="ADAL" clId="{6279E38A-9836-46DE-A0F4-C831F71E3193}" dt="2026-10-09T08:24:00.996" v="8519" actId="1076"/>
          <ac:spMkLst>
            <pc:docMk/>
            <pc:sldMk cId="2840055932" sldId="698"/>
            <ac:spMk id="35" creationId="{B1EC0F22-4CFD-2ACF-DE04-78BB12B64ECF}"/>
          </ac:spMkLst>
        </pc:spChg>
        <pc:spChg chg="add del mod">
          <ac:chgData name="大野　千恵（本部情報化推進部電子カルテ情報課）" userId="6b0feb7b-d33a-416a-a65a-2d016c755c67" providerId="ADAL" clId="{6279E38A-9836-46DE-A0F4-C831F71E3193}" dt="2026-10-08T07:33:27.230" v="380" actId="21"/>
          <ac:spMkLst>
            <pc:docMk/>
            <pc:sldMk cId="2840055932" sldId="698"/>
            <ac:spMk id="36" creationId="{47828E3C-5A34-6F0A-EDA3-B8A630880DE2}"/>
          </ac:spMkLst>
        </pc:spChg>
        <pc:spChg chg="add del mod">
          <ac:chgData name="大野　千恵（本部情報化推進部電子カルテ情報課）" userId="6b0feb7b-d33a-416a-a65a-2d016c755c67" providerId="ADAL" clId="{6279E38A-9836-46DE-A0F4-C831F71E3193}" dt="2026-10-08T07:33:27.230" v="380" actId="21"/>
          <ac:spMkLst>
            <pc:docMk/>
            <pc:sldMk cId="2840055932" sldId="698"/>
            <ac:spMk id="38" creationId="{7FD1E30C-2376-C902-1059-198873E397BC}"/>
          </ac:spMkLst>
        </pc:spChg>
        <pc:picChg chg="add mod">
          <ac:chgData name="大野　千恵（本部情報化推進部電子カルテ情報課）" userId="6b0feb7b-d33a-416a-a65a-2d016c755c67" providerId="ADAL" clId="{6279E38A-9836-46DE-A0F4-C831F71E3193}" dt="2026-10-09T08:24:00.996" v="8519" actId="1076"/>
          <ac:picMkLst>
            <pc:docMk/>
            <pc:sldMk cId="2840055932" sldId="698"/>
            <ac:picMk id="6" creationId="{BB4D8AFD-2879-A9B6-3430-7BC8207B927B}"/>
          </ac:picMkLst>
        </pc:picChg>
      </pc:sldChg>
      <pc:sldChg chg="addSp delSp modSp mod">
        <pc:chgData name="大野　千恵（本部情報化推進部電子カルテ情報課）" userId="6b0feb7b-d33a-416a-a65a-2d016c755c67" providerId="ADAL" clId="{6279E38A-9836-46DE-A0F4-C831F71E3193}" dt="2026-10-09T08:56:51.934" v="9104" actId="1076"/>
        <pc:sldMkLst>
          <pc:docMk/>
          <pc:sldMk cId="1359970369" sldId="699"/>
        </pc:sldMkLst>
        <pc:spChg chg="mod">
          <ac:chgData name="大野　千恵（本部情報化推進部電子カルテ情報課）" userId="6b0feb7b-d33a-416a-a65a-2d016c755c67" providerId="ADAL" clId="{6279E38A-9836-46DE-A0F4-C831F71E3193}" dt="2026-10-08T13:05:58.616" v="2119" actId="20577"/>
          <ac:spMkLst>
            <pc:docMk/>
            <pc:sldMk cId="1359970369" sldId="699"/>
            <ac:spMk id="2" creationId="{10D698E2-07F6-51BF-3A72-1A5926FBC243}"/>
          </ac:spMkLst>
        </pc:spChg>
        <pc:spChg chg="mod">
          <ac:chgData name="大野　千恵（本部情報化推進部電子カルテ情報課）" userId="6b0feb7b-d33a-416a-a65a-2d016c755c67" providerId="ADAL" clId="{6279E38A-9836-46DE-A0F4-C831F71E3193}" dt="2026-10-09T08:46:18.337" v="9030" actId="1076"/>
          <ac:spMkLst>
            <pc:docMk/>
            <pc:sldMk cId="1359970369" sldId="699"/>
            <ac:spMk id="3" creationId="{FE6CE53E-C75A-7FC8-8E31-3196D1BDEEFD}"/>
          </ac:spMkLst>
        </pc:spChg>
        <pc:spChg chg="mod">
          <ac:chgData name="大野　千恵（本部情報化推進部電子カルテ情報課）" userId="6b0feb7b-d33a-416a-a65a-2d016c755c67" providerId="ADAL" clId="{6279E38A-9836-46DE-A0F4-C831F71E3193}" dt="2026-10-09T08:32:43.363" v="8759" actId="20577"/>
          <ac:spMkLst>
            <pc:docMk/>
            <pc:sldMk cId="1359970369" sldId="699"/>
            <ac:spMk id="4" creationId="{1A2EAE2B-8D8D-ABB9-AF1E-53B7D919E519}"/>
          </ac:spMkLst>
        </pc:spChg>
        <pc:spChg chg="add mod">
          <ac:chgData name="大野　千恵（本部情報化推進部電子カルテ情報課）" userId="6b0feb7b-d33a-416a-a65a-2d016c755c67" providerId="ADAL" clId="{6279E38A-9836-46DE-A0F4-C831F71E3193}" dt="2026-10-09T08:47:06.617" v="9037" actId="255"/>
          <ac:spMkLst>
            <pc:docMk/>
            <pc:sldMk cId="1359970369" sldId="699"/>
            <ac:spMk id="6" creationId="{BA7B7F43-A3F6-A6D7-0286-3EF7FA137F68}"/>
          </ac:spMkLst>
        </pc:spChg>
        <pc:spChg chg="mod">
          <ac:chgData name="大野　千恵（本部情報化推進部電子カルテ情報課）" userId="6b0feb7b-d33a-416a-a65a-2d016c755c67" providerId="ADAL" clId="{6279E38A-9836-46DE-A0F4-C831F71E3193}" dt="2026-10-09T08:53:24.582" v="9100" actId="1076"/>
          <ac:spMkLst>
            <pc:docMk/>
            <pc:sldMk cId="1359970369" sldId="699"/>
            <ac:spMk id="7" creationId="{26594728-9FE9-C1B3-82B4-CB18B40CA8CC}"/>
          </ac:spMkLst>
        </pc:spChg>
        <pc:spChg chg="add mod">
          <ac:chgData name="大野　千恵（本部情報化推進部電子カルテ情報課）" userId="6b0feb7b-d33a-416a-a65a-2d016c755c67" providerId="ADAL" clId="{6279E38A-9836-46DE-A0F4-C831F71E3193}" dt="2026-10-09T08:46:18.337" v="9030" actId="1076"/>
          <ac:spMkLst>
            <pc:docMk/>
            <pc:sldMk cId="1359970369" sldId="699"/>
            <ac:spMk id="8" creationId="{9942C604-CB96-2946-A915-925DC69BE252}"/>
          </ac:spMkLst>
        </pc:spChg>
        <pc:spChg chg="mod">
          <ac:chgData name="大野　千恵（本部情報化推進部電子カルテ情報課）" userId="6b0feb7b-d33a-416a-a65a-2d016c755c67" providerId="ADAL" clId="{6279E38A-9836-46DE-A0F4-C831F71E3193}" dt="2026-10-09T08:46:13.533" v="9029" actId="1076"/>
          <ac:spMkLst>
            <pc:docMk/>
            <pc:sldMk cId="1359970369" sldId="699"/>
            <ac:spMk id="9" creationId="{AF484EE3-1AFC-4A63-E955-EFBA1BA0954C}"/>
          </ac:spMkLst>
        </pc:spChg>
        <pc:spChg chg="mod">
          <ac:chgData name="大野　千恵（本部情報化推進部電子カルテ情報課）" userId="6b0feb7b-d33a-416a-a65a-2d016c755c67" providerId="ADAL" clId="{6279E38A-9836-46DE-A0F4-C831F71E3193}" dt="2026-10-09T08:46:18.337" v="9030" actId="1076"/>
          <ac:spMkLst>
            <pc:docMk/>
            <pc:sldMk cId="1359970369" sldId="699"/>
            <ac:spMk id="10" creationId="{45F23607-3EC2-BE95-08FE-CC6104AA128A}"/>
          </ac:spMkLst>
        </pc:spChg>
        <pc:spChg chg="add mod">
          <ac:chgData name="大野　千恵（本部情報化推進部電子カルテ情報課）" userId="6b0feb7b-d33a-416a-a65a-2d016c755c67" providerId="ADAL" clId="{6279E38A-9836-46DE-A0F4-C831F71E3193}" dt="2026-10-09T08:52:45.262" v="9088" actId="1076"/>
          <ac:spMkLst>
            <pc:docMk/>
            <pc:sldMk cId="1359970369" sldId="699"/>
            <ac:spMk id="11" creationId="{94449EF2-75A9-F30F-046F-617041B1D825}"/>
          </ac:spMkLst>
        </pc:spChg>
        <pc:spChg chg="mod">
          <ac:chgData name="大野　千恵（本部情報化推進部電子カルテ情報課）" userId="6b0feb7b-d33a-416a-a65a-2d016c755c67" providerId="ADAL" clId="{6279E38A-9836-46DE-A0F4-C831F71E3193}" dt="2026-10-09T08:46:13.533" v="9029" actId="1076"/>
          <ac:spMkLst>
            <pc:docMk/>
            <pc:sldMk cId="1359970369" sldId="699"/>
            <ac:spMk id="13" creationId="{B1DD0579-623D-CCF0-C596-22A67AB9A71F}"/>
          </ac:spMkLst>
        </pc:spChg>
        <pc:spChg chg="add mod">
          <ac:chgData name="大野　千恵（本部情報化推進部電子カルテ情報課）" userId="6b0feb7b-d33a-416a-a65a-2d016c755c67" providerId="ADAL" clId="{6279E38A-9836-46DE-A0F4-C831F71E3193}" dt="2026-10-09T08:53:15.692" v="9098" actId="1076"/>
          <ac:spMkLst>
            <pc:docMk/>
            <pc:sldMk cId="1359970369" sldId="699"/>
            <ac:spMk id="14" creationId="{9CDDB56D-8CD3-EE75-14C6-1FC4A5603B9B}"/>
          </ac:spMkLst>
        </pc:spChg>
        <pc:spChg chg="mod">
          <ac:chgData name="大野　千恵（本部情報化推進部電子カルテ情報課）" userId="6b0feb7b-d33a-416a-a65a-2d016c755c67" providerId="ADAL" clId="{6279E38A-9836-46DE-A0F4-C831F71E3193}" dt="2026-10-09T08:46:23.964" v="9031" actId="1076"/>
          <ac:spMkLst>
            <pc:docMk/>
            <pc:sldMk cId="1359970369" sldId="699"/>
            <ac:spMk id="16" creationId="{A0A293FC-8A12-F57E-C469-87276688A809}"/>
          </ac:spMkLst>
        </pc:spChg>
        <pc:spChg chg="add mod">
          <ac:chgData name="大野　千恵（本部情報化推進部電子カルテ情報課）" userId="6b0feb7b-d33a-416a-a65a-2d016c755c67" providerId="ADAL" clId="{6279E38A-9836-46DE-A0F4-C831F71E3193}" dt="2026-10-09T08:56:31.464" v="9102" actId="1076"/>
          <ac:spMkLst>
            <pc:docMk/>
            <pc:sldMk cId="1359970369" sldId="699"/>
            <ac:spMk id="17" creationId="{FA5C56C9-F51E-19DE-DEBC-4BEC55078831}"/>
          </ac:spMkLst>
        </pc:spChg>
        <pc:spChg chg="del mod">
          <ac:chgData name="大野　千恵（本部情報化推進部電子カルテ情報課）" userId="6b0feb7b-d33a-416a-a65a-2d016c755c67" providerId="ADAL" clId="{6279E38A-9836-46DE-A0F4-C831F71E3193}" dt="2026-10-09T04:00:08.337" v="6317" actId="478"/>
          <ac:spMkLst>
            <pc:docMk/>
            <pc:sldMk cId="1359970369" sldId="699"/>
            <ac:spMk id="18" creationId="{E92BE50B-47B5-F0D7-762B-13BFC3EBCBF1}"/>
          </ac:spMkLst>
        </pc:spChg>
        <pc:spChg chg="add mod">
          <ac:chgData name="大野　千恵（本部情報化推進部電子カルテ情報課）" userId="6b0feb7b-d33a-416a-a65a-2d016c755c67" providerId="ADAL" clId="{6279E38A-9836-46DE-A0F4-C831F71E3193}" dt="2026-10-09T08:56:51.934" v="9104" actId="1076"/>
          <ac:spMkLst>
            <pc:docMk/>
            <pc:sldMk cId="1359970369" sldId="699"/>
            <ac:spMk id="19" creationId="{E583ECDE-553A-3004-F630-24A903F0F735}"/>
          </ac:spMkLst>
        </pc:spChg>
        <pc:spChg chg="add mod">
          <ac:chgData name="大野　千恵（本部情報化推進部電子カルテ情報課）" userId="6b0feb7b-d33a-416a-a65a-2d016c755c67" providerId="ADAL" clId="{6279E38A-9836-46DE-A0F4-C831F71E3193}" dt="2026-10-09T08:56:45.829" v="9103" actId="1076"/>
          <ac:spMkLst>
            <pc:docMk/>
            <pc:sldMk cId="1359970369" sldId="699"/>
            <ac:spMk id="21" creationId="{850EC5D6-A851-534C-3D26-8C338B0813A8}"/>
          </ac:spMkLst>
        </pc:spChg>
        <pc:spChg chg="add mod">
          <ac:chgData name="大野　千恵（本部情報化推進部電子カルテ情報課）" userId="6b0feb7b-d33a-416a-a65a-2d016c755c67" providerId="ADAL" clId="{6279E38A-9836-46DE-A0F4-C831F71E3193}" dt="2026-10-09T08:53:30.971" v="9101" actId="1076"/>
          <ac:spMkLst>
            <pc:docMk/>
            <pc:sldMk cId="1359970369" sldId="699"/>
            <ac:spMk id="23" creationId="{465B9C51-DA57-5040-634D-C420E4373897}"/>
          </ac:spMkLst>
        </pc:spChg>
      </pc:sldChg>
      <pc:sldChg chg="del">
        <pc:chgData name="大野　千恵（本部情報化推進部電子カルテ情報課）" userId="6b0feb7b-d33a-416a-a65a-2d016c755c67" providerId="ADAL" clId="{6279E38A-9836-46DE-A0F4-C831F71E3193}" dt="2026-10-08T07:44:09.620" v="761" actId="47"/>
        <pc:sldMkLst>
          <pc:docMk/>
          <pc:sldMk cId="3437758458" sldId="700"/>
        </pc:sldMkLst>
      </pc:sldChg>
      <pc:sldChg chg="addSp delSp modSp del mod">
        <pc:chgData name="大野　千恵（本部情報化推進部電子カルテ情報課）" userId="6b0feb7b-d33a-416a-a65a-2d016c755c67" providerId="ADAL" clId="{6279E38A-9836-46DE-A0F4-C831F71E3193}" dt="2026-10-09T04:13:15.391" v="6573" actId="2696"/>
        <pc:sldMkLst>
          <pc:docMk/>
          <pc:sldMk cId="3270800476" sldId="701"/>
        </pc:sldMkLst>
        <pc:spChg chg="mod">
          <ac:chgData name="大野　千恵（本部情報化推進部電子カルテ情報課）" userId="6b0feb7b-d33a-416a-a65a-2d016c755c67" providerId="ADAL" clId="{6279E38A-9836-46DE-A0F4-C831F71E3193}" dt="2026-10-08T07:44:16.218" v="765" actId="20577"/>
          <ac:spMkLst>
            <pc:docMk/>
            <pc:sldMk cId="3270800476" sldId="701"/>
            <ac:spMk id="2" creationId="{F4CA0DAE-7FF5-82E9-5635-F007BF388AF7}"/>
          </ac:spMkLst>
        </pc:spChg>
        <pc:spChg chg="add del">
          <ac:chgData name="大野　千恵（本部情報化推進部電子カルテ情報課）" userId="6b0feb7b-d33a-416a-a65a-2d016c755c67" providerId="ADAL" clId="{6279E38A-9836-46DE-A0F4-C831F71E3193}" dt="2026-10-08T07:44:12.665" v="763" actId="22"/>
          <ac:spMkLst>
            <pc:docMk/>
            <pc:sldMk cId="3270800476" sldId="701"/>
            <ac:spMk id="4" creationId="{7BEB4BC1-9FFA-B3DB-1D12-42FCE52250AB}"/>
          </ac:spMkLst>
        </pc:spChg>
      </pc:sldChg>
      <pc:sldChg chg="add del">
        <pc:chgData name="大野　千恵（本部情報化推進部電子カルテ情報課）" userId="6b0feb7b-d33a-416a-a65a-2d016c755c67" providerId="ADAL" clId="{6279E38A-9836-46DE-A0F4-C831F71E3193}" dt="2026-10-09T04:13:15.391" v="6573" actId="2696"/>
        <pc:sldMkLst>
          <pc:docMk/>
          <pc:sldMk cId="326706844" sldId="702"/>
        </pc:sldMkLst>
      </pc:sldChg>
      <pc:sldChg chg="addSp delSp modSp new del mod">
        <pc:chgData name="大野　千恵（本部情報化推進部電子カルテ情報課）" userId="6b0feb7b-d33a-416a-a65a-2d016c755c67" providerId="ADAL" clId="{6279E38A-9836-46DE-A0F4-C831F71E3193}" dt="2026-10-09T03:58:35.850" v="6299" actId="2696"/>
        <pc:sldMkLst>
          <pc:docMk/>
          <pc:sldMk cId="2243110001" sldId="703"/>
        </pc:sldMkLst>
        <pc:spChg chg="del">
          <ac:chgData name="大野　千恵（本部情報化推進部電子カルテ情報課）" userId="6b0feb7b-d33a-416a-a65a-2d016c755c67" providerId="ADAL" clId="{6279E38A-9836-46DE-A0F4-C831F71E3193}" dt="2026-10-08T12:07:38.785" v="1500" actId="478"/>
          <ac:spMkLst>
            <pc:docMk/>
            <pc:sldMk cId="2243110001" sldId="703"/>
            <ac:spMk id="3" creationId="{C93B5A7D-C49B-525C-95CC-34CEC5226235}"/>
          </ac:spMkLst>
        </pc:spChg>
        <pc:grpChg chg="add mod">
          <ac:chgData name="大野　千恵（本部情報化推進部電子カルテ情報課）" userId="6b0feb7b-d33a-416a-a65a-2d016c755c67" providerId="ADAL" clId="{6279E38A-9836-46DE-A0F4-C831F71E3193}" dt="2026-10-08T12:08:05.661" v="1502" actId="1076"/>
          <ac:grpSpMkLst>
            <pc:docMk/>
            <pc:sldMk cId="2243110001" sldId="703"/>
            <ac:grpSpMk id="8" creationId="{0AE3068F-5DC5-77A1-CD60-A34A29EAD6F6}"/>
          </ac:grpSpMkLst>
        </pc:grpChg>
        <pc:picChg chg="add mod">
          <ac:chgData name="大野　千恵（本部情報化推進部電子カルテ情報課）" userId="6b0feb7b-d33a-416a-a65a-2d016c755c67" providerId="ADAL" clId="{6279E38A-9836-46DE-A0F4-C831F71E3193}" dt="2026-10-08T12:07:29.556" v="1499" actId="164"/>
          <ac:picMkLst>
            <pc:docMk/>
            <pc:sldMk cId="2243110001" sldId="703"/>
            <ac:picMk id="5" creationId="{B4D321E3-350D-767A-90EB-780FB6F17AD8}"/>
          </ac:picMkLst>
        </pc:picChg>
        <pc:picChg chg="add mod">
          <ac:chgData name="大野　千恵（本部情報化推進部電子カルテ情報課）" userId="6b0feb7b-d33a-416a-a65a-2d016c755c67" providerId="ADAL" clId="{6279E38A-9836-46DE-A0F4-C831F71E3193}" dt="2026-10-08T12:07:29.556" v="1499" actId="164"/>
          <ac:picMkLst>
            <pc:docMk/>
            <pc:sldMk cId="2243110001" sldId="703"/>
            <ac:picMk id="7" creationId="{F070DBA7-E39D-28B7-63F4-DAAB09A15617}"/>
          </ac:picMkLst>
        </pc:picChg>
      </pc:sldChg>
      <pc:sldChg chg="addSp delSp modSp add mod">
        <pc:chgData name="大野　千恵（本部情報化推進部電子カルテ情報課）" userId="6b0feb7b-d33a-416a-a65a-2d016c755c67" providerId="ADAL" clId="{6279E38A-9836-46DE-A0F4-C831F71E3193}" dt="2026-10-09T06:56:00.259" v="8150" actId="20577"/>
        <pc:sldMkLst>
          <pc:docMk/>
          <pc:sldMk cId="3498095409" sldId="704"/>
        </pc:sldMkLst>
        <pc:spChg chg="add del mod">
          <ac:chgData name="大野　千恵（本部情報化推進部電子カルテ情報課）" userId="6b0feb7b-d33a-416a-a65a-2d016c755c67" providerId="ADAL" clId="{6279E38A-9836-46DE-A0F4-C831F71E3193}" dt="2026-10-09T03:47:55.009" v="6018" actId="478"/>
          <ac:spMkLst>
            <pc:docMk/>
            <pc:sldMk cId="3498095409" sldId="704"/>
            <ac:spMk id="7" creationId="{D8AF3EB7-E801-5722-19A0-E295E16BB338}"/>
          </ac:spMkLst>
        </pc:spChg>
        <pc:spChg chg="add mod">
          <ac:chgData name="大野　千恵（本部情報化推進部電子カルテ情報課）" userId="6b0feb7b-d33a-416a-a65a-2d016c755c67" providerId="ADAL" clId="{6279E38A-9836-46DE-A0F4-C831F71E3193}" dt="2026-10-09T03:54:05.615" v="6267" actId="1076"/>
          <ac:spMkLst>
            <pc:docMk/>
            <pc:sldMk cId="3498095409" sldId="704"/>
            <ac:spMk id="11" creationId="{E782D82F-364F-5C0B-989E-62463D71ED01}"/>
          </ac:spMkLst>
        </pc:spChg>
        <pc:spChg chg="del">
          <ac:chgData name="大野　千恵（本部情報化推進部電子カルテ情報課）" userId="6b0feb7b-d33a-416a-a65a-2d016c755c67" providerId="ADAL" clId="{6279E38A-9836-46DE-A0F4-C831F71E3193}" dt="2026-10-08T17:06:37.113" v="2925" actId="478"/>
          <ac:spMkLst>
            <pc:docMk/>
            <pc:sldMk cId="3498095409" sldId="704"/>
            <ac:spMk id="12" creationId="{2F622324-B9EB-0305-4F86-5130937E70B8}"/>
          </ac:spMkLst>
        </pc:spChg>
        <pc:spChg chg="del">
          <ac:chgData name="大野　千恵（本部情報化推進部電子カルテ情報課）" userId="6b0feb7b-d33a-416a-a65a-2d016c755c67" providerId="ADAL" clId="{6279E38A-9836-46DE-A0F4-C831F71E3193}" dt="2026-10-08T17:06:29.466" v="2924" actId="478"/>
          <ac:spMkLst>
            <pc:docMk/>
            <pc:sldMk cId="3498095409" sldId="704"/>
            <ac:spMk id="14" creationId="{D21966B0-B92C-CB28-3B52-711582B3EA82}"/>
          </ac:spMkLst>
        </pc:spChg>
        <pc:spChg chg="del">
          <ac:chgData name="大野　千恵（本部情報化推進部電子カルテ情報課）" userId="6b0feb7b-d33a-416a-a65a-2d016c755c67" providerId="ADAL" clId="{6279E38A-9836-46DE-A0F4-C831F71E3193}" dt="2026-10-08T17:06:38.494" v="2926" actId="478"/>
          <ac:spMkLst>
            <pc:docMk/>
            <pc:sldMk cId="3498095409" sldId="704"/>
            <ac:spMk id="16" creationId="{D1792668-756D-4E87-0D9B-0672501B2DFE}"/>
          </ac:spMkLst>
        </pc:spChg>
        <pc:spChg chg="del">
          <ac:chgData name="大野　千恵（本部情報化推進部電子カルテ情報課）" userId="6b0feb7b-d33a-416a-a65a-2d016c755c67" providerId="ADAL" clId="{6279E38A-9836-46DE-A0F4-C831F71E3193}" dt="2026-10-08T17:06:27.158" v="2923" actId="478"/>
          <ac:spMkLst>
            <pc:docMk/>
            <pc:sldMk cId="3498095409" sldId="704"/>
            <ac:spMk id="18" creationId="{7F9ECDC9-3B9D-32A6-96D8-13B58698A398}"/>
          </ac:spMkLst>
        </pc:spChg>
        <pc:spChg chg="del">
          <ac:chgData name="大野　千恵（本部情報化推進部電子カルテ情報課）" userId="6b0feb7b-d33a-416a-a65a-2d016c755c67" providerId="ADAL" clId="{6279E38A-9836-46DE-A0F4-C831F71E3193}" dt="2026-10-08T17:06:39.659" v="2927" actId="478"/>
          <ac:spMkLst>
            <pc:docMk/>
            <pc:sldMk cId="3498095409" sldId="704"/>
            <ac:spMk id="20" creationId="{74756976-3E86-778A-C677-94335B6608D8}"/>
          </ac:spMkLst>
        </pc:spChg>
        <pc:spChg chg="del mod">
          <ac:chgData name="大野　千恵（本部情報化推進部電子カルテ情報課）" userId="6b0feb7b-d33a-416a-a65a-2d016c755c67" providerId="ADAL" clId="{6279E38A-9836-46DE-A0F4-C831F71E3193}" dt="2026-10-08T17:06:24.345" v="2922" actId="478"/>
          <ac:spMkLst>
            <pc:docMk/>
            <pc:sldMk cId="3498095409" sldId="704"/>
            <ac:spMk id="22" creationId="{B4CAA822-3E5A-0766-E8F5-DD3B12C747D4}"/>
          </ac:spMkLst>
        </pc:spChg>
        <pc:spChg chg="mod">
          <ac:chgData name="大野　千恵（本部情報化推進部電子カルテ情報課）" userId="6b0feb7b-d33a-416a-a65a-2d016c755c67" providerId="ADAL" clId="{6279E38A-9836-46DE-A0F4-C831F71E3193}" dt="2026-10-08T17:06:53.273" v="2929" actId="1076"/>
          <ac:spMkLst>
            <pc:docMk/>
            <pc:sldMk cId="3498095409" sldId="704"/>
            <ac:spMk id="24" creationId="{9EE05508-22F2-02E2-7CA1-6EC5249BB44B}"/>
          </ac:spMkLst>
        </pc:spChg>
        <pc:spChg chg="mod">
          <ac:chgData name="大野　千恵（本部情報化推進部電子カルテ情報課）" userId="6b0feb7b-d33a-416a-a65a-2d016c755c67" providerId="ADAL" clId="{6279E38A-9836-46DE-A0F4-C831F71E3193}" dt="2026-10-09T06:56:00.259" v="8150" actId="20577"/>
          <ac:spMkLst>
            <pc:docMk/>
            <pc:sldMk cId="3498095409" sldId="704"/>
            <ac:spMk id="26" creationId="{ED26D0C0-4480-3FA8-5A18-3932721EDE61}"/>
          </ac:spMkLst>
        </pc:spChg>
        <pc:spChg chg="del">
          <ac:chgData name="大野　千恵（本部情報化推進部電子カルテ情報課）" userId="6b0feb7b-d33a-416a-a65a-2d016c755c67" providerId="ADAL" clId="{6279E38A-9836-46DE-A0F4-C831F71E3193}" dt="2026-10-08T17:06:40.918" v="2928" actId="478"/>
          <ac:spMkLst>
            <pc:docMk/>
            <pc:sldMk cId="3498095409" sldId="704"/>
            <ac:spMk id="28" creationId="{8687C2B5-44E4-FB2B-8457-068B9B9A3154}"/>
          </ac:spMkLst>
        </pc:spChg>
        <pc:spChg chg="del">
          <ac:chgData name="大野　千恵（本部情報化推進部電子カルテ情報課）" userId="6b0feb7b-d33a-416a-a65a-2d016c755c67" providerId="ADAL" clId="{6279E38A-9836-46DE-A0F4-C831F71E3193}" dt="2026-10-08T17:06:20.875" v="2920" actId="478"/>
          <ac:spMkLst>
            <pc:docMk/>
            <pc:sldMk cId="3498095409" sldId="704"/>
            <ac:spMk id="30" creationId="{35DAF8B4-F340-545C-D339-AF02DE586948}"/>
          </ac:spMkLst>
        </pc:spChg>
        <pc:grpChg chg="add del mod">
          <ac:chgData name="大野　千恵（本部情報化推進部電子カルテ情報課）" userId="6b0feb7b-d33a-416a-a65a-2d016c755c67" providerId="ADAL" clId="{6279E38A-9836-46DE-A0F4-C831F71E3193}" dt="2026-10-09T03:01:57.515" v="4971" actId="478"/>
          <ac:grpSpMkLst>
            <pc:docMk/>
            <pc:sldMk cId="3498095409" sldId="704"/>
            <ac:grpSpMk id="9" creationId="{33991C8E-9B46-0FC8-B136-5A7C6BA4D544}"/>
          </ac:grpSpMkLst>
        </pc:grpChg>
        <pc:grpChg chg="add mod">
          <ac:chgData name="大野　千恵（本部情報化推進部電子カルテ情報課）" userId="6b0feb7b-d33a-416a-a65a-2d016c755c67" providerId="ADAL" clId="{6279E38A-9836-46DE-A0F4-C831F71E3193}" dt="2026-10-09T03:54:05.615" v="6267" actId="1076"/>
          <ac:grpSpMkLst>
            <pc:docMk/>
            <pc:sldMk cId="3498095409" sldId="704"/>
            <ac:grpSpMk id="14" creationId="{304E6972-44FF-E9EC-D26A-659542552426}"/>
          </ac:grpSpMkLst>
        </pc:grpChg>
        <pc:picChg chg="add mod">
          <ac:chgData name="大野　千恵（本部情報化推進部電子カルテ情報課）" userId="6b0feb7b-d33a-416a-a65a-2d016c755c67" providerId="ADAL" clId="{6279E38A-9836-46DE-A0F4-C831F71E3193}" dt="2026-10-09T01:43:48.876" v="3984" actId="164"/>
          <ac:picMkLst>
            <pc:docMk/>
            <pc:sldMk cId="3498095409" sldId="704"/>
            <ac:picMk id="6" creationId="{67C74564-5DFD-5071-C32A-40F4D07CF3E8}"/>
          </ac:picMkLst>
        </pc:picChg>
        <pc:picChg chg="add mod modCrop">
          <ac:chgData name="大野　千恵（本部情報化推進部電子カルテ情報課）" userId="6b0feb7b-d33a-416a-a65a-2d016c755c67" providerId="ADAL" clId="{6279E38A-9836-46DE-A0F4-C831F71E3193}" dt="2026-10-09T01:43:48.876" v="3984" actId="164"/>
          <ac:picMkLst>
            <pc:docMk/>
            <pc:sldMk cId="3498095409" sldId="704"/>
            <ac:picMk id="8" creationId="{1ED2CA7D-4CAA-8DF1-401C-31A9A4BD0453}"/>
          </ac:picMkLst>
        </pc:picChg>
        <pc:picChg chg="add del">
          <ac:chgData name="大野　千恵（本部情報化推進部電子カルテ情報課）" userId="6b0feb7b-d33a-416a-a65a-2d016c755c67" providerId="ADAL" clId="{6279E38A-9836-46DE-A0F4-C831F71E3193}" dt="2026-10-09T03:01:47.949" v="4968" actId="478"/>
          <ac:picMkLst>
            <pc:docMk/>
            <pc:sldMk cId="3498095409" sldId="704"/>
            <ac:picMk id="13" creationId="{8B2FF458-164B-0032-E1FE-B7CDF514BAA8}"/>
          </ac:picMkLst>
        </pc:picChg>
        <pc:picChg chg="mod">
          <ac:chgData name="大野　千恵（本部情報化推進部電子カルテ情報課）" userId="6b0feb7b-d33a-416a-a65a-2d016c755c67" providerId="ADAL" clId="{6279E38A-9836-46DE-A0F4-C831F71E3193}" dt="2026-10-09T03:01:49.519" v="4969"/>
          <ac:picMkLst>
            <pc:docMk/>
            <pc:sldMk cId="3498095409" sldId="704"/>
            <ac:picMk id="15" creationId="{A4BCCC2F-DB30-EF2B-F36F-0639C16D9995}"/>
          </ac:picMkLst>
        </pc:picChg>
        <pc:picChg chg="mod">
          <ac:chgData name="大野　千恵（本部情報化推進部電子カルテ情報課）" userId="6b0feb7b-d33a-416a-a65a-2d016c755c67" providerId="ADAL" clId="{6279E38A-9836-46DE-A0F4-C831F71E3193}" dt="2026-10-09T03:01:49.519" v="4969"/>
          <ac:picMkLst>
            <pc:docMk/>
            <pc:sldMk cId="3498095409" sldId="704"/>
            <ac:picMk id="16" creationId="{5AB0364F-C34C-1663-E7D3-18418B8A42DB}"/>
          </ac:picMkLst>
        </pc:picChg>
      </pc:sldChg>
      <pc:sldChg chg="addSp delSp modSp add mod">
        <pc:chgData name="大野　千恵（本部情報化推進部電子カルテ情報課）" userId="6b0feb7b-d33a-416a-a65a-2d016c755c67" providerId="ADAL" clId="{6279E38A-9836-46DE-A0F4-C831F71E3193}" dt="2026-10-09T06:55:54.738" v="8144" actId="20577"/>
        <pc:sldMkLst>
          <pc:docMk/>
          <pc:sldMk cId="1178351663" sldId="705"/>
        </pc:sldMkLst>
        <pc:spChg chg="del">
          <ac:chgData name="大野　千恵（本部情報化推進部電子カルテ情報課）" userId="6b0feb7b-d33a-416a-a65a-2d016c755c67" providerId="ADAL" clId="{6279E38A-9836-46DE-A0F4-C831F71E3193}" dt="2026-10-08T17:01:41.092" v="2906" actId="478"/>
          <ac:spMkLst>
            <pc:docMk/>
            <pc:sldMk cId="1178351663" sldId="705"/>
            <ac:spMk id="7" creationId="{B0DA7360-9D21-73B2-B146-48281C573017}"/>
          </ac:spMkLst>
        </pc:spChg>
        <pc:spChg chg="add mod">
          <ac:chgData name="大野　千恵（本部情報化推進部電子カルテ情報課）" userId="6b0feb7b-d33a-416a-a65a-2d016c755c67" providerId="ADAL" clId="{6279E38A-9836-46DE-A0F4-C831F71E3193}" dt="2026-10-09T03:53:00.165" v="6247" actId="2711"/>
          <ac:spMkLst>
            <pc:docMk/>
            <pc:sldMk cId="1178351663" sldId="705"/>
            <ac:spMk id="9" creationId="{AE94268B-0390-A9CF-699D-A3981CD01C2D}"/>
          </ac:spMkLst>
        </pc:spChg>
        <pc:spChg chg="del">
          <ac:chgData name="大野　千恵（本部情報化推進部電子カルテ情報課）" userId="6b0feb7b-d33a-416a-a65a-2d016c755c67" providerId="ADAL" clId="{6279E38A-9836-46DE-A0F4-C831F71E3193}" dt="2026-10-08T16:59:49.585" v="2890" actId="478"/>
          <ac:spMkLst>
            <pc:docMk/>
            <pc:sldMk cId="1178351663" sldId="705"/>
            <ac:spMk id="12" creationId="{5045F2A8-FFEE-9659-9842-D36E42A40D03}"/>
          </ac:spMkLst>
        </pc:spChg>
        <pc:spChg chg="del">
          <ac:chgData name="大野　千恵（本部情報化推進部電子カルテ情報課）" userId="6b0feb7b-d33a-416a-a65a-2d016c755c67" providerId="ADAL" clId="{6279E38A-9836-46DE-A0F4-C831F71E3193}" dt="2026-10-08T16:59:45.042" v="2889" actId="478"/>
          <ac:spMkLst>
            <pc:docMk/>
            <pc:sldMk cId="1178351663" sldId="705"/>
            <ac:spMk id="14" creationId="{98626E24-E20A-7559-91F8-D676A39B5FC3}"/>
          </ac:spMkLst>
        </pc:spChg>
        <pc:spChg chg="del">
          <ac:chgData name="大野　千恵（本部情報化推進部電子カルテ情報課）" userId="6b0feb7b-d33a-416a-a65a-2d016c755c67" providerId="ADAL" clId="{6279E38A-9836-46DE-A0F4-C831F71E3193}" dt="2026-10-08T16:59:56.861" v="2891" actId="478"/>
          <ac:spMkLst>
            <pc:docMk/>
            <pc:sldMk cId="1178351663" sldId="705"/>
            <ac:spMk id="16" creationId="{BFA5F128-BC8A-25F9-4A78-C5AA2EA9BC38}"/>
          </ac:spMkLst>
        </pc:spChg>
        <pc:spChg chg="del">
          <ac:chgData name="大野　千恵（本部情報化推進部電子カルテ情報課）" userId="6b0feb7b-d33a-416a-a65a-2d016c755c67" providerId="ADAL" clId="{6279E38A-9836-46DE-A0F4-C831F71E3193}" dt="2026-10-08T16:59:42.279" v="2888" actId="478"/>
          <ac:spMkLst>
            <pc:docMk/>
            <pc:sldMk cId="1178351663" sldId="705"/>
            <ac:spMk id="18" creationId="{350F407D-C28C-23C5-6E79-21A40093DCB3}"/>
          </ac:spMkLst>
        </pc:spChg>
        <pc:spChg chg="mod">
          <ac:chgData name="大野　千恵（本部情報化推進部電子カルテ情報課）" userId="6b0feb7b-d33a-416a-a65a-2d016c755c67" providerId="ADAL" clId="{6279E38A-9836-46DE-A0F4-C831F71E3193}" dt="2026-10-08T17:00:13.937" v="2894" actId="1076"/>
          <ac:spMkLst>
            <pc:docMk/>
            <pc:sldMk cId="1178351663" sldId="705"/>
            <ac:spMk id="20" creationId="{B874ACA8-E536-7A2B-BFA3-BA43F8F4B806}"/>
          </ac:spMkLst>
        </pc:spChg>
        <pc:spChg chg="mod">
          <ac:chgData name="大野　千恵（本部情報化推進部電子カルテ情報課）" userId="6b0feb7b-d33a-416a-a65a-2d016c755c67" providerId="ADAL" clId="{6279E38A-9836-46DE-A0F4-C831F71E3193}" dt="2026-10-09T06:55:54.738" v="8144" actId="20577"/>
          <ac:spMkLst>
            <pc:docMk/>
            <pc:sldMk cId="1178351663" sldId="705"/>
            <ac:spMk id="22" creationId="{96A3FBAE-0F00-4A33-0E8D-4CEDDAAD14F9}"/>
          </ac:spMkLst>
        </pc:spChg>
        <pc:spChg chg="del">
          <ac:chgData name="大野　千恵（本部情報化推進部電子カルテ情報課）" userId="6b0feb7b-d33a-416a-a65a-2d016c755c67" providerId="ADAL" clId="{6279E38A-9836-46DE-A0F4-C831F71E3193}" dt="2026-10-08T16:59:59.131" v="2892" actId="478"/>
          <ac:spMkLst>
            <pc:docMk/>
            <pc:sldMk cId="1178351663" sldId="705"/>
            <ac:spMk id="24" creationId="{EDAE65C4-2C84-0027-EB8F-5E928005A289}"/>
          </ac:spMkLst>
        </pc:spChg>
        <pc:spChg chg="del">
          <ac:chgData name="大野　千恵（本部情報化推進部電子カルテ情報課）" userId="6b0feb7b-d33a-416a-a65a-2d016c755c67" providerId="ADAL" clId="{6279E38A-9836-46DE-A0F4-C831F71E3193}" dt="2026-10-08T16:59:39.270" v="2887" actId="478"/>
          <ac:spMkLst>
            <pc:docMk/>
            <pc:sldMk cId="1178351663" sldId="705"/>
            <ac:spMk id="26" creationId="{2C3C4928-6870-C942-7D67-91B9A9BD7C5E}"/>
          </ac:spMkLst>
        </pc:spChg>
        <pc:spChg chg="del">
          <ac:chgData name="大野　千恵（本部情報化推進部電子カルテ情報課）" userId="6b0feb7b-d33a-416a-a65a-2d016c755c67" providerId="ADAL" clId="{6279E38A-9836-46DE-A0F4-C831F71E3193}" dt="2026-10-08T17:00:00.414" v="2893" actId="478"/>
          <ac:spMkLst>
            <pc:docMk/>
            <pc:sldMk cId="1178351663" sldId="705"/>
            <ac:spMk id="28" creationId="{14653A17-754A-C9AE-747B-6F3D9D91898B}"/>
          </ac:spMkLst>
        </pc:spChg>
        <pc:spChg chg="del">
          <ac:chgData name="大野　千恵（本部情報化推進部電子カルテ情報課）" userId="6b0feb7b-d33a-416a-a65a-2d016c755c67" providerId="ADAL" clId="{6279E38A-9836-46DE-A0F4-C831F71E3193}" dt="2026-10-08T16:59:35.737" v="2886" actId="478"/>
          <ac:spMkLst>
            <pc:docMk/>
            <pc:sldMk cId="1178351663" sldId="705"/>
            <ac:spMk id="30" creationId="{2D52B072-EF8C-93C6-F857-05509D043322}"/>
          </ac:spMkLst>
        </pc:spChg>
        <pc:grpChg chg="add mod">
          <ac:chgData name="大野　千恵（本部情報化推進部電子カルテ情報課）" userId="6b0feb7b-d33a-416a-a65a-2d016c755c67" providerId="ADAL" clId="{6279E38A-9836-46DE-A0F4-C831F71E3193}" dt="2026-10-09T03:06:04.667" v="5032" actId="1076"/>
          <ac:grpSpMkLst>
            <pc:docMk/>
            <pc:sldMk cId="1178351663" sldId="705"/>
            <ac:grpSpMk id="8" creationId="{8B069A8E-E65F-1986-193D-839BF4887088}"/>
          </ac:grpSpMkLst>
        </pc:grpChg>
        <pc:grpChg chg="add mod">
          <ac:chgData name="大野　千恵（本部情報化推進部電子カルテ情報課）" userId="6b0feb7b-d33a-416a-a65a-2d016c755c67" providerId="ADAL" clId="{6279E38A-9836-46DE-A0F4-C831F71E3193}" dt="2026-10-09T03:06:10.364" v="5033" actId="1076"/>
          <ac:grpSpMkLst>
            <pc:docMk/>
            <pc:sldMk cId="1178351663" sldId="705"/>
            <ac:grpSpMk id="12" creationId="{EE9EA432-4224-A1F4-9DBB-927A07CBC9E1}"/>
          </ac:grpSpMkLst>
        </pc:grpChg>
        <pc:grpChg chg="add del mod">
          <ac:chgData name="大野　千恵（本部情報化推進部電子カルテ情報課）" userId="6b0feb7b-d33a-416a-a65a-2d016c755c67" providerId="ADAL" clId="{6279E38A-9836-46DE-A0F4-C831F71E3193}" dt="2026-10-09T03:02:07.651" v="4973" actId="478"/>
          <ac:grpSpMkLst>
            <pc:docMk/>
            <pc:sldMk cId="1178351663" sldId="705"/>
            <ac:grpSpMk id="13" creationId="{835F694C-0C7E-B4AE-7DC0-B6FE0ECCCD71}"/>
          </ac:grpSpMkLst>
        </pc:grpChg>
        <pc:picChg chg="add mod">
          <ac:chgData name="大野　千恵（本部情報化推進部電子カルテ情報課）" userId="6b0feb7b-d33a-416a-a65a-2d016c755c67" providerId="ADAL" clId="{6279E38A-9836-46DE-A0F4-C831F71E3193}" dt="2026-10-09T01:44:45.398" v="3991" actId="164"/>
          <ac:picMkLst>
            <pc:docMk/>
            <pc:sldMk cId="1178351663" sldId="705"/>
            <ac:picMk id="6" creationId="{17650057-53E5-3DCE-48CE-4B483B100DE1}"/>
          </ac:picMkLst>
        </pc:picChg>
        <pc:picChg chg="add mod">
          <ac:chgData name="大野　千恵（本部情報化推進部電子カルテ情報課）" userId="6b0feb7b-d33a-416a-a65a-2d016c755c67" providerId="ADAL" clId="{6279E38A-9836-46DE-A0F4-C831F71E3193}" dt="2026-10-09T01:44:45.398" v="3991" actId="164"/>
          <ac:picMkLst>
            <pc:docMk/>
            <pc:sldMk cId="1178351663" sldId="705"/>
            <ac:picMk id="7" creationId="{73BD57D9-C914-1A95-88A3-892319691DBA}"/>
          </ac:picMkLst>
        </pc:picChg>
        <pc:picChg chg="add del mod">
          <ac:chgData name="大野　千恵（本部情報化推進部電子カルテ情報課）" userId="6b0feb7b-d33a-416a-a65a-2d016c755c67" providerId="ADAL" clId="{6279E38A-9836-46DE-A0F4-C831F71E3193}" dt="2026-10-08T17:10:49.528" v="2930" actId="21"/>
          <ac:picMkLst>
            <pc:docMk/>
            <pc:sldMk cId="1178351663" sldId="705"/>
            <ac:picMk id="11" creationId="{3D0F1046-3A37-DC86-7E9F-7B7FC994FF86}"/>
          </ac:picMkLst>
        </pc:picChg>
        <pc:picChg chg="add mod ord">
          <ac:chgData name="大野　千恵（本部情報化推進部電子カルテ情報課）" userId="6b0feb7b-d33a-416a-a65a-2d016c755c67" providerId="ADAL" clId="{6279E38A-9836-46DE-A0F4-C831F71E3193}" dt="2026-10-09T01:45:23.436" v="3997" actId="164"/>
          <ac:picMkLst>
            <pc:docMk/>
            <pc:sldMk cId="1178351663" sldId="705"/>
            <ac:picMk id="11" creationId="{620E2EDA-CC33-31D9-AA51-DCF6AC6CDDBF}"/>
          </ac:picMkLst>
        </pc:picChg>
        <pc:picChg chg="mod">
          <ac:chgData name="大野　千恵（本部情報化推進部電子カルテ情報課）" userId="6b0feb7b-d33a-416a-a65a-2d016c755c67" providerId="ADAL" clId="{6279E38A-9836-46DE-A0F4-C831F71E3193}" dt="2026-10-09T03:00:59.535" v="4960"/>
          <ac:picMkLst>
            <pc:docMk/>
            <pc:sldMk cId="1178351663" sldId="705"/>
            <ac:picMk id="14" creationId="{16461FF9-BBEC-8E61-61F0-4C01EDF06B37}"/>
          </ac:picMkLst>
        </pc:picChg>
        <pc:picChg chg="add mod ord">
          <ac:chgData name="大野　千恵（本部情報化推進部電子カルテ情報課）" userId="6b0feb7b-d33a-416a-a65a-2d016c755c67" providerId="ADAL" clId="{6279E38A-9836-46DE-A0F4-C831F71E3193}" dt="2026-10-09T01:45:23.436" v="3997" actId="164"/>
          <ac:picMkLst>
            <pc:docMk/>
            <pc:sldMk cId="1178351663" sldId="705"/>
            <ac:picMk id="15" creationId="{A05B2A07-5A7C-2EA9-2245-6DCC471E2556}"/>
          </ac:picMkLst>
        </pc:picChg>
        <pc:picChg chg="mod">
          <ac:chgData name="大野　千恵（本部情報化推進部電子カルテ情報課）" userId="6b0feb7b-d33a-416a-a65a-2d016c755c67" providerId="ADAL" clId="{6279E38A-9836-46DE-A0F4-C831F71E3193}" dt="2026-10-09T03:00:59.535" v="4960"/>
          <ac:picMkLst>
            <pc:docMk/>
            <pc:sldMk cId="1178351663" sldId="705"/>
            <ac:picMk id="16" creationId="{016AB6AB-DA3B-096A-516A-D58A252FAEA8}"/>
          </ac:picMkLst>
        </pc:picChg>
      </pc:sldChg>
      <pc:sldChg chg="addSp delSp modSp add mod">
        <pc:chgData name="大野　千恵（本部情報化推進部電子カルテ情報課）" userId="6b0feb7b-d33a-416a-a65a-2d016c755c67" providerId="ADAL" clId="{6279E38A-9836-46DE-A0F4-C831F71E3193}" dt="2026-10-09T06:55:50.426" v="8140" actId="20577"/>
        <pc:sldMkLst>
          <pc:docMk/>
          <pc:sldMk cId="3252592408" sldId="706"/>
        </pc:sldMkLst>
        <pc:spChg chg="add mod">
          <ac:chgData name="大野　千恵（本部情報化推進部電子カルテ情報課）" userId="6b0feb7b-d33a-416a-a65a-2d016c755c67" providerId="ADAL" clId="{6279E38A-9836-46DE-A0F4-C831F71E3193}" dt="2026-10-09T03:46:07.982" v="5864" actId="20577"/>
          <ac:spMkLst>
            <pc:docMk/>
            <pc:sldMk cId="3252592408" sldId="706"/>
            <ac:spMk id="6" creationId="{922D553A-3778-8A0E-C73F-8B57E8DBF5AB}"/>
          </ac:spMkLst>
        </pc:spChg>
        <pc:spChg chg="del">
          <ac:chgData name="大野　千恵（本部情報化推進部電子カルテ情報課）" userId="6b0feb7b-d33a-416a-a65a-2d016c755c67" providerId="ADAL" clId="{6279E38A-9836-46DE-A0F4-C831F71E3193}" dt="2026-10-08T16:56:15.032" v="2869" actId="478"/>
          <ac:spMkLst>
            <pc:docMk/>
            <pc:sldMk cId="3252592408" sldId="706"/>
            <ac:spMk id="7" creationId="{B6220D51-10DB-90C4-FE01-9CCF48A788AD}"/>
          </ac:spMkLst>
        </pc:spChg>
        <pc:spChg chg="del">
          <ac:chgData name="大野　千恵（本部情報化推進部電子カルテ情報課）" userId="6b0feb7b-d33a-416a-a65a-2d016c755c67" providerId="ADAL" clId="{6279E38A-9836-46DE-A0F4-C831F71E3193}" dt="2026-10-08T16:52:13.589" v="2864" actId="478"/>
          <ac:spMkLst>
            <pc:docMk/>
            <pc:sldMk cId="3252592408" sldId="706"/>
            <ac:spMk id="12" creationId="{BE86280E-42C3-7520-C0AB-BAA8E69C1336}"/>
          </ac:spMkLst>
        </pc:spChg>
        <pc:spChg chg="del">
          <ac:chgData name="大野　千恵（本部情報化推進部電子カルテ情報課）" userId="6b0feb7b-d33a-416a-a65a-2d016c755c67" providerId="ADAL" clId="{6279E38A-9836-46DE-A0F4-C831F71E3193}" dt="2026-10-08T16:52:17.437" v="2865" actId="478"/>
          <ac:spMkLst>
            <pc:docMk/>
            <pc:sldMk cId="3252592408" sldId="706"/>
            <ac:spMk id="14" creationId="{E7F4413D-88FF-CAD2-75A2-B068A3FEE01A}"/>
          </ac:spMkLst>
        </pc:spChg>
        <pc:spChg chg="mod">
          <ac:chgData name="大野　千恵（本部情報化推進部電子カルテ情報課）" userId="6b0feb7b-d33a-416a-a65a-2d016c755c67" providerId="ADAL" clId="{6279E38A-9836-46DE-A0F4-C831F71E3193}" dt="2026-10-08T16:56:53.963" v="2876" actId="1076"/>
          <ac:spMkLst>
            <pc:docMk/>
            <pc:sldMk cId="3252592408" sldId="706"/>
            <ac:spMk id="16" creationId="{76F97F0B-9EEE-E07E-12A7-694561FD1F6A}"/>
          </ac:spMkLst>
        </pc:spChg>
        <pc:spChg chg="mod">
          <ac:chgData name="大野　千恵（本部情報化推進部電子カルテ情報課）" userId="6b0feb7b-d33a-416a-a65a-2d016c755c67" providerId="ADAL" clId="{6279E38A-9836-46DE-A0F4-C831F71E3193}" dt="2026-10-09T06:55:50.426" v="8140" actId="20577"/>
          <ac:spMkLst>
            <pc:docMk/>
            <pc:sldMk cId="3252592408" sldId="706"/>
            <ac:spMk id="18" creationId="{7F310235-9870-B407-4564-49AA876DB95A}"/>
          </ac:spMkLst>
        </pc:spChg>
        <pc:spChg chg="del">
          <ac:chgData name="大野　千恵（本部情報化推進部電子カルテ情報課）" userId="6b0feb7b-d33a-416a-a65a-2d016c755c67" providerId="ADAL" clId="{6279E38A-9836-46DE-A0F4-C831F71E3193}" dt="2026-10-08T16:56:41.858" v="2875" actId="478"/>
          <ac:spMkLst>
            <pc:docMk/>
            <pc:sldMk cId="3252592408" sldId="706"/>
            <ac:spMk id="20" creationId="{5CA9ADD6-D013-1A5C-04F6-09753CB9CA26}"/>
          </ac:spMkLst>
        </pc:spChg>
        <pc:spChg chg="del">
          <ac:chgData name="大野　千恵（本部情報化推進部電子カルテ情報課）" userId="6b0feb7b-d33a-416a-a65a-2d016c755c67" providerId="ADAL" clId="{6279E38A-9836-46DE-A0F4-C831F71E3193}" dt="2026-10-08T16:56:41.858" v="2875" actId="478"/>
          <ac:spMkLst>
            <pc:docMk/>
            <pc:sldMk cId="3252592408" sldId="706"/>
            <ac:spMk id="22" creationId="{F581B570-D729-255A-23F9-B9754A0340F8}"/>
          </ac:spMkLst>
        </pc:spChg>
        <pc:spChg chg="del">
          <ac:chgData name="大野　千恵（本部情報化推進部電子カルテ情報課）" userId="6b0feb7b-d33a-416a-a65a-2d016c755c67" providerId="ADAL" clId="{6279E38A-9836-46DE-A0F4-C831F71E3193}" dt="2026-10-08T16:56:41.858" v="2875" actId="478"/>
          <ac:spMkLst>
            <pc:docMk/>
            <pc:sldMk cId="3252592408" sldId="706"/>
            <ac:spMk id="24" creationId="{144B867E-F753-BE66-4C3F-A21EFDD60EA8}"/>
          </ac:spMkLst>
        </pc:spChg>
        <pc:spChg chg="del mod">
          <ac:chgData name="大野　千恵（本部情報化推進部電子カルテ情報課）" userId="6b0feb7b-d33a-416a-a65a-2d016c755c67" providerId="ADAL" clId="{6279E38A-9836-46DE-A0F4-C831F71E3193}" dt="2026-10-08T16:56:26.316" v="2874" actId="478"/>
          <ac:spMkLst>
            <pc:docMk/>
            <pc:sldMk cId="3252592408" sldId="706"/>
            <ac:spMk id="26" creationId="{688BAE13-7BF9-3DBF-68C0-81CD9726CCBA}"/>
          </ac:spMkLst>
        </pc:spChg>
        <pc:spChg chg="del">
          <ac:chgData name="大野　千恵（本部情報化推進部電子カルテ情報課）" userId="6b0feb7b-d33a-416a-a65a-2d016c755c67" providerId="ADAL" clId="{6279E38A-9836-46DE-A0F4-C831F71E3193}" dt="2026-10-08T16:56:41.858" v="2875" actId="478"/>
          <ac:spMkLst>
            <pc:docMk/>
            <pc:sldMk cId="3252592408" sldId="706"/>
            <ac:spMk id="28" creationId="{4DDB83DD-6C3B-7E73-9D6F-911B89B6AC44}"/>
          </ac:spMkLst>
        </pc:spChg>
        <pc:spChg chg="del mod">
          <ac:chgData name="大野　千恵（本部情報化推進部電子カルテ情報課）" userId="6b0feb7b-d33a-416a-a65a-2d016c755c67" providerId="ADAL" clId="{6279E38A-9836-46DE-A0F4-C831F71E3193}" dt="2026-10-08T16:56:22.038" v="2872" actId="478"/>
          <ac:spMkLst>
            <pc:docMk/>
            <pc:sldMk cId="3252592408" sldId="706"/>
            <ac:spMk id="30" creationId="{4F72E0D7-F585-CA4E-00E7-D07FEC67B8EF}"/>
          </ac:spMkLst>
        </pc:spChg>
        <pc:picChg chg="add del mod">
          <ac:chgData name="大野　千恵（本部情報化推進部電子カルテ情報課）" userId="6b0feb7b-d33a-416a-a65a-2d016c755c67" providerId="ADAL" clId="{6279E38A-9836-46DE-A0F4-C831F71E3193}" dt="2026-10-08T16:57:44.791" v="2879" actId="478"/>
          <ac:picMkLst>
            <pc:docMk/>
            <pc:sldMk cId="3252592408" sldId="706"/>
            <ac:picMk id="6" creationId="{9FA275BB-C309-C0B4-B2A4-C9D5CD97349C}"/>
          </ac:picMkLst>
        </pc:picChg>
        <pc:picChg chg="add mod">
          <ac:chgData name="大野　千恵（本部情報化推進部電子カルテ情報課）" userId="6b0feb7b-d33a-416a-a65a-2d016c755c67" providerId="ADAL" clId="{6279E38A-9836-46DE-A0F4-C831F71E3193}" dt="2026-10-09T03:45:19.224" v="5770" actId="1076"/>
          <ac:picMkLst>
            <pc:docMk/>
            <pc:sldMk cId="3252592408" sldId="706"/>
            <ac:picMk id="8" creationId="{77E5F59D-525C-31F2-A6AB-C4A64C4CC54C}"/>
          </ac:picMkLst>
        </pc:picChg>
        <pc:picChg chg="add del mod">
          <ac:chgData name="大野　千恵（本部情報化推進部電子カルテ情報課）" userId="6b0feb7b-d33a-416a-a65a-2d016c755c67" providerId="ADAL" clId="{6279E38A-9836-46DE-A0F4-C831F71E3193}" dt="2026-10-09T03:45:05.385" v="5764" actId="478"/>
          <ac:picMkLst>
            <pc:docMk/>
            <pc:sldMk cId="3252592408" sldId="706"/>
            <ac:picMk id="9" creationId="{94C6CFC4-BAE0-E387-6DD7-987C1773035A}"/>
          </ac:picMkLst>
        </pc:picChg>
      </pc:sldChg>
      <pc:sldChg chg="addSp delSp modSp add mod ord">
        <pc:chgData name="大野　千恵（本部情報化推進部電子カルテ情報課）" userId="6b0feb7b-d33a-416a-a65a-2d016c755c67" providerId="ADAL" clId="{6279E38A-9836-46DE-A0F4-C831F71E3193}" dt="2026-10-09T06:56:57.843" v="8166" actId="20577"/>
        <pc:sldMkLst>
          <pc:docMk/>
          <pc:sldMk cId="1240997677" sldId="707"/>
        </pc:sldMkLst>
        <pc:spChg chg="mod">
          <ac:chgData name="大野　千恵（本部情報化推進部電子カルテ情報課）" userId="6b0feb7b-d33a-416a-a65a-2d016c755c67" providerId="ADAL" clId="{6279E38A-9836-46DE-A0F4-C831F71E3193}" dt="2026-10-09T06:56:45.126" v="8158" actId="20577"/>
          <ac:spMkLst>
            <pc:docMk/>
            <pc:sldMk cId="1240997677" sldId="707"/>
            <ac:spMk id="4" creationId="{00B768C4-A984-48B5-7AB6-86682D2AD8E0}"/>
          </ac:spMkLst>
        </pc:spChg>
        <pc:spChg chg="add del mod">
          <ac:chgData name="大野　千恵（本部情報化推進部電子カルテ情報課）" userId="6b0feb7b-d33a-416a-a65a-2d016c755c67" providerId="ADAL" clId="{6279E38A-9836-46DE-A0F4-C831F71E3193}" dt="2026-10-09T03:34:08.288" v="5222" actId="478"/>
          <ac:spMkLst>
            <pc:docMk/>
            <pc:sldMk cId="1240997677" sldId="707"/>
            <ac:spMk id="6" creationId="{D7FD67D9-5A39-CEF7-A99A-D5AE1881B20A}"/>
          </ac:spMkLst>
        </pc:spChg>
        <pc:spChg chg="del mod">
          <ac:chgData name="大野　千恵（本部情報化推進部電子カルテ情報課）" userId="6b0feb7b-d33a-416a-a65a-2d016c755c67" providerId="ADAL" clId="{6279E38A-9836-46DE-A0F4-C831F71E3193}" dt="2026-10-09T01:32:52.166" v="3964" actId="478"/>
          <ac:spMkLst>
            <pc:docMk/>
            <pc:sldMk cId="1240997677" sldId="707"/>
            <ac:spMk id="7" creationId="{3D06EEE0-DE32-1D0D-F981-70A0E3EE6331}"/>
          </ac:spMkLst>
        </pc:spChg>
        <pc:spChg chg="add mod">
          <ac:chgData name="大野　千恵（本部情報化推進部電子カルテ情報課）" userId="6b0feb7b-d33a-416a-a65a-2d016c755c67" providerId="ADAL" clId="{6279E38A-9836-46DE-A0F4-C831F71E3193}" dt="2026-10-09T02:19:45.611" v="4327" actId="1076"/>
          <ac:spMkLst>
            <pc:docMk/>
            <pc:sldMk cId="1240997677" sldId="707"/>
            <ac:spMk id="10" creationId="{BA709641-204E-F2E3-11BF-F8F1AF77141E}"/>
          </ac:spMkLst>
        </pc:spChg>
        <pc:spChg chg="add mod">
          <ac:chgData name="大野　千恵（本部情報化推進部電子カルテ情報課）" userId="6b0feb7b-d33a-416a-a65a-2d016c755c67" providerId="ADAL" clId="{6279E38A-9836-46DE-A0F4-C831F71E3193}" dt="2026-10-09T06:56:57.843" v="8166" actId="20577"/>
          <ac:spMkLst>
            <pc:docMk/>
            <pc:sldMk cId="1240997677" sldId="707"/>
            <ac:spMk id="12" creationId="{ED40A4C2-94FD-A128-3116-92CE095D18AC}"/>
          </ac:spMkLst>
        </pc:spChg>
        <pc:spChg chg="add mod">
          <ac:chgData name="大野　千恵（本部情報化推進部電子カルテ情報課）" userId="6b0feb7b-d33a-416a-a65a-2d016c755c67" providerId="ADAL" clId="{6279E38A-9836-46DE-A0F4-C831F71E3193}" dt="2026-10-09T03:34:31.920" v="5225" actId="1076"/>
          <ac:spMkLst>
            <pc:docMk/>
            <pc:sldMk cId="1240997677" sldId="707"/>
            <ac:spMk id="14" creationId="{F35C8A94-7229-BB94-22E3-EE5D6054AC6E}"/>
          </ac:spMkLst>
        </pc:spChg>
        <pc:spChg chg="add mod">
          <ac:chgData name="大野　千恵（本部情報化推進部電子カルテ情報課）" userId="6b0feb7b-d33a-416a-a65a-2d016c755c67" providerId="ADAL" clId="{6279E38A-9836-46DE-A0F4-C831F71E3193}" dt="2026-10-09T03:34:19.183" v="5223" actId="113"/>
          <ac:spMkLst>
            <pc:docMk/>
            <pc:sldMk cId="1240997677" sldId="707"/>
            <ac:spMk id="16" creationId="{8707E22F-84EC-8687-B40F-969A5AB204EE}"/>
          </ac:spMkLst>
        </pc:spChg>
        <pc:spChg chg="mod">
          <ac:chgData name="大野　千恵（本部情報化推進部電子カルテ情報課）" userId="6b0feb7b-d33a-416a-a65a-2d016c755c67" providerId="ADAL" clId="{6279E38A-9836-46DE-A0F4-C831F71E3193}" dt="2026-10-09T06:56:50.845" v="8162" actId="20577"/>
          <ac:spMkLst>
            <pc:docMk/>
            <pc:sldMk cId="1240997677" sldId="707"/>
            <ac:spMk id="26" creationId="{6C215FFE-1343-F122-1399-7CD1CD2F31CC}"/>
          </ac:spMkLst>
        </pc:spChg>
        <pc:picChg chg="del">
          <ac:chgData name="大野　千恵（本部情報化推進部電子カルテ情報課）" userId="6b0feb7b-d33a-416a-a65a-2d016c755c67" providerId="ADAL" clId="{6279E38A-9836-46DE-A0F4-C831F71E3193}" dt="2026-10-08T17:15:20.554" v="2995" actId="478"/>
          <ac:picMkLst>
            <pc:docMk/>
            <pc:sldMk cId="1240997677" sldId="707"/>
            <ac:picMk id="6" creationId="{176950B3-1964-9A60-8975-7D4718A61AE3}"/>
          </ac:picMkLst>
        </pc:picChg>
        <pc:picChg chg="add mod">
          <ac:chgData name="大野　千恵（本部情報化推進部電子カルテ情報課）" userId="6b0feb7b-d33a-416a-a65a-2d016c755c67" providerId="ADAL" clId="{6279E38A-9836-46DE-A0F4-C831F71E3193}" dt="2026-10-09T02:19:18.185" v="4324" actId="14100"/>
          <ac:picMkLst>
            <pc:docMk/>
            <pc:sldMk cId="1240997677" sldId="707"/>
            <ac:picMk id="8" creationId="{9BF8D4C2-8527-9EFA-96F2-DFFC6EAA9FEA}"/>
          </ac:picMkLst>
        </pc:picChg>
        <pc:cxnChg chg="add del">
          <ac:chgData name="大野　千恵（本部情報化推進部電子カルテ情報課）" userId="6b0feb7b-d33a-416a-a65a-2d016c755c67" providerId="ADAL" clId="{6279E38A-9836-46DE-A0F4-C831F71E3193}" dt="2026-10-09T02:26:18.538" v="4570" actId="478"/>
          <ac:cxnSpMkLst>
            <pc:docMk/>
            <pc:sldMk cId="1240997677" sldId="707"/>
            <ac:cxnSpMk id="18" creationId="{EE8F2889-F6D2-2241-A164-28F827B0C511}"/>
          </ac:cxnSpMkLst>
        </pc:cxnChg>
        <pc:cxnChg chg="add mod">
          <ac:chgData name="大野　千恵（本部情報化推進部電子カルテ情報課）" userId="6b0feb7b-d33a-416a-a65a-2d016c755c67" providerId="ADAL" clId="{6279E38A-9836-46DE-A0F4-C831F71E3193}" dt="2026-10-09T02:26:43.641" v="4574" actId="14100"/>
          <ac:cxnSpMkLst>
            <pc:docMk/>
            <pc:sldMk cId="1240997677" sldId="707"/>
            <ac:cxnSpMk id="20" creationId="{6C33F2D9-3D26-2BA1-1A1A-0B61037B2242}"/>
          </ac:cxnSpMkLst>
        </pc:cxnChg>
      </pc:sldChg>
      <pc:sldChg chg="addSp delSp modSp add del mod">
        <pc:chgData name="大野　千恵（本部情報化推進部電子カルテ情報課）" userId="6b0feb7b-d33a-416a-a65a-2d016c755c67" providerId="ADAL" clId="{6279E38A-9836-46DE-A0F4-C831F71E3193}" dt="2026-10-09T04:13:15.391" v="6573" actId="2696"/>
        <pc:sldMkLst>
          <pc:docMk/>
          <pc:sldMk cId="1773653279" sldId="708"/>
        </pc:sldMkLst>
        <pc:spChg chg="del">
          <ac:chgData name="大野　千恵（本部情報化推進部電子カルテ情報課）" userId="6b0feb7b-d33a-416a-a65a-2d016c755c67" providerId="ADAL" clId="{6279E38A-9836-46DE-A0F4-C831F71E3193}" dt="2026-10-09T00:47:34.177" v="3096" actId="478"/>
          <ac:spMkLst>
            <pc:docMk/>
            <pc:sldMk cId="1773653279" sldId="708"/>
            <ac:spMk id="4" creationId="{39FA09AA-C00F-5910-1DF3-9F44E76D45DF}"/>
          </ac:spMkLst>
        </pc:spChg>
        <pc:spChg chg="mod">
          <ac:chgData name="大野　千恵（本部情報化推進部電子カルテ情報課）" userId="6b0feb7b-d33a-416a-a65a-2d016c755c67" providerId="ADAL" clId="{6279E38A-9836-46DE-A0F4-C831F71E3193}" dt="2026-10-09T00:47:51.765" v="3102" actId="1076"/>
          <ac:spMkLst>
            <pc:docMk/>
            <pc:sldMk cId="1773653279" sldId="708"/>
            <ac:spMk id="6" creationId="{C404A0B1-18ED-F53B-2208-364B5F3D1363}"/>
          </ac:spMkLst>
        </pc:spChg>
        <pc:spChg chg="del">
          <ac:chgData name="大野　千恵（本部情報化推進部電子カルテ情報課）" userId="6b0feb7b-d33a-416a-a65a-2d016c755c67" providerId="ADAL" clId="{6279E38A-9836-46DE-A0F4-C831F71E3193}" dt="2026-10-09T00:47:35.299" v="3097" actId="478"/>
          <ac:spMkLst>
            <pc:docMk/>
            <pc:sldMk cId="1773653279" sldId="708"/>
            <ac:spMk id="8" creationId="{CC5F2820-5E34-8FBD-DA0D-AB6A0D98C6B8}"/>
          </ac:spMkLst>
        </pc:spChg>
        <pc:spChg chg="del mod">
          <ac:chgData name="大野　千恵（本部情報化推進部電子カルテ情報課）" userId="6b0feb7b-d33a-416a-a65a-2d016c755c67" providerId="ADAL" clId="{6279E38A-9836-46DE-A0F4-C831F71E3193}" dt="2026-10-09T00:47:36.496" v="3099" actId="478"/>
          <ac:spMkLst>
            <pc:docMk/>
            <pc:sldMk cId="1773653279" sldId="708"/>
            <ac:spMk id="12" creationId="{5C91DDCC-CF90-BEC3-23E1-FBB55D6C2C33}"/>
          </ac:spMkLst>
        </pc:spChg>
        <pc:spChg chg="mod">
          <ac:chgData name="大野　千恵（本部情報化推進部電子カルテ情報課）" userId="6b0feb7b-d33a-416a-a65a-2d016c755c67" providerId="ADAL" clId="{6279E38A-9836-46DE-A0F4-C831F71E3193}" dt="2026-10-09T00:47:46.924" v="3101" actId="1076"/>
          <ac:spMkLst>
            <pc:docMk/>
            <pc:sldMk cId="1773653279" sldId="708"/>
            <ac:spMk id="15" creationId="{FB362F25-40C9-66CF-D81E-CC2784B63282}"/>
          </ac:spMkLst>
        </pc:spChg>
        <pc:spChg chg="mod">
          <ac:chgData name="大野　千恵（本部情報化推進部電子カルテ情報課）" userId="6b0feb7b-d33a-416a-a65a-2d016c755c67" providerId="ADAL" clId="{6279E38A-9836-46DE-A0F4-C831F71E3193}" dt="2026-10-09T01:13:35.168" v="3424" actId="1076"/>
          <ac:spMkLst>
            <pc:docMk/>
            <pc:sldMk cId="1773653279" sldId="708"/>
            <ac:spMk id="16" creationId="{525C0D89-A6D7-AD03-18D1-A668E9B7717D}"/>
          </ac:spMkLst>
        </pc:spChg>
        <pc:spChg chg="mod">
          <ac:chgData name="大野　千恵（本部情報化推進部電子カルテ情報課）" userId="6b0feb7b-d33a-416a-a65a-2d016c755c67" providerId="ADAL" clId="{6279E38A-9836-46DE-A0F4-C831F71E3193}" dt="2026-10-09T00:47:46.924" v="3101" actId="1076"/>
          <ac:spMkLst>
            <pc:docMk/>
            <pc:sldMk cId="1773653279" sldId="708"/>
            <ac:spMk id="19" creationId="{F793A64B-3BBF-6769-24C1-2DD0E6B0DA93}"/>
          </ac:spMkLst>
        </pc:spChg>
        <pc:spChg chg="add mod">
          <ac:chgData name="大野　千恵（本部情報化推進部電子カルテ情報課）" userId="6b0feb7b-d33a-416a-a65a-2d016c755c67" providerId="ADAL" clId="{6279E38A-9836-46DE-A0F4-C831F71E3193}" dt="2026-10-09T01:16:16.412" v="3443" actId="1076"/>
          <ac:spMkLst>
            <pc:docMk/>
            <pc:sldMk cId="1773653279" sldId="708"/>
            <ac:spMk id="20" creationId="{11FD6BED-CAAF-93D9-D2E5-BFC50EAAF1B5}"/>
          </ac:spMkLst>
        </pc:spChg>
        <pc:picChg chg="add del mod">
          <ac:chgData name="大野　千恵（本部情報化推進部電子カルテ情報課）" userId="6b0feb7b-d33a-416a-a65a-2d016c755c67" providerId="ADAL" clId="{6279E38A-9836-46DE-A0F4-C831F71E3193}" dt="2026-10-09T00:51:29.749" v="3111" actId="478"/>
          <ac:picMkLst>
            <pc:docMk/>
            <pc:sldMk cId="1773653279" sldId="708"/>
            <ac:picMk id="3" creationId="{E4B85832-5B1B-0940-ED7B-FDAA7D6F5067}"/>
          </ac:picMkLst>
        </pc:picChg>
        <pc:picChg chg="add mod">
          <ac:chgData name="大野　千恵（本部情報化推進部電子カルテ情報課）" userId="6b0feb7b-d33a-416a-a65a-2d016c755c67" providerId="ADAL" clId="{6279E38A-9836-46DE-A0F4-C831F71E3193}" dt="2026-10-09T00:51:33.840" v="3114" actId="1076"/>
          <ac:picMkLst>
            <pc:docMk/>
            <pc:sldMk cId="1773653279" sldId="708"/>
            <ac:picMk id="7" creationId="{6F9B9569-C929-53AA-4A07-8A02E62808AC}"/>
          </ac:picMkLst>
        </pc:picChg>
        <pc:picChg chg="add mod">
          <ac:chgData name="大野　千恵（本部情報化推進部電子カルテ情報課）" userId="6b0feb7b-d33a-416a-a65a-2d016c755c67" providerId="ADAL" clId="{6279E38A-9836-46DE-A0F4-C831F71E3193}" dt="2026-10-09T01:16:16.412" v="3443" actId="1076"/>
          <ac:picMkLst>
            <pc:docMk/>
            <pc:sldMk cId="1773653279" sldId="708"/>
            <ac:picMk id="11" creationId="{D50E4D6B-686D-DEDE-6103-BDBC66AE6758}"/>
          </ac:picMkLst>
        </pc:picChg>
        <pc:picChg chg="del">
          <ac:chgData name="大野　千恵（本部情報化推進部電子カルテ情報課）" userId="6b0feb7b-d33a-416a-a65a-2d016c755c67" providerId="ADAL" clId="{6279E38A-9836-46DE-A0F4-C831F71E3193}" dt="2026-10-09T00:47:38.648" v="3100" actId="478"/>
          <ac:picMkLst>
            <pc:docMk/>
            <pc:sldMk cId="1773653279" sldId="708"/>
            <ac:picMk id="17" creationId="{59D4FE9A-11AF-641D-4908-7B3DB7B5A855}"/>
          </ac:picMkLst>
        </pc:picChg>
        <pc:picChg chg="add mod">
          <ac:chgData name="大野　千恵（本部情報化推進部電子カルテ情報課）" userId="6b0feb7b-d33a-416a-a65a-2d016c755c67" providerId="ADAL" clId="{6279E38A-9836-46DE-A0F4-C831F71E3193}" dt="2026-10-09T01:16:16.412" v="3443" actId="1076"/>
          <ac:picMkLst>
            <pc:docMk/>
            <pc:sldMk cId="1773653279" sldId="708"/>
            <ac:picMk id="18" creationId="{5EB04180-A2E9-7988-3B61-6F5600A9F844}"/>
          </ac:picMkLst>
        </pc:picChg>
      </pc:sldChg>
      <pc:sldChg chg="addSp delSp modSp add mod">
        <pc:chgData name="大野　千恵（本部情報化推進部電子カルテ情報課）" userId="6b0feb7b-d33a-416a-a65a-2d016c755c67" providerId="ADAL" clId="{6279E38A-9836-46DE-A0F4-C831F71E3193}" dt="2026-10-09T09:31:23.020" v="9350" actId="20577"/>
        <pc:sldMkLst>
          <pc:docMk/>
          <pc:sldMk cId="848382824" sldId="709"/>
        </pc:sldMkLst>
        <pc:spChg chg="mod">
          <ac:chgData name="大野　千恵（本部情報化推進部電子カルテ情報課）" userId="6b0feb7b-d33a-416a-a65a-2d016c755c67" providerId="ADAL" clId="{6279E38A-9836-46DE-A0F4-C831F71E3193}" dt="2026-10-09T04:17:56.988" v="6843" actId="20577"/>
          <ac:spMkLst>
            <pc:docMk/>
            <pc:sldMk cId="848382824" sldId="709"/>
            <ac:spMk id="2" creationId="{D3548F5D-2C8E-3BA6-2001-17000FF2F3BF}"/>
          </ac:spMkLst>
        </pc:spChg>
        <pc:spChg chg="add mod">
          <ac:chgData name="大野　千恵（本部情報化推進部電子カルテ情報課）" userId="6b0feb7b-d33a-416a-a65a-2d016c755c67" providerId="ADAL" clId="{6279E38A-9836-46DE-A0F4-C831F71E3193}" dt="2026-10-09T09:30:35.117" v="9336" actId="1076"/>
          <ac:spMkLst>
            <pc:docMk/>
            <pc:sldMk cId="848382824" sldId="709"/>
            <ac:spMk id="3" creationId="{25B352B1-2479-5B78-0549-0F18F9225F16}"/>
          </ac:spMkLst>
        </pc:spChg>
        <pc:spChg chg="mod">
          <ac:chgData name="大野　千恵（本部情報化推進部電子カルテ情報課）" userId="6b0feb7b-d33a-416a-a65a-2d016c755c67" providerId="ADAL" clId="{6279E38A-9836-46DE-A0F4-C831F71E3193}" dt="2026-10-09T09:30:25.709" v="9333" actId="1076"/>
          <ac:spMkLst>
            <pc:docMk/>
            <pc:sldMk cId="848382824" sldId="709"/>
            <ac:spMk id="4" creationId="{BE03971F-5739-293C-9910-251975ADEB96}"/>
          </ac:spMkLst>
        </pc:spChg>
        <pc:spChg chg="del">
          <ac:chgData name="大野　千恵（本部情報化推進部電子カルテ情報課）" userId="6b0feb7b-d33a-416a-a65a-2d016c755c67" providerId="ADAL" clId="{6279E38A-9836-46DE-A0F4-C831F71E3193}" dt="2026-10-09T01:21:27.321" v="3565" actId="478"/>
          <ac:spMkLst>
            <pc:docMk/>
            <pc:sldMk cId="848382824" sldId="709"/>
            <ac:spMk id="6" creationId="{1D174E53-286D-0FC0-1833-898451915781}"/>
          </ac:spMkLst>
        </pc:spChg>
        <pc:spChg chg="add mod">
          <ac:chgData name="大野　千恵（本部情報化推進部電子カルテ情報課）" userId="6b0feb7b-d33a-416a-a65a-2d016c755c67" providerId="ADAL" clId="{6279E38A-9836-46DE-A0F4-C831F71E3193}" dt="2026-10-09T01:24:29.881" v="3730" actId="1076"/>
          <ac:spMkLst>
            <pc:docMk/>
            <pc:sldMk cId="848382824" sldId="709"/>
            <ac:spMk id="7" creationId="{EAC12B04-48EE-2FD8-548E-BC563AAE6A35}"/>
          </ac:spMkLst>
        </pc:spChg>
        <pc:spChg chg="mod">
          <ac:chgData name="大野　千恵（本部情報化推進部電子カルテ情報課）" userId="6b0feb7b-d33a-416a-a65a-2d016c755c67" providerId="ADAL" clId="{6279E38A-9836-46DE-A0F4-C831F71E3193}" dt="2026-10-09T06:59:41.400" v="8184" actId="1076"/>
          <ac:spMkLst>
            <pc:docMk/>
            <pc:sldMk cId="848382824" sldId="709"/>
            <ac:spMk id="8" creationId="{B2ED0C29-DF77-F012-BB1F-A0C5CAA862BA}"/>
          </ac:spMkLst>
        </pc:spChg>
        <pc:spChg chg="mod">
          <ac:chgData name="大野　千恵（本部情報化推進部電子カルテ情報課）" userId="6b0feb7b-d33a-416a-a65a-2d016c755c67" providerId="ADAL" clId="{6279E38A-9836-46DE-A0F4-C831F71E3193}" dt="2026-10-09T06:59:41.400" v="8184" actId="1076"/>
          <ac:spMkLst>
            <pc:docMk/>
            <pc:sldMk cId="848382824" sldId="709"/>
            <ac:spMk id="9" creationId="{834F33B0-5DB6-5FFD-2CF5-36C6F246AEE7}"/>
          </ac:spMkLst>
        </pc:spChg>
        <pc:spChg chg="add del mod">
          <ac:chgData name="大野　千恵（本部情報化推進部電子カルテ情報課）" userId="6b0feb7b-d33a-416a-a65a-2d016c755c67" providerId="ADAL" clId="{6279E38A-9836-46DE-A0F4-C831F71E3193}" dt="2026-10-09T01:25:10.163" v="3735" actId="478"/>
          <ac:spMkLst>
            <pc:docMk/>
            <pc:sldMk cId="848382824" sldId="709"/>
            <ac:spMk id="10" creationId="{4078BB9E-7910-2608-0537-A4FABCF16BF3}"/>
          </ac:spMkLst>
        </pc:spChg>
        <pc:spChg chg="add mod">
          <ac:chgData name="大野　千恵（本部情報化推進部電子カルテ情報課）" userId="6b0feb7b-d33a-416a-a65a-2d016c755c67" providerId="ADAL" clId="{6279E38A-9836-46DE-A0F4-C831F71E3193}" dt="2026-10-09T01:25:32.217" v="3740" actId="1076"/>
          <ac:spMkLst>
            <pc:docMk/>
            <pc:sldMk cId="848382824" sldId="709"/>
            <ac:spMk id="11" creationId="{D4478810-E7DD-9FDE-D20F-349C893F5C63}"/>
          </ac:spMkLst>
        </pc:spChg>
        <pc:spChg chg="mod">
          <ac:chgData name="大野　千恵（本部情報化推進部電子カルテ情報課）" userId="6b0feb7b-d33a-416a-a65a-2d016c755c67" providerId="ADAL" clId="{6279E38A-9836-46DE-A0F4-C831F71E3193}" dt="2026-10-09T07:00:14.600" v="8187" actId="1076"/>
          <ac:spMkLst>
            <pc:docMk/>
            <pc:sldMk cId="848382824" sldId="709"/>
            <ac:spMk id="12" creationId="{4D2ACF4C-510F-8901-9207-DE17410DFC87}"/>
          </ac:spMkLst>
        </pc:spChg>
        <pc:spChg chg="mod">
          <ac:chgData name="大野　千恵（本部情報化推進部電子カルテ情報課）" userId="6b0feb7b-d33a-416a-a65a-2d016c755c67" providerId="ADAL" clId="{6279E38A-9836-46DE-A0F4-C831F71E3193}" dt="2026-10-09T06:59:41.400" v="8184" actId="1076"/>
          <ac:spMkLst>
            <pc:docMk/>
            <pc:sldMk cId="848382824" sldId="709"/>
            <ac:spMk id="13" creationId="{97035C41-BB9D-329B-1FAC-696CBD532BD4}"/>
          </ac:spMkLst>
        </pc:spChg>
        <pc:spChg chg="add mod">
          <ac:chgData name="大野　千恵（本部情報化推進部電子カルテ情報課）" userId="6b0feb7b-d33a-416a-a65a-2d016c755c67" providerId="ADAL" clId="{6279E38A-9836-46DE-A0F4-C831F71E3193}" dt="2026-10-09T09:31:23.020" v="9350" actId="20577"/>
          <ac:spMkLst>
            <pc:docMk/>
            <pc:sldMk cId="848382824" sldId="709"/>
            <ac:spMk id="15" creationId="{107ED2C9-D4B1-6365-0ACF-1137459B2088}"/>
          </ac:spMkLst>
        </pc:spChg>
        <pc:spChg chg="del mod">
          <ac:chgData name="大野　千恵（本部情報化推進部電子カルテ情報課）" userId="6b0feb7b-d33a-416a-a65a-2d016c755c67" providerId="ADAL" clId="{6279E38A-9836-46DE-A0F4-C831F71E3193}" dt="2026-10-09T01:21:13.307" v="3563" actId="478"/>
          <ac:spMkLst>
            <pc:docMk/>
            <pc:sldMk cId="848382824" sldId="709"/>
            <ac:spMk id="23" creationId="{17674D1D-E68A-C601-0B89-0994A530C879}"/>
          </ac:spMkLst>
        </pc:spChg>
        <pc:spChg chg="mod">
          <ac:chgData name="大野　千恵（本部情報化推進部電子カルテ情報課）" userId="6b0feb7b-d33a-416a-a65a-2d016c755c67" providerId="ADAL" clId="{6279E38A-9836-46DE-A0F4-C831F71E3193}" dt="2026-10-09T09:30:25.709" v="9333" actId="1076"/>
          <ac:spMkLst>
            <pc:docMk/>
            <pc:sldMk cId="848382824" sldId="709"/>
            <ac:spMk id="25" creationId="{0A4EADC7-E666-C773-1BBE-51EBE48E2B80}"/>
          </ac:spMkLst>
        </pc:spChg>
        <pc:spChg chg="del">
          <ac:chgData name="大野　千恵（本部情報化推進部電子カルテ情報課）" userId="6b0feb7b-d33a-416a-a65a-2d016c755c67" providerId="ADAL" clId="{6279E38A-9836-46DE-A0F4-C831F71E3193}" dt="2026-10-09T01:21:12.139" v="3561" actId="478"/>
          <ac:spMkLst>
            <pc:docMk/>
            <pc:sldMk cId="848382824" sldId="709"/>
            <ac:spMk id="30" creationId="{04D6EEF8-FDD5-52EB-0E95-0C190A14163E}"/>
          </ac:spMkLst>
        </pc:spChg>
        <pc:picChg chg="add mod">
          <ac:chgData name="大野　千恵（本部情報化推進部電子カルテ情報課）" userId="6b0feb7b-d33a-416a-a65a-2d016c755c67" providerId="ADAL" clId="{6279E38A-9836-46DE-A0F4-C831F71E3193}" dt="2026-10-09T01:22:35.097" v="3576" actId="1076"/>
          <ac:picMkLst>
            <pc:docMk/>
            <pc:sldMk cId="848382824" sldId="709"/>
            <ac:picMk id="5" creationId="{2B8B64DD-9EF6-142C-7239-5A8E65E049DD}"/>
          </ac:picMkLst>
        </pc:picChg>
        <pc:picChg chg="del">
          <ac:chgData name="大野　千恵（本部情報化推進部電子カルテ情報課）" userId="6b0feb7b-d33a-416a-a65a-2d016c755c67" providerId="ADAL" clId="{6279E38A-9836-46DE-A0F4-C831F71E3193}" dt="2026-10-09T01:21:10.482" v="3560" actId="478"/>
          <ac:picMkLst>
            <pc:docMk/>
            <pc:sldMk cId="848382824" sldId="709"/>
            <ac:picMk id="22" creationId="{44BE8DB8-178F-8877-1BEA-B31961D1F4F9}"/>
          </ac:picMkLst>
        </pc:picChg>
        <pc:picChg chg="mod">
          <ac:chgData name="大野　千恵（本部情報化推進部電子カルテ情報課）" userId="6b0feb7b-d33a-416a-a65a-2d016c755c67" providerId="ADAL" clId="{6279E38A-9836-46DE-A0F4-C831F71E3193}" dt="2026-10-09T01:31:05.943" v="3963" actId="1076"/>
          <ac:picMkLst>
            <pc:docMk/>
            <pc:sldMk cId="848382824" sldId="709"/>
            <ac:picMk id="28" creationId="{26563A70-D387-D4CD-6506-7741A24D6432}"/>
          </ac:picMkLst>
        </pc:picChg>
      </pc:sldChg>
      <pc:sldChg chg="addSp delSp modSp add mod">
        <pc:chgData name="大野　千恵（本部情報化推進部電子カルテ情報課）" userId="6b0feb7b-d33a-416a-a65a-2d016c755c67" providerId="ADAL" clId="{6279E38A-9836-46DE-A0F4-C831F71E3193}" dt="2026-10-09T09:44:49.807" v="9367" actId="14100"/>
        <pc:sldMkLst>
          <pc:docMk/>
          <pc:sldMk cId="761159968" sldId="710"/>
        </pc:sldMkLst>
        <pc:spChg chg="mod">
          <ac:chgData name="大野　千恵（本部情報化推進部電子カルテ情報課）" userId="6b0feb7b-d33a-416a-a65a-2d016c755c67" providerId="ADAL" clId="{6279E38A-9836-46DE-A0F4-C831F71E3193}" dt="2026-10-09T08:22:06.262" v="8517" actId="255"/>
          <ac:spMkLst>
            <pc:docMk/>
            <pc:sldMk cId="761159968" sldId="710"/>
            <ac:spMk id="4" creationId="{E8A0520E-9365-96D8-3F48-C20E5300066B}"/>
          </ac:spMkLst>
        </pc:spChg>
        <pc:spChg chg="mod">
          <ac:chgData name="大野　千恵（本部情報化推進部電子カルテ情報課）" userId="6b0feb7b-d33a-416a-a65a-2d016c755c67" providerId="ADAL" clId="{6279E38A-9836-46DE-A0F4-C831F71E3193}" dt="2026-10-09T08:41:57.103" v="8894" actId="20577"/>
          <ac:spMkLst>
            <pc:docMk/>
            <pc:sldMk cId="761159968" sldId="710"/>
            <ac:spMk id="9" creationId="{A624BEF3-A219-1AD3-1298-FCB57D528A33}"/>
          </ac:spMkLst>
        </pc:spChg>
        <pc:spChg chg="mod">
          <ac:chgData name="大野　千恵（本部情報化推進部電子カルテ情報課）" userId="6b0feb7b-d33a-416a-a65a-2d016c755c67" providerId="ADAL" clId="{6279E38A-9836-46DE-A0F4-C831F71E3193}" dt="2026-10-09T09:44:29.382" v="9366" actId="20577"/>
          <ac:spMkLst>
            <pc:docMk/>
            <pc:sldMk cId="761159968" sldId="710"/>
            <ac:spMk id="10" creationId="{0E3B3C11-2B38-9303-E02F-DB2554F28BE5}"/>
          </ac:spMkLst>
        </pc:spChg>
        <pc:spChg chg="mod">
          <ac:chgData name="大野　千恵（本部情報化推進部電子カルテ情報課）" userId="6b0feb7b-d33a-416a-a65a-2d016c755c67" providerId="ADAL" clId="{6279E38A-9836-46DE-A0F4-C831F71E3193}" dt="2026-10-09T09:44:09.281" v="9356" actId="20577"/>
          <ac:spMkLst>
            <pc:docMk/>
            <pc:sldMk cId="761159968" sldId="710"/>
            <ac:spMk id="12" creationId="{98B00FC4-E0A2-8AC7-A415-1D1E53FFF2C6}"/>
          </ac:spMkLst>
        </pc:spChg>
        <pc:spChg chg="mod">
          <ac:chgData name="大野　千恵（本部情報化推進部電子カルテ情報課）" userId="6b0feb7b-d33a-416a-a65a-2d016c755c67" providerId="ADAL" clId="{6279E38A-9836-46DE-A0F4-C831F71E3193}" dt="2026-10-09T08:04:42.778" v="8426" actId="113"/>
          <ac:spMkLst>
            <pc:docMk/>
            <pc:sldMk cId="761159968" sldId="710"/>
            <ac:spMk id="14" creationId="{C3B26605-5B15-290D-82FA-524AFC3F8FAC}"/>
          </ac:spMkLst>
        </pc:spChg>
        <pc:spChg chg="mod">
          <ac:chgData name="大野　千恵（本部情報化推進部電子カルテ情報課）" userId="6b0feb7b-d33a-416a-a65a-2d016c755c67" providerId="ADAL" clId="{6279E38A-9836-46DE-A0F4-C831F71E3193}" dt="2026-10-09T09:44:18.311" v="9362" actId="20577"/>
          <ac:spMkLst>
            <pc:docMk/>
            <pc:sldMk cId="761159968" sldId="710"/>
            <ac:spMk id="16" creationId="{CD056D38-B693-8F7E-2A18-0BC07101890C}"/>
          </ac:spMkLst>
        </pc:spChg>
        <pc:spChg chg="add mod ord">
          <ac:chgData name="大野　千恵（本部情報化推進部電子カルテ情報課）" userId="6b0feb7b-d33a-416a-a65a-2d016c755c67" providerId="ADAL" clId="{6279E38A-9836-46DE-A0F4-C831F71E3193}" dt="2026-10-09T08:04:24.444" v="8423" actId="14100"/>
          <ac:spMkLst>
            <pc:docMk/>
            <pc:sldMk cId="761159968" sldId="710"/>
            <ac:spMk id="22" creationId="{E75AC63A-79E6-4488-6FB5-D756C62CD581}"/>
          </ac:spMkLst>
        </pc:spChg>
        <pc:spChg chg="add mod">
          <ac:chgData name="大野　千恵（本部情報化推進部電子カルテ情報課）" userId="6b0feb7b-d33a-416a-a65a-2d016c755c67" providerId="ADAL" clId="{6279E38A-9836-46DE-A0F4-C831F71E3193}" dt="2026-10-09T08:51:56.748" v="9087" actId="14100"/>
          <ac:spMkLst>
            <pc:docMk/>
            <pc:sldMk cId="761159968" sldId="710"/>
            <ac:spMk id="26" creationId="{18F1E79B-A01D-46B0-A3B2-4CFF2A9725A9}"/>
          </ac:spMkLst>
        </pc:spChg>
        <pc:spChg chg="add mod">
          <ac:chgData name="大野　千恵（本部情報化推進部電子カルテ情報課）" userId="6b0feb7b-d33a-416a-a65a-2d016c755c67" providerId="ADAL" clId="{6279E38A-9836-46DE-A0F4-C831F71E3193}" dt="2026-10-09T09:22:10.787" v="9135" actId="255"/>
          <ac:spMkLst>
            <pc:docMk/>
            <pc:sldMk cId="761159968" sldId="710"/>
            <ac:spMk id="27" creationId="{C5535D41-180E-589A-9650-8ECE5123549A}"/>
          </ac:spMkLst>
        </pc:spChg>
        <pc:spChg chg="add mod">
          <ac:chgData name="大野　千恵（本部情報化推進部電子カルテ情報課）" userId="6b0feb7b-d33a-416a-a65a-2d016c755c67" providerId="ADAL" clId="{6279E38A-9836-46DE-A0F4-C831F71E3193}" dt="2026-10-09T09:22:36.924" v="9140" actId="255"/>
          <ac:spMkLst>
            <pc:docMk/>
            <pc:sldMk cId="761159968" sldId="710"/>
            <ac:spMk id="29" creationId="{E38B5D67-F5FF-585D-8D70-5D589E32F450}"/>
          </ac:spMkLst>
        </pc:spChg>
        <pc:spChg chg="add mod ord">
          <ac:chgData name="大野　千恵（本部情報化推進部電子カルテ情報課）" userId="6b0feb7b-d33a-416a-a65a-2d016c755c67" providerId="ADAL" clId="{6279E38A-9836-46DE-A0F4-C831F71E3193}" dt="2026-10-09T09:44:49.807" v="9367" actId="14100"/>
          <ac:spMkLst>
            <pc:docMk/>
            <pc:sldMk cId="761159968" sldId="710"/>
            <ac:spMk id="30" creationId="{3B58ED03-8E08-E0E3-6FD8-6168D42C7BF9}"/>
          </ac:spMkLst>
        </pc:spChg>
        <pc:spChg chg="add mod ord">
          <ac:chgData name="大野　千恵（本部情報化推進部電子カルテ情報課）" userId="6b0feb7b-d33a-416a-a65a-2d016c755c67" providerId="ADAL" clId="{6279E38A-9836-46DE-A0F4-C831F71E3193}" dt="2026-10-09T09:22:48.447" v="9142" actId="14100"/>
          <ac:spMkLst>
            <pc:docMk/>
            <pc:sldMk cId="761159968" sldId="710"/>
            <ac:spMk id="32" creationId="{F016A638-5092-1265-C18E-3DDB3A3508A4}"/>
          </ac:spMkLst>
        </pc:spChg>
        <pc:picChg chg="add del mod modCrop">
          <ac:chgData name="大野　千恵（本部情報化推進部電子カルテ情報課）" userId="6b0feb7b-d33a-416a-a65a-2d016c755c67" providerId="ADAL" clId="{6279E38A-9836-46DE-A0F4-C831F71E3193}" dt="2026-10-09T08:01:05.597" v="8392" actId="478"/>
          <ac:picMkLst>
            <pc:docMk/>
            <pc:sldMk cId="761159968" sldId="710"/>
            <ac:picMk id="5" creationId="{8AB04B9A-8D3F-E30E-BCA5-F8EE4430ECC5}"/>
          </ac:picMkLst>
        </pc:picChg>
        <pc:picChg chg="add mod">
          <ac:chgData name="大野　千恵（本部情報化推進部電子カルテ情報課）" userId="6b0feb7b-d33a-416a-a65a-2d016c755c67" providerId="ADAL" clId="{6279E38A-9836-46DE-A0F4-C831F71E3193}" dt="2026-10-09T08:05:12.370" v="8430" actId="1076"/>
          <ac:picMkLst>
            <pc:docMk/>
            <pc:sldMk cId="761159968" sldId="710"/>
            <ac:picMk id="11" creationId="{1441AE28-6E1F-2F7C-469D-0D1D713E43E6}"/>
          </ac:picMkLst>
        </pc:picChg>
        <pc:picChg chg="add mod modCrop">
          <ac:chgData name="大野　千恵（本部情報化推進部電子カルテ情報課）" userId="6b0feb7b-d33a-416a-a65a-2d016c755c67" providerId="ADAL" clId="{6279E38A-9836-46DE-A0F4-C831F71E3193}" dt="2026-10-09T08:01:26.743" v="8397" actId="1076"/>
          <ac:picMkLst>
            <pc:docMk/>
            <pc:sldMk cId="761159968" sldId="710"/>
            <ac:picMk id="15" creationId="{9B4B2A56-20EE-7BE4-4F02-21567F314E4C}"/>
          </ac:picMkLst>
        </pc:picChg>
        <pc:cxnChg chg="add mod">
          <ac:chgData name="大野　千恵（本部情報化推進部電子カルテ情報課）" userId="6b0feb7b-d33a-416a-a65a-2d016c755c67" providerId="ADAL" clId="{6279E38A-9836-46DE-A0F4-C831F71E3193}" dt="2026-10-09T08:02:50.501" v="8409" actId="1582"/>
          <ac:cxnSpMkLst>
            <pc:docMk/>
            <pc:sldMk cId="761159968" sldId="710"/>
            <ac:cxnSpMk id="18" creationId="{45A094AA-C41D-E938-78FD-B9BE1496A43F}"/>
          </ac:cxnSpMkLst>
        </pc:cxnChg>
        <pc:cxnChg chg="add mod">
          <ac:chgData name="大野　千恵（本部情報化推進部電子カルテ情報課）" userId="6b0feb7b-d33a-416a-a65a-2d016c755c67" providerId="ADAL" clId="{6279E38A-9836-46DE-A0F4-C831F71E3193}" dt="2026-10-09T08:05:15.838" v="8431" actId="14100"/>
          <ac:cxnSpMkLst>
            <pc:docMk/>
            <pc:sldMk cId="761159968" sldId="710"/>
            <ac:cxnSpMk id="19" creationId="{07939FC6-317E-BF07-B4EC-467AA55B967A}"/>
          </ac:cxnSpMkLst>
        </pc:cxnChg>
      </pc:sldChg>
      <pc:sldChg chg="add del">
        <pc:chgData name="大野　千恵（本部情報化推進部電子カルテ情報課）" userId="6b0feb7b-d33a-416a-a65a-2d016c755c67" providerId="ADAL" clId="{6279E38A-9836-46DE-A0F4-C831F71E3193}" dt="2026-10-09T04:13:15.391" v="6573" actId="2696"/>
        <pc:sldMkLst>
          <pc:docMk/>
          <pc:sldMk cId="2818468268" sldId="710"/>
        </pc:sldMkLst>
      </pc:sldChg>
      <pc:sldMasterChg chg="delSldLayout">
        <pc:chgData name="大野　千恵（本部情報化推進部電子カルテ情報課）" userId="6b0feb7b-d33a-416a-a65a-2d016c755c67" providerId="ADAL" clId="{6279E38A-9836-46DE-A0F4-C831F71E3193}" dt="2026-10-09T03:58:44.707" v="6301" actId="2696"/>
        <pc:sldMasterMkLst>
          <pc:docMk/>
          <pc:sldMasterMk cId="4025904239" sldId="2147483702"/>
        </pc:sldMasterMkLst>
        <pc:sldLayoutChg chg="del">
          <pc:chgData name="大野　千恵（本部情報化推進部電子カルテ情報課）" userId="6b0feb7b-d33a-416a-a65a-2d016c755c67" providerId="ADAL" clId="{6279E38A-9836-46DE-A0F4-C831F71E3193}" dt="2026-10-09T03:58:44.707" v="6301" actId="2696"/>
          <pc:sldLayoutMkLst>
            <pc:docMk/>
            <pc:sldMasterMk cId="4025904239" sldId="2147483702"/>
            <pc:sldLayoutMk cId="3702345878" sldId="2147483734"/>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292" tIns="45646" rIns="91292" bIns="45646"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3" y="0"/>
            <a:ext cx="2918831" cy="495029"/>
          </a:xfrm>
          <a:prstGeom prst="rect">
            <a:avLst/>
          </a:prstGeom>
        </p:spPr>
        <p:txBody>
          <a:bodyPr vert="horz" lIns="91292" tIns="45646" rIns="91292" bIns="45646" rtlCol="0"/>
          <a:lstStyle>
            <a:lvl1pPr algn="r">
              <a:defRPr sz="1200"/>
            </a:lvl1pPr>
          </a:lstStyle>
          <a:p>
            <a:fld id="{B762E323-4672-43A9-9470-1A96E7BE5113}" type="datetimeFigureOut">
              <a:rPr kumimoji="1" lang="ja-JP" altLang="en-US" smtClean="0"/>
              <a:t>2026/10/9</a:t>
            </a:fld>
            <a:endParaRPr kumimoji="1" lang="ja-JP" altLang="en-US"/>
          </a:p>
        </p:txBody>
      </p:sp>
      <p:sp>
        <p:nvSpPr>
          <p:cNvPr id="4" name="フッター プレースホルダー 3"/>
          <p:cNvSpPr>
            <a:spLocks noGrp="1"/>
          </p:cNvSpPr>
          <p:nvPr>
            <p:ph type="ftr" sz="quarter" idx="2"/>
          </p:nvPr>
        </p:nvSpPr>
        <p:spPr>
          <a:xfrm>
            <a:off x="0" y="9371286"/>
            <a:ext cx="2918831" cy="495028"/>
          </a:xfrm>
          <a:prstGeom prst="rect">
            <a:avLst/>
          </a:prstGeom>
        </p:spPr>
        <p:txBody>
          <a:bodyPr vert="horz" lIns="91292" tIns="45646" rIns="91292" bIns="45646"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3" y="9371286"/>
            <a:ext cx="2918831" cy="495028"/>
          </a:xfrm>
          <a:prstGeom prst="rect">
            <a:avLst/>
          </a:prstGeom>
        </p:spPr>
        <p:txBody>
          <a:bodyPr vert="horz" lIns="91292" tIns="45646" rIns="91292" bIns="45646" rtlCol="0" anchor="b"/>
          <a:lstStyle>
            <a:lvl1pPr algn="r">
              <a:defRPr sz="1200"/>
            </a:lvl1pPr>
          </a:lstStyle>
          <a:p>
            <a:fld id="{1974982C-70BD-49EC-B11B-CBC932BA0AE3}" type="slidenum">
              <a:rPr kumimoji="1" lang="ja-JP" altLang="en-US" smtClean="0"/>
              <a:t>‹#›</a:t>
            </a:fld>
            <a:endParaRPr kumimoji="1" lang="ja-JP" altLang="en-US"/>
          </a:p>
        </p:txBody>
      </p:sp>
    </p:spTree>
    <p:extLst>
      <p:ext uri="{BB962C8B-B14F-4D97-AF65-F5344CB8AC3E}">
        <p14:creationId xmlns:p14="http://schemas.microsoft.com/office/powerpoint/2010/main" val="23971165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292" tIns="45646" rIns="91292" bIns="45646"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292" tIns="45646" rIns="91292" bIns="45646" rtlCol="0"/>
          <a:lstStyle>
            <a:lvl1pPr algn="r">
              <a:defRPr sz="1200"/>
            </a:lvl1pPr>
          </a:lstStyle>
          <a:p>
            <a:fld id="{366FF36F-E9E8-488B-9B04-9BA57A1F5908}" type="datetimeFigureOut">
              <a:rPr kumimoji="1" lang="ja-JP" altLang="en-US" smtClean="0"/>
              <a:t>2026/10/9</a:t>
            </a:fld>
            <a:endParaRPr kumimoji="1" lang="ja-JP" altLang="en-US"/>
          </a:p>
        </p:txBody>
      </p:sp>
      <p:sp>
        <p:nvSpPr>
          <p:cNvPr id="4" name="スライド イメージ プレースホルダー 3"/>
          <p:cNvSpPr>
            <a:spLocks noGrp="1" noRot="1" noChangeAspect="1"/>
          </p:cNvSpPr>
          <p:nvPr>
            <p:ph type="sldImg" idx="2"/>
          </p:nvPr>
        </p:nvSpPr>
        <p:spPr>
          <a:xfrm>
            <a:off x="963613" y="1233488"/>
            <a:ext cx="4808537" cy="3328987"/>
          </a:xfrm>
          <a:prstGeom prst="rect">
            <a:avLst/>
          </a:prstGeom>
          <a:noFill/>
          <a:ln w="12700">
            <a:solidFill>
              <a:prstClr val="black"/>
            </a:solidFill>
          </a:ln>
        </p:spPr>
        <p:txBody>
          <a:bodyPr vert="horz" lIns="91292" tIns="45646" rIns="91292" bIns="45646" rtlCol="0" anchor="ctr"/>
          <a:lstStyle/>
          <a:p>
            <a:endParaRPr lang="ja-JP" altLang="en-US"/>
          </a:p>
        </p:txBody>
      </p:sp>
      <p:sp>
        <p:nvSpPr>
          <p:cNvPr id="5" name="ノート プレースホルダー 4"/>
          <p:cNvSpPr>
            <a:spLocks noGrp="1"/>
          </p:cNvSpPr>
          <p:nvPr>
            <p:ph type="body" sz="quarter" idx="3"/>
          </p:nvPr>
        </p:nvSpPr>
        <p:spPr>
          <a:xfrm>
            <a:off x="673577" y="4748174"/>
            <a:ext cx="5388610" cy="3884861"/>
          </a:xfrm>
          <a:prstGeom prst="rect">
            <a:avLst/>
          </a:prstGeom>
        </p:spPr>
        <p:txBody>
          <a:bodyPr vert="horz" lIns="91292" tIns="45646" rIns="91292" bIns="45646"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292" tIns="45646" rIns="91292" bIns="45646"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292" tIns="45646" rIns="91292" bIns="45646" rtlCol="0" anchor="b"/>
          <a:lstStyle>
            <a:lvl1pPr algn="r">
              <a:defRPr sz="1200"/>
            </a:lvl1pPr>
          </a:lstStyle>
          <a:p>
            <a:fld id="{22A71573-D5E3-43CF-9BFB-D81462AD8F2E}" type="slidenum">
              <a:rPr kumimoji="1" lang="ja-JP" altLang="en-US" smtClean="0"/>
              <a:t>‹#›</a:t>
            </a:fld>
            <a:endParaRPr kumimoji="1" lang="ja-JP" altLang="en-US"/>
          </a:p>
        </p:txBody>
      </p:sp>
    </p:spTree>
    <p:extLst>
      <p:ext uri="{BB962C8B-B14F-4D97-AF65-F5344CB8AC3E}">
        <p14:creationId xmlns:p14="http://schemas.microsoft.com/office/powerpoint/2010/main" val="1737945535"/>
      </p:ext>
    </p:extLst>
  </p:cSld>
  <p:clrMap bg1="lt1" tx1="dk1" bg2="lt2" tx2="dk2" accent1="accent1" accent2="accent2" accent3="accent3" accent4="accent4" accent5="accent5" accent6="accent6" hlink="hlink" folHlink="folHlink"/>
  <p:hf hdr="0" ftr="0" dt="0"/>
  <p:notesStyle>
    <a:lvl1pPr marL="0" algn="l" defTabSz="977316" rtl="0" eaLnBrk="1" latinLnBrk="0" hangingPunct="1">
      <a:defRPr kumimoji="1" sz="1283" kern="1200">
        <a:solidFill>
          <a:schemeClr val="tx1"/>
        </a:solidFill>
        <a:latin typeface="+mn-lt"/>
        <a:ea typeface="+mn-ea"/>
        <a:cs typeface="+mn-cs"/>
      </a:defRPr>
    </a:lvl1pPr>
    <a:lvl2pPr marL="488658" algn="l" defTabSz="977316" rtl="0" eaLnBrk="1" latinLnBrk="0" hangingPunct="1">
      <a:defRPr kumimoji="1" sz="1283" kern="1200">
        <a:solidFill>
          <a:schemeClr val="tx1"/>
        </a:solidFill>
        <a:latin typeface="+mn-lt"/>
        <a:ea typeface="+mn-ea"/>
        <a:cs typeface="+mn-cs"/>
      </a:defRPr>
    </a:lvl2pPr>
    <a:lvl3pPr marL="977316" algn="l" defTabSz="977316" rtl="0" eaLnBrk="1" latinLnBrk="0" hangingPunct="1">
      <a:defRPr kumimoji="1" sz="1283" kern="1200">
        <a:solidFill>
          <a:schemeClr val="tx1"/>
        </a:solidFill>
        <a:latin typeface="+mn-lt"/>
        <a:ea typeface="+mn-ea"/>
        <a:cs typeface="+mn-cs"/>
      </a:defRPr>
    </a:lvl3pPr>
    <a:lvl4pPr marL="1465974" algn="l" defTabSz="977316" rtl="0" eaLnBrk="1" latinLnBrk="0" hangingPunct="1">
      <a:defRPr kumimoji="1" sz="1283" kern="1200">
        <a:solidFill>
          <a:schemeClr val="tx1"/>
        </a:solidFill>
        <a:latin typeface="+mn-lt"/>
        <a:ea typeface="+mn-ea"/>
        <a:cs typeface="+mn-cs"/>
      </a:defRPr>
    </a:lvl4pPr>
    <a:lvl5pPr marL="1954632" algn="l" defTabSz="977316" rtl="0" eaLnBrk="1" latinLnBrk="0" hangingPunct="1">
      <a:defRPr kumimoji="1" sz="1283" kern="1200">
        <a:solidFill>
          <a:schemeClr val="tx1"/>
        </a:solidFill>
        <a:latin typeface="+mn-lt"/>
        <a:ea typeface="+mn-ea"/>
        <a:cs typeface="+mn-cs"/>
      </a:defRPr>
    </a:lvl5pPr>
    <a:lvl6pPr marL="2443289" algn="l" defTabSz="977316" rtl="0" eaLnBrk="1" latinLnBrk="0" hangingPunct="1">
      <a:defRPr kumimoji="1" sz="1283" kern="1200">
        <a:solidFill>
          <a:schemeClr val="tx1"/>
        </a:solidFill>
        <a:latin typeface="+mn-lt"/>
        <a:ea typeface="+mn-ea"/>
        <a:cs typeface="+mn-cs"/>
      </a:defRPr>
    </a:lvl6pPr>
    <a:lvl7pPr marL="2931948" algn="l" defTabSz="977316" rtl="0" eaLnBrk="1" latinLnBrk="0" hangingPunct="1">
      <a:defRPr kumimoji="1" sz="1283" kern="1200">
        <a:solidFill>
          <a:schemeClr val="tx1"/>
        </a:solidFill>
        <a:latin typeface="+mn-lt"/>
        <a:ea typeface="+mn-ea"/>
        <a:cs typeface="+mn-cs"/>
      </a:defRPr>
    </a:lvl7pPr>
    <a:lvl8pPr marL="3420606" algn="l" defTabSz="977316" rtl="0" eaLnBrk="1" latinLnBrk="0" hangingPunct="1">
      <a:defRPr kumimoji="1" sz="1283" kern="1200">
        <a:solidFill>
          <a:schemeClr val="tx1"/>
        </a:solidFill>
        <a:latin typeface="+mn-lt"/>
        <a:ea typeface="+mn-ea"/>
        <a:cs typeface="+mn-cs"/>
      </a:defRPr>
    </a:lvl8pPr>
    <a:lvl9pPr marL="3909264" algn="l" defTabSz="977316" rtl="0" eaLnBrk="1" latinLnBrk="0" hangingPunct="1">
      <a:defRPr kumimoji="1" sz="128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22A71573-D5E3-43CF-9BFB-D81462AD8F2E}" type="slidenum">
              <a:rPr lang="ja-JP" altLang="en-US" smtClean="0">
                <a:solidFill>
                  <a:prstClr val="black"/>
                </a:solidFill>
              </a:rPr>
              <a:pPr/>
              <a:t>0</a:t>
            </a:fld>
            <a:endParaRPr lang="ja-JP" altLang="en-US">
              <a:solidFill>
                <a:prstClr val="black"/>
              </a:solidFill>
            </a:endParaRPr>
          </a:p>
        </p:txBody>
      </p:sp>
      <p:sp>
        <p:nvSpPr>
          <p:cNvPr id="5" name="フッター プレースホルダー 4"/>
          <p:cNvSpPr>
            <a:spLocks noGrp="1"/>
          </p:cNvSpPr>
          <p:nvPr>
            <p:ph type="ftr" sz="quarter" idx="11"/>
          </p:nvPr>
        </p:nvSpPr>
        <p:spPr/>
        <p:txBody>
          <a:bodyPr/>
          <a:lstStyle/>
          <a:p>
            <a:endParaRPr lang="ja-JP" altLang="en-US">
              <a:solidFill>
                <a:prstClr val="black"/>
              </a:solidFill>
            </a:endParaRPr>
          </a:p>
        </p:txBody>
      </p:sp>
    </p:spTree>
    <p:extLst>
      <p:ext uri="{BB962C8B-B14F-4D97-AF65-F5344CB8AC3E}">
        <p14:creationId xmlns:p14="http://schemas.microsoft.com/office/powerpoint/2010/main" val="2800099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5EB20-301C-72BA-65C0-6C4829AE548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8807A5C-9379-211B-F987-05591F53F94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F3B45ED-62CD-415F-7928-904DF8F017B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D9C6BEF-ADAD-E8FE-C1F3-1CA98BBB1155}"/>
              </a:ext>
            </a:extLst>
          </p:cNvPr>
          <p:cNvSpPr>
            <a:spLocks noGrp="1"/>
          </p:cNvSpPr>
          <p:nvPr>
            <p:ph type="sldNum" sz="quarter" idx="5"/>
          </p:nvPr>
        </p:nvSpPr>
        <p:spPr/>
        <p:txBody>
          <a:bodyPr/>
          <a:lstStyle/>
          <a:p>
            <a:fld id="{22A71573-D5E3-43CF-9BFB-D81462AD8F2E}" type="slidenum">
              <a:rPr kumimoji="1" lang="ja-JP" altLang="en-US" smtClean="0"/>
              <a:t>1</a:t>
            </a:fld>
            <a:endParaRPr kumimoji="1" lang="ja-JP" altLang="en-US"/>
          </a:p>
        </p:txBody>
      </p:sp>
    </p:spTree>
    <p:extLst>
      <p:ext uri="{BB962C8B-B14F-4D97-AF65-F5344CB8AC3E}">
        <p14:creationId xmlns:p14="http://schemas.microsoft.com/office/powerpoint/2010/main" val="7424654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22A71573-D5E3-43CF-9BFB-D81462AD8F2E}" type="slidenum">
              <a:rPr kumimoji="1" lang="ja-JP" altLang="en-US" smtClean="0"/>
              <a:t>3</a:t>
            </a:fld>
            <a:endParaRPr kumimoji="1" lang="ja-JP" altLang="en-US"/>
          </a:p>
        </p:txBody>
      </p:sp>
    </p:spTree>
    <p:extLst>
      <p:ext uri="{BB962C8B-B14F-4D97-AF65-F5344CB8AC3E}">
        <p14:creationId xmlns:p14="http://schemas.microsoft.com/office/powerpoint/2010/main" val="1666801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EFB6-088F-0487-4812-635F506E8C5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85E5A6C-8F80-E5DF-DB14-F552F7C38B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9E52D79-13D7-42F4-6ABC-14FAFA59E15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477B681-6C17-E7DB-0301-AE589EDF8A56}"/>
              </a:ext>
            </a:extLst>
          </p:cNvPr>
          <p:cNvSpPr>
            <a:spLocks noGrp="1"/>
          </p:cNvSpPr>
          <p:nvPr>
            <p:ph type="sldNum" sz="quarter" idx="5"/>
          </p:nvPr>
        </p:nvSpPr>
        <p:spPr/>
        <p:txBody>
          <a:bodyPr/>
          <a:lstStyle/>
          <a:p>
            <a:fld id="{22A71573-D5E3-43CF-9BFB-D81462AD8F2E}" type="slidenum">
              <a:rPr kumimoji="1" lang="ja-JP" altLang="en-US" smtClean="0"/>
              <a:t>4</a:t>
            </a:fld>
            <a:endParaRPr kumimoji="1" lang="ja-JP" altLang="en-US"/>
          </a:p>
        </p:txBody>
      </p:sp>
    </p:spTree>
    <p:extLst>
      <p:ext uri="{BB962C8B-B14F-4D97-AF65-F5344CB8AC3E}">
        <p14:creationId xmlns:p14="http://schemas.microsoft.com/office/powerpoint/2010/main" val="254460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CFE4E-ED51-66BD-0D93-7BB8BA1A6EC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B965342-41EE-179D-689A-EC672C10FB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FFEB8E-7169-D09A-055F-E007DA65841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37A2D4D-6151-C575-3B20-70CD285F41E9}"/>
              </a:ext>
            </a:extLst>
          </p:cNvPr>
          <p:cNvSpPr>
            <a:spLocks noGrp="1"/>
          </p:cNvSpPr>
          <p:nvPr>
            <p:ph type="sldNum" sz="quarter" idx="5"/>
          </p:nvPr>
        </p:nvSpPr>
        <p:spPr/>
        <p:txBody>
          <a:bodyPr/>
          <a:lstStyle/>
          <a:p>
            <a:fld id="{22A71573-D5E3-43CF-9BFB-D81462AD8F2E}" type="slidenum">
              <a:rPr kumimoji="1" lang="ja-JP" altLang="en-US" smtClean="0"/>
              <a:t>5</a:t>
            </a:fld>
            <a:endParaRPr kumimoji="1" lang="ja-JP" altLang="en-US"/>
          </a:p>
        </p:txBody>
      </p:sp>
    </p:spTree>
    <p:extLst>
      <p:ext uri="{BB962C8B-B14F-4D97-AF65-F5344CB8AC3E}">
        <p14:creationId xmlns:p14="http://schemas.microsoft.com/office/powerpoint/2010/main" val="337941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BB401-9ABF-D4C0-8172-955958AF6F2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56EED59-EE38-174D-FC08-AA9A31B825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DF3719-CB97-C75C-6F2A-42C7EEF42F4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9201B01-C085-B3F4-8851-91C4D2974209}"/>
              </a:ext>
            </a:extLst>
          </p:cNvPr>
          <p:cNvSpPr>
            <a:spLocks noGrp="1"/>
          </p:cNvSpPr>
          <p:nvPr>
            <p:ph type="sldNum" sz="quarter" idx="5"/>
          </p:nvPr>
        </p:nvSpPr>
        <p:spPr/>
        <p:txBody>
          <a:bodyPr/>
          <a:lstStyle/>
          <a:p>
            <a:fld id="{22A71573-D5E3-43CF-9BFB-D81462AD8F2E}" type="slidenum">
              <a:rPr kumimoji="1" lang="ja-JP" altLang="en-US" smtClean="0"/>
              <a:t>6</a:t>
            </a:fld>
            <a:endParaRPr kumimoji="1" lang="ja-JP" altLang="en-US"/>
          </a:p>
        </p:txBody>
      </p:sp>
    </p:spTree>
    <p:extLst>
      <p:ext uri="{BB962C8B-B14F-4D97-AF65-F5344CB8AC3E}">
        <p14:creationId xmlns:p14="http://schemas.microsoft.com/office/powerpoint/2010/main" val="28909321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FF7F0-2580-06BD-5DEA-6B9B184B831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C1D5C1-70B7-4BA6-0C1F-FE09790996B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F35DE0-8C67-C0C0-67B1-53F420EDA63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EA59C9E-A446-6562-0A71-C1CAA224FAAF}"/>
              </a:ext>
            </a:extLst>
          </p:cNvPr>
          <p:cNvSpPr>
            <a:spLocks noGrp="1"/>
          </p:cNvSpPr>
          <p:nvPr>
            <p:ph type="sldNum" sz="quarter" idx="5"/>
          </p:nvPr>
        </p:nvSpPr>
        <p:spPr/>
        <p:txBody>
          <a:bodyPr/>
          <a:lstStyle/>
          <a:p>
            <a:fld id="{22A71573-D5E3-43CF-9BFB-D81462AD8F2E}" type="slidenum">
              <a:rPr kumimoji="1" lang="ja-JP" altLang="en-US" smtClean="0"/>
              <a:t>7</a:t>
            </a:fld>
            <a:endParaRPr kumimoji="1" lang="ja-JP" altLang="en-US"/>
          </a:p>
        </p:txBody>
      </p:sp>
    </p:spTree>
    <p:extLst>
      <p:ext uri="{BB962C8B-B14F-4D97-AF65-F5344CB8AC3E}">
        <p14:creationId xmlns:p14="http://schemas.microsoft.com/office/powerpoint/2010/main" val="3862657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0AB81-0599-719B-D07B-76FD6590BD5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D3D4D8-09CD-8DB8-E4C6-C05B8D77878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10C0DA4-1C11-F135-2BE5-B3F32F2251E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BB297B3-DA96-BCC8-F852-1FEDED93E6B1}"/>
              </a:ext>
            </a:extLst>
          </p:cNvPr>
          <p:cNvSpPr>
            <a:spLocks noGrp="1"/>
          </p:cNvSpPr>
          <p:nvPr>
            <p:ph type="sldNum" sz="quarter" idx="5"/>
          </p:nvPr>
        </p:nvSpPr>
        <p:spPr/>
        <p:txBody>
          <a:bodyPr/>
          <a:lstStyle/>
          <a:p>
            <a:fld id="{22A71573-D5E3-43CF-9BFB-D81462AD8F2E}" type="slidenum">
              <a:rPr kumimoji="1" lang="ja-JP" altLang="en-US" smtClean="0"/>
              <a:t>8</a:t>
            </a:fld>
            <a:endParaRPr kumimoji="1" lang="ja-JP" altLang="en-US"/>
          </a:p>
        </p:txBody>
      </p:sp>
    </p:spTree>
    <p:extLst>
      <p:ext uri="{BB962C8B-B14F-4D97-AF65-F5344CB8AC3E}">
        <p14:creationId xmlns:p14="http://schemas.microsoft.com/office/powerpoint/2010/main" val="54090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26BFF-B87A-27A4-C1A3-4DAED9AE03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2E59DD3-7078-9EB8-185C-2C711C25DB6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BEDAB-E030-7939-38FC-C4169D5C3F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22AB814-8327-3992-0311-A1829B04D825}"/>
              </a:ext>
            </a:extLst>
          </p:cNvPr>
          <p:cNvSpPr>
            <a:spLocks noGrp="1"/>
          </p:cNvSpPr>
          <p:nvPr>
            <p:ph type="sldNum" sz="quarter" idx="5"/>
          </p:nvPr>
        </p:nvSpPr>
        <p:spPr/>
        <p:txBody>
          <a:bodyPr/>
          <a:lstStyle/>
          <a:p>
            <a:fld id="{22A71573-D5E3-43CF-9BFB-D81462AD8F2E}" type="slidenum">
              <a:rPr kumimoji="1" lang="ja-JP" altLang="en-US" smtClean="0"/>
              <a:t>9</a:t>
            </a:fld>
            <a:endParaRPr kumimoji="1" lang="ja-JP" altLang="en-US"/>
          </a:p>
        </p:txBody>
      </p:sp>
    </p:spTree>
    <p:extLst>
      <p:ext uri="{BB962C8B-B14F-4D97-AF65-F5344CB8AC3E}">
        <p14:creationId xmlns:p14="http://schemas.microsoft.com/office/powerpoint/2010/main" val="2043098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E0BCF-3D29-AE8E-1CD5-0A1151C250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2A22527-7DA2-44F9-A7FF-B29F425AD79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2C4AC8A-0613-3A33-6D68-6CA6AC691FE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3E86A1B-C82F-183D-0694-77D72AF92CCC}"/>
              </a:ext>
            </a:extLst>
          </p:cNvPr>
          <p:cNvSpPr>
            <a:spLocks noGrp="1"/>
          </p:cNvSpPr>
          <p:nvPr>
            <p:ph type="sldNum" sz="quarter" idx="5"/>
          </p:nvPr>
        </p:nvSpPr>
        <p:spPr/>
        <p:txBody>
          <a:bodyPr/>
          <a:lstStyle/>
          <a:p>
            <a:fld id="{22A71573-D5E3-43CF-9BFB-D81462AD8F2E}" type="slidenum">
              <a:rPr kumimoji="1" lang="ja-JP" altLang="en-US" smtClean="0"/>
              <a:t>10</a:t>
            </a:fld>
            <a:endParaRPr kumimoji="1" lang="ja-JP" altLang="en-US"/>
          </a:p>
        </p:txBody>
      </p:sp>
    </p:spTree>
    <p:extLst>
      <p:ext uri="{BB962C8B-B14F-4D97-AF65-F5344CB8AC3E}">
        <p14:creationId xmlns:p14="http://schemas.microsoft.com/office/powerpoint/2010/main" val="114868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F2000-6A71-F776-5AD1-4D7A19967A5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5393FC-9233-CF3B-5C74-E6AA10A3C6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176F470-EC4F-76BB-B886-D0AC24B8AB3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623DC9-4A03-5F43-8459-125D7B27F31C}"/>
              </a:ext>
            </a:extLst>
          </p:cNvPr>
          <p:cNvSpPr>
            <a:spLocks noGrp="1"/>
          </p:cNvSpPr>
          <p:nvPr>
            <p:ph type="sldNum" sz="quarter" idx="5"/>
          </p:nvPr>
        </p:nvSpPr>
        <p:spPr/>
        <p:txBody>
          <a:bodyPr/>
          <a:lstStyle/>
          <a:p>
            <a:fld id="{22A71573-D5E3-43CF-9BFB-D81462AD8F2E}" type="slidenum">
              <a:rPr kumimoji="1" lang="ja-JP" altLang="en-US" smtClean="0"/>
              <a:t>11</a:t>
            </a:fld>
            <a:endParaRPr kumimoji="1" lang="ja-JP" altLang="en-US"/>
          </a:p>
        </p:txBody>
      </p:sp>
    </p:spTree>
    <p:extLst>
      <p:ext uri="{BB962C8B-B14F-4D97-AF65-F5344CB8AC3E}">
        <p14:creationId xmlns:p14="http://schemas.microsoft.com/office/powerpoint/2010/main" val="31727021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9A4AEC4C-E559-A087-792E-2F89D23623C7}"/>
              </a:ext>
            </a:extLst>
          </p:cNvPr>
          <p:cNvPicPr>
            <a:picLocks noChangeAspect="1"/>
          </p:cNvPicPr>
          <p:nvPr userDrawn="1"/>
        </p:nvPicPr>
        <p:blipFill>
          <a:blip r:embed="rId2"/>
          <a:srcRect/>
          <a:stretch/>
        </p:blipFill>
        <p:spPr>
          <a:xfrm>
            <a:off x="-1" y="0"/>
            <a:ext cx="1877827" cy="6857999"/>
          </a:xfrm>
          <a:prstGeom prst="rect">
            <a:avLst/>
          </a:prstGeom>
        </p:spPr>
      </p:pic>
      <p:pic>
        <p:nvPicPr>
          <p:cNvPr id="11" name="図 10">
            <a:extLst>
              <a:ext uri="{FF2B5EF4-FFF2-40B4-BE49-F238E27FC236}">
                <a16:creationId xmlns:a16="http://schemas.microsoft.com/office/drawing/2014/main" id="{58B73DD8-6122-A9D7-415A-6C1CCF349A33}"/>
              </a:ext>
            </a:extLst>
          </p:cNvPr>
          <p:cNvPicPr>
            <a:picLocks noChangeAspect="1"/>
          </p:cNvPicPr>
          <p:nvPr userDrawn="1"/>
        </p:nvPicPr>
        <p:blipFill>
          <a:blip r:embed="rId3"/>
          <a:srcRect/>
          <a:stretch/>
        </p:blipFill>
        <p:spPr>
          <a:xfrm>
            <a:off x="2137203" y="5812325"/>
            <a:ext cx="5635780" cy="1045675"/>
          </a:xfrm>
          <a:prstGeom prst="rect">
            <a:avLst/>
          </a:prstGeom>
        </p:spPr>
      </p:pic>
      <p:sp>
        <p:nvSpPr>
          <p:cNvPr id="14" name="Title"/>
          <p:cNvSpPr>
            <a:spLocks noGrp="1" noChangeArrowheads="1"/>
          </p:cNvSpPr>
          <p:nvPr>
            <p:ph type="ctrTitle"/>
          </p:nvPr>
        </p:nvSpPr>
        <p:spPr>
          <a:xfrm>
            <a:off x="1403498" y="2396172"/>
            <a:ext cx="7962332" cy="521286"/>
          </a:xfrm>
          <a:prstGeom prst="rect">
            <a:avLst/>
          </a:prstGeom>
          <a:noFill/>
        </p:spPr>
        <p:txBody>
          <a:bodyPr wrap="square">
            <a:spAutoFit/>
          </a:bodyPr>
          <a:lstStyle>
            <a:lvl1pPr algn="ctr" eaLnBrk="1">
              <a:defRPr lang="ja-JP" sz="3200" b="0" baseline="0">
                <a:solidFill>
                  <a:schemeClr val="tx1"/>
                </a:solidFill>
                <a:latin typeface="Meiryo UI" panose="020B0604030504040204" pitchFamily="50" charset="-128"/>
                <a:ea typeface="Meiryo UI" panose="020B0604030504040204" pitchFamily="50" charset="-128"/>
                <a:cs typeface="Arial" panose="020B0604020202020204" pitchFamily="34" charset="0"/>
              </a:defRPr>
            </a:lvl1pPr>
          </a:lstStyle>
          <a:p>
            <a:pPr lvl="0"/>
            <a:endParaRPr lang="en-US" altLang="ja-JP" noProof="0"/>
          </a:p>
        </p:txBody>
      </p:sp>
      <p:sp>
        <p:nvSpPr>
          <p:cNvPr id="13" name="Subtitle"/>
          <p:cNvSpPr>
            <a:spLocks noGrp="1" noChangeArrowheads="1"/>
          </p:cNvSpPr>
          <p:nvPr>
            <p:ph type="subTitle" idx="14"/>
          </p:nvPr>
        </p:nvSpPr>
        <p:spPr>
          <a:xfrm>
            <a:off x="2137202" y="3035130"/>
            <a:ext cx="5806800" cy="194400"/>
          </a:xfrm>
          <a:prstGeom prst="rect">
            <a:avLst/>
          </a:prstGeom>
        </p:spPr>
        <p:txBody>
          <a:bodyPr wrap="square">
            <a:spAutoFit/>
          </a:bodyPr>
          <a:lstStyle>
            <a:lvl1pPr algn="ctr" eaLnBrk="1">
              <a:defRPr lang="ja-JP" sz="1400" cap="all" baseline="0">
                <a:solidFill>
                  <a:schemeClr val="tx1"/>
                </a:solidFill>
                <a:latin typeface="Arial" panose="020B0604020202020204" pitchFamily="34" charset="0"/>
                <a:ea typeface="+mn-ea"/>
                <a:cs typeface="Arial" panose="020B0604020202020204" pitchFamily="34" charset="0"/>
              </a:defRPr>
            </a:lvl1pPr>
          </a:lstStyle>
          <a:p>
            <a:pPr lvl="0"/>
            <a:endParaRPr lang="ja-JP" noProof="0"/>
          </a:p>
        </p:txBody>
      </p:sp>
      <p:sp>
        <p:nvSpPr>
          <p:cNvPr id="3" name="テキスト ボックス 2">
            <a:extLst>
              <a:ext uri="{FF2B5EF4-FFF2-40B4-BE49-F238E27FC236}">
                <a16:creationId xmlns:a16="http://schemas.microsoft.com/office/drawing/2014/main" id="{E106BE58-B202-4477-3D7C-67F72782CAD3}"/>
              </a:ext>
            </a:extLst>
          </p:cNvPr>
          <p:cNvSpPr txBox="1"/>
          <p:nvPr userDrawn="1"/>
        </p:nvSpPr>
        <p:spPr>
          <a:xfrm>
            <a:off x="8807450" y="0"/>
            <a:ext cx="1098550" cy="307777"/>
          </a:xfrm>
          <a:prstGeom prst="rect">
            <a:avLst/>
          </a:prstGeom>
          <a:noFill/>
          <a:ln>
            <a:noFill/>
          </a:ln>
        </p:spPr>
        <p:txBody>
          <a:bodyPr wrap="square" tIns="0" bIns="0" rtlCol="0" anchor="ctr">
            <a:noAutofit/>
          </a:bodyPr>
          <a:lstStyle/>
          <a:p>
            <a:pPr algn="l"/>
            <a:r>
              <a:rPr kumimoji="1" lang="ja-JP" altLang="en-US" sz="1200"/>
              <a:t>重要性分類</a:t>
            </a:r>
          </a:p>
        </p:txBody>
      </p:sp>
      <p:sp>
        <p:nvSpPr>
          <p:cNvPr id="7" name="テキスト プレースホルダー 6">
            <a:extLst>
              <a:ext uri="{FF2B5EF4-FFF2-40B4-BE49-F238E27FC236}">
                <a16:creationId xmlns:a16="http://schemas.microsoft.com/office/drawing/2014/main" id="{031101A1-3BDB-9A1D-62DB-7D20808DB6C0}"/>
              </a:ext>
            </a:extLst>
          </p:cNvPr>
          <p:cNvSpPr>
            <a:spLocks noGrp="1"/>
          </p:cNvSpPr>
          <p:nvPr>
            <p:ph type="body" sz="quarter" idx="15" hasCustomPrompt="1"/>
          </p:nvPr>
        </p:nvSpPr>
        <p:spPr>
          <a:xfrm>
            <a:off x="9635067" y="0"/>
            <a:ext cx="270933" cy="307777"/>
          </a:xfrm>
          <a:noFill/>
          <a:ln>
            <a:noFill/>
          </a:ln>
        </p:spPr>
        <p:txBody>
          <a:bodyPr wrap="square" tIns="0" bIns="0" rtlCol="0" anchor="ctr">
            <a:noAutofit/>
          </a:bodyPr>
          <a:lstStyle>
            <a:lvl1pPr algn="ctr">
              <a:buNone/>
              <a:defRPr lang="ja-JP" altLang="en-US" sz="1200" baseline="0" dirty="0">
                <a:latin typeface="+mn-lt"/>
                <a:ea typeface="メイリオ" panose="020B0604030504040204" pitchFamily="50" charset="-128"/>
              </a:defRPr>
            </a:lvl1pPr>
            <a:lvl2pPr>
              <a:buNone/>
              <a:defRPr/>
            </a:lvl2pPr>
            <a:lvl3pPr>
              <a:buNone/>
              <a:defRPr/>
            </a:lvl3pPr>
            <a:lvl4pPr>
              <a:buNone/>
              <a:defRPr/>
            </a:lvl4pPr>
            <a:lvl5pPr>
              <a:buNone/>
              <a:defRPr/>
            </a:lvl5pPr>
          </a:lstStyle>
          <a:p>
            <a:pPr marL="0" lvl="0" defTabSz="977316"/>
            <a:r>
              <a:rPr kumimoji="1" lang="en-US" altLang="ja-JP"/>
              <a:t>Ⅰ</a:t>
            </a:r>
            <a:endParaRPr kumimoji="1" lang="ja-JP" altLang="en-US"/>
          </a:p>
        </p:txBody>
      </p:sp>
    </p:spTree>
    <p:extLst>
      <p:ext uri="{BB962C8B-B14F-4D97-AF65-F5344CB8AC3E}">
        <p14:creationId xmlns:p14="http://schemas.microsoft.com/office/powerpoint/2010/main" val="1005774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文字のみ）">
    <p:spTree>
      <p:nvGrpSpPr>
        <p:cNvPr id="1" name=""/>
        <p:cNvGrpSpPr/>
        <p:nvPr/>
      </p:nvGrpSpPr>
      <p:grpSpPr>
        <a:xfrm>
          <a:off x="0" y="0"/>
          <a:ext cx="0" cy="0"/>
          <a:chOff x="0" y="0"/>
          <a:chExt cx="0" cy="0"/>
        </a:xfrm>
      </p:grpSpPr>
      <p:sp>
        <p:nvSpPr>
          <p:cNvPr id="8" name="タイトル 1"/>
          <p:cNvSpPr>
            <a:spLocks noGrp="1"/>
          </p:cNvSpPr>
          <p:nvPr>
            <p:ph type="title"/>
          </p:nvPr>
        </p:nvSpPr>
        <p:spPr>
          <a:xfrm>
            <a:off x="241525" y="165600"/>
            <a:ext cx="9572400" cy="330581"/>
          </a:xfrm>
          <a:noFill/>
        </p:spPr>
        <p:txBody>
          <a:bodyPr>
            <a:noAutofit/>
          </a:bodyPr>
          <a:lstStyle>
            <a:lvl1pPr>
              <a:defRPr sz="2200">
                <a:solidFill>
                  <a:schemeClr val="tx1"/>
                </a:solidFill>
              </a:defRPr>
            </a:lvl1pPr>
          </a:lstStyle>
          <a:p>
            <a:endParaRPr kumimoji="1" lang="ja-JP" altLang="en-US"/>
          </a:p>
        </p:txBody>
      </p:sp>
      <p:sp>
        <p:nvSpPr>
          <p:cNvPr id="5" name="テキスト プレースホルダー 14"/>
          <p:cNvSpPr>
            <a:spLocks noGrp="1"/>
          </p:cNvSpPr>
          <p:nvPr>
            <p:ph type="body" sz="quarter" idx="10"/>
          </p:nvPr>
        </p:nvSpPr>
        <p:spPr>
          <a:xfrm>
            <a:off x="374440" y="675016"/>
            <a:ext cx="9439485" cy="1390124"/>
          </a:xfrm>
          <a:prstGeom prst="rect">
            <a:avLst/>
          </a:prstGeom>
        </p:spPr>
        <p:txBody>
          <a:bodyPr wrap="square" lIns="0" tIns="0" rIns="0" bIns="0">
            <a:spAutoFit/>
          </a:bodyPr>
          <a:lstStyle>
            <a:lvl1pPr marL="87828" indent="-87828">
              <a:buClr>
                <a:srgbClr val="002060"/>
              </a:buClr>
              <a:buFont typeface="メイリオ" panose="020B0604030504040204" pitchFamily="50" charset="-128"/>
              <a:buChar char="▪"/>
              <a:defRPr sz="1600">
                <a:latin typeface="メイリオ" panose="020B0604030504040204" pitchFamily="50" charset="-128"/>
                <a:ea typeface="メイリオ" panose="020B0604030504040204" pitchFamily="50" charset="-128"/>
              </a:defRPr>
            </a:lvl1pPr>
            <a:lvl2pPr marL="403200" indent="-175655">
              <a:buFont typeface="Arial" panose="020B0604020202020204" pitchFamily="34" charset="0"/>
              <a:buChar char="‒"/>
              <a:defRPr sz="1600">
                <a:latin typeface="メイリオ" panose="020B0604030504040204" pitchFamily="50" charset="-128"/>
                <a:ea typeface="メイリオ" panose="020B0604030504040204" pitchFamily="50" charset="-128"/>
              </a:defRPr>
            </a:lvl2pPr>
            <a:lvl3pPr marL="576000"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3pPr>
            <a:lvl4pPr marL="799200" indent="-175655">
              <a:buFont typeface="Calibri" panose="020F0502020204030204" pitchFamily="34" charset="0"/>
              <a:buChar char="‐"/>
              <a:defRPr sz="1600">
                <a:latin typeface="メイリオ" panose="020B0604030504040204" pitchFamily="50" charset="-128"/>
                <a:ea typeface="メイリオ" panose="020B0604030504040204" pitchFamily="50" charset="-128"/>
              </a:defRPr>
            </a:lvl4pPr>
            <a:lvl5pPr marL="972000"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7084520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guide id="3" orient="horz" pos="414" userDrawn="1">
          <p15:clr>
            <a:srgbClr val="FBAE40"/>
          </p15:clr>
        </p15:guide>
        <p15:guide id="4" pos="618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大）">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8806" y="165602"/>
            <a:ext cx="9657194" cy="360000"/>
          </a:xfrm>
          <a:solidFill>
            <a:srgbClr val="00B0F0"/>
          </a:solidFill>
        </p:spPr>
        <p:txBody>
          <a:bodyPr lIns="72000" tIns="108000" rIns="72000" bIns="72000">
            <a:noAutofit/>
          </a:bodyPr>
          <a:lstStyle>
            <a:lvl1pPr>
              <a:defRPr sz="2200">
                <a:solidFill>
                  <a:schemeClr val="bg1"/>
                </a:solidFill>
                <a:latin typeface="Meiryo UI" panose="020B0604030504040204" pitchFamily="50" charset="-128"/>
                <a:ea typeface="Meiryo UI" panose="020B0604030504040204" pitchFamily="50" charset="-128"/>
              </a:defRPr>
            </a:lvl1pPr>
          </a:lstStyle>
          <a:p>
            <a:r>
              <a:rPr lang="ja-JP" altLang="en-US"/>
              <a:t>タイトル（大）を入力</a:t>
            </a:r>
            <a:endParaRPr lang="en-US"/>
          </a:p>
        </p:txBody>
      </p:sp>
      <p:sp>
        <p:nvSpPr>
          <p:cNvPr id="10" name="正方形/長方形 9"/>
          <p:cNvSpPr/>
          <p:nvPr userDrawn="1"/>
        </p:nvSpPr>
        <p:spPr>
          <a:xfrm>
            <a:off x="0" y="165601"/>
            <a:ext cx="248806" cy="360000"/>
          </a:xfrm>
          <a:prstGeom prst="rect">
            <a:avLst/>
          </a:prstGeom>
          <a:solidFill>
            <a:srgbClr val="003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prstClr val="white"/>
              </a:solidFill>
            </a:endParaRPr>
          </a:p>
        </p:txBody>
      </p:sp>
      <p:sp>
        <p:nvSpPr>
          <p:cNvPr id="6" name="テキスト プレースホルダー 14"/>
          <p:cNvSpPr>
            <a:spLocks noGrp="1"/>
          </p:cNvSpPr>
          <p:nvPr>
            <p:ph type="body" sz="quarter" idx="10"/>
          </p:nvPr>
        </p:nvSpPr>
        <p:spPr>
          <a:xfrm>
            <a:off x="357660" y="664624"/>
            <a:ext cx="9439485" cy="1390124"/>
          </a:xfrm>
          <a:prstGeom prst="rect">
            <a:avLst/>
          </a:prstGeom>
        </p:spPr>
        <p:txBody>
          <a:bodyPr wrap="square" lIns="0" tIns="0" rIns="0" bIns="0">
            <a:spAutoFit/>
          </a:bodyPr>
          <a:lstStyle>
            <a:lvl1pPr marL="87828" indent="-87828">
              <a:buClr>
                <a:srgbClr val="002060"/>
              </a:buClr>
              <a:buFont typeface="メイリオ" panose="020B0604030504040204" pitchFamily="50" charset="-128"/>
              <a:buChar char="▪"/>
              <a:defRPr sz="1600">
                <a:latin typeface="メイリオ" panose="020B0604030504040204" pitchFamily="50" charset="-128"/>
                <a:ea typeface="メイリオ" panose="020B0604030504040204" pitchFamily="50" charset="-128"/>
              </a:defRPr>
            </a:lvl1pPr>
            <a:lvl2pPr marL="403200" indent="-175655">
              <a:buFont typeface="Arial" panose="020B0604020202020204" pitchFamily="34" charset="0"/>
              <a:buChar char="‒"/>
              <a:defRPr sz="1600">
                <a:latin typeface="メイリオ" panose="020B0604030504040204" pitchFamily="50" charset="-128"/>
                <a:ea typeface="メイリオ" panose="020B0604030504040204" pitchFamily="50" charset="-128"/>
              </a:defRPr>
            </a:lvl2pPr>
            <a:lvl3pPr marL="576000"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3pPr>
            <a:lvl4pPr marL="799200" indent="-175655">
              <a:buFont typeface="Calibri" panose="020F0502020204030204" pitchFamily="34" charset="0"/>
              <a:buChar char="‐"/>
              <a:defRPr sz="1600">
                <a:latin typeface="メイリオ" panose="020B0604030504040204" pitchFamily="50" charset="-128"/>
                <a:ea typeface="メイリオ" panose="020B0604030504040204" pitchFamily="50" charset="-128"/>
              </a:defRPr>
            </a:lvl4pPr>
            <a:lvl5pPr marL="972000"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497063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182" userDrawn="1">
          <p15:clr>
            <a:srgbClr val="FBAE40"/>
          </p15:clr>
        </p15:guide>
        <p15:guide id="3" orient="horz" pos="41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et（大・中）">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8806" y="165602"/>
            <a:ext cx="9657194" cy="360000"/>
          </a:xfrm>
          <a:solidFill>
            <a:srgbClr val="00B0F0"/>
          </a:solidFill>
        </p:spPr>
        <p:txBody>
          <a:bodyPr lIns="72000" tIns="108000" rIns="72000" bIns="72000">
            <a:noAutofit/>
          </a:bodyPr>
          <a:lstStyle>
            <a:lvl1pPr>
              <a:defRPr sz="2200">
                <a:solidFill>
                  <a:schemeClr val="bg1"/>
                </a:solidFill>
                <a:latin typeface="Meiryo UI" panose="020B0604030504040204" pitchFamily="50" charset="-128"/>
                <a:ea typeface="Meiryo UI" panose="020B0604030504040204" pitchFamily="50" charset="-128"/>
              </a:defRPr>
            </a:lvl1pPr>
          </a:lstStyle>
          <a:p>
            <a:r>
              <a:rPr lang="ja-JP" altLang="en-US"/>
              <a:t>タイトル（大）を入力</a:t>
            </a:r>
            <a:endParaRPr lang="en-US"/>
          </a:p>
        </p:txBody>
      </p:sp>
      <p:sp>
        <p:nvSpPr>
          <p:cNvPr id="3" name="Text Placeholder 2"/>
          <p:cNvSpPr>
            <a:spLocks noGrp="1"/>
          </p:cNvSpPr>
          <p:nvPr>
            <p:ph type="body" idx="1" hasCustomPrompt="1"/>
          </p:nvPr>
        </p:nvSpPr>
        <p:spPr>
          <a:xfrm>
            <a:off x="248807" y="601616"/>
            <a:ext cx="9588284" cy="330330"/>
          </a:xfrm>
          <a:prstGeom prst="rect">
            <a:avLst/>
          </a:prstGeom>
        </p:spPr>
        <p:txBody>
          <a:bodyPr lIns="90000" tIns="0" rIns="90000" bIns="0" anchor="b">
            <a:noAutofit/>
          </a:bodyPr>
          <a:lstStyle>
            <a:lvl1pPr marL="0" indent="0">
              <a:buNone/>
              <a:defRPr sz="2200" b="1">
                <a:solidFill>
                  <a:schemeClr val="tx1"/>
                </a:solidFill>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タイトル（中）を入力</a:t>
            </a:r>
          </a:p>
        </p:txBody>
      </p:sp>
      <p:sp>
        <p:nvSpPr>
          <p:cNvPr id="11" name="角丸四角形 10"/>
          <p:cNvSpPr/>
          <p:nvPr userDrawn="1"/>
        </p:nvSpPr>
        <p:spPr>
          <a:xfrm>
            <a:off x="139306" y="601616"/>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10" name="正方形/長方形 9"/>
          <p:cNvSpPr/>
          <p:nvPr userDrawn="1"/>
        </p:nvSpPr>
        <p:spPr>
          <a:xfrm>
            <a:off x="0" y="165601"/>
            <a:ext cx="248806" cy="360000"/>
          </a:xfrm>
          <a:prstGeom prst="rect">
            <a:avLst/>
          </a:prstGeom>
          <a:solidFill>
            <a:srgbClr val="003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prstClr val="white"/>
              </a:solidFill>
            </a:endParaRPr>
          </a:p>
        </p:txBody>
      </p:sp>
      <p:sp>
        <p:nvSpPr>
          <p:cNvPr id="8" name="テキスト プレースホルダー 14"/>
          <p:cNvSpPr>
            <a:spLocks noGrp="1"/>
          </p:cNvSpPr>
          <p:nvPr>
            <p:ph type="body" sz="quarter" idx="10"/>
          </p:nvPr>
        </p:nvSpPr>
        <p:spPr>
          <a:xfrm>
            <a:off x="248806" y="1066881"/>
            <a:ext cx="9588284" cy="1390124"/>
          </a:xfrm>
          <a:prstGeom prst="rect">
            <a:avLst/>
          </a:prstGeom>
        </p:spPr>
        <p:txBody>
          <a:bodyPr wrap="square" lIns="0" tIns="0" rIns="0" bIns="0">
            <a:spAutoFit/>
          </a:bodyPr>
          <a:lstStyle>
            <a:lvl1pPr marL="87828" indent="-87828">
              <a:buClr>
                <a:srgbClr val="002060"/>
              </a:buClr>
              <a:buFont typeface="メイリオ" panose="020B0604030504040204" pitchFamily="50" charset="-128"/>
              <a:buChar char="▪"/>
              <a:defRPr sz="1600">
                <a:latin typeface="メイリオ" panose="020B0604030504040204" pitchFamily="50" charset="-128"/>
                <a:ea typeface="メイリオ" panose="020B0604030504040204" pitchFamily="50" charset="-128"/>
              </a:defRPr>
            </a:lvl1pPr>
            <a:lvl2pPr marL="403200" indent="-175655">
              <a:buFont typeface="Arial" panose="020B0604020202020204" pitchFamily="34" charset="0"/>
              <a:buChar char="‒"/>
              <a:defRPr sz="1600">
                <a:latin typeface="メイリオ" panose="020B0604030504040204" pitchFamily="50" charset="-128"/>
                <a:ea typeface="メイリオ" panose="020B0604030504040204" pitchFamily="50" charset="-128"/>
              </a:defRPr>
            </a:lvl2pPr>
            <a:lvl3pPr marL="576000"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3pPr>
            <a:lvl4pPr marL="799200" indent="-175655">
              <a:buFont typeface="Calibri" panose="020F0502020204030204" pitchFamily="34" charset="0"/>
              <a:buChar char="‐"/>
              <a:defRPr sz="1600">
                <a:latin typeface="メイリオ" panose="020B0604030504040204" pitchFamily="50" charset="-128"/>
                <a:ea typeface="メイリオ" panose="020B0604030504040204" pitchFamily="50" charset="-128"/>
              </a:defRPr>
            </a:lvl4pPr>
            <a:lvl5pPr marL="972000"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022559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18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et（大・小）">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8806" y="165602"/>
            <a:ext cx="9657194" cy="360000"/>
          </a:xfrm>
          <a:solidFill>
            <a:srgbClr val="00B0F0"/>
          </a:solidFill>
        </p:spPr>
        <p:txBody>
          <a:bodyPr lIns="72000" tIns="108000" rIns="72000" bIns="72000">
            <a:noAutofit/>
          </a:bodyPr>
          <a:lstStyle>
            <a:lvl1pPr>
              <a:defRPr sz="2200">
                <a:solidFill>
                  <a:schemeClr val="bg1"/>
                </a:solidFill>
                <a:latin typeface="Meiryo UI" panose="020B0604030504040204" pitchFamily="50" charset="-128"/>
                <a:ea typeface="Meiryo UI" panose="020B0604030504040204" pitchFamily="50" charset="-128"/>
              </a:defRPr>
            </a:lvl1pPr>
          </a:lstStyle>
          <a:p>
            <a:r>
              <a:rPr lang="ja-JP" altLang="en-US"/>
              <a:t>タイトル（大）を入力</a:t>
            </a:r>
            <a:endParaRPr lang="en-US"/>
          </a:p>
        </p:txBody>
      </p:sp>
      <p:sp>
        <p:nvSpPr>
          <p:cNvPr id="13" name="角丸四角形 12"/>
          <p:cNvSpPr/>
          <p:nvPr userDrawn="1"/>
        </p:nvSpPr>
        <p:spPr>
          <a:xfrm>
            <a:off x="248806" y="601616"/>
            <a:ext cx="107777" cy="330581"/>
          </a:xfrm>
          <a:prstGeom prst="roundRect">
            <a:avLst/>
          </a:prstGeom>
          <a:noFill/>
          <a:ln>
            <a:solidFill>
              <a:srgbClr val="00A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10" name="正方形/長方形 9"/>
          <p:cNvSpPr/>
          <p:nvPr userDrawn="1"/>
        </p:nvSpPr>
        <p:spPr>
          <a:xfrm>
            <a:off x="0" y="165601"/>
            <a:ext cx="248806" cy="360000"/>
          </a:xfrm>
          <a:prstGeom prst="rect">
            <a:avLst/>
          </a:prstGeom>
          <a:solidFill>
            <a:srgbClr val="003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prstClr val="white"/>
              </a:solidFill>
            </a:endParaRPr>
          </a:p>
        </p:txBody>
      </p:sp>
      <p:sp>
        <p:nvSpPr>
          <p:cNvPr id="7" name="Text Placeholder 2"/>
          <p:cNvSpPr>
            <a:spLocks noGrp="1"/>
          </p:cNvSpPr>
          <p:nvPr>
            <p:ph type="body" idx="1" hasCustomPrompt="1"/>
          </p:nvPr>
        </p:nvSpPr>
        <p:spPr>
          <a:xfrm>
            <a:off x="356582" y="593643"/>
            <a:ext cx="9480507" cy="330330"/>
          </a:xfrm>
          <a:prstGeom prst="rect">
            <a:avLst/>
          </a:prstGeom>
        </p:spPr>
        <p:txBody>
          <a:bodyPr lIns="90000" tIns="0" rIns="90000" bIns="0" anchor="b">
            <a:noAutofit/>
          </a:bodyPr>
          <a:lstStyle>
            <a:lvl1pPr marL="0" indent="0">
              <a:buNone/>
              <a:defRPr sz="2200" b="1">
                <a:solidFill>
                  <a:schemeClr val="tx1"/>
                </a:solidFill>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タイトル（小）を入力</a:t>
            </a:r>
          </a:p>
        </p:txBody>
      </p:sp>
      <p:sp>
        <p:nvSpPr>
          <p:cNvPr id="9" name="テキスト プレースホルダー 14"/>
          <p:cNvSpPr>
            <a:spLocks noGrp="1"/>
          </p:cNvSpPr>
          <p:nvPr>
            <p:ph type="body" sz="quarter" idx="10"/>
          </p:nvPr>
        </p:nvSpPr>
        <p:spPr>
          <a:xfrm>
            <a:off x="356582" y="1008211"/>
            <a:ext cx="9480507" cy="1390124"/>
          </a:xfrm>
          <a:prstGeom prst="rect">
            <a:avLst/>
          </a:prstGeom>
        </p:spPr>
        <p:txBody>
          <a:bodyPr wrap="square" lIns="0" tIns="0" rIns="0" bIns="0">
            <a:spAutoFit/>
          </a:bodyPr>
          <a:lstStyle>
            <a:lvl1pPr marL="87828" indent="-87828">
              <a:buClr>
                <a:srgbClr val="002060"/>
              </a:buClr>
              <a:buFont typeface="メイリオ" panose="020B0604030504040204" pitchFamily="50" charset="-128"/>
              <a:buChar char="▪"/>
              <a:defRPr sz="1600">
                <a:latin typeface="メイリオ" panose="020B0604030504040204" pitchFamily="50" charset="-128"/>
                <a:ea typeface="メイリオ" panose="020B0604030504040204" pitchFamily="50" charset="-128"/>
              </a:defRPr>
            </a:lvl1pPr>
            <a:lvl2pPr marL="403200" indent="-175655">
              <a:buFont typeface="Arial" panose="020B0604020202020204" pitchFamily="34" charset="0"/>
              <a:buChar char="‒"/>
              <a:defRPr sz="1600">
                <a:latin typeface="メイリオ" panose="020B0604030504040204" pitchFamily="50" charset="-128"/>
                <a:ea typeface="メイリオ" panose="020B0604030504040204" pitchFamily="50" charset="-128"/>
              </a:defRPr>
            </a:lvl2pPr>
            <a:lvl3pPr marL="576000"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3pPr>
            <a:lvl4pPr marL="799200" indent="-175655">
              <a:buFont typeface="Calibri" panose="020F0502020204030204" pitchFamily="34" charset="0"/>
              <a:buChar char="‐"/>
              <a:defRPr sz="1600">
                <a:latin typeface="メイリオ" panose="020B0604030504040204" pitchFamily="50" charset="-128"/>
                <a:ea typeface="メイリオ" panose="020B0604030504040204" pitchFamily="50" charset="-128"/>
              </a:defRPr>
            </a:lvl4pPr>
            <a:lvl5pPr marL="972000"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674905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ピー用Title S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8806" y="165602"/>
            <a:ext cx="9657194" cy="360000"/>
          </a:xfrm>
          <a:solidFill>
            <a:srgbClr val="00B0F0"/>
          </a:solidFill>
        </p:spPr>
        <p:txBody>
          <a:bodyPr lIns="72000" tIns="108000" rIns="72000" bIns="72000">
            <a:noAutofit/>
          </a:bodyPr>
          <a:lstStyle>
            <a:lvl1pPr>
              <a:defRPr sz="2200">
                <a:solidFill>
                  <a:schemeClr val="bg1"/>
                </a:solidFill>
                <a:latin typeface="Meiryo UI" panose="020B0604030504040204" pitchFamily="50" charset="-128"/>
                <a:ea typeface="Meiryo UI" panose="020B0604030504040204" pitchFamily="50" charset="-128"/>
              </a:defRPr>
            </a:lvl1pPr>
          </a:lstStyle>
          <a:p>
            <a:r>
              <a:rPr lang="ja-JP" altLang="en-US" dirty="0"/>
              <a:t>タイトル（大）を入力</a:t>
            </a:r>
            <a:endParaRPr lang="en-US" dirty="0"/>
          </a:p>
        </p:txBody>
      </p:sp>
      <p:sp>
        <p:nvSpPr>
          <p:cNvPr id="3" name="Text Placeholder 2"/>
          <p:cNvSpPr>
            <a:spLocks noGrp="1"/>
          </p:cNvSpPr>
          <p:nvPr>
            <p:ph type="body" idx="1" hasCustomPrompt="1"/>
          </p:nvPr>
        </p:nvSpPr>
        <p:spPr>
          <a:xfrm>
            <a:off x="248807" y="601616"/>
            <a:ext cx="9588284" cy="330330"/>
          </a:xfrm>
          <a:prstGeom prst="rect">
            <a:avLst/>
          </a:prstGeom>
        </p:spPr>
        <p:txBody>
          <a:bodyPr lIns="90000" tIns="0" rIns="90000" bIns="0" anchor="b">
            <a:noAutofit/>
          </a:bodyPr>
          <a:lstStyle>
            <a:lvl1pPr marL="0" indent="0">
              <a:buNone/>
              <a:defRPr sz="2200" b="1">
                <a:solidFill>
                  <a:schemeClr val="tx1"/>
                </a:solidFill>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タイトル（中）を入力</a:t>
            </a:r>
          </a:p>
        </p:txBody>
      </p:sp>
      <p:sp>
        <p:nvSpPr>
          <p:cNvPr id="11" name="角丸四角形 10"/>
          <p:cNvSpPr/>
          <p:nvPr userDrawn="1"/>
        </p:nvSpPr>
        <p:spPr>
          <a:xfrm>
            <a:off x="139306" y="601616"/>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13" name="角丸四角形 12"/>
          <p:cNvSpPr/>
          <p:nvPr userDrawn="1"/>
        </p:nvSpPr>
        <p:spPr>
          <a:xfrm>
            <a:off x="248806" y="2630550"/>
            <a:ext cx="107777" cy="330581"/>
          </a:xfrm>
          <a:prstGeom prst="roundRect">
            <a:avLst/>
          </a:prstGeom>
          <a:noFill/>
          <a:ln>
            <a:solidFill>
              <a:srgbClr val="00A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10" name="正方形/長方形 9"/>
          <p:cNvSpPr/>
          <p:nvPr userDrawn="1"/>
        </p:nvSpPr>
        <p:spPr>
          <a:xfrm>
            <a:off x="0" y="165601"/>
            <a:ext cx="248806" cy="360000"/>
          </a:xfrm>
          <a:prstGeom prst="rect">
            <a:avLst/>
          </a:prstGeom>
          <a:solidFill>
            <a:srgbClr val="003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prstClr val="white"/>
              </a:solidFill>
            </a:endParaRPr>
          </a:p>
        </p:txBody>
      </p:sp>
      <p:sp>
        <p:nvSpPr>
          <p:cNvPr id="15" name="Title 1"/>
          <p:cNvSpPr txBox="1">
            <a:spLocks/>
          </p:cNvSpPr>
          <p:nvPr userDrawn="1"/>
        </p:nvSpPr>
        <p:spPr>
          <a:xfrm>
            <a:off x="248806" y="4737602"/>
            <a:ext cx="9657194" cy="360000"/>
          </a:xfrm>
          <a:prstGeom prst="rect">
            <a:avLst/>
          </a:prstGeom>
          <a:solidFill>
            <a:srgbClr val="00B0F0"/>
          </a:solidFill>
        </p:spPr>
        <p:txBody>
          <a:bodyPr vert="horz" lIns="72000" tIns="108000" rIns="72000" bIns="72000" rtlCol="0" anchor="ctr">
            <a:noAutofit/>
          </a:bodyPr>
          <a:lstStyle>
            <a:lvl1pPr algn="l" defTabSz="878275" rtl="0" eaLnBrk="1" latinLnBrk="0" hangingPunct="1">
              <a:lnSpc>
                <a:spcPct val="85000"/>
              </a:lnSpc>
              <a:spcBef>
                <a:spcPct val="0"/>
              </a:spcBef>
              <a:buNone/>
              <a:defRPr kumimoji="1" sz="2200" kern="1200" spc="-48" baseline="0">
                <a:solidFill>
                  <a:schemeClr val="bg1"/>
                </a:solidFill>
                <a:latin typeface="Meiryo UI" panose="020B0604030504040204" pitchFamily="50" charset="-128"/>
                <a:ea typeface="Meiryo UI" panose="020B0604030504040204" pitchFamily="50" charset="-128"/>
                <a:cs typeface="+mj-cs"/>
              </a:defRPr>
            </a:lvl1pPr>
          </a:lstStyle>
          <a:p>
            <a:r>
              <a:rPr lang="ja-JP" altLang="en-US" sz="2200" dirty="0"/>
              <a:t>タイトル（大）を入力</a:t>
            </a:r>
            <a:endParaRPr lang="en-US" sz="2200" dirty="0"/>
          </a:p>
        </p:txBody>
      </p:sp>
      <p:sp>
        <p:nvSpPr>
          <p:cNvPr id="16" name="正方形/長方形 15"/>
          <p:cNvSpPr/>
          <p:nvPr userDrawn="1"/>
        </p:nvSpPr>
        <p:spPr>
          <a:xfrm>
            <a:off x="0" y="4737601"/>
            <a:ext cx="248806" cy="360000"/>
          </a:xfrm>
          <a:prstGeom prst="rect">
            <a:avLst/>
          </a:prstGeom>
          <a:solidFill>
            <a:srgbClr val="003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prstClr val="white"/>
              </a:solidFill>
            </a:endParaRPr>
          </a:p>
        </p:txBody>
      </p:sp>
      <p:sp>
        <p:nvSpPr>
          <p:cNvPr id="17" name="山形 16"/>
          <p:cNvSpPr/>
          <p:nvPr userDrawn="1"/>
        </p:nvSpPr>
        <p:spPr>
          <a:xfrm>
            <a:off x="248806" y="5408183"/>
            <a:ext cx="294891" cy="333590"/>
          </a:xfrm>
          <a:prstGeom prst="chevron">
            <a:avLst/>
          </a:prstGeom>
          <a:solidFill>
            <a:srgbClr val="FFB41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solidFill>
                <a:schemeClr val="tx1"/>
              </a:solidFill>
            </a:endParaRPr>
          </a:p>
        </p:txBody>
      </p:sp>
      <p:sp>
        <p:nvSpPr>
          <p:cNvPr id="18" name="Text Placeholder 2"/>
          <p:cNvSpPr>
            <a:spLocks noGrp="1"/>
          </p:cNvSpPr>
          <p:nvPr>
            <p:ph type="body" idx="15" hasCustomPrompt="1"/>
          </p:nvPr>
        </p:nvSpPr>
        <p:spPr>
          <a:xfrm>
            <a:off x="356582" y="2620927"/>
            <a:ext cx="9480507" cy="330330"/>
          </a:xfrm>
          <a:prstGeom prst="rect">
            <a:avLst/>
          </a:prstGeom>
        </p:spPr>
        <p:txBody>
          <a:bodyPr lIns="90000" tIns="0" rIns="90000" bIns="0" anchor="b">
            <a:noAutofit/>
          </a:bodyPr>
          <a:lstStyle>
            <a:lvl1pPr marL="0" indent="0">
              <a:buNone/>
              <a:defRPr sz="2200" b="1">
                <a:solidFill>
                  <a:schemeClr val="tx1"/>
                </a:solidFill>
                <a:latin typeface="Meiryo UI" panose="020B0604030504040204" pitchFamily="50" charset="-128"/>
                <a:ea typeface="Meiryo UI" panose="020B0604030504040204" pitchFamily="50"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タイトル（小）を入力</a:t>
            </a:r>
          </a:p>
        </p:txBody>
      </p:sp>
      <p:sp>
        <p:nvSpPr>
          <p:cNvPr id="14" name="テキスト プレースホルダー 14"/>
          <p:cNvSpPr>
            <a:spLocks noGrp="1"/>
          </p:cNvSpPr>
          <p:nvPr>
            <p:ph type="body" sz="quarter" idx="10"/>
          </p:nvPr>
        </p:nvSpPr>
        <p:spPr>
          <a:xfrm>
            <a:off x="248806" y="1031236"/>
            <a:ext cx="9588283" cy="1390124"/>
          </a:xfrm>
          <a:prstGeom prst="rect">
            <a:avLst/>
          </a:prstGeom>
        </p:spPr>
        <p:txBody>
          <a:bodyPr wrap="square" lIns="0" tIns="0" rIns="0" bIns="0">
            <a:spAutoFit/>
          </a:bodyPr>
          <a:lstStyle>
            <a:lvl1pPr marL="87828" indent="-87828">
              <a:buClr>
                <a:srgbClr val="002060"/>
              </a:buClr>
              <a:buFont typeface="メイリオ" panose="020B0604030504040204" pitchFamily="50" charset="-128"/>
              <a:buChar char="▪"/>
              <a:defRPr sz="1600">
                <a:latin typeface="メイリオ" panose="020B0604030504040204" pitchFamily="50" charset="-128"/>
                <a:ea typeface="メイリオ" panose="020B0604030504040204" pitchFamily="50" charset="-128"/>
              </a:defRPr>
            </a:lvl1pPr>
            <a:lvl2pPr marL="403200" indent="-175655">
              <a:buFont typeface="Arial" panose="020B0604020202020204" pitchFamily="34" charset="0"/>
              <a:buChar char="‒"/>
              <a:defRPr sz="1600">
                <a:latin typeface="メイリオ" panose="020B0604030504040204" pitchFamily="50" charset="-128"/>
                <a:ea typeface="メイリオ" panose="020B0604030504040204" pitchFamily="50" charset="-128"/>
              </a:defRPr>
            </a:lvl2pPr>
            <a:lvl3pPr marL="576000"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3pPr>
            <a:lvl4pPr marL="799200" indent="-175655">
              <a:buFont typeface="Calibri" panose="020F0502020204030204" pitchFamily="34" charset="0"/>
              <a:buChar char="‐"/>
              <a:defRPr sz="1600">
                <a:latin typeface="メイリオ" panose="020B0604030504040204" pitchFamily="50" charset="-128"/>
                <a:ea typeface="メイリオ" panose="020B0604030504040204" pitchFamily="50" charset="-128"/>
              </a:defRPr>
            </a:lvl4pPr>
            <a:lvl5pPr marL="972000"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1" name="テキスト プレースホルダー 14"/>
          <p:cNvSpPr>
            <a:spLocks noGrp="1"/>
          </p:cNvSpPr>
          <p:nvPr>
            <p:ph type="body" sz="quarter" idx="16"/>
          </p:nvPr>
        </p:nvSpPr>
        <p:spPr>
          <a:xfrm>
            <a:off x="356582" y="3036897"/>
            <a:ext cx="9480507" cy="1390124"/>
          </a:xfrm>
          <a:prstGeom prst="rect">
            <a:avLst/>
          </a:prstGeom>
        </p:spPr>
        <p:txBody>
          <a:bodyPr wrap="square" lIns="0" tIns="0" rIns="0" bIns="0">
            <a:spAutoFit/>
          </a:bodyPr>
          <a:lstStyle>
            <a:lvl1pPr marL="87828" indent="-87828">
              <a:buClr>
                <a:srgbClr val="002060"/>
              </a:buClr>
              <a:buFont typeface="メイリオ" panose="020B0604030504040204" pitchFamily="50" charset="-128"/>
              <a:buChar char="▪"/>
              <a:defRPr sz="1600">
                <a:latin typeface="メイリオ" panose="020B0604030504040204" pitchFamily="50" charset="-128"/>
                <a:ea typeface="メイリオ" panose="020B0604030504040204" pitchFamily="50" charset="-128"/>
              </a:defRPr>
            </a:lvl1pPr>
            <a:lvl2pPr marL="403200" indent="-175655">
              <a:buFont typeface="Arial" panose="020B0604020202020204" pitchFamily="34" charset="0"/>
              <a:buChar char="‒"/>
              <a:defRPr sz="1600">
                <a:latin typeface="メイリオ" panose="020B0604030504040204" pitchFamily="50" charset="-128"/>
                <a:ea typeface="メイリオ" panose="020B0604030504040204" pitchFamily="50" charset="-128"/>
              </a:defRPr>
            </a:lvl2pPr>
            <a:lvl3pPr marL="576000"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3pPr>
            <a:lvl4pPr marL="799200" indent="-175655">
              <a:buFont typeface="Calibri" panose="020F0502020204030204" pitchFamily="34" charset="0"/>
              <a:buChar char="‐"/>
              <a:defRPr sz="1600">
                <a:latin typeface="メイリオ" panose="020B0604030504040204" pitchFamily="50" charset="-128"/>
                <a:ea typeface="メイリオ" panose="020B0604030504040204" pitchFamily="50" charset="-128"/>
              </a:defRPr>
            </a:lvl4pPr>
            <a:lvl5pPr marL="972000" indent="-175655">
              <a:buFont typeface="メイリオ" panose="020B0604030504040204" pitchFamily="50" charset="-128"/>
              <a:buChar char="◦"/>
              <a:defRPr sz="1600">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00909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大タイトル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8806" y="165602"/>
            <a:ext cx="9657194" cy="360000"/>
          </a:xfrm>
          <a:solidFill>
            <a:srgbClr val="00B0F0"/>
          </a:solidFill>
        </p:spPr>
        <p:txBody>
          <a:bodyPr lIns="72000" tIns="108000" rIns="72000" bIns="72000">
            <a:noAutofit/>
          </a:bodyPr>
          <a:lstStyle>
            <a:lvl1pPr>
              <a:defRPr sz="2200">
                <a:solidFill>
                  <a:schemeClr val="bg1"/>
                </a:solidFill>
                <a:latin typeface="Meiryo UI" panose="020B0604030504040204" pitchFamily="50" charset="-128"/>
                <a:ea typeface="Meiryo UI" panose="020B0604030504040204" pitchFamily="50" charset="-128"/>
              </a:defRPr>
            </a:lvl1pPr>
          </a:lstStyle>
          <a:p>
            <a:r>
              <a:rPr lang="ja-JP" altLang="en-US"/>
              <a:t>タイトル（大）を入力</a:t>
            </a:r>
            <a:endParaRPr lang="en-US"/>
          </a:p>
        </p:txBody>
      </p:sp>
      <p:sp>
        <p:nvSpPr>
          <p:cNvPr id="10" name="正方形/長方形 9"/>
          <p:cNvSpPr/>
          <p:nvPr userDrawn="1"/>
        </p:nvSpPr>
        <p:spPr>
          <a:xfrm>
            <a:off x="0" y="165601"/>
            <a:ext cx="248806" cy="360000"/>
          </a:xfrm>
          <a:prstGeom prst="rect">
            <a:avLst/>
          </a:prstGeom>
          <a:solidFill>
            <a:srgbClr val="003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prstClr val="white"/>
              </a:solidFill>
            </a:endParaRPr>
          </a:p>
        </p:txBody>
      </p:sp>
    </p:spTree>
    <p:extLst>
      <p:ext uri="{BB962C8B-B14F-4D97-AF65-F5344CB8AC3E}">
        <p14:creationId xmlns:p14="http://schemas.microsoft.com/office/powerpoint/2010/main" val="2486711704"/>
      </p:ext>
    </p:extLst>
  </p:cSld>
  <p:clrMapOvr>
    <a:masterClrMapping/>
  </p:clrMapOvr>
  <p:extLst>
    <p:ext uri="{DCECCB84-F9BA-43D5-87BE-67443E8EF086}">
      <p15:sldGuideLst xmlns:p15="http://schemas.microsoft.com/office/powerpoint/2012/main">
        <p15:guide id="1" orient="horz" pos="2160">
          <p15:clr>
            <a:srgbClr val="FBAE40"/>
          </p15:clr>
        </p15:guide>
        <p15:guide id="2" pos="6182">
          <p15:clr>
            <a:srgbClr val="FBAE40"/>
          </p15:clr>
        </p15:guide>
        <p15:guide id="3" orient="horz" pos="41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Only（大タイトルのみ）シンプル版">
    <p:spTree>
      <p:nvGrpSpPr>
        <p:cNvPr id="1" name=""/>
        <p:cNvGrpSpPr/>
        <p:nvPr/>
      </p:nvGrpSpPr>
      <p:grpSpPr>
        <a:xfrm>
          <a:off x="0" y="0"/>
          <a:ext cx="0" cy="0"/>
          <a:chOff x="0" y="0"/>
          <a:chExt cx="0" cy="0"/>
        </a:xfrm>
      </p:grpSpPr>
      <p:cxnSp>
        <p:nvCxnSpPr>
          <p:cNvPr id="5" name="直線コネクタ 4">
            <a:extLst>
              <a:ext uri="{FF2B5EF4-FFF2-40B4-BE49-F238E27FC236}">
                <a16:creationId xmlns:a16="http://schemas.microsoft.com/office/drawing/2014/main" id="{7649A4A4-F52F-873F-88C4-0E57A4099883}"/>
              </a:ext>
            </a:extLst>
          </p:cNvPr>
          <p:cNvCxnSpPr/>
          <p:nvPr userDrawn="1"/>
        </p:nvCxnSpPr>
        <p:spPr>
          <a:xfrm>
            <a:off x="0" y="431472"/>
            <a:ext cx="9906000" cy="0"/>
          </a:xfrm>
          <a:prstGeom prst="line">
            <a:avLst/>
          </a:prstGeom>
        </p:spPr>
        <p:style>
          <a:lnRef idx="1">
            <a:schemeClr val="dk1"/>
          </a:lnRef>
          <a:fillRef idx="0">
            <a:schemeClr val="dk1"/>
          </a:fillRef>
          <a:effectRef idx="0">
            <a:schemeClr val="dk1"/>
          </a:effectRef>
          <a:fontRef idx="minor">
            <a:schemeClr val="tx1"/>
          </a:fontRef>
        </p:style>
      </p:cxnSp>
      <p:sp>
        <p:nvSpPr>
          <p:cNvPr id="9" name="テキスト プレースホルダー 8">
            <a:extLst>
              <a:ext uri="{FF2B5EF4-FFF2-40B4-BE49-F238E27FC236}">
                <a16:creationId xmlns:a16="http://schemas.microsoft.com/office/drawing/2014/main" id="{4DFB132F-F988-1DB2-9B32-D4D822E78145}"/>
              </a:ext>
            </a:extLst>
          </p:cNvPr>
          <p:cNvSpPr>
            <a:spLocks noGrp="1"/>
          </p:cNvSpPr>
          <p:nvPr>
            <p:ph type="body" sz="quarter" idx="10"/>
          </p:nvPr>
        </p:nvSpPr>
        <p:spPr>
          <a:xfrm>
            <a:off x="215769" y="47458"/>
            <a:ext cx="9598156" cy="331200"/>
          </a:xfrm>
        </p:spPr>
        <p:txBody>
          <a:bodyPr/>
          <a:lstStyle>
            <a:lvl1pPr>
              <a:defRPr sz="2200">
                <a:latin typeface="+mj-ea"/>
                <a:ea typeface="+mj-ea"/>
              </a:defRPr>
            </a:lvl1pPr>
          </a:lstStyle>
          <a:p>
            <a:pPr lvl="0"/>
            <a:endParaRPr kumimoji="1" lang="ja-JP" altLang="en-US"/>
          </a:p>
        </p:txBody>
      </p:sp>
    </p:spTree>
    <p:extLst>
      <p:ext uri="{BB962C8B-B14F-4D97-AF65-F5344CB8AC3E}">
        <p14:creationId xmlns:p14="http://schemas.microsoft.com/office/powerpoint/2010/main" val="2355417263"/>
      </p:ext>
    </p:extLst>
  </p:cSld>
  <p:clrMapOvr>
    <a:masterClrMapping/>
  </p:clrMapOvr>
  <p:extLst>
    <p:ext uri="{DCECCB84-F9BA-43D5-87BE-67443E8EF086}">
      <p15:sldGuideLst xmlns:p15="http://schemas.microsoft.com/office/powerpoint/2012/main">
        <p15:guide id="1" orient="horz" pos="2160">
          <p15:clr>
            <a:srgbClr val="FBAE40"/>
          </p15:clr>
        </p15:guide>
        <p15:guide id="2" pos="6182">
          <p15:clr>
            <a:srgbClr val="FBAE40"/>
          </p15:clr>
        </p15:guide>
        <p15:guide id="3" orient="horz" pos="41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コンテンツB">
    <p:spTree>
      <p:nvGrpSpPr>
        <p:cNvPr id="1" name=""/>
        <p:cNvGrpSpPr/>
        <p:nvPr/>
      </p:nvGrpSpPr>
      <p:grpSpPr>
        <a:xfrm>
          <a:off x="0" y="0"/>
          <a:ext cx="0" cy="0"/>
          <a:chOff x="0" y="0"/>
          <a:chExt cx="0" cy="0"/>
        </a:xfrm>
      </p:grpSpPr>
      <p:sp>
        <p:nvSpPr>
          <p:cNvPr id="2" name="テキスト プレースホルダー 7">
            <a:extLst>
              <a:ext uri="{FF2B5EF4-FFF2-40B4-BE49-F238E27FC236}">
                <a16:creationId xmlns:a16="http://schemas.microsoft.com/office/drawing/2014/main" id="{D401EBF1-4A80-7E5F-AEFC-F54749C84F97}"/>
              </a:ext>
            </a:extLst>
          </p:cNvPr>
          <p:cNvSpPr>
            <a:spLocks noGrp="1"/>
          </p:cNvSpPr>
          <p:nvPr>
            <p:ph type="body" sz="quarter" idx="13" hasCustomPrompt="1"/>
          </p:nvPr>
        </p:nvSpPr>
        <p:spPr>
          <a:xfrm>
            <a:off x="331788" y="701993"/>
            <a:ext cx="9241200" cy="669290"/>
          </a:xfrm>
          <a:prstGeom prst="rect">
            <a:avLst/>
          </a:prstGeom>
        </p:spPr>
        <p:txBody>
          <a:bodyPr lIns="72000" tIns="36000" rIns="72000" bIns="36000"/>
          <a:lstStyle>
            <a:lvl1pPr marL="0" indent="0">
              <a:buNone/>
              <a:defRPr sz="1200">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テキストの入力</a:t>
            </a:r>
          </a:p>
        </p:txBody>
      </p:sp>
      <p:sp>
        <p:nvSpPr>
          <p:cNvPr id="3" name="タイトル 1">
            <a:extLst>
              <a:ext uri="{FF2B5EF4-FFF2-40B4-BE49-F238E27FC236}">
                <a16:creationId xmlns:a16="http://schemas.microsoft.com/office/drawing/2014/main" id="{47EAC6C0-3C6B-606B-CB37-F1281E5095E4}"/>
              </a:ext>
            </a:extLst>
          </p:cNvPr>
          <p:cNvSpPr>
            <a:spLocks noGrp="1"/>
          </p:cNvSpPr>
          <p:nvPr>
            <p:ph type="title" hasCustomPrompt="1"/>
          </p:nvPr>
        </p:nvSpPr>
        <p:spPr>
          <a:xfrm>
            <a:off x="331490" y="171662"/>
            <a:ext cx="9242723" cy="412538"/>
          </a:xfrm>
          <a:prstGeom prst="rect">
            <a:avLst/>
          </a:prstGeom>
        </p:spPr>
        <p:txBody>
          <a:bodyPr lIns="72000" tIns="36000" rIns="72000" bIns="36000"/>
          <a:lstStyle>
            <a:lvl1pPr>
              <a:defRPr sz="2000">
                <a:solidFill>
                  <a:schemeClr val="accent2"/>
                </a:solidFill>
              </a:defRPr>
            </a:lvl1pPr>
          </a:lstStyle>
          <a:p>
            <a:r>
              <a:rPr kumimoji="1" lang="en-US" altLang="ja-JP"/>
              <a:t>1-1. </a:t>
            </a:r>
            <a:r>
              <a:rPr kumimoji="1" lang="ja-JP" altLang="en-US"/>
              <a:t>目次サブタイトル</a:t>
            </a:r>
          </a:p>
        </p:txBody>
      </p:sp>
      <p:sp>
        <p:nvSpPr>
          <p:cNvPr id="6" name="テキスト プレースホルダー 5">
            <a:extLst>
              <a:ext uri="{FF2B5EF4-FFF2-40B4-BE49-F238E27FC236}">
                <a16:creationId xmlns:a16="http://schemas.microsoft.com/office/drawing/2014/main" id="{6FB85B0E-4734-E586-7C5E-02134922116B}"/>
              </a:ext>
            </a:extLst>
          </p:cNvPr>
          <p:cNvSpPr>
            <a:spLocks noGrp="1"/>
          </p:cNvSpPr>
          <p:nvPr>
            <p:ph type="body" sz="quarter" idx="14" hasCustomPrompt="1"/>
          </p:nvPr>
        </p:nvSpPr>
        <p:spPr>
          <a:xfrm>
            <a:off x="331788" y="1"/>
            <a:ext cx="9242425" cy="144779"/>
          </a:xfrm>
          <a:prstGeom prst="rect">
            <a:avLst/>
          </a:prstGeom>
        </p:spPr>
        <p:txBody>
          <a:bodyPr lIns="72000" tIns="36000" rIns="72000" bIns="36000" anchor="t"/>
          <a:lstStyle>
            <a:lvl1pPr>
              <a:defRPr sz="800" b="1"/>
            </a:lvl1pPr>
          </a:lstStyle>
          <a:p>
            <a:pPr lvl="0"/>
            <a:r>
              <a:rPr kumimoji="1" lang="en-US" altLang="ja-JP"/>
              <a:t>1. </a:t>
            </a:r>
            <a:r>
              <a:rPr kumimoji="1" lang="ja-JP" altLang="en-US"/>
              <a:t>目次タイトル</a:t>
            </a:r>
          </a:p>
        </p:txBody>
      </p:sp>
    </p:spTree>
    <p:extLst>
      <p:ext uri="{BB962C8B-B14F-4D97-AF65-F5344CB8AC3E}">
        <p14:creationId xmlns:p14="http://schemas.microsoft.com/office/powerpoint/2010/main" val="370234587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4000" y="0"/>
            <a:ext cx="9576749" cy="401896"/>
          </a:xfrm>
          <a:prstGeom prst="rect">
            <a:avLst/>
          </a:prstGeom>
          <a:solidFill>
            <a:srgbClr val="00B0F0"/>
          </a:solidFill>
        </p:spPr>
        <p:txBody>
          <a:bodyPr vert="horz" lIns="91440" tIns="45720" rIns="91440" bIns="45720" rtlCol="0" anchor="ctr">
            <a:normAutofit/>
          </a:bodyPr>
          <a:lstStyle/>
          <a:p>
            <a:endParaRPr lang="en-US"/>
          </a:p>
        </p:txBody>
      </p:sp>
      <p:sp>
        <p:nvSpPr>
          <p:cNvPr id="8" name="テキスト プレースホルダー 7"/>
          <p:cNvSpPr>
            <a:spLocks noGrp="1"/>
          </p:cNvSpPr>
          <p:nvPr>
            <p:ph type="body" idx="1"/>
          </p:nvPr>
        </p:nvSpPr>
        <p:spPr>
          <a:xfrm>
            <a:off x="324000" y="860825"/>
            <a:ext cx="9286196" cy="1390124"/>
          </a:xfrm>
          <a:prstGeom prst="rect">
            <a:avLst/>
          </a:prstGeom>
        </p:spPr>
        <p:txBody>
          <a:bodyPr vert="horz" lIns="0" tIns="0" rIns="0" bIns="0" numCol="1" rtlCol="0">
            <a:sp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Slide Number">
            <a:extLst>
              <a:ext uri="{FF2B5EF4-FFF2-40B4-BE49-F238E27FC236}">
                <a16:creationId xmlns:a16="http://schemas.microsoft.com/office/drawing/2014/main" id="{0C7FEFFD-C671-CC05-1178-7F3D04EDFA95}"/>
              </a:ext>
            </a:extLst>
          </p:cNvPr>
          <p:cNvSpPr txBox="1">
            <a:spLocks/>
          </p:cNvSpPr>
          <p:nvPr userDrawn="1"/>
        </p:nvSpPr>
        <p:spPr bwMode="auto">
          <a:xfrm>
            <a:off x="9399307" y="6509294"/>
            <a:ext cx="381809" cy="188417"/>
          </a:xfrm>
          <a:prstGeom prst="rect">
            <a:avLst/>
          </a:prstGeom>
        </p:spPr>
        <p:txBody>
          <a:bodyPr vert="horz" wrap="square" lIns="0" tIns="0" rIns="0" bIns="0" rtlCol="0" anchor="ctr">
            <a:spAutoFit/>
          </a:bodyPr>
          <a:lstStyle>
            <a:defPPr>
              <a:defRPr lang="ja-JP"/>
            </a:defPPr>
            <a:lvl1pPr>
              <a:defRPr lang="ja-JP" sz="1000" baseline="0">
                <a:latin typeface="+mn-lt"/>
              </a:defRPr>
            </a:lvl1pPr>
          </a:lstStyle>
          <a:p>
            <a:pPr algn="r" eaLnBrk="1"/>
            <a:fld id="{42C328C1-A84F-4A39-A664-DBA00541A8C6}" type="slidenum">
              <a:rPr lang="en-US" altLang="ja-JP" sz="1200" baseline="0" smtClean="0">
                <a:solidFill>
                  <a:srgbClr val="808080"/>
                </a:solidFill>
                <a:latin typeface="+mn-lt"/>
                <a:ea typeface="+mn-ea"/>
              </a:rPr>
              <a:pPr algn="r" eaLnBrk="1"/>
              <a:t>‹#›</a:t>
            </a:fld>
            <a:endParaRPr lang="ja-JP" altLang="en-US" sz="1200" baseline="0">
              <a:solidFill>
                <a:srgbClr val="808080"/>
              </a:solidFill>
              <a:latin typeface="+mn-lt"/>
              <a:ea typeface="+mn-ea"/>
            </a:endParaRPr>
          </a:p>
        </p:txBody>
      </p:sp>
      <p:pic>
        <p:nvPicPr>
          <p:cNvPr id="5" name="図 4">
            <a:extLst>
              <a:ext uri="{FF2B5EF4-FFF2-40B4-BE49-F238E27FC236}">
                <a16:creationId xmlns:a16="http://schemas.microsoft.com/office/drawing/2014/main" id="{387DA9AE-1F1B-C5FB-C326-1031BEBCD005}"/>
              </a:ext>
            </a:extLst>
          </p:cNvPr>
          <p:cNvPicPr>
            <a:picLocks noChangeAspect="1"/>
          </p:cNvPicPr>
          <p:nvPr userDrawn="1"/>
        </p:nvPicPr>
        <p:blipFill>
          <a:blip r:embed="rId11"/>
          <a:srcRect/>
          <a:stretch/>
        </p:blipFill>
        <p:spPr>
          <a:xfrm>
            <a:off x="6781393" y="6349006"/>
            <a:ext cx="2740460" cy="508993"/>
          </a:xfrm>
          <a:prstGeom prst="rect">
            <a:avLst/>
          </a:prstGeom>
        </p:spPr>
      </p:pic>
    </p:spTree>
    <p:extLst>
      <p:ext uri="{BB962C8B-B14F-4D97-AF65-F5344CB8AC3E}">
        <p14:creationId xmlns:p14="http://schemas.microsoft.com/office/powerpoint/2010/main" val="4025904239"/>
      </p:ext>
    </p:extLst>
  </p:cSld>
  <p:clrMap bg1="lt1" tx1="dk1" bg2="lt2" tx2="dk2" accent1="accent1" accent2="accent2" accent3="accent3" accent4="accent4" accent5="accent5" accent6="accent6" hlink="hlink" folHlink="folHlink"/>
  <p:sldLayoutIdLst>
    <p:sldLayoutId id="2147483703" r:id="rId1"/>
    <p:sldLayoutId id="2147483715" r:id="rId2"/>
    <p:sldLayoutId id="2147483727" r:id="rId3"/>
    <p:sldLayoutId id="2147483723" r:id="rId4"/>
    <p:sldLayoutId id="2147483726" r:id="rId5"/>
    <p:sldLayoutId id="2147483732" r:id="rId6"/>
    <p:sldLayoutId id="2147483731" r:id="rId7"/>
    <p:sldLayoutId id="2147483733" r:id="rId8"/>
    <p:sldLayoutId id="2147483735" r:id="rId9"/>
  </p:sldLayoutIdLst>
  <p:hf sldNum="0" hdr="0" ftr="0"/>
  <p:txStyles>
    <p:titleStyle>
      <a:lvl1pPr algn="l" defTabSz="878275" rtl="0" eaLnBrk="1" latinLnBrk="0" hangingPunct="1">
        <a:lnSpc>
          <a:spcPct val="85000"/>
        </a:lnSpc>
        <a:spcBef>
          <a:spcPct val="0"/>
        </a:spcBef>
        <a:buNone/>
        <a:defRPr kumimoji="1" sz="2200" kern="1200" spc="-48" baseline="0">
          <a:solidFill>
            <a:schemeClr val="bg1"/>
          </a:solidFill>
          <a:latin typeface="Meiryo UI" panose="020B0604030504040204" pitchFamily="50" charset="-128"/>
          <a:ea typeface="Meiryo UI" panose="020B0604030504040204" pitchFamily="50" charset="-128"/>
          <a:cs typeface="+mj-cs"/>
        </a:defRPr>
      </a:lvl1pPr>
    </p:titleStyle>
    <p:bodyStyle>
      <a:lvl1pPr marL="87828" indent="-87828"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Char char=" "/>
        <a:defRPr kumimoji="1" sz="1600" kern="1200">
          <a:solidFill>
            <a:schemeClr val="tx1"/>
          </a:solidFill>
          <a:latin typeface="メイリオ" panose="020B0604030504040204" pitchFamily="50" charset="-128"/>
          <a:ea typeface="メイリオ" panose="020B0604030504040204" pitchFamily="50" charset="-128"/>
          <a:cs typeface="+mn-cs"/>
        </a:defRPr>
      </a:lvl1pPr>
      <a:lvl2pPr marL="252000" indent="-175655" algn="l" defTabSz="0" rtl="0" eaLnBrk="1" latinLnBrk="0" hangingPunct="1">
        <a:lnSpc>
          <a:spcPct val="90000"/>
        </a:lnSpc>
        <a:spcBef>
          <a:spcPts val="192"/>
        </a:spcBef>
        <a:spcAft>
          <a:spcPts val="384"/>
        </a:spcAft>
        <a:buClr>
          <a:srgbClr val="002060"/>
        </a:buClr>
        <a:buFont typeface="メイリオ" panose="020B0604030504040204" pitchFamily="50" charset="-128"/>
        <a:buChar char="▪"/>
        <a:defRPr kumimoji="1" sz="1600" kern="1200">
          <a:solidFill>
            <a:schemeClr val="tx1"/>
          </a:solidFill>
          <a:latin typeface="メイリオ" panose="020B0604030504040204" pitchFamily="50" charset="-128"/>
          <a:ea typeface="メイリオ" panose="020B0604030504040204" pitchFamily="50" charset="-128"/>
          <a:cs typeface="+mn-cs"/>
        </a:defRPr>
      </a:lvl2pPr>
      <a:lvl3pPr marL="486000" indent="-175655" algn="l" defTabSz="878275" rtl="0" eaLnBrk="1" latinLnBrk="0" hangingPunct="1">
        <a:lnSpc>
          <a:spcPct val="90000"/>
        </a:lnSpc>
        <a:spcBef>
          <a:spcPts val="192"/>
        </a:spcBef>
        <a:spcAft>
          <a:spcPts val="384"/>
        </a:spcAft>
        <a:buClr>
          <a:srgbClr val="002060"/>
        </a:buClr>
        <a:buFont typeface="メイリオ" panose="020B0604030504040204" pitchFamily="50" charset="-128"/>
        <a:buChar char="–"/>
        <a:defRPr kumimoji="1" sz="1600" kern="1200">
          <a:solidFill>
            <a:schemeClr val="tx1"/>
          </a:solidFill>
          <a:latin typeface="メイリオ" panose="020B0604030504040204" pitchFamily="50" charset="-128"/>
          <a:ea typeface="メイリオ" panose="020B0604030504040204" pitchFamily="50" charset="-128"/>
          <a:cs typeface="+mn-cs"/>
        </a:defRPr>
      </a:lvl3pPr>
      <a:lvl4pPr marL="648000" indent="-175655" algn="l" defTabSz="878275" rtl="0" eaLnBrk="1" latinLnBrk="0" hangingPunct="1">
        <a:lnSpc>
          <a:spcPct val="90000"/>
        </a:lnSpc>
        <a:spcBef>
          <a:spcPts val="192"/>
        </a:spcBef>
        <a:spcAft>
          <a:spcPts val="384"/>
        </a:spcAft>
        <a:buClr>
          <a:srgbClr val="002060"/>
        </a:buClr>
        <a:buFont typeface="メイリオ" panose="020B0604030504040204" pitchFamily="50" charset="-128"/>
        <a:buChar char="▫"/>
        <a:defRPr kumimoji="1" sz="1600" kern="1200">
          <a:solidFill>
            <a:schemeClr val="tx1"/>
          </a:solidFill>
          <a:latin typeface="メイリオ" panose="020B0604030504040204" pitchFamily="50" charset="-128"/>
          <a:ea typeface="メイリオ" panose="020B0604030504040204" pitchFamily="50" charset="-128"/>
          <a:cs typeface="+mn-cs"/>
        </a:defRPr>
      </a:lvl4pPr>
      <a:lvl5pPr marL="882000" indent="-175655" algn="l" defTabSz="878275" rtl="0" eaLnBrk="1" latinLnBrk="0" hangingPunct="1">
        <a:lnSpc>
          <a:spcPct val="90000"/>
        </a:lnSpc>
        <a:spcBef>
          <a:spcPts val="192"/>
        </a:spcBef>
        <a:spcAft>
          <a:spcPts val="384"/>
        </a:spcAft>
        <a:buClr>
          <a:srgbClr val="002060"/>
        </a:buClr>
        <a:buFont typeface="Calibri" panose="020F0502020204030204" pitchFamily="34" charset="0"/>
        <a:buChar char="‐"/>
        <a:defRPr kumimoji="1" sz="1600" kern="1200">
          <a:solidFill>
            <a:schemeClr val="tx1"/>
          </a:solidFill>
          <a:latin typeface="メイリオ" panose="020B0604030504040204" pitchFamily="50" charset="-128"/>
          <a:ea typeface="メイリオ" panose="020B0604030504040204" pitchFamily="50" charset="-128"/>
          <a:cs typeface="+mn-cs"/>
        </a:defRPr>
      </a:lvl5pPr>
      <a:lvl6pPr marL="1056544" indent="-219569" algn="l" defTabSz="878275" rtl="0" eaLnBrk="1" latinLnBrk="0" hangingPunct="1">
        <a:lnSpc>
          <a:spcPct val="90000"/>
        </a:lnSpc>
        <a:spcBef>
          <a:spcPts val="192"/>
        </a:spcBef>
        <a:spcAft>
          <a:spcPts val="384"/>
        </a:spcAft>
        <a:buClr>
          <a:schemeClr val="accent1"/>
        </a:buClr>
        <a:buFont typeface="Calibri" pitchFamily="34" charset="0"/>
        <a:buChar char="◦"/>
        <a:defRPr kumimoji="1" sz="1345" kern="1200">
          <a:solidFill>
            <a:schemeClr val="tx1">
              <a:lumMod val="75000"/>
              <a:lumOff val="25000"/>
            </a:schemeClr>
          </a:solidFill>
          <a:latin typeface="+mn-lt"/>
          <a:ea typeface="+mn-ea"/>
          <a:cs typeface="+mn-cs"/>
        </a:defRPr>
      </a:lvl6pPr>
      <a:lvl7pPr marL="1248642" indent="-219569" algn="l" defTabSz="878275" rtl="0" eaLnBrk="1" latinLnBrk="0" hangingPunct="1">
        <a:lnSpc>
          <a:spcPct val="90000"/>
        </a:lnSpc>
        <a:spcBef>
          <a:spcPts val="192"/>
        </a:spcBef>
        <a:spcAft>
          <a:spcPts val="384"/>
        </a:spcAft>
        <a:buClr>
          <a:schemeClr val="accent1"/>
        </a:buClr>
        <a:buFont typeface="Calibri" pitchFamily="34" charset="0"/>
        <a:buChar char="◦"/>
        <a:defRPr kumimoji="1" sz="1345" kern="1200">
          <a:solidFill>
            <a:schemeClr val="tx1">
              <a:lumMod val="75000"/>
              <a:lumOff val="25000"/>
            </a:schemeClr>
          </a:solidFill>
          <a:latin typeface="+mn-lt"/>
          <a:ea typeface="+mn-ea"/>
          <a:cs typeface="+mn-cs"/>
        </a:defRPr>
      </a:lvl7pPr>
      <a:lvl8pPr marL="1440741" indent="-219569" algn="l" defTabSz="878275" rtl="0" eaLnBrk="1" latinLnBrk="0" hangingPunct="1">
        <a:lnSpc>
          <a:spcPct val="90000"/>
        </a:lnSpc>
        <a:spcBef>
          <a:spcPts val="192"/>
        </a:spcBef>
        <a:spcAft>
          <a:spcPts val="384"/>
        </a:spcAft>
        <a:buClr>
          <a:schemeClr val="accent1"/>
        </a:buClr>
        <a:buFont typeface="Calibri" pitchFamily="34" charset="0"/>
        <a:buChar char="◦"/>
        <a:defRPr kumimoji="1" sz="1345" kern="1200">
          <a:solidFill>
            <a:schemeClr val="tx1">
              <a:lumMod val="75000"/>
              <a:lumOff val="25000"/>
            </a:schemeClr>
          </a:solidFill>
          <a:latin typeface="+mn-lt"/>
          <a:ea typeface="+mn-ea"/>
          <a:cs typeface="+mn-cs"/>
        </a:defRPr>
      </a:lvl8pPr>
      <a:lvl9pPr marL="1632841" indent="-219569" algn="l" defTabSz="878275" rtl="0" eaLnBrk="1" latinLnBrk="0" hangingPunct="1">
        <a:lnSpc>
          <a:spcPct val="90000"/>
        </a:lnSpc>
        <a:spcBef>
          <a:spcPts val="192"/>
        </a:spcBef>
        <a:spcAft>
          <a:spcPts val="384"/>
        </a:spcAft>
        <a:buClr>
          <a:schemeClr val="accent1"/>
        </a:buClr>
        <a:buFont typeface="Calibri" pitchFamily="34" charset="0"/>
        <a:buChar char="◦"/>
        <a:defRPr kumimoji="1" sz="1345" kern="1200">
          <a:solidFill>
            <a:schemeClr val="tx1">
              <a:lumMod val="75000"/>
              <a:lumOff val="25000"/>
            </a:schemeClr>
          </a:solidFill>
          <a:latin typeface="+mn-lt"/>
          <a:ea typeface="+mn-ea"/>
          <a:cs typeface="+mn-cs"/>
        </a:defRPr>
      </a:lvl9pPr>
    </p:bodyStyle>
    <p:otherStyle>
      <a:defPPr>
        <a:defRPr lang="en-US"/>
      </a:defPPr>
      <a:lvl1pPr marL="0" algn="l" defTabSz="878275" rtl="0" eaLnBrk="1" latinLnBrk="0" hangingPunct="1">
        <a:defRPr kumimoji="1" sz="1729" kern="1200">
          <a:solidFill>
            <a:schemeClr val="tx1"/>
          </a:solidFill>
          <a:latin typeface="+mn-lt"/>
          <a:ea typeface="+mn-ea"/>
          <a:cs typeface="+mn-cs"/>
        </a:defRPr>
      </a:lvl1pPr>
      <a:lvl2pPr marL="439139" algn="l" defTabSz="878275" rtl="0" eaLnBrk="1" latinLnBrk="0" hangingPunct="1">
        <a:defRPr kumimoji="1" sz="1729" kern="1200">
          <a:solidFill>
            <a:schemeClr val="tx1"/>
          </a:solidFill>
          <a:latin typeface="+mn-lt"/>
          <a:ea typeface="+mn-ea"/>
          <a:cs typeface="+mn-cs"/>
        </a:defRPr>
      </a:lvl2pPr>
      <a:lvl3pPr marL="878275" algn="l" defTabSz="878275" rtl="0" eaLnBrk="1" latinLnBrk="0" hangingPunct="1">
        <a:defRPr kumimoji="1" sz="1729" kern="1200">
          <a:solidFill>
            <a:schemeClr val="tx1"/>
          </a:solidFill>
          <a:latin typeface="+mn-lt"/>
          <a:ea typeface="+mn-ea"/>
          <a:cs typeface="+mn-cs"/>
        </a:defRPr>
      </a:lvl3pPr>
      <a:lvl4pPr marL="1317414" algn="l" defTabSz="878275" rtl="0" eaLnBrk="1" latinLnBrk="0" hangingPunct="1">
        <a:defRPr kumimoji="1" sz="1729" kern="1200">
          <a:solidFill>
            <a:schemeClr val="tx1"/>
          </a:solidFill>
          <a:latin typeface="+mn-lt"/>
          <a:ea typeface="+mn-ea"/>
          <a:cs typeface="+mn-cs"/>
        </a:defRPr>
      </a:lvl4pPr>
      <a:lvl5pPr marL="1756552" algn="l" defTabSz="878275" rtl="0" eaLnBrk="1" latinLnBrk="0" hangingPunct="1">
        <a:defRPr kumimoji="1" sz="1729" kern="1200">
          <a:solidFill>
            <a:schemeClr val="tx1"/>
          </a:solidFill>
          <a:latin typeface="+mn-lt"/>
          <a:ea typeface="+mn-ea"/>
          <a:cs typeface="+mn-cs"/>
        </a:defRPr>
      </a:lvl5pPr>
      <a:lvl6pPr marL="2195690" algn="l" defTabSz="878275" rtl="0" eaLnBrk="1" latinLnBrk="0" hangingPunct="1">
        <a:defRPr kumimoji="1" sz="1729" kern="1200">
          <a:solidFill>
            <a:schemeClr val="tx1"/>
          </a:solidFill>
          <a:latin typeface="+mn-lt"/>
          <a:ea typeface="+mn-ea"/>
          <a:cs typeface="+mn-cs"/>
        </a:defRPr>
      </a:lvl6pPr>
      <a:lvl7pPr marL="2634827" algn="l" defTabSz="878275" rtl="0" eaLnBrk="1" latinLnBrk="0" hangingPunct="1">
        <a:defRPr kumimoji="1" sz="1729" kern="1200">
          <a:solidFill>
            <a:schemeClr val="tx1"/>
          </a:solidFill>
          <a:latin typeface="+mn-lt"/>
          <a:ea typeface="+mn-ea"/>
          <a:cs typeface="+mn-cs"/>
        </a:defRPr>
      </a:lvl7pPr>
      <a:lvl8pPr marL="3073966" algn="l" defTabSz="878275" rtl="0" eaLnBrk="1" latinLnBrk="0" hangingPunct="1">
        <a:defRPr kumimoji="1" sz="1729" kern="1200">
          <a:solidFill>
            <a:schemeClr val="tx1"/>
          </a:solidFill>
          <a:latin typeface="+mn-lt"/>
          <a:ea typeface="+mn-ea"/>
          <a:cs typeface="+mn-cs"/>
        </a:defRPr>
      </a:lvl8pPr>
      <a:lvl9pPr marL="3513103" algn="l" defTabSz="878275" rtl="0" eaLnBrk="1" latinLnBrk="0" hangingPunct="1">
        <a:defRPr kumimoji="1" sz="172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2.emf"/></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BFC6E90D-B56E-045F-FE64-E9FF5BB1EC60}"/>
              </a:ext>
            </a:extLst>
          </p:cNvPr>
          <p:cNvSpPr>
            <a:spLocks noGrp="1"/>
          </p:cNvSpPr>
          <p:nvPr>
            <p:ph type="ctrTitle"/>
          </p:nvPr>
        </p:nvSpPr>
        <p:spPr/>
        <p:txBody>
          <a:bodyPr/>
          <a:lstStyle/>
          <a:p>
            <a:r>
              <a:rPr lang="ja-JP" altLang="en-US" dirty="0"/>
              <a:t>全国的な運用開始に向けた調整事項</a:t>
            </a:r>
          </a:p>
        </p:txBody>
      </p:sp>
      <p:sp>
        <p:nvSpPr>
          <p:cNvPr id="9" name="字幕 8">
            <a:extLst>
              <a:ext uri="{FF2B5EF4-FFF2-40B4-BE49-F238E27FC236}">
                <a16:creationId xmlns:a16="http://schemas.microsoft.com/office/drawing/2014/main" id="{D5A8771B-874A-551A-36E9-40BBA03D3864}"/>
              </a:ext>
            </a:extLst>
          </p:cNvPr>
          <p:cNvSpPr>
            <a:spLocks noGrp="1"/>
          </p:cNvSpPr>
          <p:nvPr>
            <p:ph type="subTitle" idx="14"/>
          </p:nvPr>
        </p:nvSpPr>
        <p:spPr>
          <a:xfrm>
            <a:off x="2049600" y="5372694"/>
            <a:ext cx="5806800" cy="567335"/>
          </a:xfrm>
        </p:spPr>
        <p:txBody>
          <a:bodyPr/>
          <a:lstStyle/>
          <a:p>
            <a:pPr marL="0" indent="0">
              <a:buNone/>
            </a:pPr>
            <a:r>
              <a:rPr lang="ja-JP" altLang="en-US" dirty="0">
                <a:latin typeface="+mj-ea"/>
                <a:ea typeface="+mj-ea"/>
              </a:rPr>
              <a:t>情報化推進部　電子カルテ情報課</a:t>
            </a:r>
            <a:endParaRPr lang="en-US" altLang="ja-JP" dirty="0">
              <a:latin typeface="+mj-ea"/>
              <a:ea typeface="+mj-ea"/>
            </a:endParaRPr>
          </a:p>
          <a:p>
            <a:pPr marL="0" indent="0">
              <a:buNone/>
            </a:pPr>
            <a:r>
              <a:rPr lang="en-US" altLang="ja-JP" dirty="0">
                <a:latin typeface="+mj-ea"/>
                <a:ea typeface="+mj-ea"/>
              </a:rPr>
              <a:t>2026/10/13</a:t>
            </a:r>
            <a:endParaRPr lang="ja-JP" altLang="en-US" dirty="0">
              <a:latin typeface="+mj-ea"/>
              <a:ea typeface="+mj-ea"/>
            </a:endParaRPr>
          </a:p>
        </p:txBody>
      </p:sp>
      <p:sp>
        <p:nvSpPr>
          <p:cNvPr id="10" name="テキスト プレースホルダー 9">
            <a:extLst>
              <a:ext uri="{FF2B5EF4-FFF2-40B4-BE49-F238E27FC236}">
                <a16:creationId xmlns:a16="http://schemas.microsoft.com/office/drawing/2014/main" id="{B711CB61-507E-5DCF-976B-36B604C2BCE9}"/>
              </a:ext>
            </a:extLst>
          </p:cNvPr>
          <p:cNvSpPr>
            <a:spLocks noGrp="1"/>
          </p:cNvSpPr>
          <p:nvPr>
            <p:ph type="body" sz="quarter" idx="15"/>
          </p:nvPr>
        </p:nvSpPr>
        <p:spPr/>
        <p:txBody>
          <a:bodyPr/>
          <a:lstStyle/>
          <a:p>
            <a:r>
              <a:rPr lang="en-US" altLang="ja-JP" dirty="0"/>
              <a:t>Ⅱ</a:t>
            </a:r>
            <a:endParaRPr lang="ja-JP" altLang="en-US" dirty="0"/>
          </a:p>
        </p:txBody>
      </p:sp>
    </p:spTree>
    <p:extLst>
      <p:ext uri="{BB962C8B-B14F-4D97-AF65-F5344CB8AC3E}">
        <p14:creationId xmlns:p14="http://schemas.microsoft.com/office/powerpoint/2010/main" val="524250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8575B-9D92-A331-CF61-7A132CA52E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D698E2-07F6-51BF-3A72-1A5926FBC243}"/>
              </a:ext>
            </a:extLst>
          </p:cNvPr>
          <p:cNvSpPr>
            <a:spLocks noGrp="1"/>
          </p:cNvSpPr>
          <p:nvPr>
            <p:ph type="title"/>
          </p:nvPr>
        </p:nvSpPr>
        <p:spPr/>
        <p:txBody>
          <a:bodyPr/>
          <a:lstStyle/>
          <a:p>
            <a:r>
              <a:rPr lang="ja-JP" altLang="en-US" dirty="0"/>
              <a:t>全国的な運用開始に向けた調整事項</a:t>
            </a:r>
            <a:endParaRPr kumimoji="1" lang="ja-JP" altLang="en-US" dirty="0"/>
          </a:p>
        </p:txBody>
      </p:sp>
      <p:sp>
        <p:nvSpPr>
          <p:cNvPr id="4" name="Text Placeholder 2">
            <a:extLst>
              <a:ext uri="{FF2B5EF4-FFF2-40B4-BE49-F238E27FC236}">
                <a16:creationId xmlns:a16="http://schemas.microsoft.com/office/drawing/2014/main" id="{1A2EAE2B-8D8D-ABB9-AF1E-53B7D919E519}"/>
              </a:ext>
            </a:extLst>
          </p:cNvPr>
          <p:cNvSpPr txBox="1">
            <a:spLocks/>
          </p:cNvSpPr>
          <p:nvPr/>
        </p:nvSpPr>
        <p:spPr>
          <a:xfrm>
            <a:off x="248806" y="610302"/>
            <a:ext cx="9940221"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ja-JP" altLang="en-US" dirty="0"/>
              <a:t>ポータルサイト申請機能リリースに向けた調整事項</a:t>
            </a:r>
            <a:r>
              <a:rPr lang="ja-JP" altLang="en-US" sz="1600" dirty="0"/>
              <a:t>（案件</a:t>
            </a:r>
            <a:r>
              <a:rPr lang="en-US" altLang="ja-JP" sz="1600" dirty="0"/>
              <a:t>ID_166 </a:t>
            </a:r>
            <a:r>
              <a:rPr lang="ja-JP" altLang="en-US" sz="1600" dirty="0"/>
              <a:t>及び </a:t>
            </a:r>
            <a:r>
              <a:rPr lang="en-US" altLang="ja-JP" sz="1600" dirty="0"/>
              <a:t>209</a:t>
            </a:r>
            <a:r>
              <a:rPr lang="ja-JP" altLang="en-US" sz="1600" dirty="0"/>
              <a:t>）</a:t>
            </a:r>
          </a:p>
        </p:txBody>
      </p:sp>
      <p:sp>
        <p:nvSpPr>
          <p:cNvPr id="5" name="角丸四角形 10">
            <a:extLst>
              <a:ext uri="{FF2B5EF4-FFF2-40B4-BE49-F238E27FC236}">
                <a16:creationId xmlns:a16="http://schemas.microsoft.com/office/drawing/2014/main" id="{5E3D4D15-57EB-0FE6-6008-6F9369D99FD2}"/>
              </a:ext>
            </a:extLst>
          </p:cNvPr>
          <p:cNvSpPr/>
          <p:nvPr/>
        </p:nvSpPr>
        <p:spPr>
          <a:xfrm>
            <a:off x="139306" y="601616"/>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3" name="テキスト ボックス 2">
            <a:extLst>
              <a:ext uri="{FF2B5EF4-FFF2-40B4-BE49-F238E27FC236}">
                <a16:creationId xmlns:a16="http://schemas.microsoft.com/office/drawing/2014/main" id="{FE6CE53E-C75A-7FC8-8E31-3196D1BDEEFD}"/>
              </a:ext>
            </a:extLst>
          </p:cNvPr>
          <p:cNvSpPr txBox="1"/>
          <p:nvPr/>
        </p:nvSpPr>
        <p:spPr>
          <a:xfrm>
            <a:off x="427557" y="993712"/>
            <a:ext cx="7341401" cy="1034770"/>
          </a:xfrm>
          <a:prstGeom prst="rect">
            <a:avLst/>
          </a:prstGeom>
          <a:noFill/>
        </p:spPr>
        <p:txBody>
          <a:bodyPr wrap="square" rtlCol="0">
            <a:spAutoFit/>
          </a:bodyPr>
          <a:lstStyle/>
          <a:p>
            <a:r>
              <a:rPr lang="en-US" altLang="ja-JP" b="1" dirty="0">
                <a:latin typeface="+mj-ea"/>
                <a:ea typeface="+mj-ea"/>
              </a:rPr>
              <a:t>1 </a:t>
            </a:r>
            <a:r>
              <a:rPr lang="ja-JP" altLang="en-US" b="1" dirty="0">
                <a:latin typeface="+mj-ea"/>
                <a:ea typeface="+mj-ea"/>
              </a:rPr>
              <a:t>リリースについて</a:t>
            </a:r>
            <a:endParaRPr kumimoji="1" lang="en-US" altLang="ja-JP" b="1" dirty="0">
              <a:latin typeface="+mj-ea"/>
              <a:ea typeface="+mj-ea"/>
            </a:endParaRPr>
          </a:p>
          <a:p>
            <a:r>
              <a:rPr lang="ja-JP" altLang="en-US" sz="1400" dirty="0">
                <a:latin typeface="+mj-ea"/>
                <a:ea typeface="+mj-ea"/>
              </a:rPr>
              <a:t>・</a:t>
            </a:r>
            <a:r>
              <a:rPr lang="en-US" altLang="ja-JP" sz="1400" dirty="0">
                <a:latin typeface="+mj-ea"/>
                <a:ea typeface="+mj-ea"/>
              </a:rPr>
              <a:t>1-1 </a:t>
            </a:r>
            <a:r>
              <a:rPr lang="ja-JP" altLang="en-US" sz="1400" dirty="0">
                <a:latin typeface="+mj-ea"/>
                <a:ea typeface="+mj-ea"/>
              </a:rPr>
              <a:t>リリーススケジュール</a:t>
            </a:r>
            <a:endParaRPr lang="en-US" altLang="ja-JP" sz="1400" dirty="0">
              <a:latin typeface="+mj-ea"/>
              <a:ea typeface="+mj-ea"/>
            </a:endParaRPr>
          </a:p>
          <a:p>
            <a:r>
              <a:rPr lang="ja-JP" altLang="en-US" sz="1400" dirty="0">
                <a:latin typeface="+mj-ea"/>
                <a:ea typeface="+mj-ea"/>
              </a:rPr>
              <a:t>・</a:t>
            </a:r>
            <a:r>
              <a:rPr lang="en-US" altLang="ja-JP" sz="1400" dirty="0">
                <a:latin typeface="+mj-ea"/>
                <a:ea typeface="+mj-ea"/>
              </a:rPr>
              <a:t>1-2 </a:t>
            </a:r>
            <a:r>
              <a:rPr lang="ja-JP" altLang="en-US" sz="1400" dirty="0">
                <a:latin typeface="+mj-ea"/>
                <a:ea typeface="+mj-ea"/>
              </a:rPr>
              <a:t>リリース判定について</a:t>
            </a:r>
            <a:endParaRPr lang="en-US" altLang="ja-JP" sz="1400" dirty="0">
              <a:latin typeface="+mj-ea"/>
              <a:ea typeface="+mj-ea"/>
            </a:endParaRPr>
          </a:p>
          <a:p>
            <a:r>
              <a:rPr kumimoji="1" lang="ja-JP" altLang="en-US" sz="1400" dirty="0">
                <a:latin typeface="+mj-ea"/>
                <a:ea typeface="+mj-ea"/>
              </a:rPr>
              <a:t>・</a:t>
            </a:r>
            <a:r>
              <a:rPr kumimoji="1" lang="en-US" altLang="ja-JP" sz="1400" dirty="0">
                <a:latin typeface="+mj-ea"/>
                <a:ea typeface="+mj-ea"/>
              </a:rPr>
              <a:t>1-3 </a:t>
            </a:r>
            <a:r>
              <a:rPr kumimoji="1" lang="ja-JP" altLang="en-US" sz="1400" dirty="0">
                <a:latin typeface="+mj-ea"/>
                <a:ea typeface="+mj-ea"/>
              </a:rPr>
              <a:t>リリースに伴うポータルサイトの閉塞期間と周知について</a:t>
            </a:r>
          </a:p>
        </p:txBody>
      </p:sp>
      <p:sp>
        <p:nvSpPr>
          <p:cNvPr id="7" name="テキスト ボックス 6">
            <a:extLst>
              <a:ext uri="{FF2B5EF4-FFF2-40B4-BE49-F238E27FC236}">
                <a16:creationId xmlns:a16="http://schemas.microsoft.com/office/drawing/2014/main" id="{26594728-9FE9-C1B3-82B4-CB18B40CA8CC}"/>
              </a:ext>
            </a:extLst>
          </p:cNvPr>
          <p:cNvSpPr txBox="1"/>
          <p:nvPr/>
        </p:nvSpPr>
        <p:spPr>
          <a:xfrm>
            <a:off x="427557" y="2022817"/>
            <a:ext cx="9100355" cy="1250214"/>
          </a:xfrm>
          <a:prstGeom prst="rect">
            <a:avLst/>
          </a:prstGeom>
          <a:noFill/>
        </p:spPr>
        <p:txBody>
          <a:bodyPr wrap="square" rtlCol="0">
            <a:spAutoFit/>
          </a:bodyPr>
          <a:lstStyle/>
          <a:p>
            <a:r>
              <a:rPr lang="en-US" altLang="ja-JP" b="1" dirty="0">
                <a:latin typeface="+mj-ea"/>
                <a:ea typeface="+mj-ea"/>
              </a:rPr>
              <a:t>2 </a:t>
            </a:r>
            <a:r>
              <a:rPr lang="ja-JP" altLang="en-US" b="1" dirty="0">
                <a:latin typeface="+mj-ea"/>
                <a:ea typeface="+mj-ea"/>
              </a:rPr>
              <a:t>申請機能</a:t>
            </a:r>
            <a:endParaRPr kumimoji="1" lang="en-US" altLang="ja-JP" b="1" dirty="0">
              <a:latin typeface="+mj-ea"/>
              <a:ea typeface="+mj-ea"/>
            </a:endParaRPr>
          </a:p>
          <a:p>
            <a:r>
              <a:rPr lang="ja-JP" altLang="en-US" sz="1400" dirty="0">
                <a:latin typeface="+mj-ea"/>
                <a:ea typeface="+mj-ea"/>
              </a:rPr>
              <a:t>・</a:t>
            </a:r>
            <a:r>
              <a:rPr lang="en-US" altLang="ja-JP" sz="1400" dirty="0">
                <a:latin typeface="+mj-ea"/>
                <a:ea typeface="+mj-ea"/>
              </a:rPr>
              <a:t>2-1 </a:t>
            </a:r>
            <a:r>
              <a:rPr lang="zh-TW" altLang="en-US" sz="1400" dirty="0">
                <a:latin typeface="+mj-ea"/>
                <a:ea typeface="+mj-ea"/>
              </a:rPr>
              <a:t>「運用開始日」名称変更</a:t>
            </a:r>
            <a:endParaRPr lang="en-US" altLang="zh-TW" sz="1400" dirty="0">
              <a:latin typeface="+mj-ea"/>
              <a:ea typeface="+mj-ea"/>
            </a:endParaRPr>
          </a:p>
          <a:p>
            <a:r>
              <a:rPr kumimoji="1" lang="ja-JP" altLang="en-US" sz="1400" dirty="0">
                <a:latin typeface="+mj-ea"/>
                <a:ea typeface="+mj-ea"/>
              </a:rPr>
              <a:t>・</a:t>
            </a:r>
            <a:r>
              <a:rPr kumimoji="1" lang="en-US" altLang="ja-JP" sz="1400" dirty="0">
                <a:latin typeface="+mj-ea"/>
                <a:ea typeface="+mj-ea"/>
              </a:rPr>
              <a:t>2-2 </a:t>
            </a:r>
            <a:r>
              <a:rPr lang="ja-JP" altLang="en-US" sz="1400" dirty="0">
                <a:latin typeface="+mj-ea"/>
                <a:ea typeface="+mj-ea"/>
              </a:rPr>
              <a:t>運用開始日入力チェック</a:t>
            </a:r>
            <a:endParaRPr lang="en-US" altLang="ja-JP" sz="1400" dirty="0">
              <a:latin typeface="+mj-ea"/>
              <a:ea typeface="+mj-ea"/>
            </a:endParaRPr>
          </a:p>
          <a:p>
            <a:r>
              <a:rPr kumimoji="1" lang="ja-JP" altLang="en-US" sz="1400" dirty="0">
                <a:latin typeface="+mj-ea"/>
                <a:ea typeface="+mj-ea"/>
              </a:rPr>
              <a:t>・</a:t>
            </a:r>
            <a:r>
              <a:rPr kumimoji="1" lang="en-US" altLang="ja-JP" sz="1400" dirty="0">
                <a:latin typeface="+mj-ea"/>
                <a:ea typeface="+mj-ea"/>
              </a:rPr>
              <a:t>2-3 </a:t>
            </a:r>
            <a:r>
              <a:rPr kumimoji="1" lang="ja-JP" altLang="en-US" sz="1400" dirty="0">
                <a:latin typeface="+mj-ea"/>
                <a:ea typeface="+mj-ea"/>
              </a:rPr>
              <a:t>閉塞中の挙動について</a:t>
            </a:r>
            <a:endParaRPr kumimoji="1" lang="en-US" altLang="ja-JP" sz="1400" dirty="0">
              <a:latin typeface="+mj-ea"/>
              <a:ea typeface="+mj-ea"/>
            </a:endParaRPr>
          </a:p>
          <a:p>
            <a:r>
              <a:rPr kumimoji="1" lang="ja-JP" altLang="en-US" sz="1400" dirty="0">
                <a:latin typeface="+mj-ea"/>
                <a:ea typeface="+mj-ea"/>
              </a:rPr>
              <a:t>・</a:t>
            </a:r>
            <a:r>
              <a:rPr kumimoji="1" lang="en-US" altLang="ja-JP" sz="1400" dirty="0">
                <a:latin typeface="+mj-ea"/>
                <a:ea typeface="+mj-ea"/>
              </a:rPr>
              <a:t>2-4 </a:t>
            </a:r>
            <a:r>
              <a:rPr kumimoji="1" lang="ja-JP" altLang="en-US" sz="1400" dirty="0">
                <a:latin typeface="+mj-ea"/>
                <a:ea typeface="+mj-ea"/>
              </a:rPr>
              <a:t>歯科調剤の運用開始日登録閉塞中の画面メッセージ</a:t>
            </a:r>
            <a:endParaRPr kumimoji="1" lang="en-US" altLang="ja-JP" sz="1400" dirty="0">
              <a:latin typeface="+mj-ea"/>
              <a:ea typeface="+mj-ea"/>
            </a:endParaRPr>
          </a:p>
        </p:txBody>
      </p:sp>
      <p:sp>
        <p:nvSpPr>
          <p:cNvPr id="10" name="テキスト ボックス 9">
            <a:extLst>
              <a:ext uri="{FF2B5EF4-FFF2-40B4-BE49-F238E27FC236}">
                <a16:creationId xmlns:a16="http://schemas.microsoft.com/office/drawing/2014/main" id="{45F23607-3EC2-BE95-08FE-CC6104AA128A}"/>
              </a:ext>
            </a:extLst>
          </p:cNvPr>
          <p:cNvSpPr txBox="1"/>
          <p:nvPr/>
        </p:nvSpPr>
        <p:spPr>
          <a:xfrm>
            <a:off x="427557" y="3275377"/>
            <a:ext cx="9267875" cy="819327"/>
          </a:xfrm>
          <a:prstGeom prst="rect">
            <a:avLst/>
          </a:prstGeom>
          <a:noFill/>
        </p:spPr>
        <p:txBody>
          <a:bodyPr wrap="square" rtlCol="0">
            <a:spAutoFit/>
          </a:bodyPr>
          <a:lstStyle/>
          <a:p>
            <a:r>
              <a:rPr lang="en-US" altLang="ja-JP" b="1" dirty="0">
                <a:latin typeface="+mj-ea"/>
                <a:ea typeface="+mj-ea"/>
              </a:rPr>
              <a:t>3 </a:t>
            </a:r>
            <a:r>
              <a:rPr lang="ja-JP" altLang="en-US" b="1" dirty="0">
                <a:latin typeface="+mj-ea"/>
                <a:ea typeface="+mj-ea"/>
              </a:rPr>
              <a:t>ポータルサイトからの返却メール</a:t>
            </a:r>
            <a:endParaRPr kumimoji="1" lang="en-US" altLang="ja-JP" b="1" dirty="0">
              <a:latin typeface="+mj-ea"/>
              <a:ea typeface="+mj-ea"/>
            </a:endParaRPr>
          </a:p>
          <a:p>
            <a:r>
              <a:rPr lang="ja-JP" altLang="en-US" sz="1400" dirty="0">
                <a:latin typeface="+mj-ea"/>
                <a:ea typeface="+mj-ea"/>
              </a:rPr>
              <a:t>・</a:t>
            </a:r>
            <a:r>
              <a:rPr lang="en-US" altLang="ja-JP" sz="1400" dirty="0">
                <a:latin typeface="+mj-ea"/>
                <a:ea typeface="+mj-ea"/>
              </a:rPr>
              <a:t>3-1 </a:t>
            </a:r>
            <a:r>
              <a:rPr lang="ja-JP" altLang="en-US" sz="1400" dirty="0">
                <a:latin typeface="+mj-ea"/>
                <a:ea typeface="+mj-ea"/>
              </a:rPr>
              <a:t>利用開始申請及び運用開始日登録後の返却メール</a:t>
            </a:r>
            <a:endParaRPr lang="en-US" altLang="ja-JP" sz="1400" dirty="0">
              <a:latin typeface="+mj-ea"/>
              <a:ea typeface="+mj-ea"/>
            </a:endParaRPr>
          </a:p>
          <a:p>
            <a:r>
              <a:rPr lang="ja-JP" altLang="en-US" sz="1400" dirty="0">
                <a:latin typeface="+mj-ea"/>
                <a:ea typeface="+mj-ea"/>
              </a:rPr>
              <a:t>・</a:t>
            </a:r>
            <a:r>
              <a:rPr lang="en-US" altLang="ja-JP" sz="1400" dirty="0">
                <a:latin typeface="+mj-ea"/>
                <a:ea typeface="+mj-ea"/>
              </a:rPr>
              <a:t>3-2 </a:t>
            </a:r>
            <a:r>
              <a:rPr lang="ja-JP" altLang="en-US" sz="1400" dirty="0">
                <a:latin typeface="+mj-ea"/>
                <a:ea typeface="+mj-ea"/>
              </a:rPr>
              <a:t>運用開始日登録画面に貼る準備作業手引き</a:t>
            </a:r>
            <a:r>
              <a:rPr lang="en-US" altLang="ja-JP" sz="1400" dirty="0">
                <a:latin typeface="+mj-ea"/>
                <a:ea typeface="+mj-ea"/>
              </a:rPr>
              <a:t>URL</a:t>
            </a:r>
          </a:p>
        </p:txBody>
      </p:sp>
      <p:sp>
        <p:nvSpPr>
          <p:cNvPr id="9" name="Text Placeholder 2">
            <a:extLst>
              <a:ext uri="{FF2B5EF4-FFF2-40B4-BE49-F238E27FC236}">
                <a16:creationId xmlns:a16="http://schemas.microsoft.com/office/drawing/2014/main" id="{AF484EE3-1AFC-4A63-E955-EFBA1BA0954C}"/>
              </a:ext>
            </a:extLst>
          </p:cNvPr>
          <p:cNvSpPr txBox="1">
            <a:spLocks/>
          </p:cNvSpPr>
          <p:nvPr/>
        </p:nvSpPr>
        <p:spPr>
          <a:xfrm>
            <a:off x="194056" y="4836853"/>
            <a:ext cx="9588284"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ja-JP" altLang="en-US" dirty="0"/>
              <a:t>参加医療機関リストの形式</a:t>
            </a:r>
          </a:p>
        </p:txBody>
      </p:sp>
      <p:sp>
        <p:nvSpPr>
          <p:cNvPr id="13" name="角丸四角形 10">
            <a:extLst>
              <a:ext uri="{FF2B5EF4-FFF2-40B4-BE49-F238E27FC236}">
                <a16:creationId xmlns:a16="http://schemas.microsoft.com/office/drawing/2014/main" id="{B1DD0579-623D-CCF0-C596-22A67AB9A71F}"/>
              </a:ext>
            </a:extLst>
          </p:cNvPr>
          <p:cNvSpPr/>
          <p:nvPr/>
        </p:nvSpPr>
        <p:spPr>
          <a:xfrm>
            <a:off x="139306" y="4836602"/>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16" name="テキスト ボックス 15">
            <a:extLst>
              <a:ext uri="{FF2B5EF4-FFF2-40B4-BE49-F238E27FC236}">
                <a16:creationId xmlns:a16="http://schemas.microsoft.com/office/drawing/2014/main" id="{A0A293FC-8A12-F57E-C469-87276688A809}"/>
              </a:ext>
            </a:extLst>
          </p:cNvPr>
          <p:cNvSpPr txBox="1"/>
          <p:nvPr/>
        </p:nvSpPr>
        <p:spPr>
          <a:xfrm>
            <a:off x="427557" y="5220263"/>
            <a:ext cx="9163172" cy="819327"/>
          </a:xfrm>
          <a:prstGeom prst="rect">
            <a:avLst/>
          </a:prstGeom>
          <a:noFill/>
        </p:spPr>
        <p:txBody>
          <a:bodyPr wrap="square" rtlCol="0">
            <a:spAutoFit/>
          </a:bodyPr>
          <a:lstStyle/>
          <a:p>
            <a:r>
              <a:rPr lang="en-US" altLang="ja-JP" b="1" dirty="0">
                <a:latin typeface="+mj-ea"/>
                <a:ea typeface="+mj-ea"/>
              </a:rPr>
              <a:t>5 </a:t>
            </a:r>
            <a:r>
              <a:rPr lang="ja-JP" altLang="en-US" b="1" dirty="0">
                <a:latin typeface="+mj-ea"/>
                <a:ea typeface="+mj-ea"/>
              </a:rPr>
              <a:t>参加医療機関リスト</a:t>
            </a:r>
            <a:endParaRPr kumimoji="1" lang="en-US" altLang="ja-JP" b="1" dirty="0">
              <a:latin typeface="+mj-ea"/>
              <a:ea typeface="+mj-ea"/>
            </a:endParaRPr>
          </a:p>
          <a:p>
            <a:r>
              <a:rPr lang="ja-JP" altLang="en-US" sz="1400" dirty="0">
                <a:latin typeface="+mj-ea"/>
                <a:ea typeface="+mj-ea"/>
              </a:rPr>
              <a:t>・</a:t>
            </a:r>
            <a:r>
              <a:rPr lang="en-US" altLang="ja-JP" sz="1400" dirty="0">
                <a:latin typeface="+mj-ea"/>
                <a:ea typeface="+mj-ea"/>
              </a:rPr>
              <a:t>5-1 </a:t>
            </a:r>
            <a:r>
              <a:rPr lang="ja-JP" altLang="en-US" sz="1400" dirty="0">
                <a:latin typeface="+mj-ea"/>
              </a:rPr>
              <a:t>オン資・電処・電カル共有共通リストの形式</a:t>
            </a:r>
            <a:endParaRPr lang="en-US" altLang="ja-JP" sz="1400" dirty="0">
              <a:latin typeface="+mj-ea"/>
            </a:endParaRPr>
          </a:p>
          <a:p>
            <a:r>
              <a:rPr kumimoji="1" lang="ja-JP" altLang="en-US" sz="1400" dirty="0">
                <a:latin typeface="+mj-ea"/>
                <a:ea typeface="+mj-ea"/>
              </a:rPr>
              <a:t>・</a:t>
            </a:r>
            <a:r>
              <a:rPr kumimoji="1" lang="en-US" altLang="ja-JP" sz="1400" dirty="0">
                <a:latin typeface="+mj-ea"/>
                <a:ea typeface="+mj-ea"/>
              </a:rPr>
              <a:t>5-2 </a:t>
            </a:r>
            <a:r>
              <a:rPr lang="ja-JP" altLang="en-US" sz="1400" dirty="0">
                <a:latin typeface="+mj-ea"/>
              </a:rPr>
              <a:t>電カル共有単独リストの形式</a:t>
            </a:r>
            <a:endParaRPr kumimoji="1" lang="en-US" altLang="ja-JP" sz="1400" dirty="0">
              <a:latin typeface="+mj-ea"/>
              <a:ea typeface="+mj-ea"/>
            </a:endParaRPr>
          </a:p>
        </p:txBody>
      </p:sp>
      <p:sp>
        <p:nvSpPr>
          <p:cNvPr id="8" name="テキスト ボックス 7">
            <a:extLst>
              <a:ext uri="{FF2B5EF4-FFF2-40B4-BE49-F238E27FC236}">
                <a16:creationId xmlns:a16="http://schemas.microsoft.com/office/drawing/2014/main" id="{9942C604-CB96-2946-A915-925DC69BE252}"/>
              </a:ext>
            </a:extLst>
          </p:cNvPr>
          <p:cNvSpPr txBox="1"/>
          <p:nvPr/>
        </p:nvSpPr>
        <p:spPr>
          <a:xfrm>
            <a:off x="427557" y="4094704"/>
            <a:ext cx="9267875" cy="603883"/>
          </a:xfrm>
          <a:prstGeom prst="rect">
            <a:avLst/>
          </a:prstGeom>
          <a:noFill/>
        </p:spPr>
        <p:txBody>
          <a:bodyPr wrap="square" rtlCol="0">
            <a:spAutoFit/>
          </a:bodyPr>
          <a:lstStyle/>
          <a:p>
            <a:r>
              <a:rPr kumimoji="1" lang="en-US" altLang="ja-JP" b="1" dirty="0">
                <a:latin typeface="+mj-ea"/>
                <a:ea typeface="+mj-ea"/>
              </a:rPr>
              <a:t>4 </a:t>
            </a:r>
            <a:r>
              <a:rPr kumimoji="1" lang="ja-JP" altLang="en-US" b="1" dirty="0">
                <a:latin typeface="+mj-ea"/>
                <a:ea typeface="+mj-ea"/>
              </a:rPr>
              <a:t>掲載先</a:t>
            </a:r>
            <a:r>
              <a:rPr kumimoji="1" lang="en-US" altLang="ja-JP" b="1" dirty="0">
                <a:latin typeface="+mj-ea"/>
                <a:ea typeface="+mj-ea"/>
              </a:rPr>
              <a:t>URL</a:t>
            </a:r>
            <a:r>
              <a:rPr kumimoji="1" lang="ja-JP" altLang="en-US" b="1" dirty="0">
                <a:latin typeface="+mj-ea"/>
                <a:ea typeface="+mj-ea"/>
              </a:rPr>
              <a:t>等</a:t>
            </a:r>
            <a:endParaRPr kumimoji="1" lang="en-US" altLang="ja-JP" b="1" dirty="0">
              <a:latin typeface="+mj-ea"/>
              <a:ea typeface="+mj-ea"/>
            </a:endParaRPr>
          </a:p>
          <a:p>
            <a:r>
              <a:rPr lang="ja-JP" altLang="en-US" sz="1400" dirty="0">
                <a:latin typeface="+mj-ea"/>
                <a:ea typeface="+mj-ea"/>
              </a:rPr>
              <a:t>・</a:t>
            </a:r>
            <a:r>
              <a:rPr lang="en-US" altLang="ja-JP" sz="1400" dirty="0">
                <a:latin typeface="+mj-ea"/>
                <a:ea typeface="+mj-ea"/>
              </a:rPr>
              <a:t>4-1 </a:t>
            </a:r>
            <a:r>
              <a:rPr lang="ja-JP" altLang="en-US" sz="1400" dirty="0">
                <a:latin typeface="+mj-ea"/>
                <a:ea typeface="+mj-ea"/>
              </a:rPr>
              <a:t>運用開始日登録画面に貼る準備作業手引き</a:t>
            </a:r>
            <a:r>
              <a:rPr lang="en-US" altLang="ja-JP" sz="1400" dirty="0">
                <a:latin typeface="+mj-ea"/>
                <a:ea typeface="+mj-ea"/>
              </a:rPr>
              <a:t>URL</a:t>
            </a:r>
            <a:endParaRPr lang="ja-JP" altLang="en-US" sz="1400" dirty="0">
              <a:latin typeface="+mj-ea"/>
              <a:ea typeface="+mj-ea"/>
            </a:endParaRPr>
          </a:p>
        </p:txBody>
      </p:sp>
      <p:sp>
        <p:nvSpPr>
          <p:cNvPr id="6" name="テキスト ボックス 5">
            <a:extLst>
              <a:ext uri="{FF2B5EF4-FFF2-40B4-BE49-F238E27FC236}">
                <a16:creationId xmlns:a16="http://schemas.microsoft.com/office/drawing/2014/main" id="{BA7B7F43-A3F6-A6D7-0286-3EF7FA137F68}"/>
              </a:ext>
            </a:extLst>
          </p:cNvPr>
          <p:cNvSpPr txBox="1"/>
          <p:nvPr/>
        </p:nvSpPr>
        <p:spPr>
          <a:xfrm>
            <a:off x="1080955" y="6353844"/>
            <a:ext cx="6426884" cy="400110"/>
          </a:xfrm>
          <a:prstGeom prst="rect">
            <a:avLst/>
          </a:prstGeom>
          <a:noFill/>
        </p:spPr>
        <p:txBody>
          <a:bodyPr wrap="square" rtlCol="0">
            <a:spAutoFit/>
          </a:bodyPr>
          <a:lstStyle/>
          <a:p>
            <a:r>
              <a:rPr kumimoji="1" lang="en-US" altLang="ja-JP" sz="1600" dirty="0">
                <a:latin typeface="+mj-ea"/>
                <a:ea typeface="+mj-ea"/>
              </a:rPr>
              <a:t>10</a:t>
            </a:r>
            <a:r>
              <a:rPr kumimoji="1" lang="ja-JP" altLang="en-US" sz="1600" dirty="0">
                <a:latin typeface="+mj-ea"/>
                <a:ea typeface="+mj-ea"/>
              </a:rPr>
              <a:t>月末までに確定及び回答をいただきたい項目に</a:t>
            </a:r>
            <a:r>
              <a:rPr kumimoji="1" lang="ja-JP" altLang="en-US" sz="2000" dirty="0">
                <a:latin typeface="+mj-ea"/>
                <a:ea typeface="+mj-ea"/>
              </a:rPr>
              <a:t>★</a:t>
            </a:r>
            <a:r>
              <a:rPr kumimoji="1" lang="ja-JP" altLang="en-US" sz="1600" dirty="0">
                <a:latin typeface="+mj-ea"/>
                <a:ea typeface="+mj-ea"/>
              </a:rPr>
              <a:t>を付しています。</a:t>
            </a:r>
          </a:p>
        </p:txBody>
      </p:sp>
      <p:sp>
        <p:nvSpPr>
          <p:cNvPr id="11" name="テキスト ボックス 10">
            <a:extLst>
              <a:ext uri="{FF2B5EF4-FFF2-40B4-BE49-F238E27FC236}">
                <a16:creationId xmlns:a16="http://schemas.microsoft.com/office/drawing/2014/main" id="{94449EF2-75A9-F30F-046F-617041B1D825}"/>
              </a:ext>
            </a:extLst>
          </p:cNvPr>
          <p:cNvSpPr txBox="1"/>
          <p:nvPr/>
        </p:nvSpPr>
        <p:spPr>
          <a:xfrm>
            <a:off x="194056" y="2319788"/>
            <a:ext cx="611892" cy="369332"/>
          </a:xfrm>
          <a:prstGeom prst="rect">
            <a:avLst/>
          </a:prstGeom>
          <a:noFill/>
        </p:spPr>
        <p:txBody>
          <a:bodyPr wrap="square" rtlCol="0">
            <a:spAutoFit/>
          </a:bodyPr>
          <a:lstStyle/>
          <a:p>
            <a:r>
              <a:rPr kumimoji="1" lang="ja-JP" altLang="en-US" sz="1800" dirty="0"/>
              <a:t>★</a:t>
            </a:r>
          </a:p>
        </p:txBody>
      </p:sp>
      <p:sp>
        <p:nvSpPr>
          <p:cNvPr id="14" name="テキスト ボックス 13">
            <a:extLst>
              <a:ext uri="{FF2B5EF4-FFF2-40B4-BE49-F238E27FC236}">
                <a16:creationId xmlns:a16="http://schemas.microsoft.com/office/drawing/2014/main" id="{9CDDB56D-8CD3-EE75-14C6-1FC4A5603B9B}"/>
              </a:ext>
            </a:extLst>
          </p:cNvPr>
          <p:cNvSpPr txBox="1"/>
          <p:nvPr/>
        </p:nvSpPr>
        <p:spPr>
          <a:xfrm>
            <a:off x="194056" y="2530994"/>
            <a:ext cx="611892" cy="369332"/>
          </a:xfrm>
          <a:prstGeom prst="rect">
            <a:avLst/>
          </a:prstGeom>
          <a:noFill/>
        </p:spPr>
        <p:txBody>
          <a:bodyPr wrap="square" rtlCol="0">
            <a:spAutoFit/>
          </a:bodyPr>
          <a:lstStyle/>
          <a:p>
            <a:r>
              <a:rPr kumimoji="1" lang="ja-JP" altLang="en-US" sz="1800" dirty="0"/>
              <a:t>★</a:t>
            </a:r>
          </a:p>
        </p:txBody>
      </p:sp>
      <p:sp>
        <p:nvSpPr>
          <p:cNvPr id="17" name="テキスト ボックス 16">
            <a:extLst>
              <a:ext uri="{FF2B5EF4-FFF2-40B4-BE49-F238E27FC236}">
                <a16:creationId xmlns:a16="http://schemas.microsoft.com/office/drawing/2014/main" id="{FA5C56C9-F51E-19DE-DEBC-4BEC55078831}"/>
              </a:ext>
            </a:extLst>
          </p:cNvPr>
          <p:cNvSpPr txBox="1"/>
          <p:nvPr/>
        </p:nvSpPr>
        <p:spPr>
          <a:xfrm>
            <a:off x="194056" y="3540581"/>
            <a:ext cx="611892" cy="369332"/>
          </a:xfrm>
          <a:prstGeom prst="rect">
            <a:avLst/>
          </a:prstGeom>
          <a:noFill/>
        </p:spPr>
        <p:txBody>
          <a:bodyPr wrap="square" rtlCol="0">
            <a:spAutoFit/>
          </a:bodyPr>
          <a:lstStyle/>
          <a:p>
            <a:r>
              <a:rPr kumimoji="1" lang="ja-JP" altLang="en-US" sz="1800" dirty="0"/>
              <a:t>★</a:t>
            </a:r>
          </a:p>
        </p:txBody>
      </p:sp>
      <p:sp>
        <p:nvSpPr>
          <p:cNvPr id="19" name="テキスト ボックス 18">
            <a:extLst>
              <a:ext uri="{FF2B5EF4-FFF2-40B4-BE49-F238E27FC236}">
                <a16:creationId xmlns:a16="http://schemas.microsoft.com/office/drawing/2014/main" id="{E583ECDE-553A-3004-F630-24A903F0F735}"/>
              </a:ext>
            </a:extLst>
          </p:cNvPr>
          <p:cNvSpPr txBox="1"/>
          <p:nvPr/>
        </p:nvSpPr>
        <p:spPr>
          <a:xfrm>
            <a:off x="194056" y="5688063"/>
            <a:ext cx="611892" cy="369332"/>
          </a:xfrm>
          <a:prstGeom prst="rect">
            <a:avLst/>
          </a:prstGeom>
          <a:noFill/>
        </p:spPr>
        <p:txBody>
          <a:bodyPr wrap="square" rtlCol="0">
            <a:spAutoFit/>
          </a:bodyPr>
          <a:lstStyle/>
          <a:p>
            <a:r>
              <a:rPr kumimoji="1" lang="ja-JP" altLang="en-US" sz="1800" dirty="0"/>
              <a:t>★</a:t>
            </a:r>
          </a:p>
        </p:txBody>
      </p:sp>
      <p:sp>
        <p:nvSpPr>
          <p:cNvPr id="21" name="テキスト ボックス 20">
            <a:extLst>
              <a:ext uri="{FF2B5EF4-FFF2-40B4-BE49-F238E27FC236}">
                <a16:creationId xmlns:a16="http://schemas.microsoft.com/office/drawing/2014/main" id="{850EC5D6-A851-534C-3D26-8C338B0813A8}"/>
              </a:ext>
            </a:extLst>
          </p:cNvPr>
          <p:cNvSpPr txBox="1"/>
          <p:nvPr/>
        </p:nvSpPr>
        <p:spPr>
          <a:xfrm>
            <a:off x="194056" y="5476857"/>
            <a:ext cx="611892" cy="369332"/>
          </a:xfrm>
          <a:prstGeom prst="rect">
            <a:avLst/>
          </a:prstGeom>
          <a:noFill/>
        </p:spPr>
        <p:txBody>
          <a:bodyPr wrap="square" rtlCol="0">
            <a:spAutoFit/>
          </a:bodyPr>
          <a:lstStyle/>
          <a:p>
            <a:r>
              <a:rPr kumimoji="1" lang="ja-JP" altLang="en-US" sz="1800" dirty="0"/>
              <a:t>★</a:t>
            </a:r>
          </a:p>
        </p:txBody>
      </p:sp>
      <p:sp>
        <p:nvSpPr>
          <p:cNvPr id="23" name="テキスト ボックス 22">
            <a:extLst>
              <a:ext uri="{FF2B5EF4-FFF2-40B4-BE49-F238E27FC236}">
                <a16:creationId xmlns:a16="http://schemas.microsoft.com/office/drawing/2014/main" id="{465B9C51-DA57-5040-634D-C420E4373897}"/>
              </a:ext>
            </a:extLst>
          </p:cNvPr>
          <p:cNvSpPr txBox="1"/>
          <p:nvPr/>
        </p:nvSpPr>
        <p:spPr>
          <a:xfrm>
            <a:off x="194056" y="2736844"/>
            <a:ext cx="611892" cy="369332"/>
          </a:xfrm>
          <a:prstGeom prst="rect">
            <a:avLst/>
          </a:prstGeom>
          <a:noFill/>
        </p:spPr>
        <p:txBody>
          <a:bodyPr wrap="square" rtlCol="0">
            <a:spAutoFit/>
          </a:bodyPr>
          <a:lstStyle/>
          <a:p>
            <a:r>
              <a:rPr kumimoji="1" lang="ja-JP" altLang="en-US" sz="1800" dirty="0"/>
              <a:t>★</a:t>
            </a:r>
          </a:p>
        </p:txBody>
      </p:sp>
    </p:spTree>
    <p:extLst>
      <p:ext uri="{BB962C8B-B14F-4D97-AF65-F5344CB8AC3E}">
        <p14:creationId xmlns:p14="http://schemas.microsoft.com/office/powerpoint/2010/main" val="1359970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7AB49-8573-9855-BC07-DE448BA3AA2A}"/>
            </a:ext>
          </a:extLst>
        </p:cNvPr>
        <p:cNvGrpSpPr/>
        <p:nvPr/>
      </p:nvGrpSpPr>
      <p:grpSpPr>
        <a:xfrm>
          <a:off x="0" y="0"/>
          <a:ext cx="0" cy="0"/>
          <a:chOff x="0" y="0"/>
          <a:chExt cx="0" cy="0"/>
        </a:xfrm>
      </p:grpSpPr>
      <p:sp>
        <p:nvSpPr>
          <p:cNvPr id="32" name="吹き出し: 四角形 31">
            <a:extLst>
              <a:ext uri="{FF2B5EF4-FFF2-40B4-BE49-F238E27FC236}">
                <a16:creationId xmlns:a16="http://schemas.microsoft.com/office/drawing/2014/main" id="{F016A638-5092-1265-C18E-3DDB3A3508A4}"/>
              </a:ext>
            </a:extLst>
          </p:cNvPr>
          <p:cNvSpPr/>
          <p:nvPr/>
        </p:nvSpPr>
        <p:spPr>
          <a:xfrm>
            <a:off x="194056" y="4711908"/>
            <a:ext cx="734595" cy="762107"/>
          </a:xfrm>
          <a:prstGeom prst="wedgeRectCallout">
            <a:avLst>
              <a:gd name="adj1" fmla="val 68079"/>
              <a:gd name="adj2" fmla="val -14088"/>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dirty="0"/>
          </a:p>
        </p:txBody>
      </p:sp>
      <p:sp>
        <p:nvSpPr>
          <p:cNvPr id="30" name="吹き出し: 四角形 29">
            <a:extLst>
              <a:ext uri="{FF2B5EF4-FFF2-40B4-BE49-F238E27FC236}">
                <a16:creationId xmlns:a16="http://schemas.microsoft.com/office/drawing/2014/main" id="{3B58ED03-8E08-E0E3-6FD8-6168D42C7BF9}"/>
              </a:ext>
            </a:extLst>
          </p:cNvPr>
          <p:cNvSpPr/>
          <p:nvPr/>
        </p:nvSpPr>
        <p:spPr>
          <a:xfrm>
            <a:off x="194056" y="2554612"/>
            <a:ext cx="734595" cy="783583"/>
          </a:xfrm>
          <a:prstGeom prst="wedgeRectCallout">
            <a:avLst>
              <a:gd name="adj1" fmla="val 68079"/>
              <a:gd name="adj2" fmla="val 5167"/>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dirty="0"/>
          </a:p>
        </p:txBody>
      </p:sp>
      <p:sp>
        <p:nvSpPr>
          <p:cNvPr id="22" name="正方形/長方形 21">
            <a:extLst>
              <a:ext uri="{FF2B5EF4-FFF2-40B4-BE49-F238E27FC236}">
                <a16:creationId xmlns:a16="http://schemas.microsoft.com/office/drawing/2014/main" id="{E75AC63A-79E6-4488-6FB5-D756C62CD581}"/>
              </a:ext>
            </a:extLst>
          </p:cNvPr>
          <p:cNvSpPr/>
          <p:nvPr/>
        </p:nvSpPr>
        <p:spPr>
          <a:xfrm>
            <a:off x="248806" y="1395663"/>
            <a:ext cx="8957071" cy="86585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dirty="0"/>
          </a:p>
        </p:txBody>
      </p:sp>
      <p:sp>
        <p:nvSpPr>
          <p:cNvPr id="2" name="タイトル 1">
            <a:extLst>
              <a:ext uri="{FF2B5EF4-FFF2-40B4-BE49-F238E27FC236}">
                <a16:creationId xmlns:a16="http://schemas.microsoft.com/office/drawing/2014/main" id="{B02278B9-BC90-04EA-D74B-5996616BF3BC}"/>
              </a:ext>
            </a:extLst>
          </p:cNvPr>
          <p:cNvSpPr>
            <a:spLocks noGrp="1"/>
          </p:cNvSpPr>
          <p:nvPr>
            <p:ph type="title"/>
          </p:nvPr>
        </p:nvSpPr>
        <p:spPr/>
        <p:txBody>
          <a:bodyPr/>
          <a:lstStyle/>
          <a:p>
            <a:r>
              <a:rPr lang="ja-JP" altLang="en-US" dirty="0"/>
              <a:t>ポータルサイト申請機能リリースに向けた調整事項</a:t>
            </a:r>
            <a:endParaRPr kumimoji="1" lang="ja-JP" altLang="en-US" dirty="0"/>
          </a:p>
        </p:txBody>
      </p:sp>
      <p:pic>
        <p:nvPicPr>
          <p:cNvPr id="7" name="図 6">
            <a:extLst>
              <a:ext uri="{FF2B5EF4-FFF2-40B4-BE49-F238E27FC236}">
                <a16:creationId xmlns:a16="http://schemas.microsoft.com/office/drawing/2014/main" id="{B51FA2DB-AB34-0E47-3DDE-D80673ADBE66}"/>
              </a:ext>
            </a:extLst>
          </p:cNvPr>
          <p:cNvPicPr>
            <a:picLocks noChangeAspect="1"/>
          </p:cNvPicPr>
          <p:nvPr/>
        </p:nvPicPr>
        <p:blipFill>
          <a:blip r:embed="rId2"/>
          <a:stretch>
            <a:fillRect/>
          </a:stretch>
        </p:blipFill>
        <p:spPr>
          <a:xfrm>
            <a:off x="3650725" y="2261267"/>
            <a:ext cx="6044958" cy="4192046"/>
          </a:xfrm>
          <a:prstGeom prst="rect">
            <a:avLst/>
          </a:prstGeom>
        </p:spPr>
      </p:pic>
      <p:sp>
        <p:nvSpPr>
          <p:cNvPr id="4" name="Text Placeholder 2">
            <a:extLst>
              <a:ext uri="{FF2B5EF4-FFF2-40B4-BE49-F238E27FC236}">
                <a16:creationId xmlns:a16="http://schemas.microsoft.com/office/drawing/2014/main" id="{E8A0520E-9365-96D8-3F48-C20E5300066B}"/>
              </a:ext>
            </a:extLst>
          </p:cNvPr>
          <p:cNvSpPr txBox="1">
            <a:spLocks/>
          </p:cNvSpPr>
          <p:nvPr/>
        </p:nvSpPr>
        <p:spPr>
          <a:xfrm>
            <a:off x="228182" y="601616"/>
            <a:ext cx="9588284"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t>1-1 </a:t>
            </a:r>
            <a:r>
              <a:rPr lang="ja-JP" altLang="en-US" dirty="0"/>
              <a:t>リリーススケジュール</a:t>
            </a:r>
            <a:r>
              <a:rPr lang="ja-JP" altLang="en-US" sz="1600" dirty="0"/>
              <a:t>（案件</a:t>
            </a:r>
            <a:r>
              <a:rPr lang="en-US" altLang="ja-JP" sz="1600" dirty="0"/>
              <a:t>ID 166_</a:t>
            </a:r>
            <a:r>
              <a:rPr lang="ja-JP" altLang="en-US" sz="1600" dirty="0"/>
              <a:t>ポータルサイトの利用申請機能等の蓋開け） </a:t>
            </a:r>
          </a:p>
        </p:txBody>
      </p:sp>
      <p:sp>
        <p:nvSpPr>
          <p:cNvPr id="6" name="角丸四角形 10">
            <a:extLst>
              <a:ext uri="{FF2B5EF4-FFF2-40B4-BE49-F238E27FC236}">
                <a16:creationId xmlns:a16="http://schemas.microsoft.com/office/drawing/2014/main" id="{CD164BF8-08DB-58D4-29B5-235CBF1DC641}"/>
              </a:ext>
            </a:extLst>
          </p:cNvPr>
          <p:cNvSpPr/>
          <p:nvPr/>
        </p:nvSpPr>
        <p:spPr>
          <a:xfrm>
            <a:off x="139306" y="601616"/>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9" name="テキスト ボックス 8">
            <a:extLst>
              <a:ext uri="{FF2B5EF4-FFF2-40B4-BE49-F238E27FC236}">
                <a16:creationId xmlns:a16="http://schemas.microsoft.com/office/drawing/2014/main" id="{A624BEF3-A219-1AD3-1298-FCB57D528A33}"/>
              </a:ext>
            </a:extLst>
          </p:cNvPr>
          <p:cNvSpPr txBox="1"/>
          <p:nvPr/>
        </p:nvSpPr>
        <p:spPr>
          <a:xfrm>
            <a:off x="228182" y="931946"/>
            <a:ext cx="9467501" cy="1384995"/>
          </a:xfrm>
          <a:prstGeom prst="rect">
            <a:avLst/>
          </a:prstGeom>
          <a:noFill/>
        </p:spPr>
        <p:txBody>
          <a:bodyPr wrap="square" rtlCol="0">
            <a:spAutoFit/>
          </a:bodyPr>
          <a:lstStyle/>
          <a:p>
            <a:r>
              <a:rPr lang="ja-JP" altLang="en-US" sz="1400" dirty="0">
                <a:latin typeface="+mj-ea"/>
                <a:ea typeface="+mj-ea"/>
              </a:rPr>
              <a:t>医療機関等向け総合ポータルサイトにおける電子カルテ情報共有サービスの利用申請機能および運用開始日登録機能の蓋開けを以下の改修を含め行う。</a:t>
            </a:r>
          </a:p>
          <a:p>
            <a:r>
              <a:rPr lang="ja-JP" altLang="en-US" sz="1400" b="1" dirty="0">
                <a:latin typeface="+mj-ea"/>
                <a:ea typeface="+mj-ea"/>
              </a:rPr>
              <a:t>➀医療機関等向け総合ポータルサイトにおける薬局・歯科の電子カルテ情報共有サービスの運用開始日登録の非活性化</a:t>
            </a:r>
            <a:endParaRPr lang="en-US" altLang="ja-JP" sz="1400" b="1" dirty="0">
              <a:latin typeface="+mj-ea"/>
              <a:ea typeface="+mj-ea"/>
            </a:endParaRPr>
          </a:p>
          <a:p>
            <a:r>
              <a:rPr lang="ja-JP" altLang="en-US" sz="1400" b="1" dirty="0">
                <a:latin typeface="+mj-ea"/>
                <a:ea typeface="+mj-ea"/>
              </a:rPr>
              <a:t>（旧案件</a:t>
            </a:r>
            <a:r>
              <a:rPr lang="en-US" altLang="ja-JP" sz="1400" b="1" dirty="0">
                <a:latin typeface="+mj-ea"/>
                <a:ea typeface="+mj-ea"/>
              </a:rPr>
              <a:t>ID181</a:t>
            </a:r>
            <a:r>
              <a:rPr lang="ja-JP" altLang="en-US" sz="1400" b="1" dirty="0">
                <a:latin typeface="+mj-ea"/>
                <a:ea typeface="+mj-ea"/>
              </a:rPr>
              <a:t>）（アクターごとのメール出し分けを含む）</a:t>
            </a:r>
          </a:p>
          <a:p>
            <a:r>
              <a:rPr lang="ja-JP" altLang="en-US" sz="1400" b="1" dirty="0">
                <a:latin typeface="+mj-ea"/>
                <a:ea typeface="+mj-ea"/>
              </a:rPr>
              <a:t>➁電子カルテ情報共有サービス利用申請・運用開始日登録画面閉塞</a:t>
            </a:r>
          </a:p>
          <a:p>
            <a:r>
              <a:rPr lang="ja-JP" altLang="en-US" sz="1400" b="1" dirty="0">
                <a:latin typeface="+mj-ea"/>
                <a:ea typeface="+mj-ea"/>
              </a:rPr>
              <a:t>➂電子カルテ情報共有サービス利用申請・運用開始日データ移行</a:t>
            </a:r>
            <a:endParaRPr kumimoji="1" lang="ja-JP" altLang="en-US" sz="1400" b="1" dirty="0">
              <a:latin typeface="+mj-ea"/>
              <a:ea typeface="+mj-ea"/>
            </a:endParaRPr>
          </a:p>
        </p:txBody>
      </p:sp>
      <p:sp>
        <p:nvSpPr>
          <p:cNvPr id="10" name="テキスト ボックス 9">
            <a:extLst>
              <a:ext uri="{FF2B5EF4-FFF2-40B4-BE49-F238E27FC236}">
                <a16:creationId xmlns:a16="http://schemas.microsoft.com/office/drawing/2014/main" id="{0E3B3C11-2B38-9303-E02F-DB2554F28BE5}"/>
              </a:ext>
            </a:extLst>
          </p:cNvPr>
          <p:cNvSpPr txBox="1"/>
          <p:nvPr/>
        </p:nvSpPr>
        <p:spPr>
          <a:xfrm>
            <a:off x="962777" y="2805912"/>
            <a:ext cx="302508" cy="388440"/>
          </a:xfrm>
          <a:prstGeom prst="rect">
            <a:avLst/>
          </a:prstGeom>
          <a:noFill/>
        </p:spPr>
        <p:txBody>
          <a:bodyPr wrap="square" rtlCol="0">
            <a:spAutoFit/>
          </a:bodyPr>
          <a:lstStyle/>
          <a:p>
            <a:r>
              <a:rPr kumimoji="1" lang="ja-JP" altLang="en-US" b="1" dirty="0"/>
              <a:t>②</a:t>
            </a:r>
          </a:p>
        </p:txBody>
      </p:sp>
      <p:sp>
        <p:nvSpPr>
          <p:cNvPr id="12" name="テキスト ボックス 11">
            <a:extLst>
              <a:ext uri="{FF2B5EF4-FFF2-40B4-BE49-F238E27FC236}">
                <a16:creationId xmlns:a16="http://schemas.microsoft.com/office/drawing/2014/main" id="{98B00FC4-E0A2-8AC7-A415-1D1E53FFF2C6}"/>
              </a:ext>
            </a:extLst>
          </p:cNvPr>
          <p:cNvSpPr txBox="1"/>
          <p:nvPr/>
        </p:nvSpPr>
        <p:spPr>
          <a:xfrm>
            <a:off x="962777" y="4789284"/>
            <a:ext cx="302508" cy="388440"/>
          </a:xfrm>
          <a:prstGeom prst="rect">
            <a:avLst/>
          </a:prstGeom>
          <a:noFill/>
        </p:spPr>
        <p:txBody>
          <a:bodyPr wrap="square" rtlCol="0">
            <a:spAutoFit/>
          </a:bodyPr>
          <a:lstStyle/>
          <a:p>
            <a:r>
              <a:rPr lang="ja-JP" altLang="en-US" b="1" dirty="0"/>
              <a:t>①</a:t>
            </a:r>
            <a:endParaRPr kumimoji="1" lang="ja-JP" altLang="en-US" b="1" dirty="0"/>
          </a:p>
        </p:txBody>
      </p:sp>
      <p:sp>
        <p:nvSpPr>
          <p:cNvPr id="14" name="テキスト ボックス 13">
            <a:extLst>
              <a:ext uri="{FF2B5EF4-FFF2-40B4-BE49-F238E27FC236}">
                <a16:creationId xmlns:a16="http://schemas.microsoft.com/office/drawing/2014/main" id="{C3B26605-5B15-290D-82FA-524AFC3F8FAC}"/>
              </a:ext>
            </a:extLst>
          </p:cNvPr>
          <p:cNvSpPr txBox="1"/>
          <p:nvPr/>
        </p:nvSpPr>
        <p:spPr>
          <a:xfrm>
            <a:off x="962777" y="3234780"/>
            <a:ext cx="302508" cy="388440"/>
          </a:xfrm>
          <a:prstGeom prst="rect">
            <a:avLst/>
          </a:prstGeom>
          <a:noFill/>
        </p:spPr>
        <p:txBody>
          <a:bodyPr wrap="square" rtlCol="0">
            <a:spAutoFit/>
          </a:bodyPr>
          <a:lstStyle/>
          <a:p>
            <a:r>
              <a:rPr kumimoji="1" lang="ja-JP" altLang="en-US" b="1" dirty="0"/>
              <a:t>③</a:t>
            </a:r>
          </a:p>
        </p:txBody>
      </p:sp>
      <p:sp>
        <p:nvSpPr>
          <p:cNvPr id="16" name="テキスト ボックス 15">
            <a:extLst>
              <a:ext uri="{FF2B5EF4-FFF2-40B4-BE49-F238E27FC236}">
                <a16:creationId xmlns:a16="http://schemas.microsoft.com/office/drawing/2014/main" id="{CD056D38-B693-8F7E-2A18-0BC07101890C}"/>
              </a:ext>
            </a:extLst>
          </p:cNvPr>
          <p:cNvSpPr txBox="1"/>
          <p:nvPr/>
        </p:nvSpPr>
        <p:spPr>
          <a:xfrm>
            <a:off x="962777" y="4323469"/>
            <a:ext cx="302508" cy="388440"/>
          </a:xfrm>
          <a:prstGeom prst="rect">
            <a:avLst/>
          </a:prstGeom>
          <a:noFill/>
        </p:spPr>
        <p:txBody>
          <a:bodyPr wrap="square" rtlCol="0">
            <a:spAutoFit/>
          </a:bodyPr>
          <a:lstStyle/>
          <a:p>
            <a:r>
              <a:rPr lang="ja-JP" altLang="en-US" b="1" dirty="0"/>
              <a:t>②</a:t>
            </a:r>
            <a:endParaRPr kumimoji="1" lang="ja-JP" altLang="en-US" b="1" dirty="0"/>
          </a:p>
        </p:txBody>
      </p:sp>
      <p:pic>
        <p:nvPicPr>
          <p:cNvPr id="11" name="図 10">
            <a:extLst>
              <a:ext uri="{FF2B5EF4-FFF2-40B4-BE49-F238E27FC236}">
                <a16:creationId xmlns:a16="http://schemas.microsoft.com/office/drawing/2014/main" id="{1441AE28-6E1F-2F7C-469D-0D1D713E43E6}"/>
              </a:ext>
            </a:extLst>
          </p:cNvPr>
          <p:cNvPicPr>
            <a:picLocks noChangeAspect="1"/>
          </p:cNvPicPr>
          <p:nvPr/>
        </p:nvPicPr>
        <p:blipFill>
          <a:blip r:embed="rId3"/>
          <a:stretch>
            <a:fillRect/>
          </a:stretch>
        </p:blipFill>
        <p:spPr>
          <a:xfrm>
            <a:off x="1314504" y="3949802"/>
            <a:ext cx="2181529" cy="1524213"/>
          </a:xfrm>
          <a:prstGeom prst="rect">
            <a:avLst/>
          </a:prstGeom>
        </p:spPr>
      </p:pic>
      <p:pic>
        <p:nvPicPr>
          <p:cNvPr id="15" name="図 14">
            <a:extLst>
              <a:ext uri="{FF2B5EF4-FFF2-40B4-BE49-F238E27FC236}">
                <a16:creationId xmlns:a16="http://schemas.microsoft.com/office/drawing/2014/main" id="{9B4B2A56-20EE-7BE4-4F02-21567F314E4C}"/>
              </a:ext>
            </a:extLst>
          </p:cNvPr>
          <p:cNvPicPr>
            <a:picLocks noChangeAspect="1"/>
          </p:cNvPicPr>
          <p:nvPr/>
        </p:nvPicPr>
        <p:blipFill>
          <a:blip r:embed="rId4"/>
          <a:srcRect t="404" b="-1"/>
          <a:stretch>
            <a:fillRect/>
          </a:stretch>
        </p:blipFill>
        <p:spPr>
          <a:xfrm>
            <a:off x="1299411" y="2554612"/>
            <a:ext cx="2181529" cy="1157519"/>
          </a:xfrm>
          <a:prstGeom prst="rect">
            <a:avLst/>
          </a:prstGeom>
        </p:spPr>
      </p:pic>
      <p:cxnSp>
        <p:nvCxnSpPr>
          <p:cNvPr id="18" name="直線矢印コネクタ 17">
            <a:extLst>
              <a:ext uri="{FF2B5EF4-FFF2-40B4-BE49-F238E27FC236}">
                <a16:creationId xmlns:a16="http://schemas.microsoft.com/office/drawing/2014/main" id="{45A094AA-C41D-E938-78FD-B9BE1496A43F}"/>
              </a:ext>
            </a:extLst>
          </p:cNvPr>
          <p:cNvCxnSpPr>
            <a:cxnSpLocks/>
            <a:endCxn id="15" idx="3"/>
          </p:cNvCxnSpPr>
          <p:nvPr/>
        </p:nvCxnSpPr>
        <p:spPr>
          <a:xfrm flipH="1" flipV="1">
            <a:off x="3480940" y="3133372"/>
            <a:ext cx="1436554" cy="13286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07939FC6-317E-BF07-B4EC-467AA55B967A}"/>
              </a:ext>
            </a:extLst>
          </p:cNvPr>
          <p:cNvCxnSpPr>
            <a:cxnSpLocks/>
            <a:endCxn id="11" idx="3"/>
          </p:cNvCxnSpPr>
          <p:nvPr/>
        </p:nvCxnSpPr>
        <p:spPr>
          <a:xfrm flipH="1" flipV="1">
            <a:off x="3496033" y="4711909"/>
            <a:ext cx="2143355" cy="11388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18F1E79B-A01D-46B0-A3B2-4CFF2A9725A9}"/>
              </a:ext>
            </a:extLst>
          </p:cNvPr>
          <p:cNvSpPr txBox="1"/>
          <p:nvPr/>
        </p:nvSpPr>
        <p:spPr>
          <a:xfrm>
            <a:off x="248806" y="5733163"/>
            <a:ext cx="3326292" cy="954107"/>
          </a:xfrm>
          <a:prstGeom prst="rect">
            <a:avLst/>
          </a:prstGeom>
          <a:noFill/>
          <a:ln w="28575">
            <a:solidFill>
              <a:schemeClr val="accent4">
                <a:lumMod val="50000"/>
              </a:schemeClr>
            </a:solidFill>
            <a:prstDash val="dash"/>
          </a:ln>
        </p:spPr>
        <p:txBody>
          <a:bodyPr wrap="square">
            <a:spAutoFit/>
          </a:bodyPr>
          <a:lstStyle/>
          <a:p>
            <a:r>
              <a:rPr lang="ja-JP" altLang="en-US" sz="1400" b="1" dirty="0">
                <a:latin typeface="+mj-ea"/>
                <a:ea typeface="+mj-ea"/>
              </a:rPr>
              <a:t>案件</a:t>
            </a:r>
            <a:r>
              <a:rPr lang="en-US" altLang="ja-JP" sz="1400" b="1" dirty="0">
                <a:latin typeface="+mj-ea"/>
                <a:ea typeface="+mj-ea"/>
              </a:rPr>
              <a:t>ID 209_</a:t>
            </a:r>
            <a:r>
              <a:rPr lang="ja-JP" altLang="en-US" sz="1400" b="1" dirty="0">
                <a:latin typeface="+mj-ea"/>
                <a:ea typeface="+mj-ea"/>
              </a:rPr>
              <a:t>総合ポータルサイトにおける「運用開始日」の項目名の変更</a:t>
            </a:r>
            <a:r>
              <a:rPr lang="ja-JP" altLang="en-US" sz="1400" dirty="0">
                <a:latin typeface="+mj-ea"/>
                <a:ea typeface="+mj-ea"/>
              </a:rPr>
              <a:t>についても、蓋開けと同時に</a:t>
            </a:r>
            <a:r>
              <a:rPr lang="en-US" altLang="ja-JP" sz="1400" dirty="0">
                <a:latin typeface="+mj-ea"/>
                <a:ea typeface="+mj-ea"/>
              </a:rPr>
              <a:t>R9.1</a:t>
            </a:r>
            <a:r>
              <a:rPr lang="ja-JP" altLang="en-US" sz="1400" dirty="0">
                <a:latin typeface="+mj-ea"/>
                <a:ea typeface="+mj-ea"/>
              </a:rPr>
              <a:t>リリースのため、併せて調整したい。</a:t>
            </a:r>
            <a:endParaRPr lang="ja-JP" altLang="en-US" dirty="0">
              <a:latin typeface="+mj-ea"/>
              <a:ea typeface="+mj-ea"/>
            </a:endParaRPr>
          </a:p>
        </p:txBody>
      </p:sp>
      <p:sp>
        <p:nvSpPr>
          <p:cNvPr id="27" name="テキスト ボックス 26">
            <a:extLst>
              <a:ext uri="{FF2B5EF4-FFF2-40B4-BE49-F238E27FC236}">
                <a16:creationId xmlns:a16="http://schemas.microsoft.com/office/drawing/2014/main" id="{C5535D41-180E-589A-9650-8ECE5123549A}"/>
              </a:ext>
            </a:extLst>
          </p:cNvPr>
          <p:cNvSpPr txBox="1"/>
          <p:nvPr/>
        </p:nvSpPr>
        <p:spPr>
          <a:xfrm>
            <a:off x="228182" y="2583616"/>
            <a:ext cx="626586" cy="800219"/>
          </a:xfrm>
          <a:prstGeom prst="rect">
            <a:avLst/>
          </a:prstGeom>
          <a:noFill/>
        </p:spPr>
        <p:txBody>
          <a:bodyPr wrap="square" rtlCol="0">
            <a:spAutoFit/>
          </a:bodyPr>
          <a:lstStyle/>
          <a:p>
            <a:r>
              <a:rPr lang="ja-JP" altLang="en-US" sz="1000" b="1" dirty="0">
                <a:latin typeface="+mj-lt"/>
              </a:rPr>
              <a:t>項番</a:t>
            </a:r>
            <a:endParaRPr kumimoji="1" lang="en-US" altLang="ja-JP" sz="1000" b="1" dirty="0">
              <a:latin typeface="+mj-lt"/>
            </a:endParaRPr>
          </a:p>
          <a:p>
            <a:r>
              <a:rPr kumimoji="1" lang="en-US" altLang="ja-JP" sz="1800" b="1" dirty="0"/>
              <a:t>2-4</a:t>
            </a:r>
          </a:p>
          <a:p>
            <a:r>
              <a:rPr lang="en-US" altLang="ja-JP" sz="1800" b="1" dirty="0"/>
              <a:t>3-1</a:t>
            </a:r>
            <a:endParaRPr kumimoji="1" lang="ja-JP" altLang="en-US" sz="1800" b="1" dirty="0"/>
          </a:p>
        </p:txBody>
      </p:sp>
      <p:sp>
        <p:nvSpPr>
          <p:cNvPr id="29" name="テキスト ボックス 28">
            <a:extLst>
              <a:ext uri="{FF2B5EF4-FFF2-40B4-BE49-F238E27FC236}">
                <a16:creationId xmlns:a16="http://schemas.microsoft.com/office/drawing/2014/main" id="{E38B5D67-F5FF-585D-8D70-5D589E32F450}"/>
              </a:ext>
            </a:extLst>
          </p:cNvPr>
          <p:cNvSpPr txBox="1"/>
          <p:nvPr/>
        </p:nvSpPr>
        <p:spPr>
          <a:xfrm>
            <a:off x="248806" y="4740912"/>
            <a:ext cx="626586" cy="800219"/>
          </a:xfrm>
          <a:prstGeom prst="rect">
            <a:avLst/>
          </a:prstGeom>
          <a:noFill/>
        </p:spPr>
        <p:txBody>
          <a:bodyPr wrap="square" rtlCol="0">
            <a:spAutoFit/>
          </a:bodyPr>
          <a:lstStyle/>
          <a:p>
            <a:r>
              <a:rPr lang="ja-JP" altLang="en-US" sz="1000" b="1" dirty="0">
                <a:latin typeface="+mj-ea"/>
                <a:ea typeface="+mj-ea"/>
              </a:rPr>
              <a:t>項番</a:t>
            </a:r>
            <a:endParaRPr kumimoji="1" lang="en-US" altLang="ja-JP" sz="1000" b="1" dirty="0">
              <a:latin typeface="+mj-ea"/>
              <a:ea typeface="+mj-ea"/>
            </a:endParaRPr>
          </a:p>
          <a:p>
            <a:r>
              <a:rPr kumimoji="1" lang="en-US" altLang="ja-JP" sz="1800" b="1" dirty="0"/>
              <a:t>2-2</a:t>
            </a:r>
          </a:p>
          <a:p>
            <a:r>
              <a:rPr lang="en-US" altLang="ja-JP" sz="1800" b="1" dirty="0"/>
              <a:t>2-3</a:t>
            </a:r>
            <a:endParaRPr kumimoji="1" lang="ja-JP" altLang="en-US" sz="1800" b="1" dirty="0"/>
          </a:p>
        </p:txBody>
      </p:sp>
    </p:spTree>
    <p:extLst>
      <p:ext uri="{BB962C8B-B14F-4D97-AF65-F5344CB8AC3E}">
        <p14:creationId xmlns:p14="http://schemas.microsoft.com/office/powerpoint/2010/main" val="761159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72A7A-398B-E961-3EED-AA3D5BCE09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E4E123B-C7FD-F1B8-E3C4-17CCC43094A1}"/>
              </a:ext>
            </a:extLst>
          </p:cNvPr>
          <p:cNvSpPr>
            <a:spLocks noGrp="1"/>
          </p:cNvSpPr>
          <p:nvPr>
            <p:ph type="title"/>
          </p:nvPr>
        </p:nvSpPr>
        <p:spPr/>
        <p:txBody>
          <a:bodyPr/>
          <a:lstStyle/>
          <a:p>
            <a:r>
              <a:rPr lang="ja-JP" altLang="en-US" dirty="0"/>
              <a:t>ポータルサイト申請機能リリースに向けた調整事項</a:t>
            </a:r>
            <a:endParaRPr kumimoji="1" lang="ja-JP" altLang="en-US" dirty="0"/>
          </a:p>
        </p:txBody>
      </p:sp>
      <p:sp>
        <p:nvSpPr>
          <p:cNvPr id="4" name="Text Placeholder 2">
            <a:extLst>
              <a:ext uri="{FF2B5EF4-FFF2-40B4-BE49-F238E27FC236}">
                <a16:creationId xmlns:a16="http://schemas.microsoft.com/office/drawing/2014/main" id="{3D36102F-D7C3-2278-A7FB-746BEB7235EA}"/>
              </a:ext>
            </a:extLst>
          </p:cNvPr>
          <p:cNvSpPr txBox="1">
            <a:spLocks/>
          </p:cNvSpPr>
          <p:nvPr/>
        </p:nvSpPr>
        <p:spPr>
          <a:xfrm>
            <a:off x="228182" y="601616"/>
            <a:ext cx="9588284"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t>1 </a:t>
            </a:r>
            <a:r>
              <a:rPr lang="ja-JP" altLang="en-US" dirty="0"/>
              <a:t>リリースについて</a:t>
            </a:r>
          </a:p>
        </p:txBody>
      </p:sp>
      <p:sp>
        <p:nvSpPr>
          <p:cNvPr id="5" name="角丸四角形 10">
            <a:extLst>
              <a:ext uri="{FF2B5EF4-FFF2-40B4-BE49-F238E27FC236}">
                <a16:creationId xmlns:a16="http://schemas.microsoft.com/office/drawing/2014/main" id="{42392A2B-57BD-FBBE-36F0-BED7B432401C}"/>
              </a:ext>
            </a:extLst>
          </p:cNvPr>
          <p:cNvSpPr/>
          <p:nvPr/>
        </p:nvSpPr>
        <p:spPr>
          <a:xfrm>
            <a:off x="139306" y="601616"/>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19" name="角丸四角形 12">
            <a:extLst>
              <a:ext uri="{FF2B5EF4-FFF2-40B4-BE49-F238E27FC236}">
                <a16:creationId xmlns:a16="http://schemas.microsoft.com/office/drawing/2014/main" id="{8487822A-CBDC-9F04-A518-95F60B0AA2D5}"/>
              </a:ext>
            </a:extLst>
          </p:cNvPr>
          <p:cNvSpPr/>
          <p:nvPr/>
        </p:nvSpPr>
        <p:spPr>
          <a:xfrm>
            <a:off x="248806" y="1061200"/>
            <a:ext cx="107777" cy="330581"/>
          </a:xfrm>
          <a:prstGeom prst="roundRect">
            <a:avLst/>
          </a:prstGeom>
          <a:noFill/>
          <a:ln>
            <a:solidFill>
              <a:srgbClr val="00A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20" name="Text Placeholder 2">
            <a:extLst>
              <a:ext uri="{FF2B5EF4-FFF2-40B4-BE49-F238E27FC236}">
                <a16:creationId xmlns:a16="http://schemas.microsoft.com/office/drawing/2014/main" id="{401BCE75-70F8-8C6F-CEB8-59C03B3B9A41}"/>
              </a:ext>
            </a:extLst>
          </p:cNvPr>
          <p:cNvSpPr txBox="1">
            <a:spLocks/>
          </p:cNvSpPr>
          <p:nvPr/>
        </p:nvSpPr>
        <p:spPr>
          <a:xfrm>
            <a:off x="356582" y="1051577"/>
            <a:ext cx="3170389"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latin typeface="+mj-ea"/>
              </a:rPr>
              <a:t>1-2 </a:t>
            </a:r>
            <a:r>
              <a:rPr lang="ja-JP" altLang="en-US" dirty="0">
                <a:latin typeface="+mj-ea"/>
              </a:rPr>
              <a:t>リリース判定について</a:t>
            </a:r>
            <a:endParaRPr lang="en-US" altLang="ja-JP" dirty="0">
              <a:latin typeface="+mj-ea"/>
            </a:endParaRPr>
          </a:p>
        </p:txBody>
      </p:sp>
      <p:sp>
        <p:nvSpPr>
          <p:cNvPr id="22" name="角丸四角形 12">
            <a:extLst>
              <a:ext uri="{FF2B5EF4-FFF2-40B4-BE49-F238E27FC236}">
                <a16:creationId xmlns:a16="http://schemas.microsoft.com/office/drawing/2014/main" id="{C3C48ECF-545F-D32D-F77C-F42C922C5B0E}"/>
              </a:ext>
            </a:extLst>
          </p:cNvPr>
          <p:cNvSpPr/>
          <p:nvPr/>
        </p:nvSpPr>
        <p:spPr>
          <a:xfrm>
            <a:off x="248806" y="5523007"/>
            <a:ext cx="107777" cy="330581"/>
          </a:xfrm>
          <a:prstGeom prst="roundRect">
            <a:avLst/>
          </a:prstGeom>
          <a:noFill/>
          <a:ln>
            <a:solidFill>
              <a:srgbClr val="00A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24" name="Text Placeholder 2">
            <a:extLst>
              <a:ext uri="{FF2B5EF4-FFF2-40B4-BE49-F238E27FC236}">
                <a16:creationId xmlns:a16="http://schemas.microsoft.com/office/drawing/2014/main" id="{440D087A-4EAB-811C-63DE-DFA11C265722}"/>
              </a:ext>
            </a:extLst>
          </p:cNvPr>
          <p:cNvSpPr txBox="1">
            <a:spLocks/>
          </p:cNvSpPr>
          <p:nvPr/>
        </p:nvSpPr>
        <p:spPr>
          <a:xfrm>
            <a:off x="356582" y="5513384"/>
            <a:ext cx="9480507"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latin typeface="+mj-ea"/>
              </a:rPr>
              <a:t>1-3 </a:t>
            </a:r>
            <a:r>
              <a:rPr lang="ja-JP" altLang="en-US" dirty="0">
                <a:latin typeface="+mj-ea"/>
              </a:rPr>
              <a:t>リリースに伴うポータルサイトの閉塞期間と周知について</a:t>
            </a:r>
            <a:endParaRPr lang="en-US" altLang="ja-JP" dirty="0">
              <a:latin typeface="+mj-ea"/>
            </a:endParaRPr>
          </a:p>
        </p:txBody>
      </p:sp>
      <p:sp>
        <p:nvSpPr>
          <p:cNvPr id="6" name="テキスト ボックス 5">
            <a:extLst>
              <a:ext uri="{FF2B5EF4-FFF2-40B4-BE49-F238E27FC236}">
                <a16:creationId xmlns:a16="http://schemas.microsoft.com/office/drawing/2014/main" id="{E16FA055-50EA-FF54-5DBB-4D53D30E47B9}"/>
              </a:ext>
            </a:extLst>
          </p:cNvPr>
          <p:cNvSpPr txBox="1"/>
          <p:nvPr/>
        </p:nvSpPr>
        <p:spPr>
          <a:xfrm>
            <a:off x="356581" y="1504974"/>
            <a:ext cx="2998990" cy="2031325"/>
          </a:xfrm>
          <a:prstGeom prst="rect">
            <a:avLst/>
          </a:prstGeom>
          <a:noFill/>
        </p:spPr>
        <p:txBody>
          <a:bodyPr wrap="square" rtlCol="0">
            <a:spAutoFit/>
          </a:bodyPr>
          <a:lstStyle/>
          <a:p>
            <a:r>
              <a:rPr kumimoji="1" lang="en-US" altLang="ja-JP" sz="1800" dirty="0">
                <a:latin typeface="+mj-ea"/>
                <a:ea typeface="+mj-ea"/>
              </a:rPr>
              <a:t>R9.1</a:t>
            </a:r>
            <a:r>
              <a:rPr kumimoji="1" lang="ja-JP" altLang="en-US" sz="1800" dirty="0">
                <a:latin typeface="+mj-ea"/>
                <a:ea typeface="+mj-ea"/>
              </a:rPr>
              <a:t>に開発済みの利用申請及び運用開始日登録等を含む申請機能のリリースを行うため、</a:t>
            </a:r>
            <a:r>
              <a:rPr kumimoji="1" lang="en-US" altLang="ja-JP" sz="1800" dirty="0">
                <a:latin typeface="+mj-ea"/>
                <a:ea typeface="+mj-ea"/>
              </a:rPr>
              <a:t>12</a:t>
            </a:r>
            <a:r>
              <a:rPr kumimoji="1" lang="ja-JP" altLang="en-US" sz="1800" dirty="0">
                <a:latin typeface="+mj-ea"/>
                <a:ea typeface="+mj-ea"/>
              </a:rPr>
              <a:t>月にリリース判定を予定しています。内容及び日程について</a:t>
            </a:r>
            <a:r>
              <a:rPr lang="ja-JP" altLang="en-US" sz="1800" dirty="0">
                <a:latin typeface="+mj-ea"/>
                <a:ea typeface="+mj-ea"/>
              </a:rPr>
              <a:t>、概要がわかり次第、連携いたします。</a:t>
            </a:r>
            <a:endParaRPr kumimoji="1" lang="en-US" altLang="ja-JP" sz="1800" dirty="0">
              <a:latin typeface="+mj-ea"/>
              <a:ea typeface="+mj-ea"/>
            </a:endParaRPr>
          </a:p>
        </p:txBody>
      </p:sp>
      <p:sp>
        <p:nvSpPr>
          <p:cNvPr id="8" name="テキスト ボックス 7">
            <a:extLst>
              <a:ext uri="{FF2B5EF4-FFF2-40B4-BE49-F238E27FC236}">
                <a16:creationId xmlns:a16="http://schemas.microsoft.com/office/drawing/2014/main" id="{465E86A7-7E44-B953-9320-6B3ACCF2EC85}"/>
              </a:ext>
            </a:extLst>
          </p:cNvPr>
          <p:cNvSpPr txBox="1"/>
          <p:nvPr/>
        </p:nvSpPr>
        <p:spPr>
          <a:xfrm>
            <a:off x="356581" y="5843714"/>
            <a:ext cx="9378625" cy="646331"/>
          </a:xfrm>
          <a:prstGeom prst="rect">
            <a:avLst/>
          </a:prstGeom>
          <a:noFill/>
        </p:spPr>
        <p:txBody>
          <a:bodyPr wrap="square" rtlCol="0">
            <a:spAutoFit/>
          </a:bodyPr>
          <a:lstStyle/>
          <a:p>
            <a:r>
              <a:rPr kumimoji="1" lang="ja-JP" altLang="en-US" sz="1800" dirty="0">
                <a:latin typeface="+mj-ea"/>
                <a:ea typeface="+mj-ea"/>
              </a:rPr>
              <a:t>リリースに伴い、</a:t>
            </a:r>
            <a:r>
              <a:rPr kumimoji="1" lang="en-US" altLang="ja-JP" sz="1800" dirty="0">
                <a:latin typeface="+mj-ea"/>
                <a:ea typeface="+mj-ea"/>
              </a:rPr>
              <a:t>1/3(</a:t>
            </a:r>
            <a:r>
              <a:rPr kumimoji="1" lang="ja-JP" altLang="en-US" sz="1800" dirty="0">
                <a:latin typeface="+mj-ea"/>
                <a:ea typeface="+mj-ea"/>
              </a:rPr>
              <a:t>日</a:t>
            </a:r>
            <a:r>
              <a:rPr kumimoji="1" lang="en-US" altLang="ja-JP" sz="1800" dirty="0">
                <a:latin typeface="+mj-ea"/>
                <a:ea typeface="+mj-ea"/>
              </a:rPr>
              <a:t>)</a:t>
            </a:r>
            <a:r>
              <a:rPr kumimoji="1" lang="ja-JP" altLang="en-US" sz="1800" dirty="0">
                <a:latin typeface="+mj-ea"/>
                <a:ea typeface="+mj-ea"/>
              </a:rPr>
              <a:t>中は閉塞とし、</a:t>
            </a:r>
            <a:r>
              <a:rPr kumimoji="1" lang="en-US" altLang="ja-JP" sz="1800" dirty="0">
                <a:latin typeface="+mj-ea"/>
                <a:ea typeface="+mj-ea"/>
              </a:rPr>
              <a:t>1/4</a:t>
            </a:r>
            <a:r>
              <a:rPr lang="en-US" altLang="ja-JP" sz="1800" dirty="0">
                <a:latin typeface="+mj-ea"/>
                <a:ea typeface="+mj-ea"/>
              </a:rPr>
              <a:t>(</a:t>
            </a:r>
            <a:r>
              <a:rPr lang="ja-JP" altLang="en-US" sz="1800" dirty="0">
                <a:latin typeface="+mj-ea"/>
                <a:ea typeface="+mj-ea"/>
              </a:rPr>
              <a:t>月</a:t>
            </a:r>
            <a:r>
              <a:rPr lang="en-US" altLang="ja-JP" sz="1800" dirty="0">
                <a:latin typeface="+mj-ea"/>
                <a:ea typeface="+mj-ea"/>
              </a:rPr>
              <a:t>)</a:t>
            </a:r>
            <a:r>
              <a:rPr kumimoji="1" lang="ja-JP" altLang="en-US" sz="1800" dirty="0">
                <a:latin typeface="+mj-ea"/>
                <a:ea typeface="+mj-ea"/>
              </a:rPr>
              <a:t>の朝</a:t>
            </a:r>
            <a:r>
              <a:rPr kumimoji="1" lang="en-US" altLang="ja-JP" sz="1800" dirty="0">
                <a:latin typeface="+mj-ea"/>
                <a:ea typeface="+mj-ea"/>
              </a:rPr>
              <a:t>9</a:t>
            </a:r>
            <a:r>
              <a:rPr kumimoji="1" lang="ja-JP" altLang="en-US" sz="1800" dirty="0">
                <a:latin typeface="+mj-ea"/>
                <a:ea typeface="+mj-ea"/>
              </a:rPr>
              <a:t>時に閉塞解除予定です。</a:t>
            </a:r>
            <a:endParaRPr kumimoji="1" lang="en-US" altLang="ja-JP" sz="1800" dirty="0">
              <a:latin typeface="+mj-ea"/>
              <a:ea typeface="+mj-ea"/>
            </a:endParaRPr>
          </a:p>
          <a:p>
            <a:r>
              <a:rPr lang="ja-JP" altLang="en-US" sz="1800" dirty="0">
                <a:latin typeface="+mj-ea"/>
                <a:ea typeface="+mj-ea"/>
              </a:rPr>
              <a:t>具体的な閉塞時間等、詳細が決まり次第、周知の案内含めて連携いたします。</a:t>
            </a:r>
            <a:endParaRPr kumimoji="1" lang="ja-JP" altLang="en-US" sz="1800" dirty="0">
              <a:latin typeface="+mj-ea"/>
              <a:ea typeface="+mj-ea"/>
            </a:endParaRPr>
          </a:p>
        </p:txBody>
      </p:sp>
      <p:grpSp>
        <p:nvGrpSpPr>
          <p:cNvPr id="3" name="グループ化 2">
            <a:extLst>
              <a:ext uri="{FF2B5EF4-FFF2-40B4-BE49-F238E27FC236}">
                <a16:creationId xmlns:a16="http://schemas.microsoft.com/office/drawing/2014/main" id="{7E1AD942-93C4-ACD6-912D-0512C1BF4C12}"/>
              </a:ext>
            </a:extLst>
          </p:cNvPr>
          <p:cNvGrpSpPr/>
          <p:nvPr/>
        </p:nvGrpSpPr>
        <p:grpSpPr>
          <a:xfrm>
            <a:off x="3457454" y="1338290"/>
            <a:ext cx="6277752" cy="4008410"/>
            <a:chOff x="466514" y="714078"/>
            <a:chExt cx="8027043" cy="5125350"/>
          </a:xfrm>
        </p:grpSpPr>
        <p:pic>
          <p:nvPicPr>
            <p:cNvPr id="7" name="図 6">
              <a:extLst>
                <a:ext uri="{FF2B5EF4-FFF2-40B4-BE49-F238E27FC236}">
                  <a16:creationId xmlns:a16="http://schemas.microsoft.com/office/drawing/2014/main" id="{5A42836B-F8C6-44D2-4B83-475A1739CC15}"/>
                </a:ext>
              </a:extLst>
            </p:cNvPr>
            <p:cNvPicPr>
              <a:picLocks noChangeAspect="1"/>
            </p:cNvPicPr>
            <p:nvPr/>
          </p:nvPicPr>
          <p:blipFill>
            <a:blip r:embed="rId3"/>
            <a:stretch>
              <a:fillRect/>
            </a:stretch>
          </p:blipFill>
          <p:spPr>
            <a:xfrm>
              <a:off x="466514" y="714078"/>
              <a:ext cx="8027043" cy="4578807"/>
            </a:xfrm>
            <a:prstGeom prst="rect">
              <a:avLst/>
            </a:prstGeom>
          </p:spPr>
        </p:pic>
        <p:pic>
          <p:nvPicPr>
            <p:cNvPr id="9" name="図 8">
              <a:extLst>
                <a:ext uri="{FF2B5EF4-FFF2-40B4-BE49-F238E27FC236}">
                  <a16:creationId xmlns:a16="http://schemas.microsoft.com/office/drawing/2014/main" id="{5FDFAAF7-14CA-9828-9787-54AFDFCD5716}"/>
                </a:ext>
              </a:extLst>
            </p:cNvPr>
            <p:cNvPicPr>
              <a:picLocks noChangeAspect="1"/>
            </p:cNvPicPr>
            <p:nvPr/>
          </p:nvPicPr>
          <p:blipFill>
            <a:blip r:embed="rId4"/>
            <a:stretch>
              <a:fillRect/>
            </a:stretch>
          </p:blipFill>
          <p:spPr>
            <a:xfrm>
              <a:off x="466514" y="5292885"/>
              <a:ext cx="7381147" cy="546543"/>
            </a:xfrm>
            <a:prstGeom prst="rect">
              <a:avLst/>
            </a:prstGeom>
          </p:spPr>
        </p:pic>
      </p:grpSp>
      <p:sp>
        <p:nvSpPr>
          <p:cNvPr id="10" name="正方形/長方形 9">
            <a:extLst>
              <a:ext uri="{FF2B5EF4-FFF2-40B4-BE49-F238E27FC236}">
                <a16:creationId xmlns:a16="http://schemas.microsoft.com/office/drawing/2014/main" id="{8128EE48-D666-6961-761A-7B2CA348A32D}"/>
              </a:ext>
            </a:extLst>
          </p:cNvPr>
          <p:cNvSpPr/>
          <p:nvPr/>
        </p:nvSpPr>
        <p:spPr>
          <a:xfrm>
            <a:off x="8215850" y="1278785"/>
            <a:ext cx="1519356" cy="36988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dirty="0"/>
          </a:p>
        </p:txBody>
      </p:sp>
      <p:sp>
        <p:nvSpPr>
          <p:cNvPr id="13" name="Text Placeholder 2">
            <a:extLst>
              <a:ext uri="{FF2B5EF4-FFF2-40B4-BE49-F238E27FC236}">
                <a16:creationId xmlns:a16="http://schemas.microsoft.com/office/drawing/2014/main" id="{EF402D46-B9E8-3D06-979A-82B8E095E019}"/>
              </a:ext>
            </a:extLst>
          </p:cNvPr>
          <p:cNvSpPr txBox="1">
            <a:spLocks/>
          </p:cNvSpPr>
          <p:nvPr/>
        </p:nvSpPr>
        <p:spPr>
          <a:xfrm>
            <a:off x="3425941" y="1039882"/>
            <a:ext cx="5326173"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ja-JP" altLang="en-US" sz="2000" b="0" dirty="0">
                <a:solidFill>
                  <a:schemeClr val="accent4">
                    <a:lumMod val="50000"/>
                  </a:schemeClr>
                </a:solidFill>
                <a:latin typeface="+mj-ea"/>
              </a:rPr>
              <a:t>ポータルサイト掲載サービス及びアクター</a:t>
            </a:r>
            <a:endParaRPr lang="en-US" altLang="ja-JP" sz="2000" b="0" dirty="0">
              <a:solidFill>
                <a:schemeClr val="accent4">
                  <a:lumMod val="50000"/>
                </a:schemeClr>
              </a:solidFill>
              <a:latin typeface="+mj-ea"/>
            </a:endParaRPr>
          </a:p>
        </p:txBody>
      </p:sp>
    </p:spTree>
    <p:extLst>
      <p:ext uri="{BB962C8B-B14F-4D97-AF65-F5344CB8AC3E}">
        <p14:creationId xmlns:p14="http://schemas.microsoft.com/office/powerpoint/2010/main" val="2109317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E41D0-C4D1-1303-23F1-6FD452FABB5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9020E34-AEF1-B4FA-4754-A0ACEB18BDC1}"/>
              </a:ext>
            </a:extLst>
          </p:cNvPr>
          <p:cNvSpPr>
            <a:spLocks noGrp="1"/>
          </p:cNvSpPr>
          <p:nvPr>
            <p:ph type="title"/>
          </p:nvPr>
        </p:nvSpPr>
        <p:spPr/>
        <p:txBody>
          <a:bodyPr/>
          <a:lstStyle/>
          <a:p>
            <a:r>
              <a:rPr lang="ja-JP" altLang="en-US" dirty="0"/>
              <a:t>ポータルサイト申請機能リリースに向けた調整事項</a:t>
            </a:r>
            <a:endParaRPr kumimoji="1" lang="ja-JP" altLang="en-US" dirty="0"/>
          </a:p>
        </p:txBody>
      </p:sp>
      <p:sp>
        <p:nvSpPr>
          <p:cNvPr id="4" name="Text Placeholder 2">
            <a:extLst>
              <a:ext uri="{FF2B5EF4-FFF2-40B4-BE49-F238E27FC236}">
                <a16:creationId xmlns:a16="http://schemas.microsoft.com/office/drawing/2014/main" id="{133DF65E-B994-BC35-D273-BE2881F2D69A}"/>
              </a:ext>
            </a:extLst>
          </p:cNvPr>
          <p:cNvSpPr txBox="1">
            <a:spLocks/>
          </p:cNvSpPr>
          <p:nvPr/>
        </p:nvSpPr>
        <p:spPr>
          <a:xfrm>
            <a:off x="248806" y="601616"/>
            <a:ext cx="9588284"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t>2 </a:t>
            </a:r>
            <a:r>
              <a:rPr lang="ja-JP" altLang="en-US" dirty="0"/>
              <a:t>申請機能</a:t>
            </a:r>
          </a:p>
        </p:txBody>
      </p:sp>
      <p:sp>
        <p:nvSpPr>
          <p:cNvPr id="5" name="角丸四角形 10">
            <a:extLst>
              <a:ext uri="{FF2B5EF4-FFF2-40B4-BE49-F238E27FC236}">
                <a16:creationId xmlns:a16="http://schemas.microsoft.com/office/drawing/2014/main" id="{2FF9CD9A-09E2-915E-0446-C887D69DABAD}"/>
              </a:ext>
            </a:extLst>
          </p:cNvPr>
          <p:cNvSpPr/>
          <p:nvPr/>
        </p:nvSpPr>
        <p:spPr>
          <a:xfrm>
            <a:off x="139306" y="601616"/>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7" name="テキスト ボックス 6">
            <a:extLst>
              <a:ext uri="{FF2B5EF4-FFF2-40B4-BE49-F238E27FC236}">
                <a16:creationId xmlns:a16="http://schemas.microsoft.com/office/drawing/2014/main" id="{95BE6370-A316-56F4-169E-87732F531ED2}"/>
              </a:ext>
            </a:extLst>
          </p:cNvPr>
          <p:cNvSpPr txBox="1"/>
          <p:nvPr/>
        </p:nvSpPr>
        <p:spPr>
          <a:xfrm>
            <a:off x="356579" y="1955060"/>
            <a:ext cx="9300613" cy="1200329"/>
          </a:xfrm>
          <a:prstGeom prst="rect">
            <a:avLst/>
          </a:prstGeom>
          <a:noFill/>
        </p:spPr>
        <p:txBody>
          <a:bodyPr wrap="square" rtlCol="0">
            <a:spAutoFit/>
          </a:bodyPr>
          <a:lstStyle/>
          <a:p>
            <a:pPr>
              <a:spcAft>
                <a:spcPts val="300"/>
              </a:spcAft>
            </a:pPr>
            <a:r>
              <a:rPr lang="ja-JP" altLang="en-US" sz="1800" dirty="0">
                <a:latin typeface="+mj-ea"/>
                <a:ea typeface="+mj-ea"/>
              </a:rPr>
              <a:t>オン資・電処における運用開始日が「サービスの利用開始日」を意味するのに対し、電子カルテ情報共有サービスにおける運用開始日は「文書送付先として利用可能となる日」を意味しており、同一項目名でありながら意味・役割が異なることから、利用者の誤認を防止し、利用目的を明確化する観点から、「運用開始日」の項目名を見直す。</a:t>
            </a:r>
            <a:endParaRPr lang="en-US" altLang="ja-JP" sz="1800" dirty="0">
              <a:latin typeface="+mj-ea"/>
              <a:ea typeface="+mj-ea"/>
            </a:endParaRPr>
          </a:p>
        </p:txBody>
      </p:sp>
      <p:sp>
        <p:nvSpPr>
          <p:cNvPr id="12" name="角丸四角形 12">
            <a:extLst>
              <a:ext uri="{FF2B5EF4-FFF2-40B4-BE49-F238E27FC236}">
                <a16:creationId xmlns:a16="http://schemas.microsoft.com/office/drawing/2014/main" id="{50F1B6AF-CA12-0CD5-96A8-EFA7701056DD}"/>
              </a:ext>
            </a:extLst>
          </p:cNvPr>
          <p:cNvSpPr/>
          <p:nvPr/>
        </p:nvSpPr>
        <p:spPr>
          <a:xfrm>
            <a:off x="248806" y="1017583"/>
            <a:ext cx="107777" cy="330581"/>
          </a:xfrm>
          <a:prstGeom prst="roundRect">
            <a:avLst/>
          </a:prstGeom>
          <a:noFill/>
          <a:ln>
            <a:solidFill>
              <a:srgbClr val="00A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14" name="Text Placeholder 2">
            <a:extLst>
              <a:ext uri="{FF2B5EF4-FFF2-40B4-BE49-F238E27FC236}">
                <a16:creationId xmlns:a16="http://schemas.microsoft.com/office/drawing/2014/main" id="{2A1F8D23-9262-32FA-5D31-1F29186CECD5}"/>
              </a:ext>
            </a:extLst>
          </p:cNvPr>
          <p:cNvSpPr txBox="1">
            <a:spLocks/>
          </p:cNvSpPr>
          <p:nvPr/>
        </p:nvSpPr>
        <p:spPr>
          <a:xfrm>
            <a:off x="356581" y="1492180"/>
            <a:ext cx="9480507"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latin typeface="+mj-ea"/>
              </a:rPr>
              <a:t>2-1</a:t>
            </a:r>
            <a:r>
              <a:rPr lang="ja-JP" altLang="en-US" dirty="0">
                <a:latin typeface="+mj-ea"/>
              </a:rPr>
              <a:t> 「運用開始日」名称変更</a:t>
            </a:r>
            <a:r>
              <a:rPr lang="ja-JP" altLang="en-US" sz="1400" dirty="0">
                <a:latin typeface="+mj-ea"/>
              </a:rPr>
              <a:t>（案件</a:t>
            </a:r>
            <a:r>
              <a:rPr lang="en-US" altLang="ja-JP" sz="1400" dirty="0">
                <a:latin typeface="+mj-ea"/>
              </a:rPr>
              <a:t>ID 209_</a:t>
            </a:r>
            <a:r>
              <a:rPr lang="ja-JP" altLang="en-US" sz="1400" dirty="0">
                <a:latin typeface="+mj-ea"/>
              </a:rPr>
              <a:t>総合ポータルサイトにおける「運用開始日」の項目名の変更）</a:t>
            </a:r>
            <a:endParaRPr lang="en-US" altLang="ja-JP" sz="1400" dirty="0">
              <a:latin typeface="+mj-ea"/>
            </a:endParaRPr>
          </a:p>
          <a:p>
            <a:r>
              <a:rPr lang="ja-JP" altLang="en-US" dirty="0">
                <a:latin typeface="+mj-ea"/>
              </a:rPr>
              <a:t>→</a:t>
            </a:r>
            <a:r>
              <a:rPr lang="ja-JP" altLang="en-US" dirty="0">
                <a:highlight>
                  <a:srgbClr val="FFFF00"/>
                </a:highlight>
                <a:latin typeface="+mj-ea"/>
              </a:rPr>
              <a:t>変更後名称について協議させてください</a:t>
            </a:r>
            <a:r>
              <a:rPr lang="en-US" altLang="ja-JP" dirty="0">
                <a:highlight>
                  <a:srgbClr val="FFFF00"/>
                </a:highlight>
                <a:latin typeface="+mj-ea"/>
              </a:rPr>
              <a:t>(10</a:t>
            </a:r>
            <a:r>
              <a:rPr lang="ja-JP" altLang="en-US" dirty="0">
                <a:highlight>
                  <a:srgbClr val="FFFF00"/>
                </a:highlight>
                <a:latin typeface="+mj-ea"/>
              </a:rPr>
              <a:t>月末までに要確定</a:t>
            </a:r>
            <a:r>
              <a:rPr lang="en-US" altLang="ja-JP" dirty="0">
                <a:highlight>
                  <a:srgbClr val="FFFF00"/>
                </a:highlight>
                <a:latin typeface="+mj-ea"/>
              </a:rPr>
              <a:t>)</a:t>
            </a:r>
          </a:p>
        </p:txBody>
      </p:sp>
      <p:pic>
        <p:nvPicPr>
          <p:cNvPr id="6" name="図 5">
            <a:extLst>
              <a:ext uri="{FF2B5EF4-FFF2-40B4-BE49-F238E27FC236}">
                <a16:creationId xmlns:a16="http://schemas.microsoft.com/office/drawing/2014/main" id="{BB4D8AFD-2879-A9B6-3430-7BC8207B927B}"/>
              </a:ext>
            </a:extLst>
          </p:cNvPr>
          <p:cNvPicPr>
            <a:picLocks noChangeAspect="1"/>
          </p:cNvPicPr>
          <p:nvPr/>
        </p:nvPicPr>
        <p:blipFill>
          <a:blip r:embed="rId3"/>
          <a:stretch>
            <a:fillRect/>
          </a:stretch>
        </p:blipFill>
        <p:spPr>
          <a:xfrm>
            <a:off x="4411466" y="3304368"/>
            <a:ext cx="3638428" cy="2598145"/>
          </a:xfrm>
          <a:prstGeom prst="rect">
            <a:avLst/>
          </a:prstGeom>
        </p:spPr>
      </p:pic>
      <p:sp>
        <p:nvSpPr>
          <p:cNvPr id="9" name="山形 16">
            <a:extLst>
              <a:ext uri="{FF2B5EF4-FFF2-40B4-BE49-F238E27FC236}">
                <a16:creationId xmlns:a16="http://schemas.microsoft.com/office/drawing/2014/main" id="{A99A63D9-F0E6-5FA2-BA6F-74738647770D}"/>
              </a:ext>
            </a:extLst>
          </p:cNvPr>
          <p:cNvSpPr/>
          <p:nvPr/>
        </p:nvSpPr>
        <p:spPr>
          <a:xfrm>
            <a:off x="592959" y="3722744"/>
            <a:ext cx="294891" cy="333590"/>
          </a:xfrm>
          <a:prstGeom prst="chevron">
            <a:avLst/>
          </a:prstGeom>
          <a:solidFill>
            <a:srgbClr val="FFB41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solidFill>
                <a:schemeClr val="tx1"/>
              </a:solidFill>
            </a:endParaRPr>
          </a:p>
        </p:txBody>
      </p:sp>
      <p:sp>
        <p:nvSpPr>
          <p:cNvPr id="11" name="山形 16">
            <a:extLst>
              <a:ext uri="{FF2B5EF4-FFF2-40B4-BE49-F238E27FC236}">
                <a16:creationId xmlns:a16="http://schemas.microsoft.com/office/drawing/2014/main" id="{018AE6E2-EB83-59B5-4D88-D6AFB3FDDEF8}"/>
              </a:ext>
            </a:extLst>
          </p:cNvPr>
          <p:cNvSpPr/>
          <p:nvPr/>
        </p:nvSpPr>
        <p:spPr>
          <a:xfrm>
            <a:off x="592959" y="5005140"/>
            <a:ext cx="294891" cy="333590"/>
          </a:xfrm>
          <a:prstGeom prst="chevron">
            <a:avLst/>
          </a:prstGeom>
          <a:solidFill>
            <a:srgbClr val="FFB41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solidFill>
                <a:schemeClr val="tx1"/>
              </a:solidFill>
            </a:endParaRPr>
          </a:p>
        </p:txBody>
      </p:sp>
      <p:sp>
        <p:nvSpPr>
          <p:cNvPr id="21" name="テキスト ボックス 20">
            <a:extLst>
              <a:ext uri="{FF2B5EF4-FFF2-40B4-BE49-F238E27FC236}">
                <a16:creationId xmlns:a16="http://schemas.microsoft.com/office/drawing/2014/main" id="{91E4C9F4-6B59-81EF-1BAC-CA52BA26FE1D}"/>
              </a:ext>
            </a:extLst>
          </p:cNvPr>
          <p:cNvSpPr txBox="1"/>
          <p:nvPr/>
        </p:nvSpPr>
        <p:spPr>
          <a:xfrm>
            <a:off x="887850" y="4983131"/>
            <a:ext cx="3771014" cy="369332"/>
          </a:xfrm>
          <a:prstGeom prst="rect">
            <a:avLst/>
          </a:prstGeom>
          <a:noFill/>
        </p:spPr>
        <p:txBody>
          <a:bodyPr wrap="square" rtlCol="0">
            <a:spAutoFit/>
          </a:bodyPr>
          <a:lstStyle/>
          <a:p>
            <a:r>
              <a:rPr lang="ja-JP" altLang="en-US" sz="1800" b="1" dirty="0">
                <a:latin typeface="+mj-ea"/>
                <a:ea typeface="+mj-ea"/>
              </a:rPr>
              <a:t>診療情報提供書受信可能日</a:t>
            </a:r>
            <a:endParaRPr kumimoji="1" lang="ja-JP" altLang="en-US" sz="1800" b="1" dirty="0">
              <a:latin typeface="+mj-ea"/>
              <a:ea typeface="+mj-ea"/>
            </a:endParaRPr>
          </a:p>
        </p:txBody>
      </p:sp>
      <p:sp>
        <p:nvSpPr>
          <p:cNvPr id="25" name="テキスト ボックス 24">
            <a:extLst>
              <a:ext uri="{FF2B5EF4-FFF2-40B4-BE49-F238E27FC236}">
                <a16:creationId xmlns:a16="http://schemas.microsoft.com/office/drawing/2014/main" id="{6FDD2BA3-62B5-5528-D289-7E960D0536F9}"/>
              </a:ext>
            </a:extLst>
          </p:cNvPr>
          <p:cNvSpPr txBox="1"/>
          <p:nvPr/>
        </p:nvSpPr>
        <p:spPr>
          <a:xfrm>
            <a:off x="887850" y="3695938"/>
            <a:ext cx="3771014" cy="369332"/>
          </a:xfrm>
          <a:prstGeom prst="rect">
            <a:avLst/>
          </a:prstGeom>
          <a:noFill/>
        </p:spPr>
        <p:txBody>
          <a:bodyPr wrap="square" rtlCol="0">
            <a:spAutoFit/>
          </a:bodyPr>
          <a:lstStyle/>
          <a:p>
            <a:r>
              <a:rPr lang="ja-JP" altLang="en-US" sz="1800" b="1" dirty="0">
                <a:latin typeface="+mj-ea"/>
                <a:ea typeface="+mj-ea"/>
              </a:rPr>
              <a:t>文書送受信サービス運用開始日　　　</a:t>
            </a:r>
            <a:endParaRPr kumimoji="1" lang="ja-JP" altLang="en-US" sz="1800" b="1" dirty="0">
              <a:latin typeface="+mj-ea"/>
              <a:ea typeface="+mj-ea"/>
            </a:endParaRPr>
          </a:p>
        </p:txBody>
      </p:sp>
      <p:sp>
        <p:nvSpPr>
          <p:cNvPr id="29" name="テキスト ボックス 28">
            <a:extLst>
              <a:ext uri="{FF2B5EF4-FFF2-40B4-BE49-F238E27FC236}">
                <a16:creationId xmlns:a16="http://schemas.microsoft.com/office/drawing/2014/main" id="{73F9FAF3-645C-D400-FD96-ADF65FFA7A73}"/>
              </a:ext>
            </a:extLst>
          </p:cNvPr>
          <p:cNvSpPr txBox="1"/>
          <p:nvPr/>
        </p:nvSpPr>
        <p:spPr>
          <a:xfrm>
            <a:off x="356581" y="3335895"/>
            <a:ext cx="3771014" cy="369332"/>
          </a:xfrm>
          <a:prstGeom prst="rect">
            <a:avLst/>
          </a:prstGeom>
          <a:noFill/>
        </p:spPr>
        <p:txBody>
          <a:bodyPr wrap="square" rtlCol="0">
            <a:spAutoFit/>
          </a:bodyPr>
          <a:lstStyle/>
          <a:p>
            <a:r>
              <a:rPr lang="ja-JP" altLang="en-US" sz="1800" b="1" dirty="0">
                <a:latin typeface="+mj-ea"/>
                <a:ea typeface="+mj-ea"/>
              </a:rPr>
              <a:t>＜変更後名称候補＞</a:t>
            </a:r>
            <a:endParaRPr lang="en-US" altLang="ja-JP" sz="1800" b="1" dirty="0">
              <a:latin typeface="+mj-ea"/>
              <a:ea typeface="+mj-ea"/>
            </a:endParaRPr>
          </a:p>
        </p:txBody>
      </p:sp>
      <p:sp>
        <p:nvSpPr>
          <p:cNvPr id="32" name="テキスト ボックス 31">
            <a:extLst>
              <a:ext uri="{FF2B5EF4-FFF2-40B4-BE49-F238E27FC236}">
                <a16:creationId xmlns:a16="http://schemas.microsoft.com/office/drawing/2014/main" id="{5FF7BBCF-6915-5990-4914-3A97C2BB0573}"/>
              </a:ext>
            </a:extLst>
          </p:cNvPr>
          <p:cNvSpPr txBox="1"/>
          <p:nvPr/>
        </p:nvSpPr>
        <p:spPr>
          <a:xfrm>
            <a:off x="887850" y="4073851"/>
            <a:ext cx="3771014" cy="369332"/>
          </a:xfrm>
          <a:prstGeom prst="rect">
            <a:avLst/>
          </a:prstGeom>
          <a:noFill/>
        </p:spPr>
        <p:txBody>
          <a:bodyPr wrap="square" rtlCol="0">
            <a:spAutoFit/>
          </a:bodyPr>
          <a:lstStyle/>
          <a:p>
            <a:r>
              <a:rPr lang="ja-JP" altLang="en-US" sz="1600" dirty="0">
                <a:latin typeface="+mj-ea"/>
                <a:ea typeface="+mj-ea"/>
              </a:rPr>
              <a:t>→サービスの名称を付加する</a:t>
            </a:r>
            <a:r>
              <a:rPr lang="ja-JP" altLang="en-US" sz="1800" dirty="0">
                <a:latin typeface="+mj-ea"/>
                <a:ea typeface="+mj-ea"/>
              </a:rPr>
              <a:t>　　　</a:t>
            </a:r>
            <a:endParaRPr kumimoji="1" lang="ja-JP" altLang="en-US" sz="1800" dirty="0">
              <a:latin typeface="+mj-ea"/>
              <a:ea typeface="+mj-ea"/>
            </a:endParaRPr>
          </a:p>
        </p:txBody>
      </p:sp>
      <p:sp>
        <p:nvSpPr>
          <p:cNvPr id="34" name="テキスト ボックス 33">
            <a:extLst>
              <a:ext uri="{FF2B5EF4-FFF2-40B4-BE49-F238E27FC236}">
                <a16:creationId xmlns:a16="http://schemas.microsoft.com/office/drawing/2014/main" id="{E820D4AA-5753-9361-8F07-10B11819A1CE}"/>
              </a:ext>
            </a:extLst>
          </p:cNvPr>
          <p:cNvSpPr txBox="1"/>
          <p:nvPr/>
        </p:nvSpPr>
        <p:spPr>
          <a:xfrm>
            <a:off x="887850" y="5364097"/>
            <a:ext cx="3771014" cy="369332"/>
          </a:xfrm>
          <a:prstGeom prst="rect">
            <a:avLst/>
          </a:prstGeom>
          <a:noFill/>
        </p:spPr>
        <p:txBody>
          <a:bodyPr wrap="square" rtlCol="0">
            <a:spAutoFit/>
          </a:bodyPr>
          <a:lstStyle/>
          <a:p>
            <a:r>
              <a:rPr lang="ja-JP" altLang="en-US" sz="1600" dirty="0">
                <a:latin typeface="+mj-ea"/>
                <a:ea typeface="+mj-ea"/>
              </a:rPr>
              <a:t>→より具体的な機能を名称に付加する</a:t>
            </a:r>
            <a:r>
              <a:rPr lang="ja-JP" altLang="en-US" sz="1800" dirty="0">
                <a:latin typeface="+mj-ea"/>
                <a:ea typeface="+mj-ea"/>
              </a:rPr>
              <a:t>　　　</a:t>
            </a:r>
            <a:endParaRPr kumimoji="1" lang="ja-JP" altLang="en-US" sz="1800" dirty="0">
              <a:latin typeface="+mj-ea"/>
              <a:ea typeface="+mj-ea"/>
            </a:endParaRPr>
          </a:p>
        </p:txBody>
      </p:sp>
      <p:sp>
        <p:nvSpPr>
          <p:cNvPr id="35" name="テキスト ボックス 34">
            <a:extLst>
              <a:ext uri="{FF2B5EF4-FFF2-40B4-BE49-F238E27FC236}">
                <a16:creationId xmlns:a16="http://schemas.microsoft.com/office/drawing/2014/main" id="{B1EC0F22-4CFD-2ACF-DE04-78BB12B64ECF}"/>
              </a:ext>
            </a:extLst>
          </p:cNvPr>
          <p:cNvSpPr txBox="1"/>
          <p:nvPr/>
        </p:nvSpPr>
        <p:spPr>
          <a:xfrm>
            <a:off x="704245" y="6031386"/>
            <a:ext cx="8605283" cy="388440"/>
          </a:xfrm>
          <a:prstGeom prst="rect">
            <a:avLst/>
          </a:prstGeom>
          <a:noFill/>
        </p:spPr>
        <p:txBody>
          <a:bodyPr wrap="square" rtlCol="0">
            <a:spAutoFit/>
          </a:bodyPr>
          <a:lstStyle/>
          <a:p>
            <a:r>
              <a:rPr kumimoji="1" lang="ja-JP" altLang="en-US" dirty="0">
                <a:latin typeface="+mj-ea"/>
                <a:ea typeface="+mj-ea"/>
              </a:rPr>
              <a:t>他に候補が無いか等、スレッドでやり取りして</a:t>
            </a:r>
            <a:r>
              <a:rPr kumimoji="1" lang="en-US" altLang="ja-JP" b="1" dirty="0">
                <a:latin typeface="+mj-ea"/>
                <a:ea typeface="+mj-ea"/>
              </a:rPr>
              <a:t>10</a:t>
            </a:r>
            <a:r>
              <a:rPr kumimoji="1" lang="ja-JP" altLang="en-US" b="1" dirty="0">
                <a:latin typeface="+mj-ea"/>
                <a:ea typeface="+mj-ea"/>
              </a:rPr>
              <a:t>月末まで</a:t>
            </a:r>
            <a:r>
              <a:rPr kumimoji="1" lang="ja-JP" altLang="en-US" dirty="0">
                <a:latin typeface="+mj-ea"/>
                <a:ea typeface="+mj-ea"/>
              </a:rPr>
              <a:t>に決定させてください。</a:t>
            </a:r>
          </a:p>
        </p:txBody>
      </p:sp>
    </p:spTree>
    <p:extLst>
      <p:ext uri="{BB962C8B-B14F-4D97-AF65-F5344CB8AC3E}">
        <p14:creationId xmlns:p14="http://schemas.microsoft.com/office/powerpoint/2010/main" val="2840055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8E8C4-6E36-7828-A740-6CB832C5D71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465C11-1EA4-C5D8-B57F-2BB4836F26AC}"/>
              </a:ext>
            </a:extLst>
          </p:cNvPr>
          <p:cNvSpPr>
            <a:spLocks noGrp="1"/>
          </p:cNvSpPr>
          <p:nvPr>
            <p:ph type="title"/>
          </p:nvPr>
        </p:nvSpPr>
        <p:spPr/>
        <p:txBody>
          <a:bodyPr/>
          <a:lstStyle/>
          <a:p>
            <a:r>
              <a:rPr lang="ja-JP" altLang="en-US" dirty="0"/>
              <a:t>ポータルサイト申請機能リリースに向けた調整事項</a:t>
            </a:r>
            <a:endParaRPr kumimoji="1" lang="ja-JP" altLang="en-US" dirty="0"/>
          </a:p>
        </p:txBody>
      </p:sp>
      <p:sp>
        <p:nvSpPr>
          <p:cNvPr id="4" name="Text Placeholder 2">
            <a:extLst>
              <a:ext uri="{FF2B5EF4-FFF2-40B4-BE49-F238E27FC236}">
                <a16:creationId xmlns:a16="http://schemas.microsoft.com/office/drawing/2014/main" id="{003850F0-6BF9-6339-434B-F0BD69668FF7}"/>
              </a:ext>
            </a:extLst>
          </p:cNvPr>
          <p:cNvSpPr txBox="1">
            <a:spLocks/>
          </p:cNvSpPr>
          <p:nvPr/>
        </p:nvSpPr>
        <p:spPr>
          <a:xfrm>
            <a:off x="248806" y="601616"/>
            <a:ext cx="9588284"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ja-JP" altLang="en-US" dirty="0"/>
              <a:t>申請機能</a:t>
            </a:r>
          </a:p>
        </p:txBody>
      </p:sp>
      <p:sp>
        <p:nvSpPr>
          <p:cNvPr id="5" name="角丸四角形 10">
            <a:extLst>
              <a:ext uri="{FF2B5EF4-FFF2-40B4-BE49-F238E27FC236}">
                <a16:creationId xmlns:a16="http://schemas.microsoft.com/office/drawing/2014/main" id="{70063A2B-18B7-AFDB-85A7-A4A9E6E9EB1C}"/>
              </a:ext>
            </a:extLst>
          </p:cNvPr>
          <p:cNvSpPr/>
          <p:nvPr/>
        </p:nvSpPr>
        <p:spPr>
          <a:xfrm>
            <a:off x="139306" y="601616"/>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16" name="角丸四角形 12">
            <a:extLst>
              <a:ext uri="{FF2B5EF4-FFF2-40B4-BE49-F238E27FC236}">
                <a16:creationId xmlns:a16="http://schemas.microsoft.com/office/drawing/2014/main" id="{76F97F0B-9EEE-E07E-12A7-694561FD1F6A}"/>
              </a:ext>
            </a:extLst>
          </p:cNvPr>
          <p:cNvSpPr/>
          <p:nvPr/>
        </p:nvSpPr>
        <p:spPr>
          <a:xfrm>
            <a:off x="248807" y="1017583"/>
            <a:ext cx="107777" cy="330581"/>
          </a:xfrm>
          <a:prstGeom prst="roundRect">
            <a:avLst/>
          </a:prstGeom>
          <a:noFill/>
          <a:ln>
            <a:solidFill>
              <a:srgbClr val="00A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18" name="Text Placeholder 2">
            <a:extLst>
              <a:ext uri="{FF2B5EF4-FFF2-40B4-BE49-F238E27FC236}">
                <a16:creationId xmlns:a16="http://schemas.microsoft.com/office/drawing/2014/main" id="{7F310235-9870-B407-4564-49AA876DB95A}"/>
              </a:ext>
            </a:extLst>
          </p:cNvPr>
          <p:cNvSpPr txBox="1">
            <a:spLocks/>
          </p:cNvSpPr>
          <p:nvPr/>
        </p:nvSpPr>
        <p:spPr>
          <a:xfrm>
            <a:off x="356583" y="1007960"/>
            <a:ext cx="9480507"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latin typeface="+mj-ea"/>
              </a:rPr>
              <a:t>2-2 </a:t>
            </a:r>
            <a:r>
              <a:rPr lang="ja-JP" altLang="en-US" dirty="0">
                <a:latin typeface="+mj-ea"/>
              </a:rPr>
              <a:t>運用開始日入力チェック→</a:t>
            </a:r>
            <a:r>
              <a:rPr lang="en-US" altLang="ja-JP" dirty="0">
                <a:highlight>
                  <a:srgbClr val="FFFF00"/>
                </a:highlight>
                <a:latin typeface="+mj-ea"/>
              </a:rPr>
              <a:t>10</a:t>
            </a:r>
            <a:r>
              <a:rPr lang="ja-JP" altLang="en-US" dirty="0">
                <a:highlight>
                  <a:srgbClr val="FFFF00"/>
                </a:highlight>
                <a:latin typeface="+mj-ea"/>
              </a:rPr>
              <a:t>月末までに確認をお願いします</a:t>
            </a:r>
            <a:endParaRPr lang="en-US" altLang="ja-JP" dirty="0">
              <a:highlight>
                <a:srgbClr val="FFFF00"/>
              </a:highlight>
              <a:latin typeface="+mj-ea"/>
            </a:endParaRPr>
          </a:p>
        </p:txBody>
      </p:sp>
      <p:sp>
        <p:nvSpPr>
          <p:cNvPr id="6" name="テキスト ボックス 5">
            <a:extLst>
              <a:ext uri="{FF2B5EF4-FFF2-40B4-BE49-F238E27FC236}">
                <a16:creationId xmlns:a16="http://schemas.microsoft.com/office/drawing/2014/main" id="{922D553A-3778-8A0E-C73F-8B57E8DBF5AB}"/>
              </a:ext>
            </a:extLst>
          </p:cNvPr>
          <p:cNvSpPr txBox="1"/>
          <p:nvPr/>
        </p:nvSpPr>
        <p:spPr>
          <a:xfrm>
            <a:off x="356583" y="5306597"/>
            <a:ext cx="8539325" cy="646331"/>
          </a:xfrm>
          <a:prstGeom prst="rect">
            <a:avLst/>
          </a:prstGeom>
          <a:noFill/>
        </p:spPr>
        <p:txBody>
          <a:bodyPr wrap="square" rtlCol="0">
            <a:spAutoFit/>
          </a:bodyPr>
          <a:lstStyle/>
          <a:p>
            <a:r>
              <a:rPr lang="en-US" altLang="ja-JP" sz="1800" dirty="0">
                <a:latin typeface="+mj-ea"/>
                <a:ea typeface="+mj-ea"/>
              </a:rPr>
              <a:t>No.1</a:t>
            </a:r>
            <a:r>
              <a:rPr lang="ja-JP" altLang="en-US" sz="1800" dirty="0">
                <a:latin typeface="+mj-ea"/>
                <a:ea typeface="+mj-ea"/>
              </a:rPr>
              <a:t>と</a:t>
            </a:r>
            <a:r>
              <a:rPr lang="en-US" altLang="ja-JP" sz="1800" dirty="0">
                <a:latin typeface="+mj-ea"/>
                <a:ea typeface="+mj-ea"/>
              </a:rPr>
              <a:t>2</a:t>
            </a:r>
            <a:r>
              <a:rPr lang="ja-JP" altLang="en-US" sz="1800" dirty="0">
                <a:latin typeface="+mj-ea"/>
                <a:ea typeface="+mj-ea"/>
              </a:rPr>
              <a:t>の画面は、次項以降に添付しています。</a:t>
            </a:r>
            <a:br>
              <a:rPr lang="en-US" altLang="ja-JP" sz="1800" dirty="0">
                <a:latin typeface="+mj-ea"/>
                <a:ea typeface="+mj-ea"/>
              </a:rPr>
            </a:br>
            <a:r>
              <a:rPr lang="en-US" altLang="ja-JP" sz="1800" dirty="0">
                <a:latin typeface="+mj-ea"/>
                <a:ea typeface="+mj-ea"/>
              </a:rPr>
              <a:t>No.11</a:t>
            </a:r>
            <a:r>
              <a:rPr lang="ja-JP" altLang="en-US" sz="1800" dirty="0">
                <a:latin typeface="+mj-ea"/>
                <a:ea typeface="+mj-ea"/>
              </a:rPr>
              <a:t>については、全国的な運用開始日より前の日付をエラーとしています。</a:t>
            </a:r>
            <a:endParaRPr lang="en-US" altLang="ja-JP" sz="1800" dirty="0">
              <a:latin typeface="+mj-ea"/>
              <a:ea typeface="+mj-ea"/>
            </a:endParaRPr>
          </a:p>
        </p:txBody>
      </p:sp>
      <p:pic>
        <p:nvPicPr>
          <p:cNvPr id="8" name="図 7">
            <a:extLst>
              <a:ext uri="{FF2B5EF4-FFF2-40B4-BE49-F238E27FC236}">
                <a16:creationId xmlns:a16="http://schemas.microsoft.com/office/drawing/2014/main" id="{77E5F59D-525C-31F2-A6AB-C4A64C4CC54C}"/>
              </a:ext>
            </a:extLst>
          </p:cNvPr>
          <p:cNvPicPr>
            <a:picLocks noChangeAspect="1"/>
          </p:cNvPicPr>
          <p:nvPr/>
        </p:nvPicPr>
        <p:blipFill>
          <a:blip r:embed="rId3"/>
          <a:stretch>
            <a:fillRect/>
          </a:stretch>
        </p:blipFill>
        <p:spPr>
          <a:xfrm>
            <a:off x="353035" y="1433550"/>
            <a:ext cx="9199929" cy="3783321"/>
          </a:xfrm>
          <a:prstGeom prst="rect">
            <a:avLst/>
          </a:prstGeom>
        </p:spPr>
      </p:pic>
    </p:spTree>
    <p:extLst>
      <p:ext uri="{BB962C8B-B14F-4D97-AF65-F5344CB8AC3E}">
        <p14:creationId xmlns:p14="http://schemas.microsoft.com/office/powerpoint/2010/main" val="3252592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B1440-F7AB-BF9B-1E24-1905B3E4D3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4CA970-C5D8-324B-4D3E-F8C3E65F6E24}"/>
              </a:ext>
            </a:extLst>
          </p:cNvPr>
          <p:cNvSpPr>
            <a:spLocks noGrp="1"/>
          </p:cNvSpPr>
          <p:nvPr>
            <p:ph type="title"/>
          </p:nvPr>
        </p:nvSpPr>
        <p:spPr/>
        <p:txBody>
          <a:bodyPr/>
          <a:lstStyle/>
          <a:p>
            <a:r>
              <a:rPr lang="ja-JP" altLang="en-US" dirty="0"/>
              <a:t>ポータルサイト申請機能リリースに向けた調整事項</a:t>
            </a:r>
            <a:endParaRPr kumimoji="1" lang="ja-JP" altLang="en-US" dirty="0"/>
          </a:p>
        </p:txBody>
      </p:sp>
      <p:sp>
        <p:nvSpPr>
          <p:cNvPr id="4" name="Text Placeholder 2">
            <a:extLst>
              <a:ext uri="{FF2B5EF4-FFF2-40B4-BE49-F238E27FC236}">
                <a16:creationId xmlns:a16="http://schemas.microsoft.com/office/drawing/2014/main" id="{1C43F19D-B0A2-36FE-ECF5-51F0D939FE29}"/>
              </a:ext>
            </a:extLst>
          </p:cNvPr>
          <p:cNvSpPr txBox="1">
            <a:spLocks/>
          </p:cNvSpPr>
          <p:nvPr/>
        </p:nvSpPr>
        <p:spPr>
          <a:xfrm>
            <a:off x="248806" y="601616"/>
            <a:ext cx="9588284"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ja-JP" altLang="en-US" dirty="0"/>
              <a:t>申請機能</a:t>
            </a:r>
          </a:p>
        </p:txBody>
      </p:sp>
      <p:sp>
        <p:nvSpPr>
          <p:cNvPr id="5" name="角丸四角形 10">
            <a:extLst>
              <a:ext uri="{FF2B5EF4-FFF2-40B4-BE49-F238E27FC236}">
                <a16:creationId xmlns:a16="http://schemas.microsoft.com/office/drawing/2014/main" id="{B8F45A4E-03C2-3D07-0643-739C3D7E7D18}"/>
              </a:ext>
            </a:extLst>
          </p:cNvPr>
          <p:cNvSpPr/>
          <p:nvPr/>
        </p:nvSpPr>
        <p:spPr>
          <a:xfrm>
            <a:off x="139306" y="601616"/>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20" name="角丸四角形 12">
            <a:extLst>
              <a:ext uri="{FF2B5EF4-FFF2-40B4-BE49-F238E27FC236}">
                <a16:creationId xmlns:a16="http://schemas.microsoft.com/office/drawing/2014/main" id="{B874ACA8-E536-7A2B-BFA3-BA43F8F4B806}"/>
              </a:ext>
            </a:extLst>
          </p:cNvPr>
          <p:cNvSpPr/>
          <p:nvPr/>
        </p:nvSpPr>
        <p:spPr>
          <a:xfrm>
            <a:off x="248806" y="1017583"/>
            <a:ext cx="107777" cy="330581"/>
          </a:xfrm>
          <a:prstGeom prst="roundRect">
            <a:avLst/>
          </a:prstGeom>
          <a:noFill/>
          <a:ln>
            <a:solidFill>
              <a:srgbClr val="00A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22" name="Text Placeholder 2">
            <a:extLst>
              <a:ext uri="{FF2B5EF4-FFF2-40B4-BE49-F238E27FC236}">
                <a16:creationId xmlns:a16="http://schemas.microsoft.com/office/drawing/2014/main" id="{96A3FBAE-0F00-4A33-0E8D-4CEDDAAD14F9}"/>
              </a:ext>
            </a:extLst>
          </p:cNvPr>
          <p:cNvSpPr txBox="1">
            <a:spLocks/>
          </p:cNvSpPr>
          <p:nvPr/>
        </p:nvSpPr>
        <p:spPr>
          <a:xfrm>
            <a:off x="356582" y="1017583"/>
            <a:ext cx="9480507"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latin typeface="+mj-ea"/>
                <a:ea typeface="+mj-ea"/>
              </a:rPr>
              <a:t>2-3 </a:t>
            </a:r>
            <a:r>
              <a:rPr lang="ja-JP" altLang="en-US" dirty="0">
                <a:latin typeface="+mj-ea"/>
                <a:ea typeface="+mj-ea"/>
              </a:rPr>
              <a:t>閉塞中の挙動について→</a:t>
            </a:r>
            <a:r>
              <a:rPr lang="en-US" altLang="ja-JP" dirty="0">
                <a:highlight>
                  <a:srgbClr val="FFFF00"/>
                </a:highlight>
                <a:latin typeface="+mj-ea"/>
              </a:rPr>
              <a:t> 10</a:t>
            </a:r>
            <a:r>
              <a:rPr lang="ja-JP" altLang="en-US" dirty="0">
                <a:highlight>
                  <a:srgbClr val="FFFF00"/>
                </a:highlight>
                <a:latin typeface="+mj-ea"/>
              </a:rPr>
              <a:t>月末までに確認をお願いします</a:t>
            </a:r>
            <a:endParaRPr lang="en-US" altLang="ja-JP" dirty="0">
              <a:latin typeface="+mj-ea"/>
              <a:ea typeface="+mj-ea"/>
            </a:endParaRPr>
          </a:p>
        </p:txBody>
      </p:sp>
      <p:sp>
        <p:nvSpPr>
          <p:cNvPr id="9" name="テキスト ボックス 8">
            <a:extLst>
              <a:ext uri="{FF2B5EF4-FFF2-40B4-BE49-F238E27FC236}">
                <a16:creationId xmlns:a16="http://schemas.microsoft.com/office/drawing/2014/main" id="{AE94268B-0390-A9CF-699D-A3981CD01C2D}"/>
              </a:ext>
            </a:extLst>
          </p:cNvPr>
          <p:cNvSpPr txBox="1"/>
          <p:nvPr/>
        </p:nvSpPr>
        <p:spPr>
          <a:xfrm>
            <a:off x="356582" y="1357787"/>
            <a:ext cx="8539324" cy="665439"/>
          </a:xfrm>
          <a:prstGeom prst="rect">
            <a:avLst/>
          </a:prstGeom>
          <a:noFill/>
        </p:spPr>
        <p:txBody>
          <a:bodyPr wrap="square" rtlCol="0">
            <a:spAutoFit/>
          </a:bodyPr>
          <a:lstStyle/>
          <a:p>
            <a:r>
              <a:rPr lang="ja-JP" altLang="en-US" sz="1800" dirty="0">
                <a:latin typeface="+mj-ea"/>
                <a:ea typeface="+mj-ea"/>
              </a:rPr>
              <a:t>閉塞中</a:t>
            </a:r>
            <a:r>
              <a:rPr lang="en-US" altLang="ja-JP" sz="1800" dirty="0">
                <a:latin typeface="+mj-ea"/>
                <a:ea typeface="+mj-ea"/>
              </a:rPr>
              <a:t>(1/4</a:t>
            </a:r>
            <a:r>
              <a:rPr lang="ja-JP" altLang="en-US" sz="1800" dirty="0">
                <a:latin typeface="+mj-ea"/>
                <a:ea typeface="+mj-ea"/>
              </a:rPr>
              <a:t>～</a:t>
            </a:r>
            <a:r>
              <a:rPr lang="en-US" altLang="ja-JP" sz="1800" dirty="0">
                <a:latin typeface="+mj-ea"/>
                <a:ea typeface="+mj-ea"/>
              </a:rPr>
              <a:t>1/18or25)</a:t>
            </a:r>
            <a:r>
              <a:rPr lang="ja-JP" altLang="en-US" sz="1800" dirty="0">
                <a:latin typeface="+mj-ea"/>
                <a:ea typeface="+mj-ea"/>
              </a:rPr>
              <a:t>のポップアップと初期画面については以下の挙動となります。</a:t>
            </a:r>
            <a:endParaRPr lang="en-US" altLang="ja-JP" sz="1800" dirty="0">
              <a:latin typeface="+mj-ea"/>
              <a:ea typeface="+mj-ea"/>
            </a:endParaRPr>
          </a:p>
          <a:p>
            <a:r>
              <a:rPr lang="ja-JP" altLang="en-US" sz="1800" dirty="0">
                <a:latin typeface="+mj-ea"/>
                <a:ea typeface="+mj-ea"/>
              </a:rPr>
              <a:t>（添付の画面は運用開始日登録ですが、利用申請画面についても同様です）</a:t>
            </a:r>
            <a:endParaRPr lang="en-US" altLang="ja-JP" sz="1800" dirty="0">
              <a:latin typeface="+mj-ea"/>
              <a:ea typeface="+mj-ea"/>
            </a:endParaRPr>
          </a:p>
        </p:txBody>
      </p:sp>
      <p:grpSp>
        <p:nvGrpSpPr>
          <p:cNvPr id="8" name="グループ化 7">
            <a:extLst>
              <a:ext uri="{FF2B5EF4-FFF2-40B4-BE49-F238E27FC236}">
                <a16:creationId xmlns:a16="http://schemas.microsoft.com/office/drawing/2014/main" id="{8B069A8E-E65F-1986-193D-839BF4887088}"/>
              </a:ext>
            </a:extLst>
          </p:cNvPr>
          <p:cNvGrpSpPr/>
          <p:nvPr/>
        </p:nvGrpSpPr>
        <p:grpSpPr>
          <a:xfrm>
            <a:off x="2556641" y="2041263"/>
            <a:ext cx="6847367" cy="1565350"/>
            <a:chOff x="356581" y="4424684"/>
            <a:chExt cx="7836625" cy="1994967"/>
          </a:xfrm>
        </p:grpSpPr>
        <p:pic>
          <p:nvPicPr>
            <p:cNvPr id="6" name="図 5">
              <a:extLst>
                <a:ext uri="{FF2B5EF4-FFF2-40B4-BE49-F238E27FC236}">
                  <a16:creationId xmlns:a16="http://schemas.microsoft.com/office/drawing/2014/main" id="{17650057-53E5-3DCE-48CE-4B483B100DE1}"/>
                </a:ext>
              </a:extLst>
            </p:cNvPr>
            <p:cNvPicPr>
              <a:picLocks noChangeAspect="1"/>
            </p:cNvPicPr>
            <p:nvPr/>
          </p:nvPicPr>
          <p:blipFill>
            <a:blip r:embed="rId3"/>
            <a:stretch>
              <a:fillRect/>
            </a:stretch>
          </p:blipFill>
          <p:spPr>
            <a:xfrm>
              <a:off x="356581" y="4580775"/>
              <a:ext cx="7836625" cy="1838876"/>
            </a:xfrm>
            <a:prstGeom prst="rect">
              <a:avLst/>
            </a:prstGeom>
          </p:spPr>
        </p:pic>
        <p:pic>
          <p:nvPicPr>
            <p:cNvPr id="7" name="図 6">
              <a:extLst>
                <a:ext uri="{FF2B5EF4-FFF2-40B4-BE49-F238E27FC236}">
                  <a16:creationId xmlns:a16="http://schemas.microsoft.com/office/drawing/2014/main" id="{73BD57D9-C914-1A95-88A3-892319691DBA}"/>
                </a:ext>
              </a:extLst>
            </p:cNvPr>
            <p:cNvPicPr>
              <a:picLocks noChangeAspect="1"/>
            </p:cNvPicPr>
            <p:nvPr/>
          </p:nvPicPr>
          <p:blipFill>
            <a:blip r:embed="rId4"/>
            <a:srcRect t="1" r="7745" b="1"/>
            <a:stretch>
              <a:fillRect/>
            </a:stretch>
          </p:blipFill>
          <p:spPr>
            <a:xfrm>
              <a:off x="363998" y="4424684"/>
              <a:ext cx="7829208" cy="156091"/>
            </a:xfrm>
            <a:prstGeom prst="rect">
              <a:avLst/>
            </a:prstGeom>
          </p:spPr>
        </p:pic>
      </p:grpSp>
      <p:grpSp>
        <p:nvGrpSpPr>
          <p:cNvPr id="12" name="グループ化 11">
            <a:extLst>
              <a:ext uri="{FF2B5EF4-FFF2-40B4-BE49-F238E27FC236}">
                <a16:creationId xmlns:a16="http://schemas.microsoft.com/office/drawing/2014/main" id="{EE9EA432-4224-A1F4-9DBB-927A07CBC9E1}"/>
              </a:ext>
            </a:extLst>
          </p:cNvPr>
          <p:cNvGrpSpPr/>
          <p:nvPr/>
        </p:nvGrpSpPr>
        <p:grpSpPr>
          <a:xfrm>
            <a:off x="2556640" y="3766235"/>
            <a:ext cx="6847367" cy="2494539"/>
            <a:chOff x="507835" y="2605383"/>
            <a:chExt cx="6847367" cy="2494539"/>
          </a:xfrm>
        </p:grpSpPr>
        <p:pic>
          <p:nvPicPr>
            <p:cNvPr id="15" name="図 14">
              <a:extLst>
                <a:ext uri="{FF2B5EF4-FFF2-40B4-BE49-F238E27FC236}">
                  <a16:creationId xmlns:a16="http://schemas.microsoft.com/office/drawing/2014/main" id="{A05B2A07-5A7C-2EA9-2245-6DCC471E2556}"/>
                </a:ext>
              </a:extLst>
            </p:cNvPr>
            <p:cNvPicPr>
              <a:picLocks noChangeAspect="1"/>
            </p:cNvPicPr>
            <p:nvPr/>
          </p:nvPicPr>
          <p:blipFill>
            <a:blip r:embed="rId5"/>
            <a:stretch>
              <a:fillRect/>
            </a:stretch>
          </p:blipFill>
          <p:spPr>
            <a:xfrm>
              <a:off x="507835" y="2729972"/>
              <a:ext cx="6847367" cy="2369950"/>
            </a:xfrm>
            <a:prstGeom prst="rect">
              <a:avLst/>
            </a:prstGeom>
          </p:spPr>
        </p:pic>
        <p:pic>
          <p:nvPicPr>
            <p:cNvPr id="11" name="図 10">
              <a:extLst>
                <a:ext uri="{FF2B5EF4-FFF2-40B4-BE49-F238E27FC236}">
                  <a16:creationId xmlns:a16="http://schemas.microsoft.com/office/drawing/2014/main" id="{620E2EDA-CC33-31D9-AA51-DCF6AC6CDDBF}"/>
                </a:ext>
              </a:extLst>
            </p:cNvPr>
            <p:cNvPicPr>
              <a:picLocks noChangeAspect="1"/>
            </p:cNvPicPr>
            <p:nvPr/>
          </p:nvPicPr>
          <p:blipFill>
            <a:blip r:embed="rId4"/>
            <a:srcRect t="1" r="7745" b="1"/>
            <a:stretch>
              <a:fillRect/>
            </a:stretch>
          </p:blipFill>
          <p:spPr>
            <a:xfrm>
              <a:off x="507835" y="2605383"/>
              <a:ext cx="6847367" cy="136516"/>
            </a:xfrm>
            <a:prstGeom prst="rect">
              <a:avLst/>
            </a:prstGeom>
          </p:spPr>
        </p:pic>
      </p:grpSp>
    </p:spTree>
    <p:extLst>
      <p:ext uri="{BB962C8B-B14F-4D97-AF65-F5344CB8AC3E}">
        <p14:creationId xmlns:p14="http://schemas.microsoft.com/office/powerpoint/2010/main" val="1178351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AFAC0-5B8F-297E-8C89-028F148DA8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259563D-7A95-C5EC-E978-1FBC066C16DF}"/>
              </a:ext>
            </a:extLst>
          </p:cNvPr>
          <p:cNvSpPr>
            <a:spLocks noGrp="1"/>
          </p:cNvSpPr>
          <p:nvPr>
            <p:ph type="title"/>
          </p:nvPr>
        </p:nvSpPr>
        <p:spPr/>
        <p:txBody>
          <a:bodyPr/>
          <a:lstStyle/>
          <a:p>
            <a:r>
              <a:rPr lang="ja-JP" altLang="en-US" dirty="0"/>
              <a:t>ポータルサイト申請機能リリースに向けた調整事項</a:t>
            </a:r>
            <a:endParaRPr kumimoji="1" lang="ja-JP" altLang="en-US" dirty="0"/>
          </a:p>
        </p:txBody>
      </p:sp>
      <p:sp>
        <p:nvSpPr>
          <p:cNvPr id="4" name="Text Placeholder 2">
            <a:extLst>
              <a:ext uri="{FF2B5EF4-FFF2-40B4-BE49-F238E27FC236}">
                <a16:creationId xmlns:a16="http://schemas.microsoft.com/office/drawing/2014/main" id="{97771F44-C939-3D07-A411-54D52CDDA12B}"/>
              </a:ext>
            </a:extLst>
          </p:cNvPr>
          <p:cNvSpPr txBox="1">
            <a:spLocks/>
          </p:cNvSpPr>
          <p:nvPr/>
        </p:nvSpPr>
        <p:spPr>
          <a:xfrm>
            <a:off x="248806" y="601616"/>
            <a:ext cx="9588284"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ja-JP" altLang="en-US" dirty="0"/>
              <a:t>申請機能</a:t>
            </a:r>
          </a:p>
        </p:txBody>
      </p:sp>
      <p:sp>
        <p:nvSpPr>
          <p:cNvPr id="5" name="角丸四角形 10">
            <a:extLst>
              <a:ext uri="{FF2B5EF4-FFF2-40B4-BE49-F238E27FC236}">
                <a16:creationId xmlns:a16="http://schemas.microsoft.com/office/drawing/2014/main" id="{E5D3E6B4-D356-8CB6-1EE0-CFB384CC473E}"/>
              </a:ext>
            </a:extLst>
          </p:cNvPr>
          <p:cNvSpPr/>
          <p:nvPr/>
        </p:nvSpPr>
        <p:spPr>
          <a:xfrm>
            <a:off x="139306" y="601616"/>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24" name="角丸四角形 12">
            <a:extLst>
              <a:ext uri="{FF2B5EF4-FFF2-40B4-BE49-F238E27FC236}">
                <a16:creationId xmlns:a16="http://schemas.microsoft.com/office/drawing/2014/main" id="{9EE05508-22F2-02E2-7CA1-6EC5249BB44B}"/>
              </a:ext>
            </a:extLst>
          </p:cNvPr>
          <p:cNvSpPr/>
          <p:nvPr/>
        </p:nvSpPr>
        <p:spPr>
          <a:xfrm>
            <a:off x="248806" y="1017583"/>
            <a:ext cx="107777" cy="330581"/>
          </a:xfrm>
          <a:prstGeom prst="roundRect">
            <a:avLst/>
          </a:prstGeom>
          <a:noFill/>
          <a:ln>
            <a:solidFill>
              <a:srgbClr val="00A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26" name="Text Placeholder 2">
            <a:extLst>
              <a:ext uri="{FF2B5EF4-FFF2-40B4-BE49-F238E27FC236}">
                <a16:creationId xmlns:a16="http://schemas.microsoft.com/office/drawing/2014/main" id="{ED26D0C0-4480-3FA8-5A18-3932721EDE61}"/>
              </a:ext>
            </a:extLst>
          </p:cNvPr>
          <p:cNvSpPr txBox="1">
            <a:spLocks/>
          </p:cNvSpPr>
          <p:nvPr/>
        </p:nvSpPr>
        <p:spPr>
          <a:xfrm>
            <a:off x="356583" y="1498293"/>
            <a:ext cx="9480507"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latin typeface="+mj-ea"/>
              </a:rPr>
              <a:t>2-4 </a:t>
            </a:r>
            <a:r>
              <a:rPr lang="ja-JP" altLang="en-US" dirty="0">
                <a:latin typeface="+mj-ea"/>
              </a:rPr>
              <a:t>歯科調剤の運用開始日登録閉塞中の画面メッセージ</a:t>
            </a:r>
            <a:endParaRPr lang="en-US" altLang="ja-JP" dirty="0">
              <a:latin typeface="+mj-ea"/>
            </a:endParaRPr>
          </a:p>
          <a:p>
            <a:r>
              <a:rPr lang="ja-JP" altLang="en-US" dirty="0">
                <a:latin typeface="+mj-ea"/>
              </a:rPr>
              <a:t>→</a:t>
            </a:r>
            <a:r>
              <a:rPr lang="en-US" altLang="ja-JP" dirty="0">
                <a:latin typeface="+mj-ea"/>
              </a:rPr>
              <a:t> 11</a:t>
            </a:r>
            <a:r>
              <a:rPr lang="ja-JP" altLang="en-US" dirty="0">
                <a:latin typeface="+mj-ea"/>
              </a:rPr>
              <a:t>月末までに確認をお願いします</a:t>
            </a:r>
            <a:endParaRPr lang="en-US" altLang="ja-JP" dirty="0">
              <a:latin typeface="+mj-ea"/>
            </a:endParaRPr>
          </a:p>
        </p:txBody>
      </p:sp>
      <p:sp>
        <p:nvSpPr>
          <p:cNvPr id="11" name="テキスト ボックス 10">
            <a:extLst>
              <a:ext uri="{FF2B5EF4-FFF2-40B4-BE49-F238E27FC236}">
                <a16:creationId xmlns:a16="http://schemas.microsoft.com/office/drawing/2014/main" id="{E782D82F-364F-5C0B-989E-62463D71ED01}"/>
              </a:ext>
            </a:extLst>
          </p:cNvPr>
          <p:cNvSpPr txBox="1"/>
          <p:nvPr/>
        </p:nvSpPr>
        <p:spPr>
          <a:xfrm>
            <a:off x="356582" y="2093432"/>
            <a:ext cx="8539325" cy="646331"/>
          </a:xfrm>
          <a:prstGeom prst="rect">
            <a:avLst/>
          </a:prstGeom>
          <a:noFill/>
        </p:spPr>
        <p:txBody>
          <a:bodyPr wrap="square" rtlCol="0">
            <a:spAutoFit/>
          </a:bodyPr>
          <a:lstStyle/>
          <a:p>
            <a:r>
              <a:rPr lang="ja-JP" altLang="en-US" sz="1800" dirty="0">
                <a:latin typeface="+mj-ea"/>
                <a:ea typeface="+mj-ea"/>
              </a:rPr>
              <a:t>閉塞中の歯科調剤のポップアップについては以下の挙動となります。</a:t>
            </a:r>
            <a:endParaRPr lang="en-US" altLang="ja-JP" sz="1800" dirty="0">
              <a:latin typeface="+mj-ea"/>
              <a:ea typeface="+mj-ea"/>
            </a:endParaRPr>
          </a:p>
          <a:p>
            <a:r>
              <a:rPr lang="ja-JP" altLang="en-US" sz="1800" dirty="0">
                <a:latin typeface="+mj-ea"/>
                <a:ea typeface="+mj-ea"/>
              </a:rPr>
              <a:t>（歯科調剤のメッセージに変更がある場合は、</a:t>
            </a:r>
            <a:r>
              <a:rPr lang="en-US" altLang="ja-JP" sz="1800" b="1" dirty="0">
                <a:latin typeface="+mj-ea"/>
                <a:ea typeface="+mj-ea"/>
              </a:rPr>
              <a:t>11</a:t>
            </a:r>
            <a:r>
              <a:rPr lang="ja-JP" altLang="en-US" sz="1800" b="1" dirty="0">
                <a:latin typeface="+mj-ea"/>
                <a:ea typeface="+mj-ea"/>
              </a:rPr>
              <a:t>月末まで</a:t>
            </a:r>
            <a:r>
              <a:rPr lang="ja-JP" altLang="en-US" sz="1800" dirty="0">
                <a:latin typeface="+mj-ea"/>
                <a:ea typeface="+mj-ea"/>
              </a:rPr>
              <a:t>にご連絡をお願いします）</a:t>
            </a:r>
            <a:endParaRPr lang="en-US" altLang="ja-JP" sz="1800" dirty="0">
              <a:latin typeface="+mj-ea"/>
              <a:ea typeface="+mj-ea"/>
            </a:endParaRPr>
          </a:p>
        </p:txBody>
      </p:sp>
      <p:grpSp>
        <p:nvGrpSpPr>
          <p:cNvPr id="14" name="グループ化 13">
            <a:extLst>
              <a:ext uri="{FF2B5EF4-FFF2-40B4-BE49-F238E27FC236}">
                <a16:creationId xmlns:a16="http://schemas.microsoft.com/office/drawing/2014/main" id="{304E6972-44FF-E9EC-D26A-659542552426}"/>
              </a:ext>
            </a:extLst>
          </p:cNvPr>
          <p:cNvGrpSpPr/>
          <p:nvPr/>
        </p:nvGrpSpPr>
        <p:grpSpPr>
          <a:xfrm>
            <a:off x="2398513" y="2829001"/>
            <a:ext cx="6976867" cy="1775117"/>
            <a:chOff x="356582" y="1828801"/>
            <a:chExt cx="9426810" cy="2398454"/>
          </a:xfrm>
        </p:grpSpPr>
        <p:pic>
          <p:nvPicPr>
            <p:cNvPr id="15" name="図 14">
              <a:extLst>
                <a:ext uri="{FF2B5EF4-FFF2-40B4-BE49-F238E27FC236}">
                  <a16:creationId xmlns:a16="http://schemas.microsoft.com/office/drawing/2014/main" id="{A4BCCC2F-DB30-EF2B-F36F-0639C16D9995}"/>
                </a:ext>
              </a:extLst>
            </p:cNvPr>
            <p:cNvPicPr>
              <a:picLocks noChangeAspect="1"/>
            </p:cNvPicPr>
            <p:nvPr/>
          </p:nvPicPr>
          <p:blipFill>
            <a:blip r:embed="rId3"/>
            <a:stretch>
              <a:fillRect/>
            </a:stretch>
          </p:blipFill>
          <p:spPr>
            <a:xfrm>
              <a:off x="356582" y="2006870"/>
              <a:ext cx="9426810" cy="2220385"/>
            </a:xfrm>
            <a:prstGeom prst="rect">
              <a:avLst/>
            </a:prstGeom>
          </p:spPr>
        </p:pic>
        <p:pic>
          <p:nvPicPr>
            <p:cNvPr id="16" name="図 15">
              <a:extLst>
                <a:ext uri="{FF2B5EF4-FFF2-40B4-BE49-F238E27FC236}">
                  <a16:creationId xmlns:a16="http://schemas.microsoft.com/office/drawing/2014/main" id="{5AB0364F-C34C-1663-E7D3-18418B8A42DB}"/>
                </a:ext>
              </a:extLst>
            </p:cNvPr>
            <p:cNvPicPr>
              <a:picLocks noChangeAspect="1"/>
            </p:cNvPicPr>
            <p:nvPr/>
          </p:nvPicPr>
          <p:blipFill>
            <a:blip r:embed="rId4"/>
            <a:srcRect t="1" r="7745" b="1"/>
            <a:stretch>
              <a:fillRect/>
            </a:stretch>
          </p:blipFill>
          <p:spPr>
            <a:xfrm>
              <a:off x="356582" y="1828801"/>
              <a:ext cx="9426810" cy="187943"/>
            </a:xfrm>
            <a:prstGeom prst="rect">
              <a:avLst/>
            </a:prstGeom>
          </p:spPr>
        </p:pic>
      </p:grpSp>
    </p:spTree>
    <p:extLst>
      <p:ext uri="{BB962C8B-B14F-4D97-AF65-F5344CB8AC3E}">
        <p14:creationId xmlns:p14="http://schemas.microsoft.com/office/powerpoint/2010/main" val="3498095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0A35F-C1F4-B4DB-00E8-0F7324B20B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3C4654-5A80-FD35-F32B-E214193B7231}"/>
              </a:ext>
            </a:extLst>
          </p:cNvPr>
          <p:cNvSpPr>
            <a:spLocks noGrp="1"/>
          </p:cNvSpPr>
          <p:nvPr>
            <p:ph type="title"/>
          </p:nvPr>
        </p:nvSpPr>
        <p:spPr/>
        <p:txBody>
          <a:bodyPr/>
          <a:lstStyle/>
          <a:p>
            <a:r>
              <a:rPr lang="ja-JP" altLang="en-US" dirty="0"/>
              <a:t>ポータルサイト申請機能リリースに向けた調整事項</a:t>
            </a:r>
            <a:endParaRPr kumimoji="1" lang="ja-JP" altLang="en-US" dirty="0"/>
          </a:p>
        </p:txBody>
      </p:sp>
      <p:sp>
        <p:nvSpPr>
          <p:cNvPr id="4" name="Text Placeholder 2">
            <a:extLst>
              <a:ext uri="{FF2B5EF4-FFF2-40B4-BE49-F238E27FC236}">
                <a16:creationId xmlns:a16="http://schemas.microsoft.com/office/drawing/2014/main" id="{DD15EA7C-88CC-4DCD-EC53-34ED1C6E462B}"/>
              </a:ext>
            </a:extLst>
          </p:cNvPr>
          <p:cNvSpPr txBox="1">
            <a:spLocks/>
          </p:cNvSpPr>
          <p:nvPr/>
        </p:nvSpPr>
        <p:spPr>
          <a:xfrm>
            <a:off x="228182" y="601616"/>
            <a:ext cx="9588284"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t>3 </a:t>
            </a:r>
            <a:r>
              <a:rPr lang="ja-JP" altLang="en-US" dirty="0"/>
              <a:t>ポータルサイトからの返却メール</a:t>
            </a:r>
          </a:p>
        </p:txBody>
      </p:sp>
      <p:sp>
        <p:nvSpPr>
          <p:cNvPr id="5" name="角丸四角形 10">
            <a:extLst>
              <a:ext uri="{FF2B5EF4-FFF2-40B4-BE49-F238E27FC236}">
                <a16:creationId xmlns:a16="http://schemas.microsoft.com/office/drawing/2014/main" id="{DB9DBEAB-8AE4-EAE9-9B59-6A6742E45232}"/>
              </a:ext>
            </a:extLst>
          </p:cNvPr>
          <p:cNvSpPr/>
          <p:nvPr/>
        </p:nvSpPr>
        <p:spPr>
          <a:xfrm>
            <a:off x="139306" y="601616"/>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10" name="テキスト ボックス 9">
            <a:extLst>
              <a:ext uri="{FF2B5EF4-FFF2-40B4-BE49-F238E27FC236}">
                <a16:creationId xmlns:a16="http://schemas.microsoft.com/office/drawing/2014/main" id="{ADF08FC3-92D2-7AF1-C1D3-17B1D0D66210}"/>
              </a:ext>
            </a:extLst>
          </p:cNvPr>
          <p:cNvSpPr txBox="1"/>
          <p:nvPr/>
        </p:nvSpPr>
        <p:spPr>
          <a:xfrm>
            <a:off x="319062" y="3135514"/>
            <a:ext cx="9267875" cy="400110"/>
          </a:xfrm>
          <a:prstGeom prst="rect">
            <a:avLst/>
          </a:prstGeom>
          <a:noFill/>
        </p:spPr>
        <p:txBody>
          <a:bodyPr wrap="square" rtlCol="0">
            <a:spAutoFit/>
          </a:bodyPr>
          <a:lstStyle/>
          <a:p>
            <a:r>
              <a:rPr lang="ja-JP" altLang="en-US" sz="2000" b="1" dirty="0">
                <a:latin typeface="+mj-ea"/>
                <a:ea typeface="+mj-ea"/>
              </a:rPr>
              <a:t>ポータルサイトから返却するメール</a:t>
            </a:r>
            <a:r>
              <a:rPr lang="en-US" altLang="ja-JP" sz="2000" b="1" dirty="0">
                <a:latin typeface="+mj-ea"/>
                <a:ea typeface="+mj-ea"/>
              </a:rPr>
              <a:t>16</a:t>
            </a:r>
            <a:r>
              <a:rPr lang="ja-JP" altLang="en-US" sz="2000" b="1" dirty="0">
                <a:latin typeface="+mj-ea"/>
                <a:ea typeface="+mj-ea"/>
              </a:rPr>
              <a:t>種類</a:t>
            </a:r>
            <a:endParaRPr lang="en-US" altLang="ja-JP" sz="2000" b="1" dirty="0">
              <a:latin typeface="+mj-ea"/>
              <a:ea typeface="+mj-ea"/>
            </a:endParaRPr>
          </a:p>
        </p:txBody>
      </p:sp>
      <p:sp>
        <p:nvSpPr>
          <p:cNvPr id="6" name="角丸四角形 12">
            <a:extLst>
              <a:ext uri="{FF2B5EF4-FFF2-40B4-BE49-F238E27FC236}">
                <a16:creationId xmlns:a16="http://schemas.microsoft.com/office/drawing/2014/main" id="{D494E9E3-888C-2502-7AAD-59E9536DB719}"/>
              </a:ext>
            </a:extLst>
          </p:cNvPr>
          <p:cNvSpPr/>
          <p:nvPr/>
        </p:nvSpPr>
        <p:spPr>
          <a:xfrm>
            <a:off x="248806" y="1102969"/>
            <a:ext cx="107777" cy="330581"/>
          </a:xfrm>
          <a:prstGeom prst="roundRect">
            <a:avLst/>
          </a:prstGeom>
          <a:noFill/>
          <a:ln>
            <a:solidFill>
              <a:srgbClr val="00A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8" name="Text Placeholder 2">
            <a:extLst>
              <a:ext uri="{FF2B5EF4-FFF2-40B4-BE49-F238E27FC236}">
                <a16:creationId xmlns:a16="http://schemas.microsoft.com/office/drawing/2014/main" id="{00D7D082-E2BB-2485-A044-BD0F07A479F7}"/>
              </a:ext>
            </a:extLst>
          </p:cNvPr>
          <p:cNvSpPr txBox="1">
            <a:spLocks/>
          </p:cNvSpPr>
          <p:nvPr/>
        </p:nvSpPr>
        <p:spPr>
          <a:xfrm>
            <a:off x="356582" y="1665393"/>
            <a:ext cx="9480507"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latin typeface="+mj-ea"/>
              </a:rPr>
              <a:t>3-1 </a:t>
            </a:r>
            <a:r>
              <a:rPr lang="ja-JP" altLang="en-US" dirty="0">
                <a:latin typeface="+mj-ea"/>
              </a:rPr>
              <a:t>利用開始申請及び運用開始日登録後の返却メール</a:t>
            </a:r>
            <a:endParaRPr lang="en-US" altLang="ja-JP" dirty="0">
              <a:latin typeface="+mj-ea"/>
            </a:endParaRPr>
          </a:p>
          <a:p>
            <a:r>
              <a:rPr lang="ja-JP" altLang="en-US" sz="2800" dirty="0">
                <a:latin typeface="+mj-ea"/>
              </a:rPr>
              <a:t>→</a:t>
            </a:r>
            <a:r>
              <a:rPr lang="en-US" altLang="ja-JP" dirty="0">
                <a:highlight>
                  <a:srgbClr val="FFFF00"/>
                </a:highlight>
                <a:latin typeface="+mj-ea"/>
              </a:rPr>
              <a:t> 10</a:t>
            </a:r>
            <a:r>
              <a:rPr lang="ja-JP" altLang="en-US" dirty="0">
                <a:highlight>
                  <a:srgbClr val="FFFF00"/>
                </a:highlight>
                <a:latin typeface="+mj-ea"/>
              </a:rPr>
              <a:t>月末までに確認をお願いします</a:t>
            </a:r>
            <a:endParaRPr lang="en-US" altLang="ja-JP" dirty="0">
              <a:latin typeface="+mj-ea"/>
            </a:endParaRPr>
          </a:p>
        </p:txBody>
      </p:sp>
      <p:sp>
        <p:nvSpPr>
          <p:cNvPr id="7" name="テキスト ボックス 6">
            <a:extLst>
              <a:ext uri="{FF2B5EF4-FFF2-40B4-BE49-F238E27FC236}">
                <a16:creationId xmlns:a16="http://schemas.microsoft.com/office/drawing/2014/main" id="{E91EE6E2-8A65-DEE2-B9ED-51BBBC115AF0}"/>
              </a:ext>
            </a:extLst>
          </p:cNvPr>
          <p:cNvSpPr txBox="1"/>
          <p:nvPr/>
        </p:nvSpPr>
        <p:spPr>
          <a:xfrm>
            <a:off x="356582" y="2157842"/>
            <a:ext cx="9419935" cy="830997"/>
          </a:xfrm>
          <a:prstGeom prst="rect">
            <a:avLst/>
          </a:prstGeom>
          <a:noFill/>
        </p:spPr>
        <p:txBody>
          <a:bodyPr wrap="square">
            <a:spAutoFit/>
          </a:bodyPr>
          <a:lstStyle/>
          <a:p>
            <a:r>
              <a:rPr lang="ja-JP" altLang="en-US" sz="1600" dirty="0">
                <a:latin typeface="+mj-ea"/>
                <a:ea typeface="+mj-ea"/>
              </a:rPr>
              <a:t>オン資、電処と平仄を合わせた内容で開発します（既に開発済みのものもあります）。</a:t>
            </a:r>
            <a:endParaRPr lang="en-US" altLang="ja-JP" sz="1600" dirty="0">
              <a:latin typeface="+mj-ea"/>
              <a:ea typeface="+mj-ea"/>
            </a:endParaRPr>
          </a:p>
          <a:p>
            <a:r>
              <a:rPr lang="ja-JP" altLang="en-US" sz="1600" dirty="0">
                <a:latin typeface="+mj-ea"/>
                <a:ea typeface="+mj-ea"/>
              </a:rPr>
              <a:t>「運用開始日」の名称変更により、表現の変更等が必要となる可能性もありますので、念のため確認させてください。</a:t>
            </a:r>
            <a:endParaRPr lang="en-US" altLang="ja-JP" sz="1600" dirty="0">
              <a:latin typeface="+mj-ea"/>
              <a:ea typeface="+mj-ea"/>
            </a:endParaRPr>
          </a:p>
          <a:p>
            <a:r>
              <a:rPr lang="ja-JP" altLang="en-US" sz="1600" dirty="0">
                <a:latin typeface="+mj-ea"/>
                <a:ea typeface="+mj-ea"/>
              </a:rPr>
              <a:t>メールの内容については、別途、連携させていただきます。</a:t>
            </a:r>
          </a:p>
        </p:txBody>
      </p:sp>
      <p:pic>
        <p:nvPicPr>
          <p:cNvPr id="15" name="図 14">
            <a:extLst>
              <a:ext uri="{FF2B5EF4-FFF2-40B4-BE49-F238E27FC236}">
                <a16:creationId xmlns:a16="http://schemas.microsoft.com/office/drawing/2014/main" id="{8440C403-5BD2-49F4-93B3-4D9AFFBCCEC8}"/>
              </a:ext>
            </a:extLst>
          </p:cNvPr>
          <p:cNvPicPr>
            <a:picLocks noChangeAspect="1"/>
          </p:cNvPicPr>
          <p:nvPr/>
        </p:nvPicPr>
        <p:blipFill>
          <a:blip r:embed="rId3"/>
          <a:stretch>
            <a:fillRect/>
          </a:stretch>
        </p:blipFill>
        <p:spPr>
          <a:xfrm>
            <a:off x="787948" y="3682299"/>
            <a:ext cx="8330102" cy="2238159"/>
          </a:xfrm>
          <a:prstGeom prst="rect">
            <a:avLst/>
          </a:prstGeom>
        </p:spPr>
      </p:pic>
    </p:spTree>
    <p:extLst>
      <p:ext uri="{BB962C8B-B14F-4D97-AF65-F5344CB8AC3E}">
        <p14:creationId xmlns:p14="http://schemas.microsoft.com/office/powerpoint/2010/main" val="1838809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679DF-1D18-2B46-BA53-862814338F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9C9E81E-7D95-202B-AAE7-3A7B9DD31497}"/>
              </a:ext>
            </a:extLst>
          </p:cNvPr>
          <p:cNvSpPr>
            <a:spLocks noGrp="1"/>
          </p:cNvSpPr>
          <p:nvPr>
            <p:ph type="title"/>
          </p:nvPr>
        </p:nvSpPr>
        <p:spPr/>
        <p:txBody>
          <a:bodyPr/>
          <a:lstStyle/>
          <a:p>
            <a:r>
              <a:rPr lang="ja-JP" altLang="en-US" dirty="0"/>
              <a:t>ポータルサイト申請機能リリースに向けた調整事項</a:t>
            </a:r>
            <a:endParaRPr kumimoji="1" lang="ja-JP" altLang="en-US" dirty="0"/>
          </a:p>
        </p:txBody>
      </p:sp>
      <p:sp>
        <p:nvSpPr>
          <p:cNvPr id="4" name="Text Placeholder 2">
            <a:extLst>
              <a:ext uri="{FF2B5EF4-FFF2-40B4-BE49-F238E27FC236}">
                <a16:creationId xmlns:a16="http://schemas.microsoft.com/office/drawing/2014/main" id="{00B768C4-A984-48B5-7AB6-86682D2AD8E0}"/>
              </a:ext>
            </a:extLst>
          </p:cNvPr>
          <p:cNvSpPr txBox="1">
            <a:spLocks/>
          </p:cNvSpPr>
          <p:nvPr/>
        </p:nvSpPr>
        <p:spPr>
          <a:xfrm>
            <a:off x="248806" y="601616"/>
            <a:ext cx="9588284"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latin typeface="+mj-ea"/>
                <a:ea typeface="+mj-ea"/>
              </a:rPr>
              <a:t>4 </a:t>
            </a:r>
            <a:r>
              <a:rPr lang="ja-JP" altLang="en-US" dirty="0">
                <a:latin typeface="+mj-ea"/>
                <a:ea typeface="+mj-ea"/>
              </a:rPr>
              <a:t>掲載先</a:t>
            </a:r>
            <a:r>
              <a:rPr lang="en-US" altLang="ja-JP" dirty="0">
                <a:latin typeface="+mj-ea"/>
                <a:ea typeface="+mj-ea"/>
              </a:rPr>
              <a:t>URL</a:t>
            </a:r>
            <a:r>
              <a:rPr lang="ja-JP" altLang="en-US" dirty="0">
                <a:latin typeface="+mj-ea"/>
                <a:ea typeface="+mj-ea"/>
              </a:rPr>
              <a:t>等</a:t>
            </a:r>
            <a:endParaRPr lang="en-US" altLang="ja-JP" dirty="0">
              <a:latin typeface="+mj-ea"/>
              <a:ea typeface="+mj-ea"/>
            </a:endParaRPr>
          </a:p>
        </p:txBody>
      </p:sp>
      <p:sp>
        <p:nvSpPr>
          <p:cNvPr id="5" name="角丸四角形 10">
            <a:extLst>
              <a:ext uri="{FF2B5EF4-FFF2-40B4-BE49-F238E27FC236}">
                <a16:creationId xmlns:a16="http://schemas.microsoft.com/office/drawing/2014/main" id="{9605E699-D3FA-4535-6B8E-D1B007B0AA9D}"/>
              </a:ext>
            </a:extLst>
          </p:cNvPr>
          <p:cNvSpPr/>
          <p:nvPr/>
        </p:nvSpPr>
        <p:spPr>
          <a:xfrm>
            <a:off x="139306" y="601616"/>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24" name="角丸四角形 12">
            <a:extLst>
              <a:ext uri="{FF2B5EF4-FFF2-40B4-BE49-F238E27FC236}">
                <a16:creationId xmlns:a16="http://schemas.microsoft.com/office/drawing/2014/main" id="{2BEEB30A-653D-CC7C-C023-7746AAD81364}"/>
              </a:ext>
            </a:extLst>
          </p:cNvPr>
          <p:cNvSpPr/>
          <p:nvPr/>
        </p:nvSpPr>
        <p:spPr>
          <a:xfrm>
            <a:off x="248806" y="1017583"/>
            <a:ext cx="107777" cy="330581"/>
          </a:xfrm>
          <a:prstGeom prst="roundRect">
            <a:avLst/>
          </a:prstGeom>
          <a:noFill/>
          <a:ln>
            <a:solidFill>
              <a:srgbClr val="00A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26" name="Text Placeholder 2">
            <a:extLst>
              <a:ext uri="{FF2B5EF4-FFF2-40B4-BE49-F238E27FC236}">
                <a16:creationId xmlns:a16="http://schemas.microsoft.com/office/drawing/2014/main" id="{6C215FFE-1343-F122-1399-7CD1CD2F31CC}"/>
              </a:ext>
            </a:extLst>
          </p:cNvPr>
          <p:cNvSpPr txBox="1">
            <a:spLocks/>
          </p:cNvSpPr>
          <p:nvPr/>
        </p:nvSpPr>
        <p:spPr>
          <a:xfrm>
            <a:off x="356582" y="1007960"/>
            <a:ext cx="9480507"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latin typeface="+mj-ea"/>
                <a:ea typeface="+mj-ea"/>
              </a:rPr>
              <a:t>4-1 </a:t>
            </a:r>
            <a:r>
              <a:rPr lang="ja-JP" altLang="en-US" dirty="0">
                <a:latin typeface="+mj-ea"/>
                <a:ea typeface="+mj-ea"/>
              </a:rPr>
              <a:t>運用開始日登録画面に貼る準備作業手引き</a:t>
            </a:r>
            <a:r>
              <a:rPr lang="en-US" altLang="ja-JP" dirty="0">
                <a:latin typeface="+mj-ea"/>
                <a:ea typeface="+mj-ea"/>
              </a:rPr>
              <a:t>URL</a:t>
            </a:r>
            <a:r>
              <a:rPr lang="ja-JP" altLang="en-US" dirty="0">
                <a:latin typeface="+mj-ea"/>
                <a:ea typeface="+mj-ea"/>
              </a:rPr>
              <a:t>→連携をお願いします</a:t>
            </a:r>
            <a:endParaRPr lang="en-US" altLang="ja-JP" dirty="0">
              <a:latin typeface="+mj-ea"/>
              <a:ea typeface="+mj-ea"/>
            </a:endParaRPr>
          </a:p>
        </p:txBody>
      </p:sp>
      <p:pic>
        <p:nvPicPr>
          <p:cNvPr id="8" name="図 7">
            <a:extLst>
              <a:ext uri="{FF2B5EF4-FFF2-40B4-BE49-F238E27FC236}">
                <a16:creationId xmlns:a16="http://schemas.microsoft.com/office/drawing/2014/main" id="{9BF8D4C2-8527-9EFA-96F2-DFFC6EAA9FEA}"/>
              </a:ext>
            </a:extLst>
          </p:cNvPr>
          <p:cNvPicPr>
            <a:picLocks noChangeAspect="1"/>
          </p:cNvPicPr>
          <p:nvPr/>
        </p:nvPicPr>
        <p:blipFill>
          <a:blip r:embed="rId3"/>
          <a:stretch>
            <a:fillRect/>
          </a:stretch>
        </p:blipFill>
        <p:spPr>
          <a:xfrm>
            <a:off x="356582" y="1423676"/>
            <a:ext cx="4692032" cy="2717618"/>
          </a:xfrm>
          <a:prstGeom prst="rect">
            <a:avLst/>
          </a:prstGeom>
        </p:spPr>
      </p:pic>
      <p:sp>
        <p:nvSpPr>
          <p:cNvPr id="10" name="角丸四角形 12">
            <a:extLst>
              <a:ext uri="{FF2B5EF4-FFF2-40B4-BE49-F238E27FC236}">
                <a16:creationId xmlns:a16="http://schemas.microsoft.com/office/drawing/2014/main" id="{BA709641-204E-F2E3-11BF-F8F1AF77141E}"/>
              </a:ext>
            </a:extLst>
          </p:cNvPr>
          <p:cNvSpPr/>
          <p:nvPr/>
        </p:nvSpPr>
        <p:spPr>
          <a:xfrm>
            <a:off x="248806" y="4763843"/>
            <a:ext cx="107777" cy="330581"/>
          </a:xfrm>
          <a:prstGeom prst="roundRect">
            <a:avLst/>
          </a:prstGeom>
          <a:noFill/>
          <a:ln>
            <a:solidFill>
              <a:srgbClr val="00A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12" name="Text Placeholder 2">
            <a:extLst>
              <a:ext uri="{FF2B5EF4-FFF2-40B4-BE49-F238E27FC236}">
                <a16:creationId xmlns:a16="http://schemas.microsoft.com/office/drawing/2014/main" id="{ED40A4C2-94FD-A128-3116-92CE095D18AC}"/>
              </a:ext>
            </a:extLst>
          </p:cNvPr>
          <p:cNvSpPr txBox="1">
            <a:spLocks/>
          </p:cNvSpPr>
          <p:nvPr/>
        </p:nvSpPr>
        <p:spPr>
          <a:xfrm>
            <a:off x="356582" y="4754220"/>
            <a:ext cx="9480507"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latin typeface="+mj-ea"/>
              </a:rPr>
              <a:t>4-2 </a:t>
            </a:r>
            <a:r>
              <a:rPr lang="ja-JP" altLang="en-US" dirty="0">
                <a:latin typeface="+mj-ea"/>
              </a:rPr>
              <a:t>参加医療機関リスト掲載先の</a:t>
            </a:r>
            <a:r>
              <a:rPr lang="en-US" altLang="ja-JP" dirty="0">
                <a:latin typeface="+mj-ea"/>
              </a:rPr>
              <a:t>URL</a:t>
            </a:r>
            <a:r>
              <a:rPr lang="ja-JP" altLang="en-US" dirty="0">
                <a:latin typeface="+mj-ea"/>
              </a:rPr>
              <a:t>→ 連携をお願いします</a:t>
            </a:r>
            <a:endParaRPr lang="en-US" altLang="ja-JP" dirty="0">
              <a:latin typeface="+mj-ea"/>
            </a:endParaRPr>
          </a:p>
        </p:txBody>
      </p:sp>
      <p:sp>
        <p:nvSpPr>
          <p:cNvPr id="14" name="テキスト ボックス 13">
            <a:extLst>
              <a:ext uri="{FF2B5EF4-FFF2-40B4-BE49-F238E27FC236}">
                <a16:creationId xmlns:a16="http://schemas.microsoft.com/office/drawing/2014/main" id="{F35C8A94-7229-BB94-22E3-EE5D6054AC6E}"/>
              </a:ext>
            </a:extLst>
          </p:cNvPr>
          <p:cNvSpPr txBox="1"/>
          <p:nvPr/>
        </p:nvSpPr>
        <p:spPr>
          <a:xfrm>
            <a:off x="356582" y="5174127"/>
            <a:ext cx="9419935" cy="584775"/>
          </a:xfrm>
          <a:prstGeom prst="rect">
            <a:avLst/>
          </a:prstGeom>
          <a:noFill/>
        </p:spPr>
        <p:txBody>
          <a:bodyPr wrap="square">
            <a:spAutoFit/>
          </a:bodyPr>
          <a:lstStyle/>
          <a:p>
            <a:r>
              <a:rPr lang="ja-JP" altLang="en-US" sz="1600" dirty="0">
                <a:latin typeface="+mj-ea"/>
                <a:ea typeface="+mj-ea"/>
              </a:rPr>
              <a:t>ポータルサイトからの返却メール内に記載しますので、電子カルテ情報共有サービス対応の医療機関リスト［</a:t>
            </a:r>
            <a:r>
              <a:rPr lang="en-US" altLang="ja-JP" sz="1600" dirty="0">
                <a:latin typeface="+mj-ea"/>
                <a:ea typeface="+mj-ea"/>
              </a:rPr>
              <a:t>Excel</a:t>
            </a:r>
            <a:r>
              <a:rPr lang="ja-JP" altLang="en-US" sz="1600" dirty="0">
                <a:latin typeface="+mj-ea"/>
                <a:ea typeface="+mj-ea"/>
              </a:rPr>
              <a:t>形式］の掲載先が決まりましたら、こちらも</a:t>
            </a:r>
            <a:r>
              <a:rPr lang="ja-JP" altLang="en-US" sz="1600" b="1" dirty="0">
                <a:latin typeface="+mj-ea"/>
                <a:ea typeface="+mj-ea"/>
              </a:rPr>
              <a:t>最遅で</a:t>
            </a:r>
            <a:r>
              <a:rPr lang="en-US" altLang="ja-JP" sz="1600" b="1" dirty="0">
                <a:latin typeface="+mj-ea"/>
                <a:ea typeface="+mj-ea"/>
              </a:rPr>
              <a:t>12</a:t>
            </a:r>
            <a:r>
              <a:rPr lang="ja-JP" altLang="en-US" sz="1600" b="1" dirty="0">
                <a:latin typeface="+mj-ea"/>
                <a:ea typeface="+mj-ea"/>
              </a:rPr>
              <a:t>月中旬までに</a:t>
            </a:r>
            <a:r>
              <a:rPr lang="ja-JP" altLang="en-US" sz="1600" dirty="0">
                <a:latin typeface="+mj-ea"/>
                <a:ea typeface="+mj-ea"/>
              </a:rPr>
              <a:t>連携をお願いします。</a:t>
            </a:r>
          </a:p>
        </p:txBody>
      </p:sp>
      <p:sp>
        <p:nvSpPr>
          <p:cNvPr id="16" name="テキスト ボックス 15">
            <a:extLst>
              <a:ext uri="{FF2B5EF4-FFF2-40B4-BE49-F238E27FC236}">
                <a16:creationId xmlns:a16="http://schemas.microsoft.com/office/drawing/2014/main" id="{8707E22F-84EC-8687-B40F-969A5AB204EE}"/>
              </a:ext>
            </a:extLst>
          </p:cNvPr>
          <p:cNvSpPr txBox="1"/>
          <p:nvPr/>
        </p:nvSpPr>
        <p:spPr>
          <a:xfrm>
            <a:off x="5342020" y="3136612"/>
            <a:ext cx="4434497" cy="584775"/>
          </a:xfrm>
          <a:prstGeom prst="rect">
            <a:avLst/>
          </a:prstGeom>
          <a:noFill/>
        </p:spPr>
        <p:txBody>
          <a:bodyPr wrap="square">
            <a:spAutoFit/>
          </a:bodyPr>
          <a:lstStyle/>
          <a:p>
            <a:r>
              <a:rPr lang="ja-JP" altLang="en-US" sz="1600" dirty="0">
                <a:latin typeface="+mj-ea"/>
                <a:ea typeface="+mj-ea"/>
              </a:rPr>
              <a:t>運用開始日登録画面に貼る準備作業の手引き</a:t>
            </a:r>
            <a:r>
              <a:rPr lang="en-US" altLang="ja-JP" sz="1600" dirty="0">
                <a:latin typeface="+mj-ea"/>
                <a:ea typeface="+mj-ea"/>
              </a:rPr>
              <a:t>URL</a:t>
            </a:r>
            <a:r>
              <a:rPr lang="ja-JP" altLang="en-US" sz="1600" dirty="0">
                <a:latin typeface="+mj-ea"/>
                <a:ea typeface="+mj-ea"/>
              </a:rPr>
              <a:t>を</a:t>
            </a:r>
            <a:r>
              <a:rPr lang="ja-JP" altLang="en-US" sz="1600" b="1" dirty="0">
                <a:latin typeface="+mj-ea"/>
                <a:ea typeface="+mj-ea"/>
              </a:rPr>
              <a:t>最遅で</a:t>
            </a:r>
            <a:r>
              <a:rPr lang="en-US" altLang="ja-JP" sz="1600" b="1" dirty="0">
                <a:latin typeface="+mj-ea"/>
                <a:ea typeface="+mj-ea"/>
              </a:rPr>
              <a:t>12</a:t>
            </a:r>
            <a:r>
              <a:rPr lang="ja-JP" altLang="en-US" sz="1600" b="1" dirty="0">
                <a:latin typeface="+mj-ea"/>
                <a:ea typeface="+mj-ea"/>
              </a:rPr>
              <a:t>月中旬までに</a:t>
            </a:r>
            <a:r>
              <a:rPr lang="ja-JP" altLang="en-US" sz="1600" dirty="0">
                <a:latin typeface="+mj-ea"/>
                <a:ea typeface="+mj-ea"/>
              </a:rPr>
              <a:t>連携をお願いします。</a:t>
            </a:r>
          </a:p>
        </p:txBody>
      </p:sp>
      <p:cxnSp>
        <p:nvCxnSpPr>
          <p:cNvPr id="20" name="直線矢印コネクタ 19">
            <a:extLst>
              <a:ext uri="{FF2B5EF4-FFF2-40B4-BE49-F238E27FC236}">
                <a16:creationId xmlns:a16="http://schemas.microsoft.com/office/drawing/2014/main" id="{6C33F2D9-3D26-2BA1-1A1A-0B61037B2242}"/>
              </a:ext>
            </a:extLst>
          </p:cNvPr>
          <p:cNvCxnSpPr>
            <a:cxnSpLocks/>
            <a:stCxn id="16" idx="1"/>
          </p:cNvCxnSpPr>
          <p:nvPr/>
        </p:nvCxnSpPr>
        <p:spPr>
          <a:xfrm flipH="1">
            <a:off x="2241311" y="3429000"/>
            <a:ext cx="3100709" cy="52423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0997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40449-B333-9D2D-D108-962328438CF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EC9BB2-D786-157F-5CBB-FDD3A887C8F6}"/>
              </a:ext>
            </a:extLst>
          </p:cNvPr>
          <p:cNvSpPr>
            <a:spLocks noGrp="1"/>
          </p:cNvSpPr>
          <p:nvPr>
            <p:ph type="title"/>
          </p:nvPr>
        </p:nvSpPr>
        <p:spPr/>
        <p:txBody>
          <a:bodyPr/>
          <a:lstStyle/>
          <a:p>
            <a:r>
              <a:rPr kumimoji="1" lang="ja-JP" altLang="en-US" dirty="0"/>
              <a:t>参加医療機関リストの形式</a:t>
            </a:r>
          </a:p>
        </p:txBody>
      </p:sp>
      <p:sp>
        <p:nvSpPr>
          <p:cNvPr id="9" name="Text Placeholder 2">
            <a:extLst>
              <a:ext uri="{FF2B5EF4-FFF2-40B4-BE49-F238E27FC236}">
                <a16:creationId xmlns:a16="http://schemas.microsoft.com/office/drawing/2014/main" id="{25E6A0AD-7B4B-8DB6-C4DF-F592D6E8ABEC}"/>
              </a:ext>
            </a:extLst>
          </p:cNvPr>
          <p:cNvSpPr txBox="1">
            <a:spLocks/>
          </p:cNvSpPr>
          <p:nvPr/>
        </p:nvSpPr>
        <p:spPr>
          <a:xfrm>
            <a:off x="248806" y="595980"/>
            <a:ext cx="9588284"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latin typeface="+mj-ea"/>
              </a:rPr>
              <a:t>5 </a:t>
            </a:r>
            <a:r>
              <a:rPr lang="ja-JP" altLang="en-US" dirty="0">
                <a:latin typeface="+mj-ea"/>
              </a:rPr>
              <a:t>参加医療機関リスト</a:t>
            </a:r>
            <a:endParaRPr lang="en-US" altLang="ja-JP" dirty="0">
              <a:latin typeface="+mj-ea"/>
            </a:endParaRPr>
          </a:p>
        </p:txBody>
      </p:sp>
      <p:sp>
        <p:nvSpPr>
          <p:cNvPr id="13" name="角丸四角形 10">
            <a:extLst>
              <a:ext uri="{FF2B5EF4-FFF2-40B4-BE49-F238E27FC236}">
                <a16:creationId xmlns:a16="http://schemas.microsoft.com/office/drawing/2014/main" id="{8B302BDD-AC4E-B6FA-4BC0-F52BA91A1AA1}"/>
              </a:ext>
            </a:extLst>
          </p:cNvPr>
          <p:cNvSpPr/>
          <p:nvPr/>
        </p:nvSpPr>
        <p:spPr>
          <a:xfrm>
            <a:off x="139306" y="595980"/>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8" name="角丸四角形 12">
            <a:extLst>
              <a:ext uri="{FF2B5EF4-FFF2-40B4-BE49-F238E27FC236}">
                <a16:creationId xmlns:a16="http://schemas.microsoft.com/office/drawing/2014/main" id="{43564613-CE1C-7F65-06EC-09BA4247E3E9}"/>
              </a:ext>
            </a:extLst>
          </p:cNvPr>
          <p:cNvSpPr/>
          <p:nvPr/>
        </p:nvSpPr>
        <p:spPr>
          <a:xfrm>
            <a:off x="248806" y="1046218"/>
            <a:ext cx="107777" cy="330581"/>
          </a:xfrm>
          <a:prstGeom prst="roundRect">
            <a:avLst/>
          </a:prstGeom>
          <a:noFill/>
          <a:ln>
            <a:solidFill>
              <a:srgbClr val="00A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12" name="Text Placeholder 2">
            <a:extLst>
              <a:ext uri="{FF2B5EF4-FFF2-40B4-BE49-F238E27FC236}">
                <a16:creationId xmlns:a16="http://schemas.microsoft.com/office/drawing/2014/main" id="{0885C739-F311-7217-73CF-CFFEA7D171D3}"/>
              </a:ext>
            </a:extLst>
          </p:cNvPr>
          <p:cNvSpPr txBox="1">
            <a:spLocks/>
          </p:cNvSpPr>
          <p:nvPr/>
        </p:nvSpPr>
        <p:spPr>
          <a:xfrm>
            <a:off x="337149" y="1496456"/>
            <a:ext cx="9480507"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sz="2100" dirty="0">
                <a:latin typeface="+mj-ea"/>
              </a:rPr>
              <a:t>5-1 </a:t>
            </a:r>
            <a:r>
              <a:rPr lang="ja-JP" altLang="en-US" sz="2000" dirty="0">
                <a:latin typeface="+mj-ea"/>
              </a:rPr>
              <a:t>オン資・電処・電カル共有共通リスト</a:t>
            </a:r>
            <a:endParaRPr lang="en-US" altLang="ja-JP" sz="2000" dirty="0">
              <a:latin typeface="+mj-ea"/>
            </a:endParaRPr>
          </a:p>
          <a:p>
            <a:r>
              <a:rPr lang="ja-JP" altLang="en-US" sz="2000" dirty="0">
                <a:latin typeface="+mj-ea"/>
              </a:rPr>
              <a:t>の形式→</a:t>
            </a:r>
            <a:r>
              <a:rPr lang="en-US" altLang="ja-JP" sz="2000" dirty="0">
                <a:highlight>
                  <a:srgbClr val="FFFF00"/>
                </a:highlight>
                <a:latin typeface="+mj-ea"/>
              </a:rPr>
              <a:t>10</a:t>
            </a:r>
            <a:r>
              <a:rPr lang="ja-JP" altLang="en-US" sz="2000" dirty="0">
                <a:highlight>
                  <a:srgbClr val="FFFF00"/>
                </a:highlight>
                <a:latin typeface="+mj-ea"/>
              </a:rPr>
              <a:t>月末までに確認をお願いします</a:t>
            </a:r>
            <a:endParaRPr lang="en-US" altLang="ja-JP" sz="2000" dirty="0">
              <a:highlight>
                <a:srgbClr val="FFFF00"/>
              </a:highlight>
              <a:latin typeface="+mj-ea"/>
            </a:endParaRPr>
          </a:p>
        </p:txBody>
      </p:sp>
      <p:sp>
        <p:nvSpPr>
          <p:cNvPr id="4" name="山形 16">
            <a:extLst>
              <a:ext uri="{FF2B5EF4-FFF2-40B4-BE49-F238E27FC236}">
                <a16:creationId xmlns:a16="http://schemas.microsoft.com/office/drawing/2014/main" id="{7B554C0A-7CCE-EA61-41D0-A7A225B47FD3}"/>
              </a:ext>
            </a:extLst>
          </p:cNvPr>
          <p:cNvSpPr/>
          <p:nvPr/>
        </p:nvSpPr>
        <p:spPr>
          <a:xfrm>
            <a:off x="356582" y="2020393"/>
            <a:ext cx="294891" cy="333590"/>
          </a:xfrm>
          <a:prstGeom prst="chevron">
            <a:avLst/>
          </a:prstGeom>
          <a:solidFill>
            <a:srgbClr val="FFB41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solidFill>
                <a:schemeClr val="tx1"/>
              </a:solidFill>
            </a:endParaRPr>
          </a:p>
        </p:txBody>
      </p:sp>
      <p:pic>
        <p:nvPicPr>
          <p:cNvPr id="22" name="図 21">
            <a:extLst>
              <a:ext uri="{FF2B5EF4-FFF2-40B4-BE49-F238E27FC236}">
                <a16:creationId xmlns:a16="http://schemas.microsoft.com/office/drawing/2014/main" id="{E69F37DF-B498-D7E2-5E48-5FAFEF98BC28}"/>
              </a:ext>
            </a:extLst>
          </p:cNvPr>
          <p:cNvPicPr>
            <a:picLocks noChangeAspect="1"/>
          </p:cNvPicPr>
          <p:nvPr/>
        </p:nvPicPr>
        <p:blipFill>
          <a:blip r:embed="rId3"/>
          <a:stretch>
            <a:fillRect/>
          </a:stretch>
        </p:blipFill>
        <p:spPr>
          <a:xfrm>
            <a:off x="478897" y="5502606"/>
            <a:ext cx="9163050" cy="819899"/>
          </a:xfrm>
          <a:prstGeom prst="rect">
            <a:avLst/>
          </a:prstGeom>
        </p:spPr>
      </p:pic>
      <p:sp>
        <p:nvSpPr>
          <p:cNvPr id="23" name="テキスト ボックス 22">
            <a:extLst>
              <a:ext uri="{FF2B5EF4-FFF2-40B4-BE49-F238E27FC236}">
                <a16:creationId xmlns:a16="http://schemas.microsoft.com/office/drawing/2014/main" id="{3557765E-1CEC-E8AE-7514-88B374BAF037}"/>
              </a:ext>
            </a:extLst>
          </p:cNvPr>
          <p:cNvSpPr txBox="1"/>
          <p:nvPr/>
        </p:nvSpPr>
        <p:spPr>
          <a:xfrm>
            <a:off x="651473" y="2002521"/>
            <a:ext cx="4161159" cy="664720"/>
          </a:xfrm>
          <a:prstGeom prst="rect">
            <a:avLst/>
          </a:prstGeom>
          <a:noFill/>
        </p:spPr>
        <p:txBody>
          <a:bodyPr wrap="square" rtlCol="0">
            <a:spAutoFit/>
          </a:bodyPr>
          <a:lstStyle/>
          <a:p>
            <a:r>
              <a:rPr kumimoji="1" lang="ja-JP" altLang="en-US" sz="1800" b="1" dirty="0">
                <a:latin typeface="+mj-ea"/>
                <a:ea typeface="+mj-ea"/>
              </a:rPr>
              <a:t>マイナンバーカードの健康保険証利用可能医療機関・薬局リスト［</a:t>
            </a:r>
            <a:r>
              <a:rPr kumimoji="1" lang="en-US" altLang="ja-JP" sz="1800" b="1" dirty="0">
                <a:latin typeface="+mj-ea"/>
                <a:ea typeface="+mj-ea"/>
              </a:rPr>
              <a:t>CSV</a:t>
            </a:r>
            <a:r>
              <a:rPr lang="ja-JP" altLang="en-US" sz="1800" b="1" dirty="0">
                <a:latin typeface="+mj-ea"/>
                <a:ea typeface="+mj-ea"/>
              </a:rPr>
              <a:t>形式</a:t>
            </a:r>
            <a:r>
              <a:rPr kumimoji="1" lang="ja-JP" altLang="en-US" sz="1800" b="1" dirty="0">
                <a:latin typeface="+mj-ea"/>
                <a:ea typeface="+mj-ea"/>
              </a:rPr>
              <a:t>］</a:t>
            </a:r>
          </a:p>
        </p:txBody>
      </p:sp>
      <p:sp>
        <p:nvSpPr>
          <p:cNvPr id="30" name="テキスト ボックス 29">
            <a:extLst>
              <a:ext uri="{FF2B5EF4-FFF2-40B4-BE49-F238E27FC236}">
                <a16:creationId xmlns:a16="http://schemas.microsoft.com/office/drawing/2014/main" id="{64BA94AF-A39F-31BB-5459-958DBB8E11CB}"/>
              </a:ext>
            </a:extLst>
          </p:cNvPr>
          <p:cNvSpPr txBox="1"/>
          <p:nvPr/>
        </p:nvSpPr>
        <p:spPr>
          <a:xfrm>
            <a:off x="651474" y="2711524"/>
            <a:ext cx="4298898" cy="861774"/>
          </a:xfrm>
          <a:prstGeom prst="rect">
            <a:avLst/>
          </a:prstGeom>
          <a:noFill/>
        </p:spPr>
        <p:txBody>
          <a:bodyPr wrap="square" rtlCol="0">
            <a:spAutoFit/>
          </a:bodyPr>
          <a:lstStyle/>
          <a:p>
            <a:r>
              <a:rPr lang="ja-JP" altLang="en-US" sz="1600" dirty="0">
                <a:latin typeface="+mj-ea"/>
                <a:ea typeface="+mj-ea"/>
              </a:rPr>
              <a:t>→現在掲載している当該リストに</a:t>
            </a:r>
            <a:endParaRPr lang="en-US" altLang="ja-JP" sz="1600" dirty="0">
              <a:latin typeface="+mj-ea"/>
              <a:ea typeface="+mj-ea"/>
            </a:endParaRPr>
          </a:p>
          <a:p>
            <a:r>
              <a:rPr lang="ja-JP" altLang="en-US" sz="1600" dirty="0">
                <a:latin typeface="+mj-ea"/>
                <a:ea typeface="+mj-ea"/>
              </a:rPr>
              <a:t>　「電子カルテ情報共有サービス運用開始日」</a:t>
            </a:r>
            <a:endParaRPr lang="en-US" altLang="ja-JP" sz="1600" dirty="0">
              <a:latin typeface="+mj-ea"/>
              <a:ea typeface="+mj-ea"/>
            </a:endParaRPr>
          </a:p>
          <a:p>
            <a:r>
              <a:rPr lang="ja-JP" altLang="en-US" sz="1600" dirty="0">
                <a:latin typeface="+mj-ea"/>
                <a:ea typeface="+mj-ea"/>
              </a:rPr>
              <a:t>　を追加します。</a:t>
            </a:r>
            <a:r>
              <a:rPr lang="ja-JP" altLang="en-US" sz="1800" dirty="0">
                <a:latin typeface="+mj-ea"/>
                <a:ea typeface="+mj-ea"/>
              </a:rPr>
              <a:t>　　　</a:t>
            </a:r>
            <a:endParaRPr kumimoji="1" lang="ja-JP" altLang="en-US" sz="1800" dirty="0">
              <a:latin typeface="+mj-ea"/>
              <a:ea typeface="+mj-ea"/>
            </a:endParaRPr>
          </a:p>
        </p:txBody>
      </p:sp>
      <p:pic>
        <p:nvPicPr>
          <p:cNvPr id="32" name="図 31">
            <a:extLst>
              <a:ext uri="{FF2B5EF4-FFF2-40B4-BE49-F238E27FC236}">
                <a16:creationId xmlns:a16="http://schemas.microsoft.com/office/drawing/2014/main" id="{7394AF79-F0DB-13B8-8031-B203C501405D}"/>
              </a:ext>
            </a:extLst>
          </p:cNvPr>
          <p:cNvPicPr>
            <a:picLocks noChangeAspect="1"/>
          </p:cNvPicPr>
          <p:nvPr/>
        </p:nvPicPr>
        <p:blipFill>
          <a:blip r:embed="rId4"/>
          <a:stretch>
            <a:fillRect/>
          </a:stretch>
        </p:blipFill>
        <p:spPr>
          <a:xfrm>
            <a:off x="5145514" y="734628"/>
            <a:ext cx="4496433" cy="4595473"/>
          </a:xfrm>
          <a:prstGeom prst="rect">
            <a:avLst/>
          </a:prstGeom>
        </p:spPr>
      </p:pic>
      <p:sp>
        <p:nvSpPr>
          <p:cNvPr id="33" name="正方形/長方形 32">
            <a:extLst>
              <a:ext uri="{FF2B5EF4-FFF2-40B4-BE49-F238E27FC236}">
                <a16:creationId xmlns:a16="http://schemas.microsoft.com/office/drawing/2014/main" id="{55A2CD42-EB25-B8BE-A8AA-BA3B59FBFBC1}"/>
              </a:ext>
            </a:extLst>
          </p:cNvPr>
          <p:cNvSpPr/>
          <p:nvPr/>
        </p:nvSpPr>
        <p:spPr>
          <a:xfrm>
            <a:off x="5145514" y="4565125"/>
            <a:ext cx="3592850" cy="2131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dirty="0"/>
          </a:p>
        </p:txBody>
      </p:sp>
      <p:cxnSp>
        <p:nvCxnSpPr>
          <p:cNvPr id="35" name="直線矢印コネクタ 34">
            <a:extLst>
              <a:ext uri="{FF2B5EF4-FFF2-40B4-BE49-F238E27FC236}">
                <a16:creationId xmlns:a16="http://schemas.microsoft.com/office/drawing/2014/main" id="{15FF3161-B0B4-E3ED-C44D-96EC3EA29767}"/>
              </a:ext>
            </a:extLst>
          </p:cNvPr>
          <p:cNvCxnSpPr>
            <a:cxnSpLocks/>
          </p:cNvCxnSpPr>
          <p:nvPr/>
        </p:nvCxnSpPr>
        <p:spPr>
          <a:xfrm>
            <a:off x="8738364" y="4778256"/>
            <a:ext cx="0" cy="8309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5802F79F-2D00-ECCF-136B-39C468F0F2A2}"/>
              </a:ext>
            </a:extLst>
          </p:cNvPr>
          <p:cNvSpPr txBox="1"/>
          <p:nvPr/>
        </p:nvSpPr>
        <p:spPr>
          <a:xfrm>
            <a:off x="732346" y="3840412"/>
            <a:ext cx="4037405" cy="830997"/>
          </a:xfrm>
          <a:prstGeom prst="rect">
            <a:avLst/>
          </a:prstGeom>
          <a:noFill/>
          <a:ln w="28575">
            <a:solidFill>
              <a:schemeClr val="accent4">
                <a:lumMod val="50000"/>
              </a:schemeClr>
            </a:solidFill>
            <a:prstDash val="dash"/>
          </a:ln>
        </p:spPr>
        <p:txBody>
          <a:bodyPr wrap="square" rtlCol="0">
            <a:spAutoFit/>
          </a:bodyPr>
          <a:lstStyle/>
          <a:p>
            <a:r>
              <a:rPr lang="ja-JP" altLang="en-US" sz="1600" dirty="0">
                <a:latin typeface="+mj-ea"/>
                <a:ea typeface="+mj-ea"/>
              </a:rPr>
              <a:t>リストの形式変更について、機構内での調整及びリスト利用者への事前周知等が必要となるため、</a:t>
            </a:r>
            <a:r>
              <a:rPr lang="en-US" altLang="ja-JP" sz="1600" dirty="0">
                <a:latin typeface="+mj-ea"/>
                <a:ea typeface="+mj-ea"/>
              </a:rPr>
              <a:t>10</a:t>
            </a:r>
            <a:r>
              <a:rPr lang="ja-JP" altLang="en-US" sz="1600" dirty="0">
                <a:latin typeface="+mj-ea"/>
                <a:ea typeface="+mj-ea"/>
              </a:rPr>
              <a:t>月中のご確認をお願いいたします。</a:t>
            </a:r>
            <a:endParaRPr kumimoji="1" lang="ja-JP" altLang="en-US" sz="1600" dirty="0">
              <a:latin typeface="+mj-ea"/>
              <a:ea typeface="+mj-ea"/>
            </a:endParaRPr>
          </a:p>
        </p:txBody>
      </p:sp>
      <p:sp>
        <p:nvSpPr>
          <p:cNvPr id="6" name="テキスト ボックス 5">
            <a:extLst>
              <a:ext uri="{FF2B5EF4-FFF2-40B4-BE49-F238E27FC236}">
                <a16:creationId xmlns:a16="http://schemas.microsoft.com/office/drawing/2014/main" id="{952E5A2A-C9AA-9038-B517-349687BD480F}"/>
              </a:ext>
            </a:extLst>
          </p:cNvPr>
          <p:cNvSpPr txBox="1"/>
          <p:nvPr/>
        </p:nvSpPr>
        <p:spPr>
          <a:xfrm>
            <a:off x="421105" y="5259488"/>
            <a:ext cx="1751454" cy="246221"/>
          </a:xfrm>
          <a:prstGeom prst="rect">
            <a:avLst/>
          </a:prstGeom>
          <a:noFill/>
        </p:spPr>
        <p:txBody>
          <a:bodyPr wrap="square">
            <a:spAutoFit/>
          </a:bodyPr>
          <a:lstStyle/>
          <a:p>
            <a:r>
              <a:rPr lang="ja-JP" altLang="en-US" sz="1000" b="1" dirty="0">
                <a:latin typeface="+mj-ea"/>
                <a:ea typeface="+mj-ea"/>
              </a:rPr>
              <a:t>レイアウト案</a:t>
            </a:r>
          </a:p>
        </p:txBody>
      </p:sp>
    </p:spTree>
    <p:extLst>
      <p:ext uri="{BB962C8B-B14F-4D97-AF65-F5344CB8AC3E}">
        <p14:creationId xmlns:p14="http://schemas.microsoft.com/office/powerpoint/2010/main" val="1617286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890F7-B70F-35AD-03DE-5F6B41AB04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548F5D-2C8E-3BA6-2001-17000FF2F3BF}"/>
              </a:ext>
            </a:extLst>
          </p:cNvPr>
          <p:cNvSpPr>
            <a:spLocks noGrp="1"/>
          </p:cNvSpPr>
          <p:nvPr>
            <p:ph type="title"/>
          </p:nvPr>
        </p:nvSpPr>
        <p:spPr/>
        <p:txBody>
          <a:bodyPr/>
          <a:lstStyle/>
          <a:p>
            <a:r>
              <a:rPr lang="ja-JP" altLang="en-US" dirty="0"/>
              <a:t>参加医療機関リストの形式</a:t>
            </a:r>
            <a:endParaRPr kumimoji="1" lang="ja-JP" altLang="en-US" dirty="0"/>
          </a:p>
        </p:txBody>
      </p:sp>
      <p:sp>
        <p:nvSpPr>
          <p:cNvPr id="9" name="Text Placeholder 2">
            <a:extLst>
              <a:ext uri="{FF2B5EF4-FFF2-40B4-BE49-F238E27FC236}">
                <a16:creationId xmlns:a16="http://schemas.microsoft.com/office/drawing/2014/main" id="{834F33B0-5DB6-5FFD-2CF5-36C6F246AEE7}"/>
              </a:ext>
            </a:extLst>
          </p:cNvPr>
          <p:cNvSpPr txBox="1">
            <a:spLocks/>
          </p:cNvSpPr>
          <p:nvPr/>
        </p:nvSpPr>
        <p:spPr>
          <a:xfrm>
            <a:off x="248806" y="628604"/>
            <a:ext cx="9588284"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latin typeface="+mj-ea"/>
              </a:rPr>
              <a:t>5 </a:t>
            </a:r>
            <a:r>
              <a:rPr lang="ja-JP" altLang="en-US" dirty="0">
                <a:latin typeface="+mj-ea"/>
              </a:rPr>
              <a:t>参加医療機関リスト</a:t>
            </a:r>
            <a:endParaRPr lang="en-US" altLang="ja-JP" dirty="0">
              <a:latin typeface="+mj-ea"/>
            </a:endParaRPr>
          </a:p>
        </p:txBody>
      </p:sp>
      <p:sp>
        <p:nvSpPr>
          <p:cNvPr id="13" name="角丸四角形 10">
            <a:extLst>
              <a:ext uri="{FF2B5EF4-FFF2-40B4-BE49-F238E27FC236}">
                <a16:creationId xmlns:a16="http://schemas.microsoft.com/office/drawing/2014/main" id="{97035C41-BB9D-329B-1FAC-696CBD532BD4}"/>
              </a:ext>
            </a:extLst>
          </p:cNvPr>
          <p:cNvSpPr/>
          <p:nvPr/>
        </p:nvSpPr>
        <p:spPr>
          <a:xfrm>
            <a:off x="139306" y="628604"/>
            <a:ext cx="109500" cy="33058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8" name="角丸四角形 12">
            <a:extLst>
              <a:ext uri="{FF2B5EF4-FFF2-40B4-BE49-F238E27FC236}">
                <a16:creationId xmlns:a16="http://schemas.microsoft.com/office/drawing/2014/main" id="{B2ED0C29-DF77-F012-BB1F-A0C5CAA862BA}"/>
              </a:ext>
            </a:extLst>
          </p:cNvPr>
          <p:cNvSpPr/>
          <p:nvPr/>
        </p:nvSpPr>
        <p:spPr>
          <a:xfrm>
            <a:off x="248806" y="1083436"/>
            <a:ext cx="107777" cy="330581"/>
          </a:xfrm>
          <a:prstGeom prst="roundRect">
            <a:avLst/>
          </a:prstGeom>
          <a:noFill/>
          <a:ln>
            <a:solidFill>
              <a:srgbClr val="00AF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12" name="Text Placeholder 2">
            <a:extLst>
              <a:ext uri="{FF2B5EF4-FFF2-40B4-BE49-F238E27FC236}">
                <a16:creationId xmlns:a16="http://schemas.microsoft.com/office/drawing/2014/main" id="{4D2ACF4C-510F-8901-9207-DE17410DFC87}"/>
              </a:ext>
            </a:extLst>
          </p:cNvPr>
          <p:cNvSpPr txBox="1">
            <a:spLocks/>
          </p:cNvSpPr>
          <p:nvPr/>
        </p:nvSpPr>
        <p:spPr>
          <a:xfrm>
            <a:off x="356582" y="1568525"/>
            <a:ext cx="9480507" cy="330330"/>
          </a:xfrm>
          <a:prstGeom prst="rect">
            <a:avLst/>
          </a:prstGeom>
        </p:spPr>
        <p:txBody>
          <a:bodyPr lIns="90000" tIns="0" rIns="90000" bIns="0" anchor="b">
            <a:noAutofit/>
          </a:bodyPr>
          <a:lstStyle>
            <a:lvl1pPr marL="0" indent="0" algn="l" defTabSz="878275" rtl="0" eaLnBrk="1" latinLnBrk="0" hangingPunct="1">
              <a:lnSpc>
                <a:spcPct val="90000"/>
              </a:lnSpc>
              <a:spcBef>
                <a:spcPts val="1153"/>
              </a:spcBef>
              <a:spcAft>
                <a:spcPts val="192"/>
              </a:spcAft>
              <a:buClr>
                <a:schemeClr val="accent1"/>
              </a:buClr>
              <a:buSzPct val="100000"/>
              <a:buFont typeface="Calibri" panose="020F0502020204030204" pitchFamily="34" charset="0"/>
              <a:buNone/>
              <a:defRPr kumimoji="1" sz="2200" b="1" kern="1200">
                <a:solidFill>
                  <a:schemeClr val="tx1"/>
                </a:solidFill>
                <a:latin typeface="Meiryo UI" panose="020B0604030504040204" pitchFamily="50" charset="-128"/>
                <a:ea typeface="Meiryo UI" panose="020B0604030504040204" pitchFamily="50" charset="-128"/>
                <a:cs typeface="+mn-cs"/>
              </a:defRPr>
            </a:lvl1pPr>
            <a:lvl2pPr marL="457200" indent="0" algn="l" defTabSz="0" rtl="0" eaLnBrk="1" latinLnBrk="0" hangingPunct="1">
              <a:lnSpc>
                <a:spcPct val="90000"/>
              </a:lnSpc>
              <a:spcBef>
                <a:spcPts val="192"/>
              </a:spcBef>
              <a:spcAft>
                <a:spcPts val="384"/>
              </a:spcAft>
              <a:buClr>
                <a:srgbClr val="002060"/>
              </a:buClr>
              <a:buFont typeface="メイリオ" panose="020B0604030504040204" pitchFamily="50" charset="-128"/>
              <a:buNone/>
              <a:defRPr kumimoji="1" sz="2000" b="1" kern="1200">
                <a:solidFill>
                  <a:schemeClr val="tx1"/>
                </a:solidFill>
                <a:latin typeface="メイリオ" panose="020B0604030504040204" pitchFamily="50" charset="-128"/>
                <a:ea typeface="メイリオ" panose="020B0604030504040204" pitchFamily="50" charset="-128"/>
                <a:cs typeface="+mn-cs"/>
              </a:defRPr>
            </a:lvl2pPr>
            <a:lvl3pPr marL="9144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800" b="1" kern="1200">
                <a:solidFill>
                  <a:schemeClr val="tx1"/>
                </a:solidFill>
                <a:latin typeface="メイリオ" panose="020B0604030504040204" pitchFamily="50" charset="-128"/>
                <a:ea typeface="メイリオ" panose="020B0604030504040204" pitchFamily="50" charset="-128"/>
                <a:cs typeface="+mn-cs"/>
              </a:defRPr>
            </a:lvl3pPr>
            <a:lvl4pPr marL="1371600" indent="0" algn="l" defTabSz="878275" rtl="0" eaLnBrk="1" latinLnBrk="0" hangingPunct="1">
              <a:lnSpc>
                <a:spcPct val="90000"/>
              </a:lnSpc>
              <a:spcBef>
                <a:spcPts val="192"/>
              </a:spcBef>
              <a:spcAft>
                <a:spcPts val="384"/>
              </a:spcAft>
              <a:buClr>
                <a:srgbClr val="002060"/>
              </a:buClr>
              <a:buFont typeface="メイリオ" panose="020B0604030504040204" pitchFamily="50" charset="-128"/>
              <a:buNone/>
              <a:defRPr kumimoji="1" sz="1600" b="1" kern="1200">
                <a:solidFill>
                  <a:schemeClr val="tx1"/>
                </a:solidFill>
                <a:latin typeface="メイリオ" panose="020B0604030504040204" pitchFamily="50" charset="-128"/>
                <a:ea typeface="メイリオ" panose="020B0604030504040204" pitchFamily="50" charset="-128"/>
                <a:cs typeface="+mn-cs"/>
              </a:defRPr>
            </a:lvl4pPr>
            <a:lvl5pPr marL="1828800" indent="0" algn="l" defTabSz="878275" rtl="0" eaLnBrk="1" latinLnBrk="0" hangingPunct="1">
              <a:lnSpc>
                <a:spcPct val="90000"/>
              </a:lnSpc>
              <a:spcBef>
                <a:spcPts val="192"/>
              </a:spcBef>
              <a:spcAft>
                <a:spcPts val="384"/>
              </a:spcAft>
              <a:buClr>
                <a:srgbClr val="002060"/>
              </a:buClr>
              <a:buFont typeface="Calibri" panose="020F0502020204030204" pitchFamily="34" charset="0"/>
              <a:buNone/>
              <a:defRPr kumimoji="1" sz="1600" b="1" kern="1200">
                <a:solidFill>
                  <a:schemeClr val="tx1"/>
                </a:solidFill>
                <a:latin typeface="メイリオ" panose="020B0604030504040204" pitchFamily="50" charset="-128"/>
                <a:ea typeface="メイリオ" panose="020B0604030504040204" pitchFamily="50" charset="-128"/>
                <a:cs typeface="+mn-cs"/>
              </a:defRPr>
            </a:lvl5pPr>
            <a:lvl6pPr marL="22860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6pPr>
            <a:lvl7pPr marL="27432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7pPr>
            <a:lvl8pPr marL="32004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8pPr>
            <a:lvl9pPr marL="3657600" indent="0" algn="l" defTabSz="878275" rtl="0" eaLnBrk="1" latinLnBrk="0" hangingPunct="1">
              <a:lnSpc>
                <a:spcPct val="90000"/>
              </a:lnSpc>
              <a:spcBef>
                <a:spcPts val="192"/>
              </a:spcBef>
              <a:spcAft>
                <a:spcPts val="384"/>
              </a:spcAft>
              <a:buClr>
                <a:schemeClr val="accent1"/>
              </a:buClr>
              <a:buFont typeface="Calibri" pitchFamily="34" charset="0"/>
              <a:buNone/>
              <a:defRPr kumimoji="1" sz="1600" b="1" kern="1200">
                <a:solidFill>
                  <a:schemeClr val="tx1">
                    <a:lumMod val="75000"/>
                    <a:lumOff val="25000"/>
                  </a:schemeClr>
                </a:solidFill>
                <a:latin typeface="+mn-lt"/>
                <a:ea typeface="+mn-ea"/>
                <a:cs typeface="+mn-cs"/>
              </a:defRPr>
            </a:lvl9pPr>
          </a:lstStyle>
          <a:p>
            <a:r>
              <a:rPr lang="en-US" altLang="ja-JP" dirty="0">
                <a:latin typeface="+mj-ea"/>
              </a:rPr>
              <a:t>5-2 </a:t>
            </a:r>
            <a:r>
              <a:rPr lang="ja-JP" altLang="en-US" dirty="0">
                <a:latin typeface="+mj-ea"/>
              </a:rPr>
              <a:t>電カル共有単独リストの形式</a:t>
            </a:r>
            <a:endParaRPr lang="en-US" altLang="ja-JP" dirty="0">
              <a:latin typeface="+mj-ea"/>
            </a:endParaRPr>
          </a:p>
          <a:p>
            <a:r>
              <a:rPr lang="ja-JP" altLang="en-US" dirty="0">
                <a:latin typeface="+mj-ea"/>
              </a:rPr>
              <a:t>→</a:t>
            </a:r>
            <a:r>
              <a:rPr lang="en-US" altLang="ja-JP" dirty="0">
                <a:highlight>
                  <a:srgbClr val="FFFF00"/>
                </a:highlight>
                <a:latin typeface="+mj-ea"/>
              </a:rPr>
              <a:t>10</a:t>
            </a:r>
            <a:r>
              <a:rPr lang="ja-JP" altLang="en-US" dirty="0">
                <a:highlight>
                  <a:srgbClr val="FFFF00"/>
                </a:highlight>
                <a:latin typeface="+mj-ea"/>
              </a:rPr>
              <a:t>月末までに確認をお願いします</a:t>
            </a:r>
            <a:endParaRPr lang="en-US" altLang="ja-JP" dirty="0">
              <a:highlight>
                <a:srgbClr val="FFFF00"/>
              </a:highlight>
              <a:latin typeface="+mj-ea"/>
            </a:endParaRPr>
          </a:p>
        </p:txBody>
      </p:sp>
      <p:sp>
        <p:nvSpPr>
          <p:cNvPr id="4" name="山形 16">
            <a:extLst>
              <a:ext uri="{FF2B5EF4-FFF2-40B4-BE49-F238E27FC236}">
                <a16:creationId xmlns:a16="http://schemas.microsoft.com/office/drawing/2014/main" id="{BE03971F-5739-293C-9910-251975ADEB96}"/>
              </a:ext>
            </a:extLst>
          </p:cNvPr>
          <p:cNvSpPr/>
          <p:nvPr/>
        </p:nvSpPr>
        <p:spPr>
          <a:xfrm>
            <a:off x="356582" y="2069217"/>
            <a:ext cx="294891" cy="333590"/>
          </a:xfrm>
          <a:prstGeom prst="chevron">
            <a:avLst/>
          </a:prstGeom>
          <a:solidFill>
            <a:srgbClr val="FFB41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solidFill>
                <a:schemeClr val="tx1"/>
              </a:solidFill>
            </a:endParaRPr>
          </a:p>
        </p:txBody>
      </p:sp>
      <p:sp>
        <p:nvSpPr>
          <p:cNvPr id="25" name="テキスト ボックス 24">
            <a:extLst>
              <a:ext uri="{FF2B5EF4-FFF2-40B4-BE49-F238E27FC236}">
                <a16:creationId xmlns:a16="http://schemas.microsoft.com/office/drawing/2014/main" id="{0A4EADC7-E666-C773-1BBE-51EBE48E2B80}"/>
              </a:ext>
            </a:extLst>
          </p:cNvPr>
          <p:cNvSpPr txBox="1"/>
          <p:nvPr/>
        </p:nvSpPr>
        <p:spPr>
          <a:xfrm>
            <a:off x="651473" y="2051346"/>
            <a:ext cx="8817898" cy="646331"/>
          </a:xfrm>
          <a:prstGeom prst="rect">
            <a:avLst/>
          </a:prstGeom>
          <a:noFill/>
        </p:spPr>
        <p:txBody>
          <a:bodyPr wrap="square" rtlCol="0">
            <a:spAutoFit/>
          </a:bodyPr>
          <a:lstStyle/>
          <a:p>
            <a:r>
              <a:rPr lang="en-US" altLang="ja-JP" sz="1800" b="1" dirty="0">
                <a:latin typeface="+mj-ea"/>
                <a:ea typeface="+mj-ea"/>
              </a:rPr>
              <a:t>(</a:t>
            </a:r>
            <a:r>
              <a:rPr lang="ja-JP" altLang="en-US" sz="1800" b="1" dirty="0">
                <a:latin typeface="+mj-ea"/>
                <a:ea typeface="+mj-ea"/>
              </a:rPr>
              <a:t>仮称</a:t>
            </a:r>
            <a:r>
              <a:rPr lang="en-US" altLang="ja-JP" sz="1800" b="1" dirty="0">
                <a:latin typeface="+mj-ea"/>
                <a:ea typeface="+mj-ea"/>
              </a:rPr>
              <a:t>)</a:t>
            </a:r>
            <a:r>
              <a:rPr lang="ja-JP" altLang="en-US" sz="1800" b="1" dirty="0">
                <a:latin typeface="+mj-ea"/>
                <a:ea typeface="+mj-ea"/>
              </a:rPr>
              <a:t>電子カルテ情報共有サービス対応の</a:t>
            </a:r>
            <a:endParaRPr lang="en-US" altLang="ja-JP" sz="1800" b="1" dirty="0">
              <a:latin typeface="+mj-ea"/>
              <a:ea typeface="+mj-ea"/>
            </a:endParaRPr>
          </a:p>
          <a:p>
            <a:r>
              <a:rPr lang="ja-JP" altLang="en-US" sz="1800" b="1" dirty="0">
                <a:latin typeface="+mj-ea"/>
                <a:ea typeface="+mj-ea"/>
              </a:rPr>
              <a:t>医療機関リスト</a:t>
            </a:r>
            <a:r>
              <a:rPr lang="ja-JP" altLang="en-US" sz="1800" b="1" dirty="0">
                <a:latin typeface="+mj-ea"/>
              </a:rPr>
              <a:t>［</a:t>
            </a:r>
            <a:r>
              <a:rPr lang="en-US" altLang="ja-JP" sz="1800" b="1" dirty="0">
                <a:latin typeface="+mj-ea"/>
              </a:rPr>
              <a:t>Excel</a:t>
            </a:r>
            <a:r>
              <a:rPr lang="ja-JP" altLang="en-US" sz="1800" b="1" dirty="0">
                <a:latin typeface="+mj-ea"/>
              </a:rPr>
              <a:t>形式］</a:t>
            </a:r>
            <a:endParaRPr kumimoji="1" lang="ja-JP" altLang="en-US" sz="1800" b="1" dirty="0">
              <a:latin typeface="+mj-ea"/>
              <a:ea typeface="+mj-ea"/>
            </a:endParaRPr>
          </a:p>
        </p:txBody>
      </p:sp>
      <p:pic>
        <p:nvPicPr>
          <p:cNvPr id="28" name="図 27">
            <a:extLst>
              <a:ext uri="{FF2B5EF4-FFF2-40B4-BE49-F238E27FC236}">
                <a16:creationId xmlns:a16="http://schemas.microsoft.com/office/drawing/2014/main" id="{26563A70-D387-D4CD-6506-7741A24D6432}"/>
              </a:ext>
            </a:extLst>
          </p:cNvPr>
          <p:cNvPicPr>
            <a:picLocks noChangeAspect="1"/>
          </p:cNvPicPr>
          <p:nvPr/>
        </p:nvPicPr>
        <p:blipFill>
          <a:blip r:embed="rId3"/>
          <a:stretch>
            <a:fillRect/>
          </a:stretch>
        </p:blipFill>
        <p:spPr>
          <a:xfrm>
            <a:off x="504027" y="4943698"/>
            <a:ext cx="9163050" cy="1365250"/>
          </a:xfrm>
          <a:prstGeom prst="rect">
            <a:avLst/>
          </a:prstGeom>
        </p:spPr>
      </p:pic>
      <p:pic>
        <p:nvPicPr>
          <p:cNvPr id="5" name="図 4">
            <a:extLst>
              <a:ext uri="{FF2B5EF4-FFF2-40B4-BE49-F238E27FC236}">
                <a16:creationId xmlns:a16="http://schemas.microsoft.com/office/drawing/2014/main" id="{2B8B64DD-9EF6-142C-7239-5A8E65E049DD}"/>
              </a:ext>
            </a:extLst>
          </p:cNvPr>
          <p:cNvPicPr>
            <a:picLocks noChangeAspect="1"/>
          </p:cNvPicPr>
          <p:nvPr/>
        </p:nvPicPr>
        <p:blipFill>
          <a:blip r:embed="rId4"/>
          <a:stretch>
            <a:fillRect/>
          </a:stretch>
        </p:blipFill>
        <p:spPr>
          <a:xfrm>
            <a:off x="5447768" y="734879"/>
            <a:ext cx="4219309" cy="3926498"/>
          </a:xfrm>
          <a:prstGeom prst="rect">
            <a:avLst/>
          </a:prstGeom>
        </p:spPr>
      </p:pic>
      <p:sp>
        <p:nvSpPr>
          <p:cNvPr id="7" name="テキスト ボックス 6">
            <a:extLst>
              <a:ext uri="{FF2B5EF4-FFF2-40B4-BE49-F238E27FC236}">
                <a16:creationId xmlns:a16="http://schemas.microsoft.com/office/drawing/2014/main" id="{EAC12B04-48EE-2FD8-548E-BC563AAE6A35}"/>
              </a:ext>
            </a:extLst>
          </p:cNvPr>
          <p:cNvSpPr txBox="1"/>
          <p:nvPr/>
        </p:nvSpPr>
        <p:spPr>
          <a:xfrm>
            <a:off x="5617780" y="4672575"/>
            <a:ext cx="4219309" cy="230832"/>
          </a:xfrm>
          <a:prstGeom prst="rect">
            <a:avLst/>
          </a:prstGeom>
          <a:noFill/>
        </p:spPr>
        <p:txBody>
          <a:bodyPr wrap="square" rtlCol="0">
            <a:spAutoFit/>
          </a:bodyPr>
          <a:lstStyle/>
          <a:p>
            <a:r>
              <a:rPr kumimoji="1" lang="ja-JP" altLang="en-US" sz="900" dirty="0">
                <a:solidFill>
                  <a:schemeClr val="bg1">
                    <a:lumMod val="50000"/>
                  </a:schemeClr>
                </a:solidFill>
                <a:latin typeface="+mj-ea"/>
                <a:ea typeface="+mj-ea"/>
              </a:rPr>
              <a:t>（参考：厚生労働省</a:t>
            </a:r>
            <a:r>
              <a:rPr kumimoji="1" lang="en-US" altLang="ja-JP" sz="900" dirty="0">
                <a:solidFill>
                  <a:schemeClr val="bg1">
                    <a:lumMod val="50000"/>
                  </a:schemeClr>
                </a:solidFill>
                <a:latin typeface="+mj-ea"/>
                <a:ea typeface="+mj-ea"/>
              </a:rPr>
              <a:t>HP</a:t>
            </a:r>
            <a:r>
              <a:rPr kumimoji="1" lang="ja-JP" altLang="en-US" sz="900" dirty="0">
                <a:solidFill>
                  <a:schemeClr val="bg1">
                    <a:lumMod val="50000"/>
                  </a:schemeClr>
                </a:solidFill>
                <a:latin typeface="+mj-ea"/>
                <a:ea typeface="+mj-ea"/>
              </a:rPr>
              <a:t>「電子処方せん対応の医療機関・薬局についてのお知らせ」）</a:t>
            </a:r>
          </a:p>
        </p:txBody>
      </p:sp>
      <p:sp>
        <p:nvSpPr>
          <p:cNvPr id="11" name="正方形/長方形 10">
            <a:extLst>
              <a:ext uri="{FF2B5EF4-FFF2-40B4-BE49-F238E27FC236}">
                <a16:creationId xmlns:a16="http://schemas.microsoft.com/office/drawing/2014/main" id="{D4478810-E7DD-9FDE-D20F-349C893F5C63}"/>
              </a:ext>
            </a:extLst>
          </p:cNvPr>
          <p:cNvSpPr/>
          <p:nvPr/>
        </p:nvSpPr>
        <p:spPr>
          <a:xfrm>
            <a:off x="5447768" y="3566206"/>
            <a:ext cx="2591946" cy="2543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dirty="0"/>
          </a:p>
        </p:txBody>
      </p:sp>
      <p:sp>
        <p:nvSpPr>
          <p:cNvPr id="15" name="テキスト ボックス 14">
            <a:extLst>
              <a:ext uri="{FF2B5EF4-FFF2-40B4-BE49-F238E27FC236}">
                <a16:creationId xmlns:a16="http://schemas.microsoft.com/office/drawing/2014/main" id="{107ED2C9-D4B1-6365-0ACF-1137459B2088}"/>
              </a:ext>
            </a:extLst>
          </p:cNvPr>
          <p:cNvSpPr txBox="1"/>
          <p:nvPr/>
        </p:nvSpPr>
        <p:spPr>
          <a:xfrm>
            <a:off x="651473" y="2642432"/>
            <a:ext cx="4738674" cy="861774"/>
          </a:xfrm>
          <a:prstGeom prst="rect">
            <a:avLst/>
          </a:prstGeom>
          <a:noFill/>
        </p:spPr>
        <p:txBody>
          <a:bodyPr wrap="square" rtlCol="0">
            <a:spAutoFit/>
          </a:bodyPr>
          <a:lstStyle/>
          <a:p>
            <a:r>
              <a:rPr lang="ja-JP" altLang="en-US" sz="1600" dirty="0">
                <a:latin typeface="+mj-ea"/>
                <a:ea typeface="+mj-ea"/>
              </a:rPr>
              <a:t>→電子カルテ情報共有サービス単独の参加医療機関リストについては、電子処方箋のレイアウトを参考に以下のとおり作成してよろしいでしょうか。</a:t>
            </a:r>
            <a:r>
              <a:rPr lang="ja-JP" altLang="en-US" sz="1800" dirty="0">
                <a:latin typeface="+mj-ea"/>
                <a:ea typeface="+mj-ea"/>
              </a:rPr>
              <a:t>　</a:t>
            </a:r>
            <a:endParaRPr kumimoji="1" lang="ja-JP" altLang="en-US" sz="1800" dirty="0">
              <a:latin typeface="+mj-ea"/>
              <a:ea typeface="+mj-ea"/>
            </a:endParaRPr>
          </a:p>
        </p:txBody>
      </p:sp>
      <p:sp>
        <p:nvSpPr>
          <p:cNvPr id="3" name="テキスト ボックス 2">
            <a:extLst>
              <a:ext uri="{FF2B5EF4-FFF2-40B4-BE49-F238E27FC236}">
                <a16:creationId xmlns:a16="http://schemas.microsoft.com/office/drawing/2014/main" id="{25B352B1-2479-5B78-0549-0F18F9225F16}"/>
              </a:ext>
            </a:extLst>
          </p:cNvPr>
          <p:cNvSpPr txBox="1"/>
          <p:nvPr/>
        </p:nvSpPr>
        <p:spPr>
          <a:xfrm>
            <a:off x="685273" y="3544497"/>
            <a:ext cx="4592482" cy="1323439"/>
          </a:xfrm>
          <a:prstGeom prst="rect">
            <a:avLst/>
          </a:prstGeom>
          <a:noFill/>
          <a:ln w="28575">
            <a:solidFill>
              <a:srgbClr val="002060"/>
            </a:solidFill>
            <a:prstDash val="dash"/>
          </a:ln>
        </p:spPr>
        <p:txBody>
          <a:bodyPr wrap="square" rtlCol="0">
            <a:spAutoFit/>
          </a:bodyPr>
          <a:lstStyle/>
          <a:p>
            <a:r>
              <a:rPr lang="ja-JP" altLang="en-US" sz="1600" dirty="0">
                <a:latin typeface="+mj-ea"/>
                <a:ea typeface="+mj-ea"/>
              </a:rPr>
              <a:t>リストの形式変更について、機構内での調整が必要ですので、形式については</a:t>
            </a:r>
            <a:r>
              <a:rPr lang="en-US" altLang="ja-JP" sz="1600" dirty="0">
                <a:latin typeface="+mj-ea"/>
                <a:ea typeface="+mj-ea"/>
              </a:rPr>
              <a:t>10</a:t>
            </a:r>
            <a:r>
              <a:rPr lang="ja-JP" altLang="en-US" sz="1600" dirty="0">
                <a:latin typeface="+mj-ea"/>
                <a:ea typeface="+mj-ea"/>
              </a:rPr>
              <a:t>月中に確認をお願いいたします。</a:t>
            </a:r>
            <a:r>
              <a:rPr kumimoji="1" lang="ja-JP" altLang="en-US" sz="1600" dirty="0">
                <a:latin typeface="+mj-ea"/>
                <a:ea typeface="+mj-ea"/>
              </a:rPr>
              <a:t>掲載先</a:t>
            </a:r>
            <a:r>
              <a:rPr kumimoji="1" lang="en-US" altLang="ja-JP" sz="1600" dirty="0">
                <a:latin typeface="+mj-ea"/>
                <a:ea typeface="+mj-ea"/>
              </a:rPr>
              <a:t>URL</a:t>
            </a:r>
            <a:r>
              <a:rPr kumimoji="1" lang="ja-JP" altLang="en-US" sz="1600" dirty="0">
                <a:latin typeface="+mj-ea"/>
                <a:ea typeface="+mj-ea"/>
              </a:rPr>
              <a:t>についてはポータルサイトからの返却メールに記載いたしますので、</a:t>
            </a:r>
            <a:r>
              <a:rPr kumimoji="1" lang="en-US" altLang="ja-JP" sz="1600" dirty="0">
                <a:latin typeface="+mj-ea"/>
                <a:ea typeface="+mj-ea"/>
              </a:rPr>
              <a:t>12</a:t>
            </a:r>
            <a:r>
              <a:rPr kumimoji="1" lang="ja-JP" altLang="en-US" sz="1600" dirty="0">
                <a:latin typeface="+mj-ea"/>
                <a:ea typeface="+mj-ea"/>
              </a:rPr>
              <a:t>月中旬までに連携をお願いします。</a:t>
            </a:r>
          </a:p>
        </p:txBody>
      </p:sp>
    </p:spTree>
    <p:extLst>
      <p:ext uri="{BB962C8B-B14F-4D97-AF65-F5344CB8AC3E}">
        <p14:creationId xmlns:p14="http://schemas.microsoft.com/office/powerpoint/2010/main" val="848382824"/>
      </p:ext>
    </p:extLst>
  </p:cSld>
  <p:clrMapOvr>
    <a:masterClrMapping/>
  </p:clrMapOvr>
</p:sld>
</file>

<file path=ppt/theme/theme1.xml><?xml version="1.0" encoding="utf-8"?>
<a:theme xmlns:a="http://schemas.openxmlformats.org/drawingml/2006/main" name="Firm Format -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HPDX">
      <a:majorFont>
        <a:latin typeface="Meiryo UI"/>
        <a:ea typeface="Meiryo UI"/>
        <a:cs typeface=""/>
      </a:majorFont>
      <a:minorFont>
        <a:latin typeface="メイリオ"/>
        <a:ea typeface="メイリオ"/>
        <a:cs typeface=""/>
      </a:minorFont>
    </a:fontScheme>
    <a:fmtScheme name="レトロスペクト">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solidFill>
          <a:srgbClr val="00B0F0"/>
        </a:solidFill>
        <a:ln>
          <a:noFill/>
        </a:ln>
      </a:spPr>
      <a:bodyPr rtlCol="0" anchor="ctr"/>
      <a:lstStyle>
        <a:defPPr algn="ctr">
          <a:defRPr kumimoji="1" sz="1924"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BA0033BB2B94C49A043E49E5D2EC3FF" ma:contentTypeVersion="9" ma:contentTypeDescription="新しいドキュメントを作成します。" ma:contentTypeScope="" ma:versionID="64798629ea9ef2700b343e491e216074">
  <xsd:schema xmlns:xsd="http://www.w3.org/2001/XMLSchema" xmlns:xs="http://www.w3.org/2001/XMLSchema" xmlns:p="http://schemas.microsoft.com/office/2006/metadata/properties" xmlns:ns2="1bf9d37f-76e4-4640-a0cf-3cb93d116818" targetNamespace="http://schemas.microsoft.com/office/2006/metadata/properties" ma:root="true" ma:fieldsID="d821d45858093079f482ddfb35587c85" ns2:_="">
    <xsd:import namespace="1bf9d37f-76e4-4640-a0cf-3cb93d11681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f9d37f-76e4-4640-a0cf-3cb93d1168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0347f584-7be2-4218-8e94-402d99aedf0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bf9d37f-76e4-4640-a0cf-3cb93d11681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846668-E96C-4DAB-B487-8B2B28B413FD}"/>
</file>

<file path=customXml/itemProps2.xml><?xml version="1.0" encoding="utf-8"?>
<ds:datastoreItem xmlns:ds="http://schemas.openxmlformats.org/officeDocument/2006/customXml" ds:itemID="{6C6E01F9-E836-464B-8C5B-7DF688395ABC}">
  <ds:schemaRefs>
    <ds:schemaRef ds:uri="http://schemas.microsoft.com/office/2006/documentManagement/types"/>
    <ds:schemaRef ds:uri="http://purl.org/dc/terms/"/>
    <ds:schemaRef ds:uri="http://purl.org/dc/dcmitype/"/>
    <ds:schemaRef ds:uri="http://schemas.microsoft.com/office/2006/metadata/properties"/>
    <ds:schemaRef ds:uri="f732bda1-801b-4566-9f2e-034add3fa210"/>
    <ds:schemaRef ds:uri="http://schemas.microsoft.com/office/infopath/2007/PartnerControls"/>
    <ds:schemaRef ds:uri="http://purl.org/dc/elements/1.1/"/>
    <ds:schemaRef ds:uri="http://www.w3.org/XML/1998/namespace"/>
    <ds:schemaRef ds:uri="http://schemas.openxmlformats.org/package/2006/metadata/core-properties"/>
    <ds:schemaRef ds:uri="601cdce6-005c-40a5-bdfb-9646a33eadac"/>
  </ds:schemaRefs>
</ds:datastoreItem>
</file>

<file path=customXml/itemProps3.xml><?xml version="1.0" encoding="utf-8"?>
<ds:datastoreItem xmlns:ds="http://schemas.openxmlformats.org/officeDocument/2006/customXml" ds:itemID="{BF3F309B-159E-44B6-8E70-103AB5D437D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1466</TotalTime>
  <Words>1388</Words>
  <Application>Microsoft Office PowerPoint</Application>
  <PresentationFormat>A4 210 x 297 mm</PresentationFormat>
  <Paragraphs>127</Paragraphs>
  <Slides>12</Slides>
  <Notes>11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Meiryo UI</vt:lpstr>
      <vt:lpstr>メイリオ</vt:lpstr>
      <vt:lpstr>Arial</vt:lpstr>
      <vt:lpstr>Calibri</vt:lpstr>
      <vt:lpstr>Firm Format - template</vt:lpstr>
      <vt:lpstr>全国的な運用開始に向けた調整事項</vt:lpstr>
      <vt:lpstr>全国的な運用開始に向けた調整事項</vt:lpstr>
      <vt:lpstr>ポータルサイト申請機能リリースに向けた調整事項</vt:lpstr>
      <vt:lpstr>ポータルサイト申請機能リリースに向けた調整事項</vt:lpstr>
      <vt:lpstr>ポータルサイト申請機能リリースに向けた調整事項</vt:lpstr>
      <vt:lpstr>ポータルサイト申請機能リリースに向けた調整事項</vt:lpstr>
      <vt:lpstr>ポータルサイト申請機能リリースに向けた調整事項</vt:lpstr>
      <vt:lpstr>ポータルサイト申請機能リリースに向けた調整事項</vt:lpstr>
      <vt:lpstr>ポータルサイト申請機能リリースに向けた調整事項</vt:lpstr>
      <vt:lpstr>ポータルサイト申請機能リリースに向けた調整事項</vt:lpstr>
      <vt:lpstr>参加医療機関リストの形式</vt:lpstr>
      <vt:lpstr>参加医療機関リストの形式</vt:lpstr>
    </vt:vector>
  </TitlesOfParts>
  <Company>社会保険診療報酬支払基金</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社会保険診療報酬支払基金</dc:title>
  <dc:creator>社会保険診療報酬支払基金</dc:creator>
  <cp:lastModifiedBy>大野　千恵（本部情報化推進部電子カルテ情報課）</cp:lastModifiedBy>
  <cp:revision>3</cp:revision>
  <cp:lastPrinted>2026-10-09T09:23:53Z</cp:lastPrinted>
  <dcterms:created xsi:type="dcterms:W3CDTF">2017-07-12T06:07:03Z</dcterms:created>
  <dcterms:modified xsi:type="dcterms:W3CDTF">2026-10-09T09:45:00Z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0x0101004BA0033BB2B94C49A043E49E5D2EC3FF</vt:lpwstr>
  </property>
  <property fmtid="{D5CDD505-2E9C-101B-9397-08002B2CF9AE}" pid="3" name="MediaServiceImageTags">
    <vt:lpwstr/>
  </property>
</Properties>
</file>