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X. モデル期間中に登録された血液型の論理削除の方針に係る相談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41248"/>
            <a:ext cx="10149840" cy="0"/>
          </a:xfrm>
          <a:prstGeom prst="line">
            <a:avLst/>
          </a:prstGeom>
          <a:noFill/>
          <a:ln w="19050">
            <a:solidFill>
              <a:srgbClr val="2E8B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続き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7498080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280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ご相談事項（2）技術解説書公開（1/18）～3月リリースまでの血液型の登録・表示抑制について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755648"/>
            <a:ext cx="9875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解説書公開(1/18)から3月リリースまでの間、血液型データを登録しないよう電カルベンダに周知する必要があるが、技術解説書(1/18公開)で周知する場合、本格運用開始まで1週間しかなく、電カルベンダの対応が間に合わないことが想定される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そのため、1月に適用するJLACマスターより血液型に係る項目を削除し、登録エラーとする形で当該期間における血液型データの登録を抑制したい。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なお、血液型の登録がエラーになることのベンダ・医療機関への周知について、血液型を共有対象外とする件を付議する12月WGが終了次第、周知を進めることとする。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-292608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12月WG(12/4)</a:t>
            </a:r>
            <a:pPr algn="r"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技術解説書公開(1/18)</a:t>
            </a:r>
            <a:pPr algn="r"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47488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本格運用開始(1/25)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07808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3月リリース(3月末)=案件ID210実装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3520440"/>
            <a:ext cx="2377440" cy="7772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3520440"/>
            <a:ext cx="3108960" cy="777240"/>
          </a:xfrm>
          <a:prstGeom prst="rect">
            <a:avLst/>
          </a:prstGeom>
          <a:solidFill>
            <a:srgbClr val="F2DCDB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0" y="3520440"/>
            <a:ext cx="2468880" cy="7772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19456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登録可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登録不可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3520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登録可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※ただし案件ID210の実装により非表示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20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血液型データの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u="sng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登録可否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9601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297680"/>
            <a:ext cx="9601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3520440"/>
            <a:ext cx="0" cy="7772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3520440"/>
            <a:ext cx="0" cy="77724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0" y="3520440"/>
            <a:ext cx="0" cy="77724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120640" y="3520440"/>
            <a:ext cx="0" cy="77724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680960" y="3520440"/>
            <a:ext cx="0" cy="77724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9601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40080"/>
                <a:gridCol w="2377440"/>
                <a:gridCol w="3108960"/>
                <a:gridCol w="2468880"/>
              </a:tblGrid>
              <a:tr h="4572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～1/17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モデル期間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1/18～3月末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技術解説書公開～3月リリース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3月末～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案件ID210実装後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</a:tr>
              <a:tr h="50292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血液型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ABO・Rh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登録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B3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12/4以降、ベンダ・医療機関へ周知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JLACマスタから削除し、登録するとエラーを返却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B3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JLACマスタに戻す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表示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B3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登録されないため出力されない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案件ID210により非表示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それ以外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検査41項目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感染症5項目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登録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B3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B3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B3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表示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B3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B3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B3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548640" y="6949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○：できる・表示される　×：できない・表示されない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2026-10-08T08:48:10Z</dcterms:created>
  <dcterms:modified xsi:type="dcterms:W3CDTF">2026-10-08T08:48:10Z</dcterms:modified>
</cp:coreProperties>
</file>