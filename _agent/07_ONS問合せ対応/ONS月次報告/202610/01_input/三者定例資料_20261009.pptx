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9.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3.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4.xml" ContentType="application/vnd.openxmlformats-officedocument.theme+xml"/>
  <Override PartName="/ppt/tags/tag13.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5.xml" ContentType="application/vnd.openxmlformats-officedocument.theme+xml"/>
  <Override PartName="/ppt/tags/tag14.xml" ContentType="application/vnd.openxmlformats-officedocument.presentationml.tags+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6.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7.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8.xml" ContentType="application/vnd.openxmlformats-officedocument.theme+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tags/tag18.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notesSlides/notesSlide11.xml" ContentType="application/vnd.openxmlformats-officedocument.presentationml.notesSlide+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60" r:id="rId4"/>
    <p:sldMasterId id="2147485365" r:id="rId5"/>
    <p:sldMasterId id="2147485500" r:id="rId6"/>
    <p:sldMasterId id="2147485526" r:id="rId7"/>
    <p:sldMasterId id="2147485530" r:id="rId8"/>
    <p:sldMasterId id="2147485587" r:id="rId9"/>
    <p:sldMasterId id="2147485629" r:id="rId10"/>
    <p:sldMasterId id="2147485637" r:id="rId11"/>
    <p:sldMasterId id="2147485649" r:id="rId12"/>
  </p:sldMasterIdLst>
  <p:notesMasterIdLst>
    <p:notesMasterId r:id="rId87"/>
  </p:notesMasterIdLst>
  <p:sldIdLst>
    <p:sldId id="281" r:id="rId13"/>
    <p:sldId id="263" r:id="rId14"/>
    <p:sldId id="340" r:id="rId15"/>
    <p:sldId id="257" r:id="rId16"/>
    <p:sldId id="259" r:id="rId17"/>
    <p:sldId id="264" r:id="rId18"/>
    <p:sldId id="267" r:id="rId19"/>
    <p:sldId id="269" r:id="rId20"/>
    <p:sldId id="270" r:id="rId21"/>
    <p:sldId id="272" r:id="rId22"/>
    <p:sldId id="273" r:id="rId23"/>
    <p:sldId id="288" r:id="rId24"/>
    <p:sldId id="313" r:id="rId25"/>
    <p:sldId id="321" r:id="rId26"/>
    <p:sldId id="322" r:id="rId27"/>
    <p:sldId id="332" r:id="rId28"/>
    <p:sldId id="333" r:id="rId29"/>
    <p:sldId id="334" r:id="rId30"/>
    <p:sldId id="335" r:id="rId31"/>
    <p:sldId id="323" r:id="rId32"/>
    <p:sldId id="324" r:id="rId33"/>
    <p:sldId id="325" r:id="rId34"/>
    <p:sldId id="326" r:id="rId35"/>
    <p:sldId id="327" r:id="rId36"/>
    <p:sldId id="328" r:id="rId37"/>
    <p:sldId id="329" r:id="rId38"/>
    <p:sldId id="330" r:id="rId39"/>
    <p:sldId id="331" r:id="rId40"/>
    <p:sldId id="2147483397" r:id="rId41"/>
    <p:sldId id="311" r:id="rId42"/>
    <p:sldId id="2147483446" r:id="rId43"/>
    <p:sldId id="2147483447" r:id="rId44"/>
    <p:sldId id="2147483448" r:id="rId45"/>
    <p:sldId id="2147483647" r:id="rId46"/>
    <p:sldId id="256" r:id="rId47"/>
    <p:sldId id="2147483445" r:id="rId48"/>
    <p:sldId id="258" r:id="rId49"/>
    <p:sldId id="2147483450" r:id="rId50"/>
    <p:sldId id="2147483451" r:id="rId51"/>
    <p:sldId id="412" r:id="rId52"/>
    <p:sldId id="271" r:id="rId53"/>
    <p:sldId id="262" r:id="rId54"/>
    <p:sldId id="2147483435" r:id="rId55"/>
    <p:sldId id="2147483436" r:id="rId56"/>
    <p:sldId id="2147483437" r:id="rId57"/>
    <p:sldId id="2147483438" r:id="rId58"/>
    <p:sldId id="2147483441" r:id="rId59"/>
    <p:sldId id="2147483440" r:id="rId60"/>
    <p:sldId id="2147483439" r:id="rId61"/>
    <p:sldId id="2147483452" r:id="rId62"/>
    <p:sldId id="265" r:id="rId63"/>
    <p:sldId id="266" r:id="rId64"/>
    <p:sldId id="287" r:id="rId65"/>
    <p:sldId id="2147483442" r:id="rId66"/>
    <p:sldId id="2147483449" r:id="rId67"/>
    <p:sldId id="2147483444" r:id="rId68"/>
    <p:sldId id="2147483443" r:id="rId69"/>
    <p:sldId id="2147482233" r:id="rId70"/>
    <p:sldId id="2147482234" r:id="rId71"/>
    <p:sldId id="2147482258" r:id="rId72"/>
    <p:sldId id="2147482277" r:id="rId73"/>
    <p:sldId id="2147482261" r:id="rId74"/>
    <p:sldId id="2147482242" r:id="rId75"/>
    <p:sldId id="2147482273" r:id="rId76"/>
    <p:sldId id="2147482236" r:id="rId77"/>
    <p:sldId id="2147482246" r:id="rId78"/>
    <p:sldId id="2147482271" r:id="rId79"/>
    <p:sldId id="2147482270" r:id="rId80"/>
    <p:sldId id="2147482274" r:id="rId81"/>
    <p:sldId id="2147482276" r:id="rId82"/>
    <p:sldId id="2147482278" r:id="rId83"/>
    <p:sldId id="2147482279" r:id="rId84"/>
    <p:sldId id="2147482280" r:id="rId85"/>
    <p:sldId id="261" r:id="rId86"/>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表紙" id="{4B7F8EC6-B51F-4BCE-8663-2A8C17481B83}">
          <p14:sldIdLst>
            <p14:sldId id="281"/>
            <p14:sldId id="263"/>
            <p14:sldId id="340"/>
            <p14:sldId id="257"/>
            <p14:sldId id="259"/>
          </p14:sldIdLst>
        </p14:section>
        <p14:section name="1．開発課題検討会の共有" id="{476BDC85-F8D3-4D39-8AC2-61E433C421F5}">
          <p14:sldIdLst>
            <p14:sldId id="264"/>
            <p14:sldId id="267"/>
            <p14:sldId id="269"/>
            <p14:sldId id="270"/>
            <p14:sldId id="272"/>
            <p14:sldId id="273"/>
            <p14:sldId id="288"/>
            <p14:sldId id="313"/>
            <p14:sldId id="321"/>
            <p14:sldId id="322"/>
            <p14:sldId id="332"/>
            <p14:sldId id="333"/>
            <p14:sldId id="334"/>
            <p14:sldId id="335"/>
            <p14:sldId id="323"/>
            <p14:sldId id="324"/>
            <p14:sldId id="325"/>
            <p14:sldId id="326"/>
            <p14:sldId id="327"/>
            <p14:sldId id="328"/>
            <p14:sldId id="329"/>
            <p14:sldId id="330"/>
            <p14:sldId id="331"/>
            <p14:sldId id="2147483397"/>
            <p14:sldId id="311"/>
            <p14:sldId id="2147483446"/>
            <p14:sldId id="2147483447"/>
            <p14:sldId id="2147483448"/>
            <p14:sldId id="2147483647"/>
            <p14:sldId id="256"/>
            <p14:sldId id="2147483445"/>
            <p14:sldId id="258"/>
            <p14:sldId id="2147483450"/>
            <p14:sldId id="2147483451"/>
            <p14:sldId id="412"/>
            <p14:sldId id="271"/>
            <p14:sldId id="262"/>
            <p14:sldId id="2147483435"/>
            <p14:sldId id="2147483436"/>
            <p14:sldId id="2147483437"/>
            <p14:sldId id="2147483438"/>
            <p14:sldId id="2147483441"/>
            <p14:sldId id="2147483440"/>
            <p14:sldId id="2147483439"/>
            <p14:sldId id="2147483452"/>
            <p14:sldId id="265"/>
            <p14:sldId id="266"/>
            <p14:sldId id="287"/>
            <p14:sldId id="2147483442"/>
            <p14:sldId id="2147483449"/>
            <p14:sldId id="2147483444"/>
            <p14:sldId id="2147483443"/>
          </p14:sldIdLst>
        </p14:section>
        <p14:section name="【書面連携】ONS問い合わせ月次報告" id="{A9265A7D-845B-4FF3-87DB-4AB8F976D483}">
          <p14:sldIdLst>
            <p14:sldId id="2147482233"/>
            <p14:sldId id="2147482234"/>
            <p14:sldId id="2147482258"/>
            <p14:sldId id="2147482277"/>
            <p14:sldId id="2147482261"/>
            <p14:sldId id="2147482242"/>
            <p14:sldId id="2147482273"/>
            <p14:sldId id="2147482236"/>
            <p14:sldId id="2147482246"/>
            <p14:sldId id="2147482271"/>
            <p14:sldId id="2147482270"/>
            <p14:sldId id="2147482274"/>
            <p14:sldId id="2147482276"/>
            <p14:sldId id="2147482278"/>
            <p14:sldId id="2147482279"/>
            <p14:sldId id="2147482280"/>
          </p14:sldIdLst>
        </p14:section>
        <p14:section name="ラップアップ" id="{6306BD0D-C950-4633-B9FA-57C271C4AFE0}">
          <p14:sldIdLst>
            <p14:sldId id="261"/>
          </p14:sldIdLst>
        </p14:section>
      </p14:sectionLst>
    </p:ext>
    <p:ext uri="{EFAFB233-063F-42B5-8137-9DF3F51BA10A}">
      <p15:sldGuideLst xmlns:p15="http://schemas.microsoft.com/office/powerpoint/2012/main">
        <p15:guide id="1" orient="horz" pos="2160" userDrawn="1">
          <p15:clr>
            <a:srgbClr val="A4A3A4"/>
          </p15:clr>
        </p15:guide>
        <p15:guide id="2" pos="2850" userDrawn="1">
          <p15:clr>
            <a:srgbClr val="A4A3A4"/>
          </p15:clr>
        </p15:guide>
        <p15:guide id="3" pos="1548" userDrawn="1">
          <p15:clr>
            <a:srgbClr val="A4A3A4"/>
          </p15:clr>
        </p15:guide>
        <p15:guide id="4" pos="5798" userDrawn="1">
          <p15:clr>
            <a:srgbClr val="A4A3A4"/>
          </p15:clr>
        </p15:guide>
        <p15:guide id="5" pos="2285"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作成者" initials="A" userId="Author" providerId="AD"/>
  <p188:author id="{CF79BF5C-DD7D-70F1-BE74-C4007AFBFD61}" name="Nakazawa, Masato" initials="MN" userId="S::masato.nakazawa@accenture.com::1233bff8-608b-4080-8826-e11782bff050" providerId="AD"/>
  <p188:author id="{D9933879-0126-D391-4149-48774B4FCB84}" name="Sakurai, Keita A." initials="KS" userId="S::keita.a.sakurai@accenture.com::24824900-c7fb-463d-9182-1568b03f6256" providerId="AD"/>
  <p188:author id="{C9AFE793-DD59-369C-F3D4-5FA465053B1C}" name="Kamura, Takaki" initials="TK" userId="S::takaki.kamura@accenture.com::695a019d-aff9-4c05-ada9-c6a85d1710e5" providerId="AD"/>
  <p188:author id="{92BCE69B-9C47-9219-072B-368FD4CE5B3E}" name="Ono, Shunichi" initials="SO" userId="S::shunichi.ono@accenture.com::f4a5483d-e65f-4794-8384-dc0760f3e4c4" providerId="AD"/>
  <p188:author id="{F3E8DEC0-6E78-F68E-1214-0BBB0336FD8E}" name="Nakazato, Yuri" initials="YN" userId="S::yuri.nakazato@accenture.com::d81a28a4-bbeb-43ce-986a-a22e2bf078f7" providerId="AD"/>
  <p188:author id="{2AECF5C6-293A-529E-D66C-E2B46D6B9F3E}" name="Sasagawa, Rika" initials="RS" userId="S::rika.sasagawa@accenture.com::3e203b0d-e01c-4b3c-ad8d-a03598165aca" providerId="AD"/>
  <p188:author id="{88EC83EF-5CFC-7680-20E5-780736BFB395}" name="Sakisaka, Tsubasa" initials="TS" userId="S::tsubasa.sakisaka@accenture.com::bf55ca99-581e-468c-a1e2-e453466880ac"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作成者" initials="A" lastIdx="0" clrIdx="6"/>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376092"/>
    <a:srgbClr val="BFBFBF"/>
    <a:srgbClr val="A6A6A6"/>
    <a:srgbClr val="FFFF00"/>
    <a:srgbClr val="E9F1F5"/>
    <a:srgbClr val="FFFFD5"/>
    <a:srgbClr val="FDEADA"/>
    <a:srgbClr val="F8F7F2"/>
    <a:srgbClr val="F4F3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5C656F-117E-474F-8E4F-08910E4E392C}" v="8" dt="2026-10-14T00:21:26.727"/>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間スタイル 4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6" d="100"/>
          <a:sy n="116" d="100"/>
        </p:scale>
        <p:origin x="1104" y="108"/>
      </p:cViewPr>
      <p:guideLst>
        <p:guide orient="horz" pos="2160"/>
        <p:guide pos="2850"/>
        <p:guide pos="1548"/>
        <p:guide pos="5798"/>
        <p:guide pos="228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4.xml"/><Relationship Id="rId21" Type="http://schemas.openxmlformats.org/officeDocument/2006/relationships/slide" Target="slides/slide9.xml"/><Relationship Id="rId42" Type="http://schemas.openxmlformats.org/officeDocument/2006/relationships/slide" Target="slides/slide30.xml"/><Relationship Id="rId47" Type="http://schemas.openxmlformats.org/officeDocument/2006/relationships/slide" Target="slides/slide35.xml"/><Relationship Id="rId63" Type="http://schemas.openxmlformats.org/officeDocument/2006/relationships/slide" Target="slides/slide51.xml"/><Relationship Id="rId68" Type="http://schemas.openxmlformats.org/officeDocument/2006/relationships/slide" Target="slides/slide56.xml"/><Relationship Id="rId84" Type="http://schemas.openxmlformats.org/officeDocument/2006/relationships/slide" Target="slides/slide72.xml"/><Relationship Id="rId89" Type="http://schemas.openxmlformats.org/officeDocument/2006/relationships/presProps" Target="presProps.xml"/><Relationship Id="rId16" Type="http://schemas.openxmlformats.org/officeDocument/2006/relationships/slide" Target="slides/slide4.xml"/><Relationship Id="rId11" Type="http://schemas.openxmlformats.org/officeDocument/2006/relationships/slideMaster" Target="slideMasters/slideMaster8.xml"/><Relationship Id="rId32" Type="http://schemas.openxmlformats.org/officeDocument/2006/relationships/slide" Target="slides/slide20.xml"/><Relationship Id="rId37" Type="http://schemas.openxmlformats.org/officeDocument/2006/relationships/slide" Target="slides/slide25.xml"/><Relationship Id="rId53" Type="http://schemas.openxmlformats.org/officeDocument/2006/relationships/slide" Target="slides/slide41.xml"/><Relationship Id="rId58" Type="http://schemas.openxmlformats.org/officeDocument/2006/relationships/slide" Target="slides/slide46.xml"/><Relationship Id="rId74" Type="http://schemas.openxmlformats.org/officeDocument/2006/relationships/slide" Target="slides/slide62.xml"/><Relationship Id="rId79" Type="http://schemas.openxmlformats.org/officeDocument/2006/relationships/slide" Target="slides/slide67.xml"/><Relationship Id="rId5" Type="http://schemas.openxmlformats.org/officeDocument/2006/relationships/slideMaster" Target="slideMasters/slideMaster2.xml"/><Relationship Id="rId90" Type="http://schemas.openxmlformats.org/officeDocument/2006/relationships/viewProps" Target="viewProps.xml"/><Relationship Id="rId95" Type="http://schemas.microsoft.com/office/2018/10/relationships/authors" Target="authors.xml"/><Relationship Id="rId22" Type="http://schemas.openxmlformats.org/officeDocument/2006/relationships/slide" Target="slides/slide10.xml"/><Relationship Id="rId27" Type="http://schemas.openxmlformats.org/officeDocument/2006/relationships/slide" Target="slides/slide15.xml"/><Relationship Id="rId43" Type="http://schemas.openxmlformats.org/officeDocument/2006/relationships/slide" Target="slides/slide31.xml"/><Relationship Id="rId48" Type="http://schemas.openxmlformats.org/officeDocument/2006/relationships/slide" Target="slides/slide36.xml"/><Relationship Id="rId64" Type="http://schemas.openxmlformats.org/officeDocument/2006/relationships/slide" Target="slides/slide52.xml"/><Relationship Id="rId69" Type="http://schemas.openxmlformats.org/officeDocument/2006/relationships/slide" Target="slides/slide57.xml"/><Relationship Id="rId8" Type="http://schemas.openxmlformats.org/officeDocument/2006/relationships/slideMaster" Target="slideMasters/slideMaster5.xml"/><Relationship Id="rId51" Type="http://schemas.openxmlformats.org/officeDocument/2006/relationships/slide" Target="slides/slide39.xml"/><Relationship Id="rId72" Type="http://schemas.openxmlformats.org/officeDocument/2006/relationships/slide" Target="slides/slide60.xml"/><Relationship Id="rId80" Type="http://schemas.openxmlformats.org/officeDocument/2006/relationships/slide" Target="slides/slide68.xml"/><Relationship Id="rId85" Type="http://schemas.openxmlformats.org/officeDocument/2006/relationships/slide" Target="slides/slide73.xml"/><Relationship Id="rId93"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slide" Target="slides/slide34.xml"/><Relationship Id="rId59" Type="http://schemas.openxmlformats.org/officeDocument/2006/relationships/slide" Target="slides/slide47.xml"/><Relationship Id="rId67" Type="http://schemas.openxmlformats.org/officeDocument/2006/relationships/slide" Target="slides/slide55.xml"/><Relationship Id="rId20" Type="http://schemas.openxmlformats.org/officeDocument/2006/relationships/slide" Target="slides/slide8.xml"/><Relationship Id="rId41" Type="http://schemas.openxmlformats.org/officeDocument/2006/relationships/slide" Target="slides/slide29.xml"/><Relationship Id="rId54" Type="http://schemas.openxmlformats.org/officeDocument/2006/relationships/slide" Target="slides/slide42.xml"/><Relationship Id="rId62" Type="http://schemas.openxmlformats.org/officeDocument/2006/relationships/slide" Target="slides/slide50.xml"/><Relationship Id="rId70" Type="http://schemas.openxmlformats.org/officeDocument/2006/relationships/slide" Target="slides/slide58.xml"/><Relationship Id="rId75" Type="http://schemas.openxmlformats.org/officeDocument/2006/relationships/slide" Target="slides/slide63.xml"/><Relationship Id="rId83" Type="http://schemas.openxmlformats.org/officeDocument/2006/relationships/slide" Target="slides/slide71.xml"/><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slide" Target="slides/slide37.xml"/><Relationship Id="rId57" Type="http://schemas.openxmlformats.org/officeDocument/2006/relationships/slide" Target="slides/slide45.xml"/><Relationship Id="rId10" Type="http://schemas.openxmlformats.org/officeDocument/2006/relationships/slideMaster" Target="slideMasters/slideMaster7.xml"/><Relationship Id="rId31" Type="http://schemas.openxmlformats.org/officeDocument/2006/relationships/slide" Target="slides/slide19.xml"/><Relationship Id="rId44" Type="http://schemas.openxmlformats.org/officeDocument/2006/relationships/slide" Target="slides/slide32.xml"/><Relationship Id="rId52" Type="http://schemas.openxmlformats.org/officeDocument/2006/relationships/slide" Target="slides/slide40.xml"/><Relationship Id="rId60" Type="http://schemas.openxmlformats.org/officeDocument/2006/relationships/slide" Target="slides/slide48.xml"/><Relationship Id="rId65" Type="http://schemas.openxmlformats.org/officeDocument/2006/relationships/slide" Target="slides/slide53.xml"/><Relationship Id="rId73" Type="http://schemas.openxmlformats.org/officeDocument/2006/relationships/slide" Target="slides/slide61.xml"/><Relationship Id="rId78" Type="http://schemas.openxmlformats.org/officeDocument/2006/relationships/slide" Target="slides/slide66.xml"/><Relationship Id="rId81" Type="http://schemas.openxmlformats.org/officeDocument/2006/relationships/slide" Target="slides/slide69.xml"/><Relationship Id="rId86" Type="http://schemas.openxmlformats.org/officeDocument/2006/relationships/slide" Target="slides/slide74.xml"/><Relationship Id="rId9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1.xml"/><Relationship Id="rId18" Type="http://schemas.openxmlformats.org/officeDocument/2006/relationships/slide" Target="slides/slide6.xml"/><Relationship Id="rId39" Type="http://schemas.openxmlformats.org/officeDocument/2006/relationships/slide" Target="slides/slide27.xml"/><Relationship Id="rId34" Type="http://schemas.openxmlformats.org/officeDocument/2006/relationships/slide" Target="slides/slide22.xml"/><Relationship Id="rId50" Type="http://schemas.openxmlformats.org/officeDocument/2006/relationships/slide" Target="slides/slide38.xml"/><Relationship Id="rId55" Type="http://schemas.openxmlformats.org/officeDocument/2006/relationships/slide" Target="slides/slide43.xml"/><Relationship Id="rId76" Type="http://schemas.openxmlformats.org/officeDocument/2006/relationships/slide" Target="slides/slide64.xml"/><Relationship Id="rId7" Type="http://schemas.openxmlformats.org/officeDocument/2006/relationships/slideMaster" Target="slideMasters/slideMaster4.xml"/><Relationship Id="rId71" Type="http://schemas.openxmlformats.org/officeDocument/2006/relationships/slide" Target="slides/slide59.xml"/><Relationship Id="rId92" Type="http://schemas.openxmlformats.org/officeDocument/2006/relationships/tableStyles" Target="tableStyles.xml"/><Relationship Id="rId2" Type="http://schemas.openxmlformats.org/officeDocument/2006/relationships/customXml" Target="../customXml/item2.xml"/><Relationship Id="rId29" Type="http://schemas.openxmlformats.org/officeDocument/2006/relationships/slide" Target="slides/slide17.xml"/><Relationship Id="rId24" Type="http://schemas.openxmlformats.org/officeDocument/2006/relationships/slide" Target="slides/slide12.xml"/><Relationship Id="rId40" Type="http://schemas.openxmlformats.org/officeDocument/2006/relationships/slide" Target="slides/slide28.xml"/><Relationship Id="rId45" Type="http://schemas.openxmlformats.org/officeDocument/2006/relationships/slide" Target="slides/slide33.xml"/><Relationship Id="rId66" Type="http://schemas.openxmlformats.org/officeDocument/2006/relationships/slide" Target="slides/slide54.xml"/><Relationship Id="rId87" Type="http://schemas.openxmlformats.org/officeDocument/2006/relationships/notesMaster" Target="notesMasters/notesMaster1.xml"/><Relationship Id="rId61" Type="http://schemas.openxmlformats.org/officeDocument/2006/relationships/slide" Target="slides/slide49.xml"/><Relationship Id="rId82" Type="http://schemas.openxmlformats.org/officeDocument/2006/relationships/slide" Target="slides/slide70.xml"/><Relationship Id="rId19" Type="http://schemas.openxmlformats.org/officeDocument/2006/relationships/slide" Target="slides/slide7.xml"/><Relationship Id="rId14" Type="http://schemas.openxmlformats.org/officeDocument/2006/relationships/slide" Target="slides/slide2.xml"/><Relationship Id="rId30" Type="http://schemas.openxmlformats.org/officeDocument/2006/relationships/slide" Target="slides/slide18.xml"/><Relationship Id="rId35" Type="http://schemas.openxmlformats.org/officeDocument/2006/relationships/slide" Target="slides/slide23.xml"/><Relationship Id="rId56" Type="http://schemas.openxmlformats.org/officeDocument/2006/relationships/slide" Target="slides/slide44.xml"/><Relationship Id="rId77"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kazato, Yuri" userId="d81a28a4-bbeb-43ce-986a-a22e2bf078f7" providerId="ADAL" clId="{5E0F6D37-C203-4598-BFAF-8743101A021D}"/>
    <pc:docChg chg="undo redo custSel addSld delSld modSld sldOrd delMainMaster modMainMaster delSection modSection">
      <pc:chgData name="Nakazato, Yuri" userId="d81a28a4-bbeb-43ce-986a-a22e2bf078f7" providerId="ADAL" clId="{5E0F6D37-C203-4598-BFAF-8743101A021D}" dt="2026-10-02T01:30:48.977" v="2359" actId="47"/>
      <pc:docMkLst>
        <pc:docMk/>
      </pc:docMkLst>
    </pc:docChg>
  </pc:docChgLst>
  <pc:docChgLst>
    <pc:chgData name="Kurokawa, Hanae" userId="396a447f-a51c-4cf9-8f28-aa835a4fdd63" providerId="ADAL" clId="{73B828E1-6FF7-44A1-99D5-8D3B31138576}"/>
    <pc:docChg chg="undo redo custSel addSld delSld modSld sldOrd delMainMaster modMainMaster addSection delSection modSection">
      <pc:chgData name="Kurokawa, Hanae" userId="396a447f-a51c-4cf9-8f28-aa835a4fdd63" providerId="ADAL" clId="{73B828E1-6FF7-44A1-99D5-8D3B31138576}" dt="2026-09-28T01:34:12.473" v="17503"/>
      <pc:docMkLst>
        <pc:docMk/>
      </pc:docMkLst>
      <pc:sldChg chg="addSp modSp add mod">
        <pc:chgData name="Kurokawa, Hanae" userId="396a447f-a51c-4cf9-8f28-aa835a4fdd63" providerId="ADAL" clId="{73B828E1-6FF7-44A1-99D5-8D3B31138576}" dt="2026-09-28T01:24:35.276" v="17460" actId="1076"/>
        <pc:sldMkLst>
          <pc:docMk/>
          <pc:sldMk cId="467692325" sldId="259"/>
        </pc:sldMkLst>
      </pc:sldChg>
      <pc:sldChg chg="addSp delSp modSp mod">
        <pc:chgData name="Kurokawa, Hanae" userId="396a447f-a51c-4cf9-8f28-aa835a4fdd63" providerId="ADAL" clId="{73B828E1-6FF7-44A1-99D5-8D3B31138576}" dt="2026-09-28T01:34:12.473" v="17503"/>
        <pc:sldMkLst>
          <pc:docMk/>
          <pc:sldMk cId="249918684" sldId="263"/>
        </pc:sldMkLst>
        <pc:spChg chg="mod">
          <ac:chgData name="Kurokawa, Hanae" userId="396a447f-a51c-4cf9-8f28-aa835a4fdd63" providerId="ADAL" clId="{73B828E1-6FF7-44A1-99D5-8D3B31138576}" dt="2026-09-15T02:02:52.750" v="17095"/>
          <ac:spMkLst>
            <pc:docMk/>
            <pc:sldMk cId="249918684" sldId="263"/>
            <ac:spMk id="5" creationId="{17524AC3-088B-C049-A14A-8E2B1D55A119}"/>
          </ac:spMkLst>
        </pc:spChg>
        <pc:spChg chg="mod">
          <ac:chgData name="Kurokawa, Hanae" userId="396a447f-a51c-4cf9-8f28-aa835a4fdd63" providerId="ADAL" clId="{73B828E1-6FF7-44A1-99D5-8D3B31138576}" dt="2026-09-15T02:02:56.555" v="17102"/>
          <ac:spMkLst>
            <pc:docMk/>
            <pc:sldMk cId="249918684" sldId="263"/>
            <ac:spMk id="7" creationId="{07BA68C0-937C-6105-2E58-ADE4BFD1A3A8}"/>
          </ac:spMkLst>
        </pc:spChg>
        <pc:graphicFrameChg chg="mod modGraphic">
          <ac:chgData name="Kurokawa, Hanae" userId="396a447f-a51c-4cf9-8f28-aa835a4fdd63" providerId="ADAL" clId="{73B828E1-6FF7-44A1-99D5-8D3B31138576}" dt="2026-09-28T01:34:12.473" v="17503"/>
          <ac:graphicFrameMkLst>
            <pc:docMk/>
            <pc:sldMk cId="249918684" sldId="263"/>
            <ac:graphicFrameMk id="6" creationId="{64D86CCC-5DF1-4A13-AFCE-E1F50E2E2AB7}"/>
          </ac:graphicFrameMkLst>
        </pc:graphicFrameChg>
      </pc:sldChg>
      <pc:sldChg chg="modSp add del mod">
        <pc:chgData name="Kurokawa, Hanae" userId="396a447f-a51c-4cf9-8f28-aa835a4fdd63" providerId="ADAL" clId="{73B828E1-6FF7-44A1-99D5-8D3B31138576}" dt="2026-09-28T01:16:54.835" v="17381" actId="20577"/>
        <pc:sldMkLst>
          <pc:docMk/>
          <pc:sldMk cId="3054513654" sldId="281"/>
        </pc:sldMkLst>
        <pc:spChg chg="mod">
          <ac:chgData name="Kurokawa, Hanae" userId="396a447f-a51c-4cf9-8f28-aa835a4fdd63" providerId="ADAL" clId="{73B828E1-6FF7-44A1-99D5-8D3B31138576}" dt="2026-09-28T01:16:54.835" v="17381" actId="20577"/>
          <ac:spMkLst>
            <pc:docMk/>
            <pc:sldMk cId="3054513654" sldId="281"/>
            <ac:spMk id="13" creationId="{983C13E4-AA94-48A1-8349-A705211E48A3}"/>
          </ac:spMkLst>
        </pc:spChg>
      </pc:sldChg>
      <pc:sldMasterChg chg="delSldLayout">
        <pc:chgData name="Kurokawa, Hanae" userId="396a447f-a51c-4cf9-8f28-aa835a4fdd63" providerId="ADAL" clId="{73B828E1-6FF7-44A1-99D5-8D3B31138576}" dt="2026-09-17T05:06:15.833" v="17157" actId="47"/>
        <pc:sldMasterMkLst>
          <pc:docMk/>
          <pc:sldMasterMk cId="777533317" sldId="2147485500"/>
        </pc:sldMasterMkLst>
      </pc:sldMasterChg>
    </pc:docChg>
  </pc:docChgLst>
  <pc:docChgLst>
    <pc:chgData name="Kurokawa, Hanae" userId="S::hanae.kurokawa@accenture.com::396a447f-a51c-4cf9-8f28-aa835a4fdd63" providerId="AD" clId="Web-{00000000-0000-0000-0000-000000000000}"/>
    <pc:docChg chg="addSld delSld modSld modSection">
      <pc:chgData name="Kurokawa, Hanae" userId="S::hanae.kurokawa@accenture.com::396a447f-a51c-4cf9-8f28-aa835a4fdd63" providerId="AD" clId="Web-{00000000-0000-0000-0000-000000000000}" dt="2026-09-15T02:05:00.948" v="226"/>
      <pc:docMkLst>
        <pc:docMk/>
      </pc:docMkLst>
    </pc:docChg>
  </pc:docChgLst>
  <pc:docChgLst>
    <pc:chgData name="Nakazawa, Masato" userId="1233bff8-608b-4080-8826-e11782bff050" providerId="ADAL" clId="{916A5C74-C9E2-42DE-B8FB-29CE5C8966F7}"/>
    <pc:docChg chg="undo redo custSel addSld delSld modSld sldOrd addMainMaster delMainMaster modMainMaster addSection delSection modSection">
      <pc:chgData name="Nakazawa, Masato" userId="1233bff8-608b-4080-8826-e11782bff050" providerId="ADAL" clId="{916A5C74-C9E2-42DE-B8FB-29CE5C8966F7}" dt="2026-10-13T02:29:43.550" v="7059" actId="688"/>
      <pc:docMkLst>
        <pc:docMk/>
      </pc:docMkLst>
      <pc:sldChg chg="add mod modShow">
        <pc:chgData name="Nakazawa, Masato" userId="1233bff8-608b-4080-8826-e11782bff050" providerId="ADAL" clId="{916A5C74-C9E2-42DE-B8FB-29CE5C8966F7}" dt="2026-10-08T04:42:11.550" v="6548" actId="34476"/>
        <pc:sldMkLst>
          <pc:docMk/>
          <pc:sldMk cId="3946837117" sldId="257"/>
        </pc:sldMkLst>
      </pc:sldChg>
      <pc:sldChg chg="addSp modSp mod">
        <pc:chgData name="Nakazawa, Masato" userId="1233bff8-608b-4080-8826-e11782bff050" providerId="ADAL" clId="{916A5C74-C9E2-42DE-B8FB-29CE5C8966F7}" dt="2026-10-08T04:45:14.061" v="6613" actId="20577"/>
        <pc:sldMkLst>
          <pc:docMk/>
          <pc:sldMk cId="467692325" sldId="259"/>
        </pc:sldMkLst>
        <pc:spChg chg="mod">
          <ac:chgData name="Nakazawa, Masato" userId="1233bff8-608b-4080-8826-e11782bff050" providerId="ADAL" clId="{916A5C74-C9E2-42DE-B8FB-29CE5C8966F7}" dt="2026-10-08T04:38:32.110" v="6412" actId="20577"/>
          <ac:spMkLst>
            <pc:docMk/>
            <pc:sldMk cId="467692325" sldId="259"/>
            <ac:spMk id="9" creationId="{583DFCB3-4DFA-D9BA-9CCA-1C22E76B2392}"/>
          </ac:spMkLst>
        </pc:spChg>
        <pc:spChg chg="mod">
          <ac:chgData name="Nakazawa, Masato" userId="1233bff8-608b-4080-8826-e11782bff050" providerId="ADAL" clId="{916A5C74-C9E2-42DE-B8FB-29CE5C8966F7}" dt="2026-10-08T04:43:39.654" v="6599" actId="20577"/>
          <ac:spMkLst>
            <pc:docMk/>
            <pc:sldMk cId="467692325" sldId="259"/>
            <ac:spMk id="12" creationId="{A798B590-5EDB-F958-32B5-DDA09F384E2B}"/>
          </ac:spMkLst>
        </pc:spChg>
      </pc:sldChg>
      <pc:sldChg chg="addSp delSp modSp add mod">
        <pc:chgData name="Nakazawa, Masato" userId="1233bff8-608b-4080-8826-e11782bff050" providerId="ADAL" clId="{916A5C74-C9E2-42DE-B8FB-29CE5C8966F7}" dt="2026-10-13T02:29:43.550" v="7059" actId="688"/>
        <pc:sldMkLst>
          <pc:docMk/>
          <pc:sldMk cId="2498874386" sldId="261"/>
        </pc:sldMkLst>
        <pc:spChg chg="mod">
          <ac:chgData name="Nakazawa, Masato" userId="1233bff8-608b-4080-8826-e11782bff050" providerId="ADAL" clId="{916A5C74-C9E2-42DE-B8FB-29CE5C8966F7}" dt="2026-10-13T02:29:43.550" v="7059" actId="688"/>
          <ac:spMkLst>
            <pc:docMk/>
            <pc:sldMk cId="2498874386" sldId="261"/>
            <ac:spMk id="5" creationId="{B7B2C074-882F-FA1D-4F7F-6361D1CE234E}"/>
          </ac:spMkLst>
        </pc:spChg>
        <pc:spChg chg="mod">
          <ac:chgData name="Nakazawa, Masato" userId="1233bff8-608b-4080-8826-e11782bff050" providerId="ADAL" clId="{916A5C74-C9E2-42DE-B8FB-29CE5C8966F7}" dt="2026-10-13T02:29:25.240" v="7055" actId="20577"/>
          <ac:spMkLst>
            <pc:docMk/>
            <pc:sldMk cId="2498874386" sldId="261"/>
            <ac:spMk id="7" creationId="{11CA2145-CE29-4409-FB2C-9E6BE6B62EB2}"/>
          </ac:spMkLst>
        </pc:spChg>
        <pc:graphicFrameChg chg="mod modGraphic">
          <ac:chgData name="Nakazawa, Masato" userId="1233bff8-608b-4080-8826-e11782bff050" providerId="ADAL" clId="{916A5C74-C9E2-42DE-B8FB-29CE5C8966F7}" dt="2026-10-09T04:42:20.977" v="7051" actId="20577"/>
          <ac:graphicFrameMkLst>
            <pc:docMk/>
            <pc:sldMk cId="2498874386" sldId="261"/>
            <ac:graphicFrameMk id="11" creationId="{C67BCBFA-C8E7-8FC9-E2FB-0426794D29E0}"/>
          </ac:graphicFrameMkLst>
        </pc:graphicFrameChg>
      </pc:sldChg>
      <pc:sldChg chg="addSp delSp modSp add mod">
        <pc:chgData name="Nakazawa, Masato" userId="1233bff8-608b-4080-8826-e11782bff050" providerId="ADAL" clId="{916A5C74-C9E2-42DE-B8FB-29CE5C8966F7}" dt="2026-10-09T01:39:09.563" v="6638" actId="20577"/>
        <pc:sldMkLst>
          <pc:docMk/>
          <pc:sldMk cId="249918684" sldId="263"/>
        </pc:sldMkLst>
        <pc:graphicFrameChg chg="modGraphic">
          <ac:chgData name="Nakazawa, Masato" userId="1233bff8-608b-4080-8826-e11782bff050" providerId="ADAL" clId="{916A5C74-C9E2-42DE-B8FB-29CE5C8966F7}" dt="2026-10-09T01:39:09.563" v="6638" actId="20577"/>
          <ac:graphicFrameMkLst>
            <pc:docMk/>
            <pc:sldMk cId="249918684" sldId="263"/>
            <ac:graphicFrameMk id="6" creationId="{64D86CCC-5DF1-4A13-AFCE-E1F50E2E2AB7}"/>
          </ac:graphicFrameMkLst>
        </pc:graphicFrameChg>
      </pc:sldChg>
      <pc:sldChg chg="modSp mod">
        <pc:chgData name="Nakazawa, Masato" userId="1233bff8-608b-4080-8826-e11782bff050" providerId="ADAL" clId="{916A5C74-C9E2-42DE-B8FB-29CE5C8966F7}" dt="2026-10-09T01:39:54.475" v="6641" actId="20577"/>
        <pc:sldMkLst>
          <pc:docMk/>
          <pc:sldMk cId="4206761925" sldId="269"/>
        </pc:sldMkLst>
        <pc:spChg chg="mod">
          <ac:chgData name="Nakazawa, Masato" userId="1233bff8-608b-4080-8826-e11782bff050" providerId="ADAL" clId="{916A5C74-C9E2-42DE-B8FB-29CE5C8966F7}" dt="2026-10-09T01:39:54.475" v="6641" actId="20577"/>
          <ac:spMkLst>
            <pc:docMk/>
            <pc:sldMk cId="4206761925" sldId="269"/>
            <ac:spMk id="6" creationId="{0C3137E1-437D-9D83-02E7-F3A849DE45CA}"/>
          </ac:spMkLst>
        </pc:spChg>
      </pc:sldChg>
      <pc:sldChg chg="modSp mod">
        <pc:chgData name="Nakazawa, Masato" userId="1233bff8-608b-4080-8826-e11782bff050" providerId="ADAL" clId="{916A5C74-C9E2-42DE-B8FB-29CE5C8966F7}" dt="2026-10-08T04:38:13.103" v="6404" actId="27636"/>
        <pc:sldMkLst>
          <pc:docMk/>
          <pc:sldMk cId="618754793" sldId="288"/>
        </pc:sldMkLst>
        <pc:spChg chg="mod">
          <ac:chgData name="Nakazawa, Masato" userId="1233bff8-608b-4080-8826-e11782bff050" providerId="ADAL" clId="{916A5C74-C9E2-42DE-B8FB-29CE5C8966F7}" dt="2026-10-08T04:38:13.103" v="6404" actId="27636"/>
          <ac:spMkLst>
            <pc:docMk/>
            <pc:sldMk cId="618754793" sldId="288"/>
            <ac:spMk id="506" creationId="{66629DE3-F07E-47BA-9D09-4234066D2C74}"/>
          </ac:spMkLst>
        </pc:spChg>
      </pc:sldChg>
      <pc:sldChg chg="modSp add mod">
        <pc:chgData name="Nakazawa, Masato" userId="1233bff8-608b-4080-8826-e11782bff050" providerId="ADAL" clId="{916A5C74-C9E2-42DE-B8FB-29CE5C8966F7}" dt="2026-10-08T04:36:35.604" v="6400" actId="1076"/>
        <pc:sldMkLst>
          <pc:docMk/>
          <pc:sldMk cId="3158816509" sldId="340"/>
        </pc:sldMkLst>
        <pc:spChg chg="mod">
          <ac:chgData name="Nakazawa, Masato" userId="1233bff8-608b-4080-8826-e11782bff050" providerId="ADAL" clId="{916A5C74-C9E2-42DE-B8FB-29CE5C8966F7}" dt="2026-10-08T04:36:28.023" v="6399" actId="14100"/>
          <ac:spMkLst>
            <pc:docMk/>
            <pc:sldMk cId="3158816509" sldId="340"/>
            <ac:spMk id="26" creationId="{B97F8FE9-F02E-5780-07FB-105884495D22}"/>
          </ac:spMkLst>
        </pc:spChg>
        <pc:spChg chg="mod">
          <ac:chgData name="Nakazawa, Masato" userId="1233bff8-608b-4080-8826-e11782bff050" providerId="ADAL" clId="{916A5C74-C9E2-42DE-B8FB-29CE5C8966F7}" dt="2026-10-08T04:36:35.604" v="6400" actId="1076"/>
          <ac:spMkLst>
            <pc:docMk/>
            <pc:sldMk cId="3158816509" sldId="340"/>
            <ac:spMk id="33" creationId="{E78697CF-DD67-C455-1E12-DA8E3DAC72EB}"/>
          </ac:spMkLst>
        </pc:spChg>
      </pc:sldChg>
      <pc:sldChg chg="modSp mod modClrScheme chgLayout">
        <pc:chgData name="Nakazawa, Masato" userId="1233bff8-608b-4080-8826-e11782bff050" providerId="ADAL" clId="{916A5C74-C9E2-42DE-B8FB-29CE5C8966F7}" dt="2026-10-09T01:39:08.109" v="6634"/>
        <pc:sldMkLst>
          <pc:docMk/>
          <pc:sldMk cId="481171333" sldId="2147482234"/>
        </pc:sldMkLst>
        <pc:spChg chg="mod ord">
          <ac:chgData name="Nakazawa, Masato" userId="1233bff8-608b-4080-8826-e11782bff050" providerId="ADAL" clId="{916A5C74-C9E2-42DE-B8FB-29CE5C8966F7}" dt="2026-10-09T01:39:08.109" v="6634"/>
          <ac:spMkLst>
            <pc:docMk/>
            <pc:sldMk cId="481171333" sldId="2147482234"/>
            <ac:spMk id="2" creationId="{59E5C87F-5016-6A0B-824D-5067E9326A73}"/>
          </ac:spMkLst>
        </pc:spChg>
      </pc:sldChg>
      <pc:sldChg chg="modSp mod modClrScheme chgLayout">
        <pc:chgData name="Nakazawa, Masato" userId="1233bff8-608b-4080-8826-e11782bff050" providerId="ADAL" clId="{916A5C74-C9E2-42DE-B8FB-29CE5C8966F7}" dt="2026-10-09T01:39:08.109" v="6634"/>
        <pc:sldMkLst>
          <pc:docMk/>
          <pc:sldMk cId="310946257" sldId="2147482236"/>
        </pc:sldMkLst>
        <pc:spChg chg="mod ord">
          <ac:chgData name="Nakazawa, Masato" userId="1233bff8-608b-4080-8826-e11782bff050" providerId="ADAL" clId="{916A5C74-C9E2-42DE-B8FB-29CE5C8966F7}" dt="2026-10-09T01:39:08.109" v="6634"/>
          <ac:spMkLst>
            <pc:docMk/>
            <pc:sldMk cId="310946257" sldId="2147482236"/>
            <ac:spMk id="2" creationId="{DC958F1E-CD9A-682F-B2B2-C0C4151EBCEC}"/>
          </ac:spMkLst>
        </pc:spChg>
        <pc:spChg chg="mod ord">
          <ac:chgData name="Nakazawa, Masato" userId="1233bff8-608b-4080-8826-e11782bff050" providerId="ADAL" clId="{916A5C74-C9E2-42DE-B8FB-29CE5C8966F7}" dt="2026-10-09T01:39:08.109" v="6634"/>
          <ac:spMkLst>
            <pc:docMk/>
            <pc:sldMk cId="310946257" sldId="2147482236"/>
            <ac:spMk id="5" creationId="{CDCFBBBC-E36C-B3E4-9F57-16A44443DB4B}"/>
          </ac:spMkLst>
        </pc:spChg>
      </pc:sldChg>
      <pc:sldChg chg="modSp mod modClrScheme chgLayout">
        <pc:chgData name="Nakazawa, Masato" userId="1233bff8-608b-4080-8826-e11782bff050" providerId="ADAL" clId="{916A5C74-C9E2-42DE-B8FB-29CE5C8966F7}" dt="2026-10-09T01:39:08.109" v="6634"/>
        <pc:sldMkLst>
          <pc:docMk/>
          <pc:sldMk cId="3837508440" sldId="2147482242"/>
        </pc:sldMkLst>
        <pc:spChg chg="mod ord">
          <ac:chgData name="Nakazawa, Masato" userId="1233bff8-608b-4080-8826-e11782bff050" providerId="ADAL" clId="{916A5C74-C9E2-42DE-B8FB-29CE5C8966F7}" dt="2026-10-09T01:39:08.109" v="6634"/>
          <ac:spMkLst>
            <pc:docMk/>
            <pc:sldMk cId="3837508440" sldId="2147482242"/>
            <ac:spMk id="2" creationId="{45E01209-8FE8-9DCE-E9C9-5F499F62481F}"/>
          </ac:spMkLst>
        </pc:spChg>
        <pc:spChg chg="mod ord">
          <ac:chgData name="Nakazawa, Masato" userId="1233bff8-608b-4080-8826-e11782bff050" providerId="ADAL" clId="{916A5C74-C9E2-42DE-B8FB-29CE5C8966F7}" dt="2026-10-09T01:39:08.109" v="6634"/>
          <ac:spMkLst>
            <pc:docMk/>
            <pc:sldMk cId="3837508440" sldId="2147482242"/>
            <ac:spMk id="3" creationId="{9668CCA8-32EE-EE39-94C2-D2DE61E5BF0A}"/>
          </ac:spMkLst>
        </pc:spChg>
      </pc:sldChg>
      <pc:sldChg chg="modSp mod modClrScheme chgLayout">
        <pc:chgData name="Nakazawa, Masato" userId="1233bff8-608b-4080-8826-e11782bff050" providerId="ADAL" clId="{916A5C74-C9E2-42DE-B8FB-29CE5C8966F7}" dt="2026-10-09T01:39:08.109" v="6634"/>
        <pc:sldMkLst>
          <pc:docMk/>
          <pc:sldMk cId="1633079355" sldId="2147482246"/>
        </pc:sldMkLst>
        <pc:spChg chg="mod ord">
          <ac:chgData name="Nakazawa, Masato" userId="1233bff8-608b-4080-8826-e11782bff050" providerId="ADAL" clId="{916A5C74-C9E2-42DE-B8FB-29CE5C8966F7}" dt="2026-10-09T01:39:08.109" v="6634"/>
          <ac:spMkLst>
            <pc:docMk/>
            <pc:sldMk cId="1633079355" sldId="2147482246"/>
            <ac:spMk id="2" creationId="{7F114975-DF24-2BE0-6BBB-FA7BAE8F0F87}"/>
          </ac:spMkLst>
        </pc:spChg>
        <pc:spChg chg="mod ord">
          <ac:chgData name="Nakazawa, Masato" userId="1233bff8-608b-4080-8826-e11782bff050" providerId="ADAL" clId="{916A5C74-C9E2-42DE-B8FB-29CE5C8966F7}" dt="2026-10-09T01:39:08.109" v="6634"/>
          <ac:spMkLst>
            <pc:docMk/>
            <pc:sldMk cId="1633079355" sldId="2147482246"/>
            <ac:spMk id="3" creationId="{750204CF-7DFD-553C-3B69-181E7AAE5C73}"/>
          </ac:spMkLst>
        </pc:spChg>
      </pc:sldChg>
      <pc:sldChg chg="modSp mod modClrScheme chgLayout">
        <pc:chgData name="Nakazawa, Masato" userId="1233bff8-608b-4080-8826-e11782bff050" providerId="ADAL" clId="{916A5C74-C9E2-42DE-B8FB-29CE5C8966F7}" dt="2026-10-09T01:39:08.109" v="6634"/>
        <pc:sldMkLst>
          <pc:docMk/>
          <pc:sldMk cId="3102234410" sldId="2147482258"/>
        </pc:sldMkLst>
        <pc:spChg chg="mod ord">
          <ac:chgData name="Nakazawa, Masato" userId="1233bff8-608b-4080-8826-e11782bff050" providerId="ADAL" clId="{916A5C74-C9E2-42DE-B8FB-29CE5C8966F7}" dt="2026-10-09T01:39:08.109" v="6634"/>
          <ac:spMkLst>
            <pc:docMk/>
            <pc:sldMk cId="3102234410" sldId="2147482258"/>
            <ac:spMk id="2" creationId="{2AE345A1-9B9C-4138-E0A4-C20BF80FC2E0}"/>
          </ac:spMkLst>
        </pc:spChg>
        <pc:spChg chg="mod ord">
          <ac:chgData name="Nakazawa, Masato" userId="1233bff8-608b-4080-8826-e11782bff050" providerId="ADAL" clId="{916A5C74-C9E2-42DE-B8FB-29CE5C8966F7}" dt="2026-10-09T01:39:08.109" v="6634"/>
          <ac:spMkLst>
            <pc:docMk/>
            <pc:sldMk cId="3102234410" sldId="2147482258"/>
            <ac:spMk id="5" creationId="{A99A608E-E500-25E3-894C-133AE2A09339}"/>
          </ac:spMkLst>
        </pc:spChg>
      </pc:sldChg>
      <pc:sldChg chg="delSp modSp mod modClrScheme chgLayout">
        <pc:chgData name="Nakazawa, Masato" userId="1233bff8-608b-4080-8826-e11782bff050" providerId="ADAL" clId="{916A5C74-C9E2-42DE-B8FB-29CE5C8966F7}" dt="2026-10-09T01:44:01.453" v="6643" actId="478"/>
        <pc:sldMkLst>
          <pc:docMk/>
          <pc:sldMk cId="1987423672" sldId="2147482261"/>
        </pc:sldMkLst>
        <pc:spChg chg="mod ord">
          <ac:chgData name="Nakazawa, Masato" userId="1233bff8-608b-4080-8826-e11782bff050" providerId="ADAL" clId="{916A5C74-C9E2-42DE-B8FB-29CE5C8966F7}" dt="2026-10-09T01:39:08.109" v="6634"/>
          <ac:spMkLst>
            <pc:docMk/>
            <pc:sldMk cId="1987423672" sldId="2147482261"/>
            <ac:spMk id="2" creationId="{A4D01641-90E7-30D5-BFBB-615635B66AAB}"/>
          </ac:spMkLst>
        </pc:spChg>
        <pc:spChg chg="mod ord">
          <ac:chgData name="Nakazawa, Masato" userId="1233bff8-608b-4080-8826-e11782bff050" providerId="ADAL" clId="{916A5C74-C9E2-42DE-B8FB-29CE5C8966F7}" dt="2026-10-09T01:39:08.109" v="6634"/>
          <ac:spMkLst>
            <pc:docMk/>
            <pc:sldMk cId="1987423672" sldId="2147482261"/>
            <ac:spMk id="3" creationId="{25CEB26A-A26E-7319-4D65-B33C377726CF}"/>
          </ac:spMkLst>
        </pc:spChg>
      </pc:sldChg>
      <pc:sldChg chg="modSp mod modClrScheme chgLayout">
        <pc:chgData name="Nakazawa, Masato" userId="1233bff8-608b-4080-8826-e11782bff050" providerId="ADAL" clId="{916A5C74-C9E2-42DE-B8FB-29CE5C8966F7}" dt="2026-10-09T01:39:08.109" v="6634"/>
        <pc:sldMkLst>
          <pc:docMk/>
          <pc:sldMk cId="1497097156" sldId="2147482270"/>
        </pc:sldMkLst>
        <pc:spChg chg="mod ord">
          <ac:chgData name="Nakazawa, Masato" userId="1233bff8-608b-4080-8826-e11782bff050" providerId="ADAL" clId="{916A5C74-C9E2-42DE-B8FB-29CE5C8966F7}" dt="2026-10-09T01:39:08.109" v="6634"/>
          <ac:spMkLst>
            <pc:docMk/>
            <pc:sldMk cId="1497097156" sldId="2147482270"/>
            <ac:spMk id="2" creationId="{85D8B510-2E4F-D4D4-AEB1-9086BB80B556}"/>
          </ac:spMkLst>
        </pc:spChg>
        <pc:spChg chg="mod ord">
          <ac:chgData name="Nakazawa, Masato" userId="1233bff8-608b-4080-8826-e11782bff050" providerId="ADAL" clId="{916A5C74-C9E2-42DE-B8FB-29CE5C8966F7}" dt="2026-10-09T01:39:08.109" v="6634"/>
          <ac:spMkLst>
            <pc:docMk/>
            <pc:sldMk cId="1497097156" sldId="2147482270"/>
            <ac:spMk id="3" creationId="{08DFADCE-D46E-EB4D-D2A3-45B7C3F46D04}"/>
          </ac:spMkLst>
        </pc:spChg>
      </pc:sldChg>
      <pc:sldChg chg="modSp mod modClrScheme chgLayout">
        <pc:chgData name="Nakazawa, Masato" userId="1233bff8-608b-4080-8826-e11782bff050" providerId="ADAL" clId="{916A5C74-C9E2-42DE-B8FB-29CE5C8966F7}" dt="2026-10-09T01:39:08.109" v="6634"/>
        <pc:sldMkLst>
          <pc:docMk/>
          <pc:sldMk cId="4192114362" sldId="2147482271"/>
        </pc:sldMkLst>
        <pc:spChg chg="mod ord">
          <ac:chgData name="Nakazawa, Masato" userId="1233bff8-608b-4080-8826-e11782bff050" providerId="ADAL" clId="{916A5C74-C9E2-42DE-B8FB-29CE5C8966F7}" dt="2026-10-09T01:39:08.109" v="6634"/>
          <ac:spMkLst>
            <pc:docMk/>
            <pc:sldMk cId="4192114362" sldId="2147482271"/>
            <ac:spMk id="2" creationId="{FB36E351-49B7-E55A-437E-2039382BFC88}"/>
          </ac:spMkLst>
        </pc:spChg>
        <pc:spChg chg="mod ord">
          <ac:chgData name="Nakazawa, Masato" userId="1233bff8-608b-4080-8826-e11782bff050" providerId="ADAL" clId="{916A5C74-C9E2-42DE-B8FB-29CE5C8966F7}" dt="2026-10-09T01:39:08.109" v="6634"/>
          <ac:spMkLst>
            <pc:docMk/>
            <pc:sldMk cId="4192114362" sldId="2147482271"/>
            <ac:spMk id="3" creationId="{74698143-2208-FD1A-E27D-FE1874194955}"/>
          </ac:spMkLst>
        </pc:spChg>
      </pc:sldChg>
      <pc:sldChg chg="modSp mod modClrScheme chgLayout">
        <pc:chgData name="Nakazawa, Masato" userId="1233bff8-608b-4080-8826-e11782bff050" providerId="ADAL" clId="{916A5C74-C9E2-42DE-B8FB-29CE5C8966F7}" dt="2026-10-09T01:39:08.109" v="6634"/>
        <pc:sldMkLst>
          <pc:docMk/>
          <pc:sldMk cId="1854794802" sldId="2147482273"/>
        </pc:sldMkLst>
        <pc:spChg chg="mod ord">
          <ac:chgData name="Nakazawa, Masato" userId="1233bff8-608b-4080-8826-e11782bff050" providerId="ADAL" clId="{916A5C74-C9E2-42DE-B8FB-29CE5C8966F7}" dt="2026-10-09T01:39:08.109" v="6634"/>
          <ac:spMkLst>
            <pc:docMk/>
            <pc:sldMk cId="1854794802" sldId="2147482273"/>
            <ac:spMk id="2" creationId="{6ECE0E4B-64CE-EECE-B4AF-E2E9B3AC412C}"/>
          </ac:spMkLst>
        </pc:spChg>
        <pc:spChg chg="mod ord">
          <ac:chgData name="Nakazawa, Masato" userId="1233bff8-608b-4080-8826-e11782bff050" providerId="ADAL" clId="{916A5C74-C9E2-42DE-B8FB-29CE5C8966F7}" dt="2026-10-09T01:39:08.109" v="6634"/>
          <ac:spMkLst>
            <pc:docMk/>
            <pc:sldMk cId="1854794802" sldId="2147482273"/>
            <ac:spMk id="6" creationId="{F6884503-7D5B-1414-2DE7-832CA7D37254}"/>
          </ac:spMkLst>
        </pc:spChg>
      </pc:sldChg>
      <pc:sldChg chg="modSp mod modClrScheme chgLayout">
        <pc:chgData name="Nakazawa, Masato" userId="1233bff8-608b-4080-8826-e11782bff050" providerId="ADAL" clId="{916A5C74-C9E2-42DE-B8FB-29CE5C8966F7}" dt="2026-10-09T01:39:08.109" v="6634"/>
        <pc:sldMkLst>
          <pc:docMk/>
          <pc:sldMk cId="2588091681" sldId="2147482274"/>
        </pc:sldMkLst>
        <pc:spChg chg="mod ord">
          <ac:chgData name="Nakazawa, Masato" userId="1233bff8-608b-4080-8826-e11782bff050" providerId="ADAL" clId="{916A5C74-C9E2-42DE-B8FB-29CE5C8966F7}" dt="2026-10-09T01:39:08.109" v="6634"/>
          <ac:spMkLst>
            <pc:docMk/>
            <pc:sldMk cId="2588091681" sldId="2147482274"/>
            <ac:spMk id="2" creationId="{CAD5DDE3-B730-6F80-AE69-00B5E4B98497}"/>
          </ac:spMkLst>
        </pc:spChg>
        <pc:spChg chg="mod ord">
          <ac:chgData name="Nakazawa, Masato" userId="1233bff8-608b-4080-8826-e11782bff050" providerId="ADAL" clId="{916A5C74-C9E2-42DE-B8FB-29CE5C8966F7}" dt="2026-10-09T01:39:08.109" v="6634"/>
          <ac:spMkLst>
            <pc:docMk/>
            <pc:sldMk cId="2588091681" sldId="2147482274"/>
            <ac:spMk id="3" creationId="{A5B35A9A-BD0E-F980-8AB3-9FEBA96B31D6}"/>
          </ac:spMkLst>
        </pc:spChg>
      </pc:sldChg>
      <pc:sldChg chg="modSp mod modClrScheme chgLayout">
        <pc:chgData name="Nakazawa, Masato" userId="1233bff8-608b-4080-8826-e11782bff050" providerId="ADAL" clId="{916A5C74-C9E2-42DE-B8FB-29CE5C8966F7}" dt="2026-10-09T01:39:08.109" v="6634"/>
        <pc:sldMkLst>
          <pc:docMk/>
          <pc:sldMk cId="1536440583" sldId="2147482276"/>
        </pc:sldMkLst>
        <pc:spChg chg="mod ord">
          <ac:chgData name="Nakazawa, Masato" userId="1233bff8-608b-4080-8826-e11782bff050" providerId="ADAL" clId="{916A5C74-C9E2-42DE-B8FB-29CE5C8966F7}" dt="2026-10-09T01:39:08.109" v="6634"/>
          <ac:spMkLst>
            <pc:docMk/>
            <pc:sldMk cId="1536440583" sldId="2147482276"/>
            <ac:spMk id="2" creationId="{49195A7E-FC09-F0D2-BE79-56EE8E13050A}"/>
          </ac:spMkLst>
        </pc:spChg>
        <pc:spChg chg="mod ord">
          <ac:chgData name="Nakazawa, Masato" userId="1233bff8-608b-4080-8826-e11782bff050" providerId="ADAL" clId="{916A5C74-C9E2-42DE-B8FB-29CE5C8966F7}" dt="2026-10-09T01:39:08.109" v="6634"/>
          <ac:spMkLst>
            <pc:docMk/>
            <pc:sldMk cId="1536440583" sldId="2147482276"/>
            <ac:spMk id="3" creationId="{C58E5978-E07F-37FD-9F50-6D1FAE6D7BC4}"/>
          </ac:spMkLst>
        </pc:spChg>
      </pc:sldChg>
      <pc:sldChg chg="modSp mod modClrScheme chgLayout">
        <pc:chgData name="Nakazawa, Masato" userId="1233bff8-608b-4080-8826-e11782bff050" providerId="ADAL" clId="{916A5C74-C9E2-42DE-B8FB-29CE5C8966F7}" dt="2026-10-09T01:39:08.109" v="6634"/>
        <pc:sldMkLst>
          <pc:docMk/>
          <pc:sldMk cId="3909963933" sldId="2147482277"/>
        </pc:sldMkLst>
        <pc:spChg chg="mod ord">
          <ac:chgData name="Nakazawa, Masato" userId="1233bff8-608b-4080-8826-e11782bff050" providerId="ADAL" clId="{916A5C74-C9E2-42DE-B8FB-29CE5C8966F7}" dt="2026-10-09T01:39:08.109" v="6634"/>
          <ac:spMkLst>
            <pc:docMk/>
            <pc:sldMk cId="3909963933" sldId="2147482277"/>
            <ac:spMk id="2" creationId="{17A30F0E-B43F-E1AC-3B9D-0335A5EA1F4B}"/>
          </ac:spMkLst>
        </pc:spChg>
        <pc:spChg chg="mod ord">
          <ac:chgData name="Nakazawa, Masato" userId="1233bff8-608b-4080-8826-e11782bff050" providerId="ADAL" clId="{916A5C74-C9E2-42DE-B8FB-29CE5C8966F7}" dt="2026-10-09T01:39:08.109" v="6634"/>
          <ac:spMkLst>
            <pc:docMk/>
            <pc:sldMk cId="3909963933" sldId="2147482277"/>
            <ac:spMk id="5" creationId="{DEBD9E31-B10E-20BA-03BA-E8AA6FF617F1}"/>
          </ac:spMkLst>
        </pc:spChg>
      </pc:sldChg>
      <pc:sldChg chg="modSp mod modClrScheme chgLayout">
        <pc:chgData name="Nakazawa, Masato" userId="1233bff8-608b-4080-8826-e11782bff050" providerId="ADAL" clId="{916A5C74-C9E2-42DE-B8FB-29CE5C8966F7}" dt="2026-10-09T01:39:08.109" v="6634"/>
        <pc:sldMkLst>
          <pc:docMk/>
          <pc:sldMk cId="2224241425" sldId="2147482278"/>
        </pc:sldMkLst>
        <pc:spChg chg="mod ord">
          <ac:chgData name="Nakazawa, Masato" userId="1233bff8-608b-4080-8826-e11782bff050" providerId="ADAL" clId="{916A5C74-C9E2-42DE-B8FB-29CE5C8966F7}" dt="2026-10-09T01:39:08.109" v="6634"/>
          <ac:spMkLst>
            <pc:docMk/>
            <pc:sldMk cId="2224241425" sldId="2147482278"/>
            <ac:spMk id="2" creationId="{A9D3C7B6-A71B-6A31-FCC6-0CC0E297AF2B}"/>
          </ac:spMkLst>
        </pc:spChg>
        <pc:spChg chg="mod ord">
          <ac:chgData name="Nakazawa, Masato" userId="1233bff8-608b-4080-8826-e11782bff050" providerId="ADAL" clId="{916A5C74-C9E2-42DE-B8FB-29CE5C8966F7}" dt="2026-10-09T01:39:08.109" v="6634"/>
          <ac:spMkLst>
            <pc:docMk/>
            <pc:sldMk cId="2224241425" sldId="2147482278"/>
            <ac:spMk id="3" creationId="{A5F642C4-398C-DE46-1E36-AC0B8833A982}"/>
          </ac:spMkLst>
        </pc:spChg>
      </pc:sldChg>
      <pc:sldChg chg="modSp mod modClrScheme chgLayout">
        <pc:chgData name="Nakazawa, Masato" userId="1233bff8-608b-4080-8826-e11782bff050" providerId="ADAL" clId="{916A5C74-C9E2-42DE-B8FB-29CE5C8966F7}" dt="2026-10-09T01:39:08.109" v="6634"/>
        <pc:sldMkLst>
          <pc:docMk/>
          <pc:sldMk cId="2223025778" sldId="2147482279"/>
        </pc:sldMkLst>
        <pc:spChg chg="mod ord">
          <ac:chgData name="Nakazawa, Masato" userId="1233bff8-608b-4080-8826-e11782bff050" providerId="ADAL" clId="{916A5C74-C9E2-42DE-B8FB-29CE5C8966F7}" dt="2026-10-09T01:39:08.109" v="6634"/>
          <ac:spMkLst>
            <pc:docMk/>
            <pc:sldMk cId="2223025778" sldId="2147482279"/>
            <ac:spMk id="2" creationId="{50756A3A-6F8D-9E49-5504-4E856112FFF4}"/>
          </ac:spMkLst>
        </pc:spChg>
        <pc:spChg chg="mod ord">
          <ac:chgData name="Nakazawa, Masato" userId="1233bff8-608b-4080-8826-e11782bff050" providerId="ADAL" clId="{916A5C74-C9E2-42DE-B8FB-29CE5C8966F7}" dt="2026-10-09T01:39:08.109" v="6634"/>
          <ac:spMkLst>
            <pc:docMk/>
            <pc:sldMk cId="2223025778" sldId="2147482279"/>
            <ac:spMk id="3" creationId="{A12D5D1B-AE21-9E69-0D4D-516F124CB4EF}"/>
          </ac:spMkLst>
        </pc:spChg>
      </pc:sldChg>
      <pc:sldChg chg="modSp mod modClrScheme chgLayout">
        <pc:chgData name="Nakazawa, Masato" userId="1233bff8-608b-4080-8826-e11782bff050" providerId="ADAL" clId="{916A5C74-C9E2-42DE-B8FB-29CE5C8966F7}" dt="2026-10-09T01:39:08.109" v="6634"/>
        <pc:sldMkLst>
          <pc:docMk/>
          <pc:sldMk cId="629157636" sldId="2147482280"/>
        </pc:sldMkLst>
        <pc:spChg chg="mod ord">
          <ac:chgData name="Nakazawa, Masato" userId="1233bff8-608b-4080-8826-e11782bff050" providerId="ADAL" clId="{916A5C74-C9E2-42DE-B8FB-29CE5C8966F7}" dt="2026-10-09T01:39:08.109" v="6634"/>
          <ac:spMkLst>
            <pc:docMk/>
            <pc:sldMk cId="629157636" sldId="2147482280"/>
            <ac:spMk id="2" creationId="{1DEDA8A5-39CD-9CB0-2A84-E7D3C20D418D}"/>
          </ac:spMkLst>
        </pc:spChg>
        <pc:spChg chg="mod ord">
          <ac:chgData name="Nakazawa, Masato" userId="1233bff8-608b-4080-8826-e11782bff050" providerId="ADAL" clId="{916A5C74-C9E2-42DE-B8FB-29CE5C8966F7}" dt="2026-10-09T01:39:08.109" v="6634"/>
          <ac:spMkLst>
            <pc:docMk/>
            <pc:sldMk cId="629157636" sldId="2147482280"/>
            <ac:spMk id="3" creationId="{B80DECE4-19CB-78CA-859C-33D3CBB1677A}"/>
          </ac:spMkLst>
        </pc:spChg>
      </pc:sldChg>
      <pc:sldMasterChg chg="delSldLayout">
        <pc:chgData name="Nakazawa, Masato" userId="1233bff8-608b-4080-8826-e11782bff050" providerId="ADAL" clId="{916A5C74-C9E2-42DE-B8FB-29CE5C8966F7}" dt="2026-10-09T04:26:02.797" v="6875" actId="47"/>
        <pc:sldMasterMkLst>
          <pc:docMk/>
          <pc:sldMasterMk cId="2054244123" sldId="2147485530"/>
        </pc:sldMasterMkLst>
      </pc:sldMasterChg>
    </pc:docChg>
  </pc:docChgLst>
  <pc:docChgLst>
    <pc:chgData name="Sakisaka, Tsubasa" userId="S::tsubasa.sakisaka@accenture.com::bf55ca99-581e-468c-a1e2-e453466880ac" providerId="AD" clId="Web-{B4E7E3AE-1F34-4815-7731-06DFBFC2519E}"/>
    <pc:docChg chg="addSld delSld modSld sldOrd modSection">
      <pc:chgData name="Sakisaka, Tsubasa" userId="S::tsubasa.sakisaka@accenture.com::bf55ca99-581e-468c-a1e2-e453466880ac" providerId="AD" clId="Web-{B4E7E3AE-1F34-4815-7731-06DFBFC2519E}" dt="2026-10-01T04:02:40.181" v="16" actId="20577"/>
      <pc:docMkLst>
        <pc:docMk/>
      </pc:docMkLst>
    </pc:docChg>
  </pc:docChgLst>
  <pc:docChgLst>
    <pc:chgData name="Higa, Ryu" userId="779172c3-64c6-43fa-94e1-d3d37146b92a" providerId="ADAL" clId="{3679737A-6F92-4A00-A99E-950D631D8F3A}"/>
    <pc:docChg chg="undo custSel addSld modSld sldOrd addSection modSection">
      <pc:chgData name="Higa, Ryu" userId="779172c3-64c6-43fa-94e1-d3d37146b92a" providerId="ADAL" clId="{3679737A-6F92-4A00-A99E-950D631D8F3A}" dt="2026-10-09T00:18:44.631" v="146" actId="20577"/>
      <pc:docMkLst>
        <pc:docMk/>
      </pc:docMkLst>
      <pc:sldChg chg="modSp mod">
        <pc:chgData name="Higa, Ryu" userId="779172c3-64c6-43fa-94e1-d3d37146b92a" providerId="ADAL" clId="{3679737A-6F92-4A00-A99E-950D631D8F3A}" dt="2026-10-09T00:17:16.503" v="108" actId="14734"/>
        <pc:sldMkLst>
          <pc:docMk/>
          <pc:sldMk cId="249918684" sldId="263"/>
        </pc:sldMkLst>
        <pc:graphicFrameChg chg="modGraphic">
          <ac:chgData name="Higa, Ryu" userId="779172c3-64c6-43fa-94e1-d3d37146b92a" providerId="ADAL" clId="{3679737A-6F92-4A00-A99E-950D631D8F3A}" dt="2026-10-09T00:17:16.503" v="108" actId="14734"/>
          <ac:graphicFrameMkLst>
            <pc:docMk/>
            <pc:sldMk cId="249918684" sldId="263"/>
            <ac:graphicFrameMk id="10" creationId="{252B74D6-4C96-8350-F081-A3F74E13E646}"/>
          </ac:graphicFrameMkLst>
        </pc:graphicFrameChg>
      </pc:sldChg>
      <pc:sldChg chg="modSp add mod">
        <pc:chgData name="Higa, Ryu" userId="779172c3-64c6-43fa-94e1-d3d37146b92a" providerId="ADAL" clId="{3679737A-6F92-4A00-A99E-950D631D8F3A}" dt="2026-10-09T00:17:48.692" v="114" actId="113"/>
        <pc:sldMkLst>
          <pc:docMk/>
          <pc:sldMk cId="3337043761" sldId="2147482233"/>
        </pc:sldMkLst>
        <pc:spChg chg="mod">
          <ac:chgData name="Higa, Ryu" userId="779172c3-64c6-43fa-94e1-d3d37146b92a" providerId="ADAL" clId="{3679737A-6F92-4A00-A99E-950D631D8F3A}" dt="2026-10-09T00:17:48.692" v="114" actId="113"/>
          <ac:spMkLst>
            <pc:docMk/>
            <pc:sldMk cId="3337043761" sldId="2147482233"/>
            <ac:spMk id="2" creationId="{02B8EDD7-5300-5412-CC2B-677416CD6B92}"/>
          </ac:spMkLst>
        </pc:spChg>
      </pc:sldChg>
      <pc:sldChg chg="modSp add mod">
        <pc:chgData name="Higa, Ryu" userId="779172c3-64c6-43fa-94e1-d3d37146b92a" providerId="ADAL" clId="{3679737A-6F92-4A00-A99E-950D631D8F3A}" dt="2026-10-09T00:17:54.569" v="116" actId="20577"/>
        <pc:sldMkLst>
          <pc:docMk/>
          <pc:sldMk cId="481171333" sldId="2147482234"/>
        </pc:sldMkLst>
        <pc:spChg chg="mod">
          <ac:chgData name="Higa, Ryu" userId="779172c3-64c6-43fa-94e1-d3d37146b92a" providerId="ADAL" clId="{3679737A-6F92-4A00-A99E-950D631D8F3A}" dt="2026-10-09T00:17:54.569" v="116" actId="20577"/>
          <ac:spMkLst>
            <pc:docMk/>
            <pc:sldMk cId="481171333" sldId="2147482234"/>
            <ac:spMk id="2" creationId="{59E5C87F-5016-6A0B-824D-5067E9326A73}"/>
          </ac:spMkLst>
        </pc:spChg>
      </pc:sldChg>
      <pc:sldChg chg="modSp add mod">
        <pc:chgData name="Higa, Ryu" userId="779172c3-64c6-43fa-94e1-d3d37146b92a" providerId="ADAL" clId="{3679737A-6F92-4A00-A99E-950D631D8F3A}" dt="2026-10-09T00:18:19.036" v="130" actId="20577"/>
        <pc:sldMkLst>
          <pc:docMk/>
          <pc:sldMk cId="310946257" sldId="2147482236"/>
        </pc:sldMkLst>
        <pc:spChg chg="mod">
          <ac:chgData name="Higa, Ryu" userId="779172c3-64c6-43fa-94e1-d3d37146b92a" providerId="ADAL" clId="{3679737A-6F92-4A00-A99E-950D631D8F3A}" dt="2026-10-09T00:18:19.036" v="130" actId="20577"/>
          <ac:spMkLst>
            <pc:docMk/>
            <pc:sldMk cId="310946257" sldId="2147482236"/>
            <ac:spMk id="2" creationId="{DC958F1E-CD9A-682F-B2B2-C0C4151EBCEC}"/>
          </ac:spMkLst>
        </pc:spChg>
      </pc:sldChg>
      <pc:sldChg chg="modSp add mod">
        <pc:chgData name="Higa, Ryu" userId="779172c3-64c6-43fa-94e1-d3d37146b92a" providerId="ADAL" clId="{3679737A-6F92-4A00-A99E-950D631D8F3A}" dt="2026-10-09T00:18:13.255" v="126" actId="20577"/>
        <pc:sldMkLst>
          <pc:docMk/>
          <pc:sldMk cId="3837508440" sldId="2147482242"/>
        </pc:sldMkLst>
        <pc:spChg chg="mod">
          <ac:chgData name="Higa, Ryu" userId="779172c3-64c6-43fa-94e1-d3d37146b92a" providerId="ADAL" clId="{3679737A-6F92-4A00-A99E-950D631D8F3A}" dt="2026-10-09T00:18:13.255" v="126" actId="20577"/>
          <ac:spMkLst>
            <pc:docMk/>
            <pc:sldMk cId="3837508440" sldId="2147482242"/>
            <ac:spMk id="2" creationId="{45E01209-8FE8-9DCE-E9C9-5F499F62481F}"/>
          </ac:spMkLst>
        </pc:spChg>
      </pc:sldChg>
      <pc:sldChg chg="modSp add mod">
        <pc:chgData name="Higa, Ryu" userId="779172c3-64c6-43fa-94e1-d3d37146b92a" providerId="ADAL" clId="{3679737A-6F92-4A00-A99E-950D631D8F3A}" dt="2026-10-09T00:18:21.703" v="132" actId="20577"/>
        <pc:sldMkLst>
          <pc:docMk/>
          <pc:sldMk cId="1633079355" sldId="2147482246"/>
        </pc:sldMkLst>
        <pc:spChg chg="mod">
          <ac:chgData name="Higa, Ryu" userId="779172c3-64c6-43fa-94e1-d3d37146b92a" providerId="ADAL" clId="{3679737A-6F92-4A00-A99E-950D631D8F3A}" dt="2026-10-09T00:18:21.703" v="132" actId="20577"/>
          <ac:spMkLst>
            <pc:docMk/>
            <pc:sldMk cId="1633079355" sldId="2147482246"/>
            <ac:spMk id="2" creationId="{7F114975-DF24-2BE0-6BBB-FA7BAE8F0F87}"/>
          </ac:spMkLst>
        </pc:spChg>
      </pc:sldChg>
      <pc:sldChg chg="modSp add mod">
        <pc:chgData name="Higa, Ryu" userId="779172c3-64c6-43fa-94e1-d3d37146b92a" providerId="ADAL" clId="{3679737A-6F92-4A00-A99E-950D631D8F3A}" dt="2026-10-09T00:18:01.831" v="120" actId="20577"/>
        <pc:sldMkLst>
          <pc:docMk/>
          <pc:sldMk cId="3102234410" sldId="2147482258"/>
        </pc:sldMkLst>
        <pc:spChg chg="mod">
          <ac:chgData name="Higa, Ryu" userId="779172c3-64c6-43fa-94e1-d3d37146b92a" providerId="ADAL" clId="{3679737A-6F92-4A00-A99E-950D631D8F3A}" dt="2026-10-09T00:18:01.831" v="120" actId="20577"/>
          <ac:spMkLst>
            <pc:docMk/>
            <pc:sldMk cId="3102234410" sldId="2147482258"/>
            <ac:spMk id="2" creationId="{2AE345A1-9B9C-4138-E0A4-C20BF80FC2E0}"/>
          </ac:spMkLst>
        </pc:spChg>
      </pc:sldChg>
      <pc:sldChg chg="modSp add mod">
        <pc:chgData name="Higa, Ryu" userId="779172c3-64c6-43fa-94e1-d3d37146b92a" providerId="ADAL" clId="{3679737A-6F92-4A00-A99E-950D631D8F3A}" dt="2026-10-09T00:18:09.301" v="124" actId="20577"/>
        <pc:sldMkLst>
          <pc:docMk/>
          <pc:sldMk cId="1987423672" sldId="2147482261"/>
        </pc:sldMkLst>
        <pc:spChg chg="mod">
          <ac:chgData name="Higa, Ryu" userId="779172c3-64c6-43fa-94e1-d3d37146b92a" providerId="ADAL" clId="{3679737A-6F92-4A00-A99E-950D631D8F3A}" dt="2026-10-09T00:18:09.301" v="124" actId="20577"/>
          <ac:spMkLst>
            <pc:docMk/>
            <pc:sldMk cId="1987423672" sldId="2147482261"/>
            <ac:spMk id="2" creationId="{A4D01641-90E7-30D5-BFBB-615635B66AAB}"/>
          </ac:spMkLst>
        </pc:spChg>
      </pc:sldChg>
      <pc:sldChg chg="modSp add mod">
        <pc:chgData name="Higa, Ryu" userId="779172c3-64c6-43fa-94e1-d3d37146b92a" providerId="ADAL" clId="{3679737A-6F92-4A00-A99E-950D631D8F3A}" dt="2026-10-09T00:18:29.396" v="136" actId="20577"/>
        <pc:sldMkLst>
          <pc:docMk/>
          <pc:sldMk cId="1497097156" sldId="2147482270"/>
        </pc:sldMkLst>
        <pc:spChg chg="mod">
          <ac:chgData name="Higa, Ryu" userId="779172c3-64c6-43fa-94e1-d3d37146b92a" providerId="ADAL" clId="{3679737A-6F92-4A00-A99E-950D631D8F3A}" dt="2026-10-09T00:18:29.396" v="136" actId="20577"/>
          <ac:spMkLst>
            <pc:docMk/>
            <pc:sldMk cId="1497097156" sldId="2147482270"/>
            <ac:spMk id="2" creationId="{85D8B510-2E4F-D4D4-AEB1-9086BB80B556}"/>
          </ac:spMkLst>
        </pc:spChg>
      </pc:sldChg>
      <pc:sldChg chg="modSp add mod">
        <pc:chgData name="Higa, Ryu" userId="779172c3-64c6-43fa-94e1-d3d37146b92a" providerId="ADAL" clId="{3679737A-6F92-4A00-A99E-950D631D8F3A}" dt="2026-10-09T00:18:24.623" v="134" actId="20577"/>
        <pc:sldMkLst>
          <pc:docMk/>
          <pc:sldMk cId="4192114362" sldId="2147482271"/>
        </pc:sldMkLst>
        <pc:spChg chg="mod">
          <ac:chgData name="Higa, Ryu" userId="779172c3-64c6-43fa-94e1-d3d37146b92a" providerId="ADAL" clId="{3679737A-6F92-4A00-A99E-950D631D8F3A}" dt="2026-10-09T00:18:24.623" v="134" actId="20577"/>
          <ac:spMkLst>
            <pc:docMk/>
            <pc:sldMk cId="4192114362" sldId="2147482271"/>
            <ac:spMk id="2" creationId="{FB36E351-49B7-E55A-437E-2039382BFC88}"/>
          </ac:spMkLst>
        </pc:spChg>
      </pc:sldChg>
      <pc:sldChg chg="modSp add mod">
        <pc:chgData name="Higa, Ryu" userId="779172c3-64c6-43fa-94e1-d3d37146b92a" providerId="ADAL" clId="{3679737A-6F92-4A00-A99E-950D631D8F3A}" dt="2026-10-09T00:18:15.865" v="128" actId="20577"/>
        <pc:sldMkLst>
          <pc:docMk/>
          <pc:sldMk cId="1854794802" sldId="2147482273"/>
        </pc:sldMkLst>
        <pc:spChg chg="mod">
          <ac:chgData name="Higa, Ryu" userId="779172c3-64c6-43fa-94e1-d3d37146b92a" providerId="ADAL" clId="{3679737A-6F92-4A00-A99E-950D631D8F3A}" dt="2026-10-09T00:18:15.865" v="128" actId="20577"/>
          <ac:spMkLst>
            <pc:docMk/>
            <pc:sldMk cId="1854794802" sldId="2147482273"/>
            <ac:spMk id="2" creationId="{6ECE0E4B-64CE-EECE-B4AF-E2E9B3AC412C}"/>
          </ac:spMkLst>
        </pc:spChg>
      </pc:sldChg>
      <pc:sldChg chg="modSp add mod">
        <pc:chgData name="Higa, Ryu" userId="779172c3-64c6-43fa-94e1-d3d37146b92a" providerId="ADAL" clId="{3679737A-6F92-4A00-A99E-950D631D8F3A}" dt="2026-10-09T00:18:32.571" v="138" actId="20577"/>
        <pc:sldMkLst>
          <pc:docMk/>
          <pc:sldMk cId="2588091681" sldId="2147482274"/>
        </pc:sldMkLst>
        <pc:spChg chg="mod">
          <ac:chgData name="Higa, Ryu" userId="779172c3-64c6-43fa-94e1-d3d37146b92a" providerId="ADAL" clId="{3679737A-6F92-4A00-A99E-950D631D8F3A}" dt="2026-10-09T00:18:32.571" v="138" actId="20577"/>
          <ac:spMkLst>
            <pc:docMk/>
            <pc:sldMk cId="2588091681" sldId="2147482274"/>
            <ac:spMk id="2" creationId="{CAD5DDE3-B730-6F80-AE69-00B5E4B98497}"/>
          </ac:spMkLst>
        </pc:spChg>
      </pc:sldChg>
      <pc:sldChg chg="modSp add mod">
        <pc:chgData name="Higa, Ryu" userId="779172c3-64c6-43fa-94e1-d3d37146b92a" providerId="ADAL" clId="{3679737A-6F92-4A00-A99E-950D631D8F3A}" dt="2026-10-09T00:18:36.066" v="140" actId="20577"/>
        <pc:sldMkLst>
          <pc:docMk/>
          <pc:sldMk cId="1536440583" sldId="2147482276"/>
        </pc:sldMkLst>
        <pc:spChg chg="mod">
          <ac:chgData name="Higa, Ryu" userId="779172c3-64c6-43fa-94e1-d3d37146b92a" providerId="ADAL" clId="{3679737A-6F92-4A00-A99E-950D631D8F3A}" dt="2026-10-09T00:18:36.066" v="140" actId="20577"/>
          <ac:spMkLst>
            <pc:docMk/>
            <pc:sldMk cId="1536440583" sldId="2147482276"/>
            <ac:spMk id="2" creationId="{49195A7E-FC09-F0D2-BE79-56EE8E13050A}"/>
          </ac:spMkLst>
        </pc:spChg>
      </pc:sldChg>
      <pc:sldChg chg="modSp add mod">
        <pc:chgData name="Higa, Ryu" userId="779172c3-64c6-43fa-94e1-d3d37146b92a" providerId="ADAL" clId="{3679737A-6F92-4A00-A99E-950D631D8F3A}" dt="2026-10-09T00:18:05.769" v="122" actId="20577"/>
        <pc:sldMkLst>
          <pc:docMk/>
          <pc:sldMk cId="3909963933" sldId="2147482277"/>
        </pc:sldMkLst>
        <pc:spChg chg="mod">
          <ac:chgData name="Higa, Ryu" userId="779172c3-64c6-43fa-94e1-d3d37146b92a" providerId="ADAL" clId="{3679737A-6F92-4A00-A99E-950D631D8F3A}" dt="2026-10-09T00:18:05.769" v="122" actId="20577"/>
          <ac:spMkLst>
            <pc:docMk/>
            <pc:sldMk cId="3909963933" sldId="2147482277"/>
            <ac:spMk id="2" creationId="{17A30F0E-B43F-E1AC-3B9D-0335A5EA1F4B}"/>
          </ac:spMkLst>
        </pc:spChg>
      </pc:sldChg>
      <pc:sldChg chg="modSp add mod">
        <pc:chgData name="Higa, Ryu" userId="779172c3-64c6-43fa-94e1-d3d37146b92a" providerId="ADAL" clId="{3679737A-6F92-4A00-A99E-950D631D8F3A}" dt="2026-10-09T00:18:39.053" v="142" actId="20577"/>
        <pc:sldMkLst>
          <pc:docMk/>
          <pc:sldMk cId="2224241425" sldId="2147482278"/>
        </pc:sldMkLst>
        <pc:spChg chg="mod">
          <ac:chgData name="Higa, Ryu" userId="779172c3-64c6-43fa-94e1-d3d37146b92a" providerId="ADAL" clId="{3679737A-6F92-4A00-A99E-950D631D8F3A}" dt="2026-10-09T00:18:39.053" v="142" actId="20577"/>
          <ac:spMkLst>
            <pc:docMk/>
            <pc:sldMk cId="2224241425" sldId="2147482278"/>
            <ac:spMk id="2" creationId="{A9D3C7B6-A71B-6A31-FCC6-0CC0E297AF2B}"/>
          </ac:spMkLst>
        </pc:spChg>
      </pc:sldChg>
      <pc:sldChg chg="modSp add mod">
        <pc:chgData name="Higa, Ryu" userId="779172c3-64c6-43fa-94e1-d3d37146b92a" providerId="ADAL" clId="{3679737A-6F92-4A00-A99E-950D631D8F3A}" dt="2026-10-09T00:18:42.105" v="144" actId="20577"/>
        <pc:sldMkLst>
          <pc:docMk/>
          <pc:sldMk cId="2223025778" sldId="2147482279"/>
        </pc:sldMkLst>
        <pc:spChg chg="mod">
          <ac:chgData name="Higa, Ryu" userId="779172c3-64c6-43fa-94e1-d3d37146b92a" providerId="ADAL" clId="{3679737A-6F92-4A00-A99E-950D631D8F3A}" dt="2026-10-09T00:18:42.105" v="144" actId="20577"/>
          <ac:spMkLst>
            <pc:docMk/>
            <pc:sldMk cId="2223025778" sldId="2147482279"/>
            <ac:spMk id="2" creationId="{50756A3A-6F8D-9E49-5504-4E856112FFF4}"/>
          </ac:spMkLst>
        </pc:spChg>
      </pc:sldChg>
      <pc:sldChg chg="modSp add mod">
        <pc:chgData name="Higa, Ryu" userId="779172c3-64c6-43fa-94e1-d3d37146b92a" providerId="ADAL" clId="{3679737A-6F92-4A00-A99E-950D631D8F3A}" dt="2026-10-09T00:18:44.631" v="146" actId="20577"/>
        <pc:sldMkLst>
          <pc:docMk/>
          <pc:sldMk cId="629157636" sldId="2147482280"/>
        </pc:sldMkLst>
        <pc:spChg chg="mod">
          <ac:chgData name="Higa, Ryu" userId="779172c3-64c6-43fa-94e1-d3d37146b92a" providerId="ADAL" clId="{3679737A-6F92-4A00-A99E-950D631D8F3A}" dt="2026-10-09T00:18:44.631" v="146" actId="20577"/>
          <ac:spMkLst>
            <pc:docMk/>
            <pc:sldMk cId="629157636" sldId="2147482280"/>
            <ac:spMk id="2" creationId="{1DEDA8A5-39CD-9CB0-2A84-E7D3C20D418D}"/>
          </ac:spMkLst>
        </pc:spChg>
      </pc:sldChg>
    </pc:docChg>
  </pc:docChgLst>
  <pc:docChgLst>
    <pc:chgData name="Honda, Keiko" userId="S::keiko.honda@accenture.com::375496db-4b17-4194-84b5-e6f9bb884af8" providerId="AD" clId="Web-{00000000-0000-0000-0000-000000000000}"/>
    <pc:docChg chg="modSld">
      <pc:chgData name="Honda, Keiko" userId="S::keiko.honda@accenture.com::375496db-4b17-4194-84b5-e6f9bb884af8" providerId="AD" clId="Web-{00000000-0000-0000-0000-000000000000}" dt="2026-09-18T03:44:48.541" v="24" actId="20577"/>
      <pc:docMkLst>
        <pc:docMk/>
      </pc:docMkLst>
    </pc:docChg>
  </pc:docChgLst>
  <pc:docChgLst>
    <pc:chgData name="Honda, Keiko" userId="375496db-4b17-4194-84b5-e6f9bb884af8" providerId="ADAL" clId="{F7CF527C-2471-481A-9057-C5CD703C1E49}"/>
    <pc:docChg chg="undo custSel addSld delSld modSld sldOrd delMainMaster modMainMaster addSection delSection modSection">
      <pc:chgData name="Honda, Keiko" userId="375496db-4b17-4194-84b5-e6f9bb884af8" providerId="ADAL" clId="{F7CF527C-2471-481A-9057-C5CD703C1E49}" dt="2026-10-14T00:21:26.727" v="23683"/>
      <pc:docMkLst>
        <pc:docMk/>
      </pc:docMkLst>
      <pc:sldChg chg="delSp modSp mod">
        <pc:chgData name="Honda, Keiko" userId="375496db-4b17-4194-84b5-e6f9bb884af8" providerId="ADAL" clId="{F7CF527C-2471-481A-9057-C5CD703C1E49}" dt="2026-10-09T03:45:14.890" v="23646"/>
        <pc:sldMkLst>
          <pc:docMk/>
          <pc:sldMk cId="467692325" sldId="259"/>
        </pc:sldMkLst>
        <pc:spChg chg="mod">
          <ac:chgData name="Honda, Keiko" userId="375496db-4b17-4194-84b5-e6f9bb884af8" providerId="ADAL" clId="{F7CF527C-2471-481A-9057-C5CD703C1E49}" dt="2026-10-09T03:45:14.890" v="23646"/>
          <ac:spMkLst>
            <pc:docMk/>
            <pc:sldMk cId="467692325" sldId="259"/>
            <ac:spMk id="12" creationId="{A798B590-5EDB-F958-32B5-DDA09F384E2B}"/>
          </ac:spMkLst>
        </pc:spChg>
      </pc:sldChg>
      <pc:sldChg chg="modSp mod">
        <pc:chgData name="Honda, Keiko" userId="375496db-4b17-4194-84b5-e6f9bb884af8" providerId="ADAL" clId="{F7CF527C-2471-481A-9057-C5CD703C1E49}" dt="2026-10-14T00:21:26.727" v="23683"/>
        <pc:sldMkLst>
          <pc:docMk/>
          <pc:sldMk cId="2498874386" sldId="261"/>
        </pc:sldMkLst>
        <pc:graphicFrameChg chg="mod modGraphic">
          <ac:chgData name="Honda, Keiko" userId="375496db-4b17-4194-84b5-e6f9bb884af8" providerId="ADAL" clId="{F7CF527C-2471-481A-9057-C5CD703C1E49}" dt="2026-10-14T00:21:26.727" v="23683"/>
          <ac:graphicFrameMkLst>
            <pc:docMk/>
            <pc:sldMk cId="2498874386" sldId="261"/>
            <ac:graphicFrameMk id="11" creationId="{C67BCBFA-C8E7-8FC9-E2FB-0426794D29E0}"/>
          </ac:graphicFrameMkLst>
        </pc:graphicFrameChg>
      </pc:sldChg>
      <pc:sldChg chg="modSp mod">
        <pc:chgData name="Honda, Keiko" userId="375496db-4b17-4194-84b5-e6f9bb884af8" providerId="ADAL" clId="{F7CF527C-2471-481A-9057-C5CD703C1E49}" dt="2026-10-08T04:50:39.526" v="23383"/>
        <pc:sldMkLst>
          <pc:docMk/>
          <pc:sldMk cId="249918684" sldId="263"/>
        </pc:sldMkLst>
        <pc:graphicFrameChg chg="mod modGraphic">
          <ac:chgData name="Honda, Keiko" userId="375496db-4b17-4194-84b5-e6f9bb884af8" providerId="ADAL" clId="{F7CF527C-2471-481A-9057-C5CD703C1E49}" dt="2026-10-08T04:50:39.526" v="23383"/>
          <ac:graphicFrameMkLst>
            <pc:docMk/>
            <pc:sldMk cId="249918684" sldId="263"/>
            <ac:graphicFrameMk id="6" creationId="{64D86CCC-5DF1-4A13-AFCE-E1F50E2E2AB7}"/>
          </ac:graphicFrameMkLst>
        </pc:graphicFrameChg>
      </pc:sldChg>
      <pc:sldChg chg="modSp mod">
        <pc:chgData name="Honda, Keiko" userId="375496db-4b17-4194-84b5-e6f9bb884af8" providerId="ADAL" clId="{F7CF527C-2471-481A-9057-C5CD703C1E49}" dt="2026-10-08T04:50:39.796" v="23384" actId="27636"/>
        <pc:sldMkLst>
          <pc:docMk/>
          <pc:sldMk cId="618754793" sldId="288"/>
        </pc:sldMkLst>
        <pc:spChg chg="mod">
          <ac:chgData name="Honda, Keiko" userId="375496db-4b17-4194-84b5-e6f9bb884af8" providerId="ADAL" clId="{F7CF527C-2471-481A-9057-C5CD703C1E49}" dt="2026-10-08T04:50:39.796" v="23384" actId="27636"/>
          <ac:spMkLst>
            <pc:docMk/>
            <pc:sldMk cId="618754793" sldId="288"/>
            <ac:spMk id="506" creationId="{66629DE3-F07E-47BA-9D09-4234066D2C74}"/>
          </ac:spMkLst>
        </pc:spChg>
      </pc:sldChg>
      <pc:sldChg chg="modSp mod">
        <pc:chgData name="Honda, Keiko" userId="375496db-4b17-4194-84b5-e6f9bb884af8" providerId="ADAL" clId="{F7CF527C-2471-481A-9057-C5CD703C1E49}" dt="2026-10-08T04:53:49.191" v="23548" actId="1037"/>
        <pc:sldMkLst>
          <pc:docMk/>
          <pc:sldMk cId="3158816509" sldId="340"/>
        </pc:sldMkLst>
        <pc:spChg chg="mod">
          <ac:chgData name="Honda, Keiko" userId="375496db-4b17-4194-84b5-e6f9bb884af8" providerId="ADAL" clId="{F7CF527C-2471-481A-9057-C5CD703C1E49}" dt="2026-10-08T04:53:49.191" v="23548" actId="1037"/>
          <ac:spMkLst>
            <pc:docMk/>
            <pc:sldMk cId="3158816509" sldId="340"/>
            <ac:spMk id="4" creationId="{F8EA7FEE-F032-D9E6-49DD-4C13D47F13C8}"/>
          </ac:spMkLst>
        </pc:spChg>
        <pc:spChg chg="mod">
          <ac:chgData name="Honda, Keiko" userId="375496db-4b17-4194-84b5-e6f9bb884af8" providerId="ADAL" clId="{F7CF527C-2471-481A-9057-C5CD703C1E49}" dt="2026-10-08T04:53:43.138" v="23545" actId="1037"/>
          <ac:spMkLst>
            <pc:docMk/>
            <pc:sldMk cId="3158816509" sldId="340"/>
            <ac:spMk id="5" creationId="{09B840C8-E003-1E0D-F07A-D4DE6355F557}"/>
          </ac:spMkLst>
        </pc:spChg>
        <pc:spChg chg="mod">
          <ac:chgData name="Honda, Keiko" userId="375496db-4b17-4194-84b5-e6f9bb884af8" providerId="ADAL" clId="{F7CF527C-2471-481A-9057-C5CD703C1E49}" dt="2026-10-08T04:53:43.138" v="23545" actId="1037"/>
          <ac:spMkLst>
            <pc:docMk/>
            <pc:sldMk cId="3158816509" sldId="340"/>
            <ac:spMk id="7" creationId="{8B668543-B7DB-6BA5-1E80-27C51C02D96D}"/>
          </ac:spMkLst>
        </pc:spChg>
        <pc:spChg chg="mod">
          <ac:chgData name="Honda, Keiko" userId="375496db-4b17-4194-84b5-e6f9bb884af8" providerId="ADAL" clId="{F7CF527C-2471-481A-9057-C5CD703C1E49}" dt="2026-10-08T04:53:13.124" v="23505"/>
          <ac:spMkLst>
            <pc:docMk/>
            <pc:sldMk cId="3158816509" sldId="340"/>
            <ac:spMk id="9" creationId="{4E939704-5C27-CE86-F052-2EAB8D82BF62}"/>
          </ac:spMkLst>
        </pc:spChg>
        <pc:spChg chg="mod">
          <ac:chgData name="Honda, Keiko" userId="375496db-4b17-4194-84b5-e6f9bb884af8" providerId="ADAL" clId="{F7CF527C-2471-481A-9057-C5CD703C1E49}" dt="2026-10-08T04:53:13.121" v="23481"/>
          <ac:spMkLst>
            <pc:docMk/>
            <pc:sldMk cId="3158816509" sldId="340"/>
            <ac:spMk id="13" creationId="{D8D23778-DD5B-8827-2D85-48CBE07CF173}"/>
          </ac:spMkLst>
        </pc:spChg>
        <pc:spChg chg="mod">
          <ac:chgData name="Honda, Keiko" userId="375496db-4b17-4194-84b5-e6f9bb884af8" providerId="ADAL" clId="{F7CF527C-2471-481A-9057-C5CD703C1E49}" dt="2026-10-08T04:53:35.545" v="23539" actId="12788"/>
          <ac:spMkLst>
            <pc:docMk/>
            <pc:sldMk cId="3158816509" sldId="340"/>
            <ac:spMk id="15" creationId="{DF391666-EEB2-2E9F-B422-B1E33ABF5827}"/>
          </ac:spMkLst>
        </pc:spChg>
        <pc:spChg chg="mod">
          <ac:chgData name="Honda, Keiko" userId="375496db-4b17-4194-84b5-e6f9bb884af8" providerId="ADAL" clId="{F7CF527C-2471-481A-9057-C5CD703C1E49}" dt="2026-10-08T04:53:13.120" v="23479"/>
          <ac:spMkLst>
            <pc:docMk/>
            <pc:sldMk cId="3158816509" sldId="340"/>
            <ac:spMk id="17" creationId="{DAABEEB9-312F-B465-DAB1-89688D26CC13}"/>
          </ac:spMkLst>
        </pc:spChg>
        <pc:spChg chg="mod">
          <ac:chgData name="Honda, Keiko" userId="375496db-4b17-4194-84b5-e6f9bb884af8" providerId="ADAL" clId="{F7CF527C-2471-481A-9057-C5CD703C1E49}" dt="2026-10-08T04:53:43.138" v="23545" actId="1037"/>
          <ac:spMkLst>
            <pc:docMk/>
            <pc:sldMk cId="3158816509" sldId="340"/>
            <ac:spMk id="20" creationId="{986B8457-CCE4-43CF-2B99-DDE5BD924D9A}"/>
          </ac:spMkLst>
        </pc:spChg>
        <pc:spChg chg="mod">
          <ac:chgData name="Honda, Keiko" userId="375496db-4b17-4194-84b5-e6f9bb884af8" providerId="ADAL" clId="{F7CF527C-2471-481A-9057-C5CD703C1E49}" dt="2026-10-08T04:53:49.191" v="23548" actId="1037"/>
          <ac:spMkLst>
            <pc:docMk/>
            <pc:sldMk cId="3158816509" sldId="340"/>
            <ac:spMk id="24" creationId="{C2B0C30D-935A-9195-A321-EBA8EAD03FDB}"/>
          </ac:spMkLst>
        </pc:spChg>
        <pc:spChg chg="mod">
          <ac:chgData name="Honda, Keiko" userId="375496db-4b17-4194-84b5-e6f9bb884af8" providerId="ADAL" clId="{F7CF527C-2471-481A-9057-C5CD703C1E49}" dt="2026-10-08T04:53:13.124" v="23513"/>
          <ac:spMkLst>
            <pc:docMk/>
            <pc:sldMk cId="3158816509" sldId="340"/>
            <ac:spMk id="26" creationId="{B97F8FE9-F02E-5780-07FB-105884495D22}"/>
          </ac:spMkLst>
        </pc:spChg>
        <pc:spChg chg="mod">
          <ac:chgData name="Honda, Keiko" userId="375496db-4b17-4194-84b5-e6f9bb884af8" providerId="ADAL" clId="{F7CF527C-2471-481A-9057-C5CD703C1E49}" dt="2026-10-08T04:53:13.131" v="23515"/>
          <ac:spMkLst>
            <pc:docMk/>
            <pc:sldMk cId="3158816509" sldId="340"/>
            <ac:spMk id="28" creationId="{2902E2C8-2CB7-DB08-6BC2-EE92FC3DACB5}"/>
          </ac:spMkLst>
        </pc:spChg>
        <pc:spChg chg="mod">
          <ac:chgData name="Honda, Keiko" userId="375496db-4b17-4194-84b5-e6f9bb884af8" providerId="ADAL" clId="{F7CF527C-2471-481A-9057-C5CD703C1E49}" dt="2026-10-08T04:53:43.138" v="23545" actId="1037"/>
          <ac:spMkLst>
            <pc:docMk/>
            <pc:sldMk cId="3158816509" sldId="340"/>
            <ac:spMk id="32" creationId="{5593236C-7F8F-CBC6-C231-AC479F967D59}"/>
          </ac:spMkLst>
        </pc:spChg>
        <pc:spChg chg="mod">
          <ac:chgData name="Honda, Keiko" userId="375496db-4b17-4194-84b5-e6f9bb884af8" providerId="ADAL" clId="{F7CF527C-2471-481A-9057-C5CD703C1E49}" dt="2026-10-08T04:53:13.131" v="23517"/>
          <ac:spMkLst>
            <pc:docMk/>
            <pc:sldMk cId="3158816509" sldId="340"/>
            <ac:spMk id="33" creationId="{E78697CF-DD67-C455-1E12-DA8E3DAC72EB}"/>
          </ac:spMkLst>
        </pc:spChg>
        <pc:spChg chg="mod">
          <ac:chgData name="Honda, Keiko" userId="375496db-4b17-4194-84b5-e6f9bb884af8" providerId="ADAL" clId="{F7CF527C-2471-481A-9057-C5CD703C1E49}" dt="2026-10-08T04:53:35.545" v="23539" actId="12788"/>
          <ac:spMkLst>
            <pc:docMk/>
            <pc:sldMk cId="3158816509" sldId="340"/>
            <ac:spMk id="35" creationId="{A8A81B55-6A2B-F23D-B06D-D8D1B1B988CE}"/>
          </ac:spMkLst>
        </pc:spChg>
        <pc:spChg chg="mod">
          <ac:chgData name="Honda, Keiko" userId="375496db-4b17-4194-84b5-e6f9bb884af8" providerId="ADAL" clId="{F7CF527C-2471-481A-9057-C5CD703C1E49}" dt="2026-10-08T04:53:49.191" v="23548" actId="1037"/>
          <ac:spMkLst>
            <pc:docMk/>
            <pc:sldMk cId="3158816509" sldId="340"/>
            <ac:spMk id="36" creationId="{C0DE146A-C0D8-01E9-5A75-811F104F1E3E}"/>
          </ac:spMkLst>
        </pc:spChg>
        <pc:spChg chg="mod">
          <ac:chgData name="Honda, Keiko" userId="375496db-4b17-4194-84b5-e6f9bb884af8" providerId="ADAL" clId="{F7CF527C-2471-481A-9057-C5CD703C1E49}" dt="2026-10-08T04:53:35.545" v="23539" actId="12788"/>
          <ac:spMkLst>
            <pc:docMk/>
            <pc:sldMk cId="3158816509" sldId="340"/>
            <ac:spMk id="38" creationId="{022DFE5D-8783-147A-77E3-5ACC7742FC9E}"/>
          </ac:spMkLst>
        </pc:spChg>
        <pc:spChg chg="mod">
          <ac:chgData name="Honda, Keiko" userId="375496db-4b17-4194-84b5-e6f9bb884af8" providerId="ADAL" clId="{F7CF527C-2471-481A-9057-C5CD703C1E49}" dt="2026-10-08T04:53:35.545" v="23539" actId="12788"/>
          <ac:spMkLst>
            <pc:docMk/>
            <pc:sldMk cId="3158816509" sldId="340"/>
            <ac:spMk id="39" creationId="{2BE45593-AF70-1793-1D87-9456D345BDAF}"/>
          </ac:spMkLst>
        </pc:spChg>
        <pc:spChg chg="mod">
          <ac:chgData name="Honda, Keiko" userId="375496db-4b17-4194-84b5-e6f9bb884af8" providerId="ADAL" clId="{F7CF527C-2471-481A-9057-C5CD703C1E49}" dt="2026-10-08T04:53:13.115" v="23465"/>
          <ac:spMkLst>
            <pc:docMk/>
            <pc:sldMk cId="3158816509" sldId="340"/>
            <ac:spMk id="41" creationId="{24F400B0-DFB9-6FE7-A5E3-AC346E41AFCA}"/>
          </ac:spMkLst>
        </pc:spChg>
        <pc:spChg chg="mod">
          <ac:chgData name="Honda, Keiko" userId="375496db-4b17-4194-84b5-e6f9bb884af8" providerId="ADAL" clId="{F7CF527C-2471-481A-9057-C5CD703C1E49}" dt="2026-10-08T04:53:49.191" v="23548" actId="1037"/>
          <ac:spMkLst>
            <pc:docMk/>
            <pc:sldMk cId="3158816509" sldId="340"/>
            <ac:spMk id="42" creationId="{8DA9AC8E-8F41-7D98-0E31-EF1D94A70541}"/>
          </ac:spMkLst>
        </pc:spChg>
        <pc:spChg chg="mod">
          <ac:chgData name="Honda, Keiko" userId="375496db-4b17-4194-84b5-e6f9bb884af8" providerId="ADAL" clId="{F7CF527C-2471-481A-9057-C5CD703C1E49}" dt="2026-10-08T04:53:49.191" v="23548" actId="1037"/>
          <ac:spMkLst>
            <pc:docMk/>
            <pc:sldMk cId="3158816509" sldId="340"/>
            <ac:spMk id="43" creationId="{9525D113-71F0-317D-F117-1D769CEBC76E}"/>
          </ac:spMkLst>
        </pc:spChg>
        <pc:spChg chg="mod">
          <ac:chgData name="Honda, Keiko" userId="375496db-4b17-4194-84b5-e6f9bb884af8" providerId="ADAL" clId="{F7CF527C-2471-481A-9057-C5CD703C1E49}" dt="2026-10-08T04:53:25.692" v="23538" actId="1037"/>
          <ac:spMkLst>
            <pc:docMk/>
            <pc:sldMk cId="3158816509" sldId="340"/>
            <ac:spMk id="44" creationId="{0B2D25C3-8DD8-2DF7-EE3B-CBB4A39B0C53}"/>
          </ac:spMkLst>
        </pc:spChg>
        <pc:spChg chg="mod">
          <ac:chgData name="Honda, Keiko" userId="375496db-4b17-4194-84b5-e6f9bb884af8" providerId="ADAL" clId="{F7CF527C-2471-481A-9057-C5CD703C1E49}" dt="2026-10-08T04:53:43.138" v="23545" actId="1037"/>
          <ac:spMkLst>
            <pc:docMk/>
            <pc:sldMk cId="3158816509" sldId="340"/>
            <ac:spMk id="47" creationId="{68BC9A11-2E7E-171F-F7F2-AEA89DC735BF}"/>
          </ac:spMkLst>
        </pc:spChg>
        <pc:spChg chg="mod">
          <ac:chgData name="Honda, Keiko" userId="375496db-4b17-4194-84b5-e6f9bb884af8" providerId="ADAL" clId="{F7CF527C-2471-481A-9057-C5CD703C1E49}" dt="2026-10-08T04:53:25.692" v="23538" actId="1037"/>
          <ac:spMkLst>
            <pc:docMk/>
            <pc:sldMk cId="3158816509" sldId="340"/>
            <ac:spMk id="48" creationId="{347ED342-66E4-B33D-1C63-69A0A3FDD98C}"/>
          </ac:spMkLst>
        </pc:spChg>
        <pc:spChg chg="mod">
          <ac:chgData name="Honda, Keiko" userId="375496db-4b17-4194-84b5-e6f9bb884af8" providerId="ADAL" clId="{F7CF527C-2471-481A-9057-C5CD703C1E49}" dt="2026-10-08T04:53:43.138" v="23545" actId="1037"/>
          <ac:spMkLst>
            <pc:docMk/>
            <pc:sldMk cId="3158816509" sldId="340"/>
            <ac:spMk id="51" creationId="{B895BA7B-922A-4B79-B60D-86C5F1DBAF45}"/>
          </ac:spMkLst>
        </pc:spChg>
        <pc:spChg chg="mod">
          <ac:chgData name="Honda, Keiko" userId="375496db-4b17-4194-84b5-e6f9bb884af8" providerId="ADAL" clId="{F7CF527C-2471-481A-9057-C5CD703C1E49}" dt="2026-10-08T04:53:13.115" v="23471"/>
          <ac:spMkLst>
            <pc:docMk/>
            <pc:sldMk cId="3158816509" sldId="340"/>
            <ac:spMk id="55" creationId="{260C1129-D395-8FBC-DC07-0343BE6C8E40}"/>
          </ac:spMkLst>
        </pc:spChg>
        <pc:spChg chg="mod">
          <ac:chgData name="Honda, Keiko" userId="375496db-4b17-4194-84b5-e6f9bb884af8" providerId="ADAL" clId="{F7CF527C-2471-481A-9057-C5CD703C1E49}" dt="2026-10-08T04:53:49.191" v="23548" actId="1037"/>
          <ac:spMkLst>
            <pc:docMk/>
            <pc:sldMk cId="3158816509" sldId="340"/>
            <ac:spMk id="59" creationId="{5CB1FB9B-1776-7B2B-AE21-D642AF3812DA}"/>
          </ac:spMkLst>
        </pc:spChg>
        <pc:spChg chg="mod">
          <ac:chgData name="Honda, Keiko" userId="375496db-4b17-4194-84b5-e6f9bb884af8" providerId="ADAL" clId="{F7CF527C-2471-481A-9057-C5CD703C1E49}" dt="2026-10-08T04:53:35.545" v="23539" actId="12788"/>
          <ac:spMkLst>
            <pc:docMk/>
            <pc:sldMk cId="3158816509" sldId="340"/>
            <ac:spMk id="63" creationId="{0AAAB1CC-4B26-4EB6-8530-90E7A7D633A3}"/>
          </ac:spMkLst>
        </pc:spChg>
        <pc:spChg chg="mod">
          <ac:chgData name="Honda, Keiko" userId="375496db-4b17-4194-84b5-e6f9bb884af8" providerId="ADAL" clId="{F7CF527C-2471-481A-9057-C5CD703C1E49}" dt="2026-10-08T04:53:49.191" v="23548" actId="1037"/>
          <ac:spMkLst>
            <pc:docMk/>
            <pc:sldMk cId="3158816509" sldId="340"/>
            <ac:spMk id="71" creationId="{C1B4F06E-9AB0-EDA4-5CDD-F090E804606C}"/>
          </ac:spMkLst>
        </pc:spChg>
        <pc:spChg chg="mod">
          <ac:chgData name="Honda, Keiko" userId="375496db-4b17-4194-84b5-e6f9bb884af8" providerId="ADAL" clId="{F7CF527C-2471-481A-9057-C5CD703C1E49}" dt="2026-10-08T04:53:13.121" v="23491"/>
          <ac:spMkLst>
            <pc:docMk/>
            <pc:sldMk cId="3158816509" sldId="340"/>
            <ac:spMk id="73" creationId="{933B56CE-FB50-636B-933F-0A40F5B0F59F}"/>
          </ac:spMkLst>
        </pc:spChg>
        <pc:spChg chg="mod">
          <ac:chgData name="Honda, Keiko" userId="375496db-4b17-4194-84b5-e6f9bb884af8" providerId="ADAL" clId="{F7CF527C-2471-481A-9057-C5CD703C1E49}" dt="2026-10-08T04:53:13.124" v="23493"/>
          <ac:spMkLst>
            <pc:docMk/>
            <pc:sldMk cId="3158816509" sldId="340"/>
            <ac:spMk id="75" creationId="{F6980875-4558-E362-F23D-0B9E49FE6EF8}"/>
          </ac:spMkLst>
        </pc:spChg>
        <pc:spChg chg="mod">
          <ac:chgData name="Honda, Keiko" userId="375496db-4b17-4194-84b5-e6f9bb884af8" providerId="ADAL" clId="{F7CF527C-2471-481A-9057-C5CD703C1E49}" dt="2026-10-08T04:53:13.124" v="23495"/>
          <ac:spMkLst>
            <pc:docMk/>
            <pc:sldMk cId="3158816509" sldId="340"/>
            <ac:spMk id="77" creationId="{D038DA85-02BC-480B-5AC8-8AEE375744F6}"/>
          </ac:spMkLst>
        </pc:spChg>
        <pc:spChg chg="mod">
          <ac:chgData name="Honda, Keiko" userId="375496db-4b17-4194-84b5-e6f9bb884af8" providerId="ADAL" clId="{F7CF527C-2471-481A-9057-C5CD703C1E49}" dt="2026-10-08T04:53:43.138" v="23545" actId="1037"/>
          <ac:spMkLst>
            <pc:docMk/>
            <pc:sldMk cId="3158816509" sldId="340"/>
            <ac:spMk id="79" creationId="{21EF3DFE-D2C3-5F38-564B-7370F755D231}"/>
          </ac:spMkLst>
        </pc:spChg>
      </pc:sldChg>
    </pc:docChg>
  </pc:docChgLst>
  <pc:docChgLst>
    <pc:chgData name="Abe, Masako" userId="751b17db-5dcf-466a-8eb1-c07897a0cde2" providerId="ADAL" clId="{9F19DFB3-57AB-4A2D-8E5F-B618975823CC}"/>
    <pc:docChg chg="undo custSel addSld delSld modSld modSection">
      <pc:chgData name="Abe, Masako" userId="751b17db-5dcf-466a-8eb1-c07897a0cde2" providerId="ADAL" clId="{9F19DFB3-57AB-4A2D-8E5F-B618975823CC}" dt="2026-10-08T01:05:51.883" v="1457" actId="255"/>
      <pc:docMkLst>
        <pc:docMk/>
      </pc:docMkLst>
      <pc:sldChg chg="addSp modSp mod">
        <pc:chgData name="Abe, Masako" userId="751b17db-5dcf-466a-8eb1-c07897a0cde2" providerId="ADAL" clId="{9F19DFB3-57AB-4A2D-8E5F-B618975823CC}" dt="2026-10-08T01:05:51.883" v="1457" actId="255"/>
        <pc:sldMkLst>
          <pc:docMk/>
          <pc:sldMk cId="3158816509" sldId="340"/>
        </pc:sldMkLst>
        <pc:spChg chg="add mod ord">
          <ac:chgData name="Abe, Masako" userId="751b17db-5dcf-466a-8eb1-c07897a0cde2" providerId="ADAL" clId="{9F19DFB3-57AB-4A2D-8E5F-B618975823CC}" dt="2026-10-08T00:59:14.392" v="1412" actId="1037"/>
          <ac:spMkLst>
            <pc:docMk/>
            <pc:sldMk cId="3158816509" sldId="340"/>
            <ac:spMk id="4" creationId="{F8EA7FEE-F032-D9E6-49DD-4C13D47F13C8}"/>
          </ac:spMkLst>
        </pc:spChg>
        <pc:spChg chg="add mod">
          <ac:chgData name="Abe, Masako" userId="751b17db-5dcf-466a-8eb1-c07897a0cde2" providerId="ADAL" clId="{9F19DFB3-57AB-4A2D-8E5F-B618975823CC}" dt="2026-10-08T00:53:33.863" v="1075" actId="1035"/>
          <ac:spMkLst>
            <pc:docMk/>
            <pc:sldMk cId="3158816509" sldId="340"/>
            <ac:spMk id="5" creationId="{09B840C8-E003-1E0D-F07A-D4DE6355F557}"/>
          </ac:spMkLst>
        </pc:spChg>
        <pc:spChg chg="add mod">
          <ac:chgData name="Abe, Masako" userId="751b17db-5dcf-466a-8eb1-c07897a0cde2" providerId="ADAL" clId="{9F19DFB3-57AB-4A2D-8E5F-B618975823CC}" dt="2026-10-08T00:53:33.863" v="1075" actId="1035"/>
          <ac:spMkLst>
            <pc:docMk/>
            <pc:sldMk cId="3158816509" sldId="340"/>
            <ac:spMk id="7" creationId="{8B668543-B7DB-6BA5-1E80-27C51C02D96D}"/>
          </ac:spMkLst>
        </pc:spChg>
        <pc:spChg chg="add mod">
          <ac:chgData name="Abe, Masako" userId="751b17db-5dcf-466a-8eb1-c07897a0cde2" providerId="ADAL" clId="{9F19DFB3-57AB-4A2D-8E5F-B618975823CC}" dt="2026-10-08T01:02:22.360" v="1453" actId="1038"/>
          <ac:spMkLst>
            <pc:docMk/>
            <pc:sldMk cId="3158816509" sldId="340"/>
            <ac:spMk id="9" creationId="{4E939704-5C27-CE86-F052-2EAB8D82BF62}"/>
          </ac:spMkLst>
        </pc:spChg>
        <pc:spChg chg="mod">
          <ac:chgData name="Abe, Masako" userId="751b17db-5dcf-466a-8eb1-c07897a0cde2" providerId="ADAL" clId="{9F19DFB3-57AB-4A2D-8E5F-B618975823CC}" dt="2026-10-08T00:56:21.636" v="1233" actId="12788"/>
          <ac:spMkLst>
            <pc:docMk/>
            <pc:sldMk cId="3158816509" sldId="340"/>
            <ac:spMk id="13" creationId="{D8D23778-DD5B-8827-2D85-48CBE07CF173}"/>
          </ac:spMkLst>
        </pc:spChg>
        <pc:spChg chg="add mod">
          <ac:chgData name="Abe, Masako" userId="751b17db-5dcf-466a-8eb1-c07897a0cde2" providerId="ADAL" clId="{9F19DFB3-57AB-4A2D-8E5F-B618975823CC}" dt="2026-10-08T01:01:44.479" v="1445" actId="403"/>
          <ac:spMkLst>
            <pc:docMk/>
            <pc:sldMk cId="3158816509" sldId="340"/>
            <ac:spMk id="15" creationId="{DF391666-EEB2-2E9F-B422-B1E33ABF5827}"/>
          </ac:spMkLst>
        </pc:spChg>
        <pc:spChg chg="mod">
          <ac:chgData name="Abe, Masako" userId="751b17db-5dcf-466a-8eb1-c07897a0cde2" providerId="ADAL" clId="{9F19DFB3-57AB-4A2D-8E5F-B618975823CC}" dt="2026-10-08T01:02:31.163" v="1454" actId="14100"/>
          <ac:spMkLst>
            <pc:docMk/>
            <pc:sldMk cId="3158816509" sldId="340"/>
            <ac:spMk id="17" creationId="{DAABEEB9-312F-B465-DAB1-89688D26CC13}"/>
          </ac:spMkLst>
        </pc:spChg>
        <pc:spChg chg="add mod">
          <ac:chgData name="Abe, Masako" userId="751b17db-5dcf-466a-8eb1-c07897a0cde2" providerId="ADAL" clId="{9F19DFB3-57AB-4A2D-8E5F-B618975823CC}" dt="2026-10-08T01:05:35.184" v="1456" actId="255"/>
          <ac:spMkLst>
            <pc:docMk/>
            <pc:sldMk cId="3158816509" sldId="340"/>
            <ac:spMk id="20" creationId="{986B8457-CCE4-43CF-2B99-DDE5BD924D9A}"/>
          </ac:spMkLst>
        </pc:spChg>
        <pc:spChg chg="add mod ord">
          <ac:chgData name="Abe, Masako" userId="751b17db-5dcf-466a-8eb1-c07897a0cde2" providerId="ADAL" clId="{9F19DFB3-57AB-4A2D-8E5F-B618975823CC}" dt="2026-10-08T01:05:51.883" v="1457" actId="255"/>
          <ac:spMkLst>
            <pc:docMk/>
            <pc:sldMk cId="3158816509" sldId="340"/>
            <ac:spMk id="24" creationId="{C2B0C30D-935A-9195-A321-EBA8EAD03FDB}"/>
          </ac:spMkLst>
        </pc:spChg>
        <pc:spChg chg="add mod">
          <ac:chgData name="Abe, Masako" userId="751b17db-5dcf-466a-8eb1-c07897a0cde2" providerId="ADAL" clId="{9F19DFB3-57AB-4A2D-8E5F-B618975823CC}" dt="2026-10-08T01:00:29.994" v="1435" actId="403"/>
          <ac:spMkLst>
            <pc:docMk/>
            <pc:sldMk cId="3158816509" sldId="340"/>
            <ac:spMk id="26" creationId="{B97F8FE9-F02E-5780-07FB-105884495D22}"/>
          </ac:spMkLst>
        </pc:spChg>
        <pc:spChg chg="add mod">
          <ac:chgData name="Abe, Masako" userId="751b17db-5dcf-466a-8eb1-c07897a0cde2" providerId="ADAL" clId="{9F19DFB3-57AB-4A2D-8E5F-B618975823CC}" dt="2026-10-08T01:00:24.469" v="1434" actId="1036"/>
          <ac:spMkLst>
            <pc:docMk/>
            <pc:sldMk cId="3158816509" sldId="340"/>
            <ac:spMk id="28" creationId="{2902E2C8-2CB7-DB08-6BC2-EE92FC3DACB5}"/>
          </ac:spMkLst>
        </pc:spChg>
        <pc:spChg chg="mod">
          <ac:chgData name="Abe, Masako" userId="751b17db-5dcf-466a-8eb1-c07897a0cde2" providerId="ADAL" clId="{9F19DFB3-57AB-4A2D-8E5F-B618975823CC}" dt="2026-10-08T00:58:53.055" v="1401" actId="1037"/>
          <ac:spMkLst>
            <pc:docMk/>
            <pc:sldMk cId="3158816509" sldId="340"/>
            <ac:spMk id="32" creationId="{5593236C-7F8F-CBC6-C231-AC479F967D59}"/>
          </ac:spMkLst>
        </pc:spChg>
        <pc:spChg chg="add mod">
          <ac:chgData name="Abe, Masako" userId="751b17db-5dcf-466a-8eb1-c07897a0cde2" providerId="ADAL" clId="{9F19DFB3-57AB-4A2D-8E5F-B618975823CC}" dt="2026-10-08T00:56:46.505" v="1270" actId="1076"/>
          <ac:spMkLst>
            <pc:docMk/>
            <pc:sldMk cId="3158816509" sldId="340"/>
            <ac:spMk id="33" creationId="{E78697CF-DD67-C455-1E12-DA8E3DAC72EB}"/>
          </ac:spMkLst>
        </pc:spChg>
        <pc:spChg chg="mod">
          <ac:chgData name="Abe, Masako" userId="751b17db-5dcf-466a-8eb1-c07897a0cde2" providerId="ADAL" clId="{9F19DFB3-57AB-4A2D-8E5F-B618975823CC}" dt="2026-10-08T00:57:52.363" v="1349" actId="14100"/>
          <ac:spMkLst>
            <pc:docMk/>
            <pc:sldMk cId="3158816509" sldId="340"/>
            <ac:spMk id="35" creationId="{A8A81B55-6A2B-F23D-B06D-D8D1B1B988CE}"/>
          </ac:spMkLst>
        </pc:spChg>
        <pc:spChg chg="add mod ord">
          <ac:chgData name="Abe, Masako" userId="751b17db-5dcf-466a-8eb1-c07897a0cde2" providerId="ADAL" clId="{9F19DFB3-57AB-4A2D-8E5F-B618975823CC}" dt="2026-10-08T01:05:23.271" v="1455" actId="14100"/>
          <ac:spMkLst>
            <pc:docMk/>
            <pc:sldMk cId="3158816509" sldId="340"/>
            <ac:spMk id="36" creationId="{C0DE146A-C0D8-01E9-5A75-811F104F1E3E}"/>
          </ac:spMkLst>
        </pc:spChg>
        <pc:spChg chg="mod">
          <ac:chgData name="Abe, Masako" userId="751b17db-5dcf-466a-8eb1-c07897a0cde2" providerId="ADAL" clId="{9F19DFB3-57AB-4A2D-8E5F-B618975823CC}" dt="2026-10-08T00:57:34.926" v="1330" actId="12788"/>
          <ac:spMkLst>
            <pc:docMk/>
            <pc:sldMk cId="3158816509" sldId="340"/>
            <ac:spMk id="38" creationId="{022DFE5D-8783-147A-77E3-5ACC7742FC9E}"/>
          </ac:spMkLst>
        </pc:spChg>
        <pc:spChg chg="add mod">
          <ac:chgData name="Abe, Masako" userId="751b17db-5dcf-466a-8eb1-c07897a0cde2" providerId="ADAL" clId="{9F19DFB3-57AB-4A2D-8E5F-B618975823CC}" dt="2026-10-08T00:59:46.879" v="1428" actId="14100"/>
          <ac:spMkLst>
            <pc:docMk/>
            <pc:sldMk cId="3158816509" sldId="340"/>
            <ac:spMk id="39" creationId="{2BE45593-AF70-1793-1D87-9456D345BDAF}"/>
          </ac:spMkLst>
        </pc:spChg>
        <pc:spChg chg="mod">
          <ac:chgData name="Abe, Masako" userId="751b17db-5dcf-466a-8eb1-c07897a0cde2" providerId="ADAL" clId="{9F19DFB3-57AB-4A2D-8E5F-B618975823CC}" dt="2026-10-08T00:53:33.863" v="1075" actId="1035"/>
          <ac:spMkLst>
            <pc:docMk/>
            <pc:sldMk cId="3158816509" sldId="340"/>
            <ac:spMk id="41" creationId="{24F400B0-DFB9-6FE7-A5E3-AC346E41AFCA}"/>
          </ac:spMkLst>
        </pc:spChg>
        <pc:spChg chg="mod ord">
          <ac:chgData name="Abe, Masako" userId="751b17db-5dcf-466a-8eb1-c07897a0cde2" providerId="ADAL" clId="{9F19DFB3-57AB-4A2D-8E5F-B618975823CC}" dt="2026-10-08T00:59:14.392" v="1412" actId="1037"/>
          <ac:spMkLst>
            <pc:docMk/>
            <pc:sldMk cId="3158816509" sldId="340"/>
            <ac:spMk id="42" creationId="{8DA9AC8E-8F41-7D98-0E31-EF1D94A70541}"/>
          </ac:spMkLst>
        </pc:spChg>
        <pc:spChg chg="add mod ord">
          <ac:chgData name="Abe, Masako" userId="751b17db-5dcf-466a-8eb1-c07897a0cde2" providerId="ADAL" clId="{9F19DFB3-57AB-4A2D-8E5F-B618975823CC}" dt="2026-10-08T01:02:09.819" v="1450" actId="403"/>
          <ac:spMkLst>
            <pc:docMk/>
            <pc:sldMk cId="3158816509" sldId="340"/>
            <ac:spMk id="43" creationId="{9525D113-71F0-317D-F117-1D769CEBC76E}"/>
          </ac:spMkLst>
        </pc:spChg>
        <pc:spChg chg="mod">
          <ac:chgData name="Abe, Masako" userId="751b17db-5dcf-466a-8eb1-c07897a0cde2" providerId="ADAL" clId="{9F19DFB3-57AB-4A2D-8E5F-B618975823CC}" dt="2026-10-08T00:53:33.863" v="1075" actId="1035"/>
          <ac:spMkLst>
            <pc:docMk/>
            <pc:sldMk cId="3158816509" sldId="340"/>
            <ac:spMk id="44" creationId="{0B2D25C3-8DD8-2DF7-EE3B-CBB4A39B0C53}"/>
          </ac:spMkLst>
        </pc:spChg>
        <pc:spChg chg="add mod">
          <ac:chgData name="Abe, Masako" userId="751b17db-5dcf-466a-8eb1-c07897a0cde2" providerId="ADAL" clId="{9F19DFB3-57AB-4A2D-8E5F-B618975823CC}" dt="2026-10-08T00:58:53.055" v="1401" actId="1037"/>
          <ac:spMkLst>
            <pc:docMk/>
            <pc:sldMk cId="3158816509" sldId="340"/>
            <ac:spMk id="47" creationId="{68BC9A11-2E7E-171F-F7F2-AEA89DC735BF}"/>
          </ac:spMkLst>
        </pc:spChg>
        <pc:spChg chg="mod">
          <ac:chgData name="Abe, Masako" userId="751b17db-5dcf-466a-8eb1-c07897a0cde2" providerId="ADAL" clId="{9F19DFB3-57AB-4A2D-8E5F-B618975823CC}" dt="2026-10-08T00:53:33.863" v="1075" actId="1035"/>
          <ac:spMkLst>
            <pc:docMk/>
            <pc:sldMk cId="3158816509" sldId="340"/>
            <ac:spMk id="48" creationId="{347ED342-66E4-B33D-1C63-69A0A3FDD98C}"/>
          </ac:spMkLst>
        </pc:spChg>
        <pc:spChg chg="add mod">
          <ac:chgData name="Abe, Masako" userId="751b17db-5dcf-466a-8eb1-c07897a0cde2" providerId="ADAL" clId="{9F19DFB3-57AB-4A2D-8E5F-B618975823CC}" dt="2026-10-08T00:58:53.055" v="1401" actId="1037"/>
          <ac:spMkLst>
            <pc:docMk/>
            <pc:sldMk cId="3158816509" sldId="340"/>
            <ac:spMk id="51" creationId="{B895BA7B-922A-4B79-B60D-86C5F1DBAF45}"/>
          </ac:spMkLst>
        </pc:spChg>
        <pc:spChg chg="mod">
          <ac:chgData name="Abe, Masako" userId="751b17db-5dcf-466a-8eb1-c07897a0cde2" providerId="ADAL" clId="{9F19DFB3-57AB-4A2D-8E5F-B618975823CC}" dt="2026-10-08T00:53:33.863" v="1075" actId="1035"/>
          <ac:spMkLst>
            <pc:docMk/>
            <pc:sldMk cId="3158816509" sldId="340"/>
            <ac:spMk id="55" creationId="{260C1129-D395-8FBC-DC07-0343BE6C8E40}"/>
          </ac:spMkLst>
        </pc:spChg>
        <pc:spChg chg="mod">
          <ac:chgData name="Abe, Masako" userId="751b17db-5dcf-466a-8eb1-c07897a0cde2" providerId="ADAL" clId="{9F19DFB3-57AB-4A2D-8E5F-B618975823CC}" dt="2026-10-08T00:53:33.863" v="1075" actId="1035"/>
          <ac:spMkLst>
            <pc:docMk/>
            <pc:sldMk cId="3158816509" sldId="340"/>
            <ac:spMk id="59" creationId="{5CB1FB9B-1776-7B2B-AE21-D642AF3812DA}"/>
          </ac:spMkLst>
        </pc:spChg>
        <pc:spChg chg="mod">
          <ac:chgData name="Abe, Masako" userId="751b17db-5dcf-466a-8eb1-c07897a0cde2" providerId="ADAL" clId="{9F19DFB3-57AB-4A2D-8E5F-B618975823CC}" dt="2026-10-08T00:53:33.863" v="1075" actId="1035"/>
          <ac:spMkLst>
            <pc:docMk/>
            <pc:sldMk cId="3158816509" sldId="340"/>
            <ac:spMk id="63" creationId="{0AAAB1CC-4B26-4EB6-8530-90E7A7D633A3}"/>
          </ac:spMkLst>
        </pc:spChg>
        <pc:spChg chg="mod">
          <ac:chgData name="Abe, Masako" userId="751b17db-5dcf-466a-8eb1-c07897a0cde2" providerId="ADAL" clId="{9F19DFB3-57AB-4A2D-8E5F-B618975823CC}" dt="2026-10-08T00:53:33.863" v="1075" actId="1035"/>
          <ac:spMkLst>
            <pc:docMk/>
            <pc:sldMk cId="3158816509" sldId="340"/>
            <ac:spMk id="71" creationId="{C1B4F06E-9AB0-EDA4-5CDD-F090E804606C}"/>
          </ac:spMkLst>
        </pc:spChg>
        <pc:spChg chg="mod">
          <ac:chgData name="Abe, Masako" userId="751b17db-5dcf-466a-8eb1-c07897a0cde2" providerId="ADAL" clId="{9F19DFB3-57AB-4A2D-8E5F-B618975823CC}" dt="2026-10-08T00:56:21.636" v="1233" actId="12788"/>
          <ac:spMkLst>
            <pc:docMk/>
            <pc:sldMk cId="3158816509" sldId="340"/>
            <ac:spMk id="73" creationId="{933B56CE-FB50-636B-933F-0A40F5B0F59F}"/>
          </ac:spMkLst>
        </pc:spChg>
        <pc:spChg chg="mod">
          <ac:chgData name="Abe, Masako" userId="751b17db-5dcf-466a-8eb1-c07897a0cde2" providerId="ADAL" clId="{9F19DFB3-57AB-4A2D-8E5F-B618975823CC}" dt="2026-10-08T00:56:21.636" v="1233" actId="12788"/>
          <ac:spMkLst>
            <pc:docMk/>
            <pc:sldMk cId="3158816509" sldId="340"/>
            <ac:spMk id="75" creationId="{F6980875-4558-E362-F23D-0B9E49FE6EF8}"/>
          </ac:spMkLst>
        </pc:spChg>
        <pc:spChg chg="mod">
          <ac:chgData name="Abe, Masako" userId="751b17db-5dcf-466a-8eb1-c07897a0cde2" providerId="ADAL" clId="{9F19DFB3-57AB-4A2D-8E5F-B618975823CC}" dt="2026-10-08T01:00:24.469" v="1434" actId="1036"/>
          <ac:spMkLst>
            <pc:docMk/>
            <pc:sldMk cId="3158816509" sldId="340"/>
            <ac:spMk id="77" creationId="{D038DA85-02BC-480B-5AC8-8AEE375744F6}"/>
          </ac:spMkLst>
        </pc:spChg>
        <pc:spChg chg="mod">
          <ac:chgData name="Abe, Masako" userId="751b17db-5dcf-466a-8eb1-c07897a0cde2" providerId="ADAL" clId="{9F19DFB3-57AB-4A2D-8E5F-B618975823CC}" dt="2026-10-08T00:58:53.055" v="1401" actId="1037"/>
          <ac:spMkLst>
            <pc:docMk/>
            <pc:sldMk cId="3158816509" sldId="340"/>
            <ac:spMk id="79" creationId="{21EF3DFE-D2C3-5F38-564B-7370F755D231}"/>
          </ac:spMkLst>
        </pc:spChg>
        <pc:graphicFrameChg chg="mod modGraphic">
          <ac:chgData name="Abe, Masako" userId="751b17db-5dcf-466a-8eb1-c07897a0cde2" providerId="ADAL" clId="{9F19DFB3-57AB-4A2D-8E5F-B618975823CC}" dt="2026-10-08T00:53:59.638" v="1090" actId="20577"/>
          <ac:graphicFrameMkLst>
            <pc:docMk/>
            <pc:sldMk cId="3158816509" sldId="340"/>
            <ac:graphicFrameMk id="23" creationId="{4D4E842B-5C88-2840-EE19-19EA0660A3A5}"/>
          </ac:graphicFrameMkLst>
        </pc:graphicFrameChg>
      </pc:sldChg>
    </pc:docChg>
  </pc:docChgLst>
  <pc:docChgLst>
    <pc:chgData name="Sakisaka, Tsubasa" userId="S::tsubasa.sakisaka@accenture.com::bf55ca99-581e-468c-a1e2-e453466880ac" providerId="AD" clId="Web-{70EE96C7-F5D5-BCCB-3D3B-4862AF04199E}"/>
    <pc:docChg chg="modSld">
      <pc:chgData name="Sakisaka, Tsubasa" userId="S::tsubasa.sakisaka@accenture.com::bf55ca99-581e-468c-a1e2-e453466880ac" providerId="AD" clId="Web-{70EE96C7-F5D5-BCCB-3D3B-4862AF04199E}" dt="2026-10-06T03:30:06.567" v="13"/>
      <pc:docMkLst>
        <pc:docMk/>
      </pc:docMkLst>
      <pc:sldChg chg="modSp">
        <pc:chgData name="Sakisaka, Tsubasa" userId="S::tsubasa.sakisaka@accenture.com::bf55ca99-581e-468c-a1e2-e453466880ac" providerId="AD" clId="Web-{70EE96C7-F5D5-BCCB-3D3B-4862AF04199E}" dt="2026-10-06T03:30:06.567" v="13"/>
        <pc:sldMkLst>
          <pc:docMk/>
          <pc:sldMk cId="249918684" sldId="263"/>
        </pc:sldMkLst>
        <pc:graphicFrameChg chg="mod modGraphic">
          <ac:chgData name="Sakisaka, Tsubasa" userId="S::tsubasa.sakisaka@accenture.com::bf55ca99-581e-468c-a1e2-e453466880ac" providerId="AD" clId="Web-{70EE96C7-F5D5-BCCB-3D3B-4862AF04199E}" dt="2026-10-06T03:30:06.567" v="13"/>
          <ac:graphicFrameMkLst>
            <pc:docMk/>
            <pc:sldMk cId="249918684" sldId="263"/>
            <ac:graphicFrameMk id="6" creationId="{64D86CCC-5DF1-4A13-AFCE-E1F50E2E2AB7}"/>
          </ac:graphicFrameMkLst>
        </pc:graphicFrameChg>
      </pc:sldChg>
    </pc:docChg>
  </pc:docChgLst>
  <pc:docChgLst>
    <pc:chgData name="Yamakawa, Rion" userId="S::rion.yamakawa@accenture.com::5623036d-59d7-4fb8-b6b7-e50aa9ebf0c2" providerId="AD" clId="Web-{37BB9201-305C-990E-5F6D-87AD45ABEF8B}"/>
    <pc:docChg chg="sldOrd">
      <pc:chgData name="Yamakawa, Rion" userId="S::rion.yamakawa@accenture.com::5623036d-59d7-4fb8-b6b7-e50aa9ebf0c2" providerId="AD" clId="Web-{37BB9201-305C-990E-5F6D-87AD45ABEF8B}" dt="2026-10-02T09:16:21.786" v="0"/>
      <pc:docMkLst>
        <pc:docMk/>
      </pc:docMkLst>
    </pc:docChg>
  </pc:docChgLst>
  <pc:docChgLst>
    <pc:chgData name="Nakazawa, Masato" userId="S::masato.nakazawa@accenture.com::1233bff8-608b-4080-8826-e11782bff050" providerId="AD" clId="Web-{E044A0FC-C491-C61F-6909-E3E0D79EAF33}"/>
    <pc:docChg chg="modSld">
      <pc:chgData name="Nakazawa, Masato" userId="S::masato.nakazawa@accenture.com::1233bff8-608b-4080-8826-e11782bff050" providerId="AD" clId="Web-{E044A0FC-C491-C61F-6909-E3E0D79EAF33}" dt="2026-10-03T06:09:09.511" v="1" actId="20577"/>
      <pc:docMkLst>
        <pc:docMk/>
      </pc:docMkLst>
      <pc:sldChg chg="modSp">
        <pc:chgData name="Nakazawa, Masato" userId="S::masato.nakazawa@accenture.com::1233bff8-608b-4080-8826-e11782bff050" providerId="AD" clId="Web-{E044A0FC-C491-C61F-6909-E3E0D79EAF33}" dt="2026-10-03T06:09:09.511" v="1" actId="20577"/>
        <pc:sldMkLst>
          <pc:docMk/>
          <pc:sldMk cId="3054513654" sldId="281"/>
        </pc:sldMkLst>
        <pc:spChg chg="mod">
          <ac:chgData name="Nakazawa, Masato" userId="S::masato.nakazawa@accenture.com::1233bff8-608b-4080-8826-e11782bff050" providerId="AD" clId="Web-{E044A0FC-C491-C61F-6909-E3E0D79EAF33}" dt="2026-10-03T06:09:09.511" v="1" actId="20577"/>
          <ac:spMkLst>
            <pc:docMk/>
            <pc:sldMk cId="3054513654" sldId="281"/>
            <ac:spMk id="13" creationId="{983C13E4-AA94-48A1-8349-A705211E48A3}"/>
          </ac:spMkLst>
        </pc:spChg>
      </pc:sldChg>
    </pc:docChg>
  </pc:docChgLst>
  <pc:docChgLst>
    <pc:chgData name="Yamagata, Naohiro" userId="780f429a-15ed-4467-acbb-5d228ed24d5a" providerId="ADAL" clId="{4DF1AF8B-70A7-4D04-8873-02DB8587C761}"/>
    <pc:docChg chg="undo custSel addSld delSld modSld sldOrd delMainMaster modMainMaster modSection">
      <pc:chgData name="Yamagata, Naohiro" userId="780f429a-15ed-4467-acbb-5d228ed24d5a" providerId="ADAL" clId="{4DF1AF8B-70A7-4D04-8873-02DB8587C761}" dt="2026-10-08T03:15:36.038" v="61913" actId="47"/>
      <pc:docMkLst>
        <pc:docMk/>
      </pc:docMkLst>
    </pc:docChg>
  </pc:docChgLst>
  <pc:docChgLst>
    <pc:chgData name="Minowa, Kazuki" userId="9e279e89-7a63-4357-be3c-822acbdbdd91" providerId="ADAL" clId="{F3457195-1AC6-481E-8632-9AC086C06337}"/>
    <pc:docChg chg="undo custSel addSld delSld modSld sldOrd delMainMaster modMainMaster modSection">
      <pc:chgData name="Minowa, Kazuki" userId="9e279e89-7a63-4357-be3c-822acbdbdd91" providerId="ADAL" clId="{F3457195-1AC6-481E-8632-9AC086C06337}" dt="2026-10-01T11:31:27.309" v="944" actId="13926"/>
      <pc:docMkLst>
        <pc:docMk/>
      </pc:docMkLst>
    </pc:docChg>
  </pc:docChgLst>
  <pc:docChgLst>
    <pc:chgData name="Park, Kyung Rok" userId="S::kyung.rok.park@accenture.com::14b32e95-3e1c-41b1-963b-7271d65f245d" providerId="AD" clId="Web-{00000000-0000-0000-0000-000000000000}"/>
    <pc:docChg chg="modSld">
      <pc:chgData name="Park, Kyung Rok" userId="S::kyung.rok.park@accenture.com::14b32e95-3e1c-41b1-963b-7271d65f245d" providerId="AD" clId="Web-{00000000-0000-0000-0000-000000000000}" dt="2026-09-16T08:31:26.493" v="8" actId="20577"/>
      <pc:docMkLst>
        <pc:docMk/>
      </pc:docMkLst>
    </pc:docChg>
  </pc:docChgLst>
  <pc:docChgLst>
    <pc:chgData name="Sakisaka, Tsubasa" userId="S::tsubasa.sakisaka@accenture.com::bf55ca99-581e-468c-a1e2-e453466880ac" providerId="AD" clId="Web-{3D6A6B13-AA12-799C-696F-3DDD08986B23}"/>
    <pc:docChg chg="modSld">
      <pc:chgData name="Sakisaka, Tsubasa" userId="S::tsubasa.sakisaka@accenture.com::bf55ca99-581e-468c-a1e2-e453466880ac" providerId="AD" clId="Web-{3D6A6B13-AA12-799C-696F-3DDD08986B23}" dt="2026-09-15T04:04:25.889" v="14"/>
      <pc:docMkLst>
        <pc:docMk/>
      </pc:docMkLst>
    </pc:docChg>
  </pc:docChgLst>
  <pc:docChgLst>
    <pc:chgData name="Sakisaka, Tsubasa" userId="S::tsubasa.sakisaka@accenture.com::bf55ca99-581e-468c-a1e2-e453466880ac" providerId="AD" clId="Web-{0A9F97DE-01F0-520B-BBB8-C9FD10AEC707}"/>
    <pc:docChg chg="modSld">
      <pc:chgData name="Sakisaka, Tsubasa" userId="S::tsubasa.sakisaka@accenture.com::bf55ca99-581e-468c-a1e2-e453466880ac" providerId="AD" clId="Web-{0A9F97DE-01F0-520B-BBB8-C9FD10AEC707}" dt="2026-09-30T03:19:07.189" v="2"/>
      <pc:docMkLst>
        <pc:docMk/>
      </pc:docMkLst>
      <pc:sldChg chg="addSp delSp modSp">
        <pc:chgData name="Sakisaka, Tsubasa" userId="S::tsubasa.sakisaka@accenture.com::bf55ca99-581e-468c-a1e2-e453466880ac" providerId="AD" clId="Web-{0A9F97DE-01F0-520B-BBB8-C9FD10AEC707}" dt="2026-09-30T03:19:07.189" v="2"/>
        <pc:sldMkLst>
          <pc:docMk/>
          <pc:sldMk cId="249918684" sldId="263"/>
        </pc:sldMkLst>
      </pc:sldChg>
    </pc:docChg>
  </pc:docChgLst>
  <pc:docChgLst>
    <pc:chgData name="Park, Kyung Rok" userId="14b32e95-3e1c-41b1-963b-7271d65f245d" providerId="ADAL" clId="{2483654B-8207-4CF7-BE22-0BFF4AA2B4C0}"/>
    <pc:docChg chg="undo custSel modSld">
      <pc:chgData name="Park, Kyung Rok" userId="14b32e95-3e1c-41b1-963b-7271d65f245d" providerId="ADAL" clId="{2483654B-8207-4CF7-BE22-0BFF4AA2B4C0}" dt="2026-09-30T07:01:57.137" v="308" actId="20577"/>
      <pc:docMkLst>
        <pc:docMk/>
      </pc:docMkLst>
    </pc:docChg>
  </pc:docChgLst>
  <pc:docChgLst>
    <pc:chgData name="Sakisaka, Tsubasa" userId="S::tsubasa.sakisaka@accenture.com::bf55ca99-581e-468c-a1e2-e453466880ac" providerId="AD" clId="Web-{00000000-0000-0000-0000-000000000000}"/>
    <pc:docChg chg="addSld delSld modSld sldOrd modSection">
      <pc:chgData name="Sakisaka, Tsubasa" userId="S::tsubasa.sakisaka@accenture.com::bf55ca99-581e-468c-a1e2-e453466880ac" providerId="AD" clId="Web-{00000000-0000-0000-0000-000000000000}" dt="2026-10-09T00:06:54.734" v="168"/>
      <pc:docMkLst>
        <pc:docMk/>
      </pc:docMkLst>
      <pc:sldChg chg="delSp">
        <pc:chgData name="Sakisaka, Tsubasa" userId="S::tsubasa.sakisaka@accenture.com::bf55ca99-581e-468c-a1e2-e453466880ac" providerId="AD" clId="Web-{00000000-0000-0000-0000-000000000000}" dt="2026-10-09T00:06:54.734" v="168"/>
        <pc:sldMkLst>
          <pc:docMk/>
          <pc:sldMk cId="2968835370" sldId="273"/>
        </pc:sldMkLst>
      </pc:sldChg>
    </pc:docChg>
  </pc:docChgLst>
  <pc:docChgLst>
    <pc:chgData name="Sakisaka, Tsubasa" userId="S::tsubasa.sakisaka@accenture.com::bf55ca99-581e-468c-a1e2-e453466880ac" providerId="AD" clId="Web-{0D71CBCD-FA16-E20E-312E-04872B0F062E}"/>
    <pc:docChg chg="modSld">
      <pc:chgData name="Sakisaka, Tsubasa" userId="S::tsubasa.sakisaka@accenture.com::bf55ca99-581e-468c-a1e2-e453466880ac" providerId="AD" clId="Web-{0D71CBCD-FA16-E20E-312E-04872B0F062E}" dt="2026-09-30T00:54:42.078" v="80" actId="20577"/>
      <pc:docMkLst>
        <pc:docMk/>
      </pc:docMkLst>
      <pc:sldChg chg="modSp">
        <pc:chgData name="Sakisaka, Tsubasa" userId="S::tsubasa.sakisaka@accenture.com::bf55ca99-581e-468c-a1e2-e453466880ac" providerId="AD" clId="Web-{0D71CBCD-FA16-E20E-312E-04872B0F062E}" dt="2026-09-30T00:54:42.078" v="80" actId="20577"/>
        <pc:sldMkLst>
          <pc:docMk/>
          <pc:sldMk cId="249918684" sldId="263"/>
        </pc:sldMkLst>
        <pc:spChg chg="mod">
          <ac:chgData name="Sakisaka, Tsubasa" userId="S::tsubasa.sakisaka@accenture.com::bf55ca99-581e-468c-a1e2-e453466880ac" providerId="AD" clId="Web-{0D71CBCD-FA16-E20E-312E-04872B0F062E}" dt="2026-09-30T00:54:42.078" v="80" actId="20577"/>
          <ac:spMkLst>
            <pc:docMk/>
            <pc:sldMk cId="249918684" sldId="263"/>
            <ac:spMk id="5" creationId="{17524AC3-088B-C049-A14A-8E2B1D55A119}"/>
          </ac:spMkLst>
        </pc:spChg>
        <pc:spChg chg="mod">
          <ac:chgData name="Sakisaka, Tsubasa" userId="S::tsubasa.sakisaka@accenture.com::bf55ca99-581e-468c-a1e2-e453466880ac" providerId="AD" clId="Web-{0D71CBCD-FA16-E20E-312E-04872B0F062E}" dt="2026-09-30T00:54:34.969" v="76" actId="20577"/>
          <ac:spMkLst>
            <pc:docMk/>
            <pc:sldMk cId="249918684" sldId="263"/>
            <ac:spMk id="7" creationId="{07BA68C0-937C-6105-2E58-ADE4BFD1A3A8}"/>
          </ac:spMkLst>
        </pc:spChg>
      </pc:sldChg>
    </pc:docChg>
  </pc:docChgLst>
  <pc:docChgLst>
    <pc:chgData name="Sakisaka, Tsubasa" userId="S::tsubasa.sakisaka@accenture.com::bf55ca99-581e-468c-a1e2-e453466880ac" providerId="AD" clId="Web-{5136C78C-007E-870A-1F49-C1C84545A002}"/>
    <pc:docChg chg="modSld">
      <pc:chgData name="Sakisaka, Tsubasa" userId="S::tsubasa.sakisaka@accenture.com::bf55ca99-581e-468c-a1e2-e453466880ac" providerId="AD" clId="Web-{5136C78C-007E-870A-1F49-C1C84545A002}" dt="2026-10-02T01:31:12.859" v="4" actId="20577"/>
      <pc:docMkLst>
        <pc:docMk/>
      </pc:docMkLst>
    </pc:docChg>
  </pc:docChgLst>
  <pc:docChgLst>
    <pc:chgData name="Kurokawa, Hanae" userId="S::hanae.kurokawa@accenture.com::396a447f-a51c-4cf9-8f28-aa835a4fdd63" providerId="AD" clId="Web-{FCE283FF-3A7D-CFA1-DD8D-1D6C7F186402}"/>
    <pc:docChg chg="addSld delSld modSection">
      <pc:chgData name="Kurokawa, Hanae" userId="S::hanae.kurokawa@accenture.com::396a447f-a51c-4cf9-8f28-aa835a4fdd63" providerId="AD" clId="Web-{FCE283FF-3A7D-CFA1-DD8D-1D6C7F186402}" dt="2026-09-15T12:43:36.327" v="3"/>
      <pc:docMkLst>
        <pc:docMk/>
      </pc:docMkLst>
    </pc:docChg>
  </pc:docChgLst>
  <pc:docChgLst>
    <pc:chgData name="Sakisaka, Tsubasa" userId="bf55ca99-581e-468c-a1e2-e453466880ac" providerId="ADAL" clId="{5DA2BBDB-1161-479F-95F1-AA76D2FBB761}"/>
    <pc:docChg chg="undo redo custSel addSld delSld modSld sldOrd addMainMaster delMainMaster modMainMaster addSection delSection modSection">
      <pc:chgData name="Sakisaka, Tsubasa" userId="bf55ca99-581e-468c-a1e2-e453466880ac" providerId="ADAL" clId="{5DA2BBDB-1161-479F-95F1-AA76D2FBB761}" dt="2026-10-09T00:01:54.936" v="5493" actId="2696"/>
      <pc:docMkLst>
        <pc:docMk/>
      </pc:docMkLst>
      <pc:sldChg chg="addSp add mod">
        <pc:chgData name="Sakisaka, Tsubasa" userId="bf55ca99-581e-468c-a1e2-e453466880ac" providerId="ADAL" clId="{5DA2BBDB-1161-479F-95F1-AA76D2FBB761}" dt="2026-10-07T06:37:03.476" v="5351" actId="22"/>
        <pc:sldMkLst>
          <pc:docMk/>
          <pc:sldMk cId="705021952" sldId="256"/>
        </pc:sldMkLst>
        <pc:spChg chg="add">
          <ac:chgData name="Sakisaka, Tsubasa" userId="bf55ca99-581e-468c-a1e2-e453466880ac" providerId="ADAL" clId="{5DA2BBDB-1161-479F-95F1-AA76D2FBB761}" dt="2026-10-07T06:37:03.476" v="5351" actId="22"/>
          <ac:spMkLst>
            <pc:docMk/>
            <pc:sldMk cId="705021952" sldId="256"/>
            <ac:spMk id="19" creationId="{ADFFA412-BE30-888E-27F2-16AEB726A3B2}"/>
          </ac:spMkLst>
        </pc:spChg>
      </pc:sldChg>
      <pc:sldChg chg="addSp add mod">
        <pc:chgData name="Sakisaka, Tsubasa" userId="bf55ca99-581e-468c-a1e2-e453466880ac" providerId="ADAL" clId="{5DA2BBDB-1161-479F-95F1-AA76D2FBB761}" dt="2026-10-07T06:37:05.588" v="5353" actId="22"/>
        <pc:sldMkLst>
          <pc:docMk/>
          <pc:sldMk cId="1212331430" sldId="258"/>
        </pc:sldMkLst>
        <pc:spChg chg="add">
          <ac:chgData name="Sakisaka, Tsubasa" userId="bf55ca99-581e-468c-a1e2-e453466880ac" providerId="ADAL" clId="{5DA2BBDB-1161-479F-95F1-AA76D2FBB761}" dt="2026-10-07T06:37:05.588" v="5353" actId="22"/>
          <ac:spMkLst>
            <pc:docMk/>
            <pc:sldMk cId="1212331430" sldId="258"/>
            <ac:spMk id="9" creationId="{F967E61B-39CF-222B-5CD3-FAD56F47FC98}"/>
          </ac:spMkLst>
        </pc:spChg>
      </pc:sldChg>
      <pc:sldChg chg="addSp add mod">
        <pc:chgData name="Sakisaka, Tsubasa" userId="bf55ca99-581e-468c-a1e2-e453466880ac" providerId="ADAL" clId="{5DA2BBDB-1161-479F-95F1-AA76D2FBB761}" dt="2026-10-07T06:37:10.291" v="5358" actId="22"/>
        <pc:sldMkLst>
          <pc:docMk/>
          <pc:sldMk cId="4260220668" sldId="262"/>
        </pc:sldMkLst>
        <pc:spChg chg="add">
          <ac:chgData name="Sakisaka, Tsubasa" userId="bf55ca99-581e-468c-a1e2-e453466880ac" providerId="ADAL" clId="{5DA2BBDB-1161-479F-95F1-AA76D2FBB761}" dt="2026-10-07T06:37:10.291" v="5358" actId="22"/>
          <ac:spMkLst>
            <pc:docMk/>
            <pc:sldMk cId="4260220668" sldId="262"/>
            <ac:spMk id="6" creationId="{366974CA-F424-F97B-4032-7DEFF76E8E3B}"/>
          </ac:spMkLst>
        </pc:spChg>
      </pc:sldChg>
      <pc:sldChg chg="addSp delSp modSp mod">
        <pc:chgData name="Sakisaka, Tsubasa" userId="bf55ca99-581e-468c-a1e2-e453466880ac" providerId="ADAL" clId="{5DA2BBDB-1161-479F-95F1-AA76D2FBB761}" dt="2026-10-07T08:35:41.504" v="5413" actId="20577"/>
        <pc:sldMkLst>
          <pc:docMk/>
          <pc:sldMk cId="249918684" sldId="263"/>
        </pc:sldMkLst>
        <pc:spChg chg="mod">
          <ac:chgData name="Sakisaka, Tsubasa" userId="bf55ca99-581e-468c-a1e2-e453466880ac" providerId="ADAL" clId="{5DA2BBDB-1161-479F-95F1-AA76D2FBB761}" dt="2026-10-07T08:35:41.504" v="5413" actId="20577"/>
          <ac:spMkLst>
            <pc:docMk/>
            <pc:sldMk cId="249918684" sldId="263"/>
            <ac:spMk id="5" creationId="{17524AC3-088B-C049-A14A-8E2B1D55A119}"/>
          </ac:spMkLst>
        </pc:spChg>
        <pc:spChg chg="mod">
          <ac:chgData name="Sakisaka, Tsubasa" userId="bf55ca99-581e-468c-a1e2-e453466880ac" providerId="ADAL" clId="{5DA2BBDB-1161-479F-95F1-AA76D2FBB761}" dt="2026-10-07T08:35:36.776" v="5409" actId="20577"/>
          <ac:spMkLst>
            <pc:docMk/>
            <pc:sldMk cId="249918684" sldId="263"/>
            <ac:spMk id="7" creationId="{07BA68C0-937C-6105-2E58-ADE4BFD1A3A8}"/>
          </ac:spMkLst>
        </pc:spChg>
        <pc:spChg chg="add">
          <ac:chgData name="Sakisaka, Tsubasa" userId="bf55ca99-581e-468c-a1e2-e453466880ac" providerId="ADAL" clId="{5DA2BBDB-1161-479F-95F1-AA76D2FBB761}" dt="2026-10-05T02:47:44.165" v="4413" actId="22"/>
          <ac:spMkLst>
            <pc:docMk/>
            <pc:sldMk cId="249918684" sldId="263"/>
            <ac:spMk id="8" creationId="{E53A86DB-740C-4CE3-CF45-CBB6A24DE0BA}"/>
          </ac:spMkLst>
        </pc:spChg>
        <pc:graphicFrameChg chg="mod modGraphic">
          <ac:chgData name="Sakisaka, Tsubasa" userId="bf55ca99-581e-468c-a1e2-e453466880ac" providerId="ADAL" clId="{5DA2BBDB-1161-479F-95F1-AA76D2FBB761}" dt="2026-10-06T03:53:08.069" v="4983" actId="948"/>
          <ac:graphicFrameMkLst>
            <pc:docMk/>
            <pc:sldMk cId="249918684" sldId="263"/>
            <ac:graphicFrameMk id="6" creationId="{64D86CCC-5DF1-4A13-AFCE-E1F50E2E2AB7}"/>
          </ac:graphicFrameMkLst>
        </pc:graphicFrameChg>
        <pc:graphicFrameChg chg="add mod">
          <ac:chgData name="Sakisaka, Tsubasa" userId="bf55ca99-581e-468c-a1e2-e453466880ac" providerId="ADAL" clId="{5DA2BBDB-1161-479F-95F1-AA76D2FBB761}" dt="2026-10-06T03:51:30.394" v="4962"/>
          <ac:graphicFrameMkLst>
            <pc:docMk/>
            <pc:sldMk cId="249918684" sldId="263"/>
            <ac:graphicFrameMk id="10" creationId="{252B74D6-4C96-8350-F081-A3F74E13E646}"/>
          </ac:graphicFrameMkLst>
        </pc:graphicFrameChg>
      </pc:sldChg>
      <pc:sldChg chg="modSp add mod">
        <pc:chgData name="Sakisaka, Tsubasa" userId="bf55ca99-581e-468c-a1e2-e453466880ac" providerId="ADAL" clId="{5DA2BBDB-1161-479F-95F1-AA76D2FBB761}" dt="2026-10-09T00:00:14.862" v="5430" actId="20577"/>
        <pc:sldMkLst>
          <pc:docMk/>
          <pc:sldMk cId="156796744" sldId="264"/>
        </pc:sldMkLst>
        <pc:spChg chg="mod">
          <ac:chgData name="Sakisaka, Tsubasa" userId="bf55ca99-581e-468c-a1e2-e453466880ac" providerId="ADAL" clId="{5DA2BBDB-1161-479F-95F1-AA76D2FBB761}" dt="2026-10-09T00:00:14.862" v="5430" actId="20577"/>
          <ac:spMkLst>
            <pc:docMk/>
            <pc:sldMk cId="156796744" sldId="264"/>
            <ac:spMk id="6" creationId="{CB73C7C7-5DE4-25B9-E37A-4419A1201A23}"/>
          </ac:spMkLst>
        </pc:spChg>
      </pc:sldChg>
      <pc:sldChg chg="addSp add mod">
        <pc:chgData name="Sakisaka, Tsubasa" userId="bf55ca99-581e-468c-a1e2-e453466880ac" providerId="ADAL" clId="{5DA2BBDB-1161-479F-95F1-AA76D2FBB761}" dt="2026-10-07T06:37:21.150" v="5367" actId="22"/>
        <pc:sldMkLst>
          <pc:docMk/>
          <pc:sldMk cId="2740659215" sldId="265"/>
        </pc:sldMkLst>
        <pc:spChg chg="add">
          <ac:chgData name="Sakisaka, Tsubasa" userId="bf55ca99-581e-468c-a1e2-e453466880ac" providerId="ADAL" clId="{5DA2BBDB-1161-479F-95F1-AA76D2FBB761}" dt="2026-10-07T06:37:21.150" v="5367" actId="22"/>
          <ac:spMkLst>
            <pc:docMk/>
            <pc:sldMk cId="2740659215" sldId="265"/>
            <ac:spMk id="7" creationId="{A625FD3D-0A90-790E-08E2-735131BEB151}"/>
          </ac:spMkLst>
        </pc:spChg>
      </pc:sldChg>
      <pc:sldChg chg="addSp add mod">
        <pc:chgData name="Sakisaka, Tsubasa" userId="bf55ca99-581e-468c-a1e2-e453466880ac" providerId="ADAL" clId="{5DA2BBDB-1161-479F-95F1-AA76D2FBB761}" dt="2026-10-07T06:37:21.999" v="5368" actId="22"/>
        <pc:sldMkLst>
          <pc:docMk/>
          <pc:sldMk cId="2783903334" sldId="266"/>
        </pc:sldMkLst>
        <pc:spChg chg="add">
          <ac:chgData name="Sakisaka, Tsubasa" userId="bf55ca99-581e-468c-a1e2-e453466880ac" providerId="ADAL" clId="{5DA2BBDB-1161-479F-95F1-AA76D2FBB761}" dt="2026-10-07T06:37:21.999" v="5368" actId="22"/>
          <ac:spMkLst>
            <pc:docMk/>
            <pc:sldMk cId="2783903334" sldId="266"/>
            <ac:spMk id="5" creationId="{382A5A05-CF4B-0E28-B36A-BC43EEEC8A09}"/>
          </ac:spMkLst>
        </pc:spChg>
      </pc:sldChg>
      <pc:sldChg chg="modSp add mod">
        <pc:chgData name="Sakisaka, Tsubasa" userId="bf55ca99-581e-468c-a1e2-e453466880ac" providerId="ADAL" clId="{5DA2BBDB-1161-479F-95F1-AA76D2FBB761}" dt="2026-10-09T00:01:06.453" v="5461" actId="20577"/>
        <pc:sldMkLst>
          <pc:docMk/>
          <pc:sldMk cId="1469403352" sldId="267"/>
        </pc:sldMkLst>
        <pc:spChg chg="mod">
          <ac:chgData name="Sakisaka, Tsubasa" userId="bf55ca99-581e-468c-a1e2-e453466880ac" providerId="ADAL" clId="{5DA2BBDB-1161-479F-95F1-AA76D2FBB761}" dt="2026-10-09T00:01:06.453" v="5461" actId="20577"/>
          <ac:spMkLst>
            <pc:docMk/>
            <pc:sldMk cId="1469403352" sldId="267"/>
            <ac:spMk id="6" creationId="{F0362052-4A07-4322-45D5-4CF8A0306FCB}"/>
          </ac:spMkLst>
        </pc:spChg>
      </pc:sldChg>
      <pc:sldChg chg="modSp add mod">
        <pc:chgData name="Sakisaka, Tsubasa" userId="bf55ca99-581e-468c-a1e2-e453466880ac" providerId="ADAL" clId="{5DA2BBDB-1161-479F-95F1-AA76D2FBB761}" dt="2026-10-09T00:00:58.886" v="5457" actId="20577"/>
        <pc:sldMkLst>
          <pc:docMk/>
          <pc:sldMk cId="4206761925" sldId="269"/>
        </pc:sldMkLst>
        <pc:spChg chg="mod">
          <ac:chgData name="Sakisaka, Tsubasa" userId="bf55ca99-581e-468c-a1e2-e453466880ac" providerId="ADAL" clId="{5DA2BBDB-1161-479F-95F1-AA76D2FBB761}" dt="2026-10-09T00:00:58.886" v="5457" actId="20577"/>
          <ac:spMkLst>
            <pc:docMk/>
            <pc:sldMk cId="4206761925" sldId="269"/>
            <ac:spMk id="6" creationId="{0C3137E1-437D-9D83-02E7-F3A849DE45CA}"/>
          </ac:spMkLst>
        </pc:spChg>
      </pc:sldChg>
      <pc:sldChg chg="modSp add mod">
        <pc:chgData name="Sakisaka, Tsubasa" userId="bf55ca99-581e-468c-a1e2-e453466880ac" providerId="ADAL" clId="{5DA2BBDB-1161-479F-95F1-AA76D2FBB761}" dt="2026-10-09T00:01:26.005" v="5471" actId="20577"/>
        <pc:sldMkLst>
          <pc:docMk/>
          <pc:sldMk cId="2422798788" sldId="270"/>
        </pc:sldMkLst>
        <pc:spChg chg="mod">
          <ac:chgData name="Sakisaka, Tsubasa" userId="bf55ca99-581e-468c-a1e2-e453466880ac" providerId="ADAL" clId="{5DA2BBDB-1161-479F-95F1-AA76D2FBB761}" dt="2026-10-09T00:01:26.005" v="5471" actId="20577"/>
          <ac:spMkLst>
            <pc:docMk/>
            <pc:sldMk cId="2422798788" sldId="270"/>
            <ac:spMk id="6" creationId="{FCFD0412-D475-BC0E-A9A2-74EAB62209DE}"/>
          </ac:spMkLst>
        </pc:spChg>
      </pc:sldChg>
      <pc:sldChg chg="addSp add mod">
        <pc:chgData name="Sakisaka, Tsubasa" userId="bf55ca99-581e-468c-a1e2-e453466880ac" providerId="ADAL" clId="{5DA2BBDB-1161-479F-95F1-AA76D2FBB761}" dt="2026-10-07T06:37:09.273" v="5357" actId="22"/>
        <pc:sldMkLst>
          <pc:docMk/>
          <pc:sldMk cId="759423103" sldId="271"/>
        </pc:sldMkLst>
        <pc:spChg chg="add">
          <ac:chgData name="Sakisaka, Tsubasa" userId="bf55ca99-581e-468c-a1e2-e453466880ac" providerId="ADAL" clId="{5DA2BBDB-1161-479F-95F1-AA76D2FBB761}" dt="2026-10-07T06:37:09.273" v="5357" actId="22"/>
          <ac:spMkLst>
            <pc:docMk/>
            <pc:sldMk cId="759423103" sldId="271"/>
            <ac:spMk id="5" creationId="{25861338-B1CE-63E5-0F32-1237460DC0BD}"/>
          </ac:spMkLst>
        </pc:spChg>
      </pc:sldChg>
      <pc:sldChg chg="modSp add mod">
        <pc:chgData name="Sakisaka, Tsubasa" userId="bf55ca99-581e-468c-a1e2-e453466880ac" providerId="ADAL" clId="{5DA2BBDB-1161-479F-95F1-AA76D2FBB761}" dt="2026-10-09T00:01:35.037" v="5479" actId="20577"/>
        <pc:sldMkLst>
          <pc:docMk/>
          <pc:sldMk cId="2157971844" sldId="272"/>
        </pc:sldMkLst>
        <pc:spChg chg="mod">
          <ac:chgData name="Sakisaka, Tsubasa" userId="bf55ca99-581e-468c-a1e2-e453466880ac" providerId="ADAL" clId="{5DA2BBDB-1161-479F-95F1-AA76D2FBB761}" dt="2026-10-09T00:01:35.037" v="5479" actId="20577"/>
          <ac:spMkLst>
            <pc:docMk/>
            <pc:sldMk cId="2157971844" sldId="272"/>
            <ac:spMk id="6" creationId="{C5640EA2-B531-3077-4F04-B6E1103F0273}"/>
          </ac:spMkLst>
        </pc:spChg>
      </pc:sldChg>
      <pc:sldChg chg="modSp add mod">
        <pc:chgData name="Sakisaka, Tsubasa" userId="bf55ca99-581e-468c-a1e2-e453466880ac" providerId="ADAL" clId="{5DA2BBDB-1161-479F-95F1-AA76D2FBB761}" dt="2026-10-09T00:01:48.065" v="5492" actId="20577"/>
        <pc:sldMkLst>
          <pc:docMk/>
          <pc:sldMk cId="2968835370" sldId="273"/>
        </pc:sldMkLst>
        <pc:spChg chg="mod">
          <ac:chgData name="Sakisaka, Tsubasa" userId="bf55ca99-581e-468c-a1e2-e453466880ac" providerId="ADAL" clId="{5DA2BBDB-1161-479F-95F1-AA76D2FBB761}" dt="2026-10-09T00:01:48.065" v="5492" actId="20577"/>
          <ac:spMkLst>
            <pc:docMk/>
            <pc:sldMk cId="2968835370" sldId="273"/>
            <ac:spMk id="4" creationId="{0F9D5437-F140-15AC-1609-48303C937A97}"/>
          </ac:spMkLst>
        </pc:spChg>
      </pc:sldChg>
      <pc:sldChg chg="addSp add mod">
        <pc:chgData name="Sakisaka, Tsubasa" userId="bf55ca99-581e-468c-a1e2-e453466880ac" providerId="ADAL" clId="{5DA2BBDB-1161-479F-95F1-AA76D2FBB761}" dt="2026-10-07T06:37:22.952" v="5369" actId="22"/>
        <pc:sldMkLst>
          <pc:docMk/>
          <pc:sldMk cId="3934202888" sldId="287"/>
        </pc:sldMkLst>
        <pc:spChg chg="add">
          <ac:chgData name="Sakisaka, Tsubasa" userId="bf55ca99-581e-468c-a1e2-e453466880ac" providerId="ADAL" clId="{5DA2BBDB-1161-479F-95F1-AA76D2FBB761}" dt="2026-10-07T06:37:22.952" v="5369" actId="22"/>
          <ac:spMkLst>
            <pc:docMk/>
            <pc:sldMk cId="3934202888" sldId="287"/>
            <ac:spMk id="5" creationId="{E1F003FB-BB42-92CF-6DCC-DF5C2433936F}"/>
          </ac:spMkLst>
        </pc:spChg>
      </pc:sldChg>
      <pc:sldChg chg="addSp modSp mod">
        <pc:chgData name="Sakisaka, Tsubasa" userId="bf55ca99-581e-468c-a1e2-e453466880ac" providerId="ADAL" clId="{5DA2BBDB-1161-479F-95F1-AA76D2FBB761}" dt="2026-10-07T07:14:09.708" v="5374" actId="313"/>
        <pc:sldMkLst>
          <pc:docMk/>
          <pc:sldMk cId="618754793" sldId="288"/>
        </pc:sldMkLst>
        <pc:spChg chg="add mod">
          <ac:chgData name="Sakisaka, Tsubasa" userId="bf55ca99-581e-468c-a1e2-e453466880ac" providerId="ADAL" clId="{5DA2BBDB-1161-479F-95F1-AA76D2FBB761}" dt="2026-10-07T07:14:09.708" v="5374" actId="313"/>
          <ac:spMkLst>
            <pc:docMk/>
            <pc:sldMk cId="618754793" sldId="288"/>
            <ac:spMk id="4" creationId="{626E213B-4D07-CCBD-DA2D-7959CFD18C5E}"/>
          </ac:spMkLst>
        </pc:spChg>
      </pc:sldChg>
      <pc:sldChg chg="addSp add mod">
        <pc:chgData name="Sakisaka, Tsubasa" userId="bf55ca99-581e-468c-a1e2-e453466880ac" providerId="ADAL" clId="{5DA2BBDB-1161-479F-95F1-AA76D2FBB761}" dt="2026-10-07T06:36:56.617" v="5346" actId="22"/>
        <pc:sldMkLst>
          <pc:docMk/>
          <pc:sldMk cId="85808576" sldId="311"/>
        </pc:sldMkLst>
        <pc:spChg chg="add">
          <ac:chgData name="Sakisaka, Tsubasa" userId="bf55ca99-581e-468c-a1e2-e453466880ac" providerId="ADAL" clId="{5DA2BBDB-1161-479F-95F1-AA76D2FBB761}" dt="2026-10-07T06:36:56.617" v="5346" actId="22"/>
          <ac:spMkLst>
            <pc:docMk/>
            <pc:sldMk cId="85808576" sldId="311"/>
            <ac:spMk id="10" creationId="{A4113EA5-7059-79D6-A51C-97BF7907B30B}"/>
          </ac:spMkLst>
        </pc:spChg>
      </pc:sldChg>
      <pc:sldChg chg="addSp modSp mod">
        <pc:chgData name="Sakisaka, Tsubasa" userId="bf55ca99-581e-468c-a1e2-e453466880ac" providerId="ADAL" clId="{5DA2BBDB-1161-479F-95F1-AA76D2FBB761}" dt="2026-10-07T07:14:10.685" v="5375" actId="313"/>
        <pc:sldMkLst>
          <pc:docMk/>
          <pc:sldMk cId="521813088" sldId="313"/>
        </pc:sldMkLst>
        <pc:spChg chg="add mod">
          <ac:chgData name="Sakisaka, Tsubasa" userId="bf55ca99-581e-468c-a1e2-e453466880ac" providerId="ADAL" clId="{5DA2BBDB-1161-479F-95F1-AA76D2FBB761}" dt="2026-10-07T07:14:10.685" v="5375" actId="313"/>
          <ac:spMkLst>
            <pc:docMk/>
            <pc:sldMk cId="521813088" sldId="313"/>
            <ac:spMk id="48" creationId="{955435D9-25F4-D4D4-EFC9-6AE4EF271FB6}"/>
          </ac:spMkLst>
        </pc:spChg>
      </pc:sldChg>
      <pc:sldChg chg="addSp modSp mod">
        <pc:chgData name="Sakisaka, Tsubasa" userId="bf55ca99-581e-468c-a1e2-e453466880ac" providerId="ADAL" clId="{5DA2BBDB-1161-479F-95F1-AA76D2FBB761}" dt="2026-10-07T07:14:11.479" v="5376" actId="313"/>
        <pc:sldMkLst>
          <pc:docMk/>
          <pc:sldMk cId="1181792011" sldId="321"/>
        </pc:sldMkLst>
        <pc:spChg chg="add mod">
          <ac:chgData name="Sakisaka, Tsubasa" userId="bf55ca99-581e-468c-a1e2-e453466880ac" providerId="ADAL" clId="{5DA2BBDB-1161-479F-95F1-AA76D2FBB761}" dt="2026-10-07T07:14:11.479" v="5376" actId="313"/>
          <ac:spMkLst>
            <pc:docMk/>
            <pc:sldMk cId="1181792011" sldId="321"/>
            <ac:spMk id="5" creationId="{2D267DC3-372D-5E17-4D08-AE77DD812FE8}"/>
          </ac:spMkLst>
        </pc:spChg>
      </pc:sldChg>
      <pc:sldChg chg="addSp modSp mod">
        <pc:chgData name="Sakisaka, Tsubasa" userId="bf55ca99-581e-468c-a1e2-e453466880ac" providerId="ADAL" clId="{5DA2BBDB-1161-479F-95F1-AA76D2FBB761}" dt="2026-10-07T07:14:12.273" v="5377" actId="313"/>
        <pc:sldMkLst>
          <pc:docMk/>
          <pc:sldMk cId="1786634306" sldId="322"/>
        </pc:sldMkLst>
        <pc:spChg chg="add mod">
          <ac:chgData name="Sakisaka, Tsubasa" userId="bf55ca99-581e-468c-a1e2-e453466880ac" providerId="ADAL" clId="{5DA2BBDB-1161-479F-95F1-AA76D2FBB761}" dt="2026-10-07T07:14:12.273" v="5377" actId="313"/>
          <ac:spMkLst>
            <pc:docMk/>
            <pc:sldMk cId="1786634306" sldId="322"/>
            <ac:spMk id="6" creationId="{9F2FA3C9-4721-08FF-AC5C-3329264A42D9}"/>
          </ac:spMkLst>
        </pc:spChg>
      </pc:sldChg>
      <pc:sldChg chg="addSp modSp add mod">
        <pc:chgData name="Sakisaka, Tsubasa" userId="bf55ca99-581e-468c-a1e2-e453466880ac" providerId="ADAL" clId="{5DA2BBDB-1161-479F-95F1-AA76D2FBB761}" dt="2026-10-07T07:14:15.552" v="5382" actId="313"/>
        <pc:sldMkLst>
          <pc:docMk/>
          <pc:sldMk cId="2565256832" sldId="323"/>
        </pc:sldMkLst>
        <pc:spChg chg="add mod">
          <ac:chgData name="Sakisaka, Tsubasa" userId="bf55ca99-581e-468c-a1e2-e453466880ac" providerId="ADAL" clId="{5DA2BBDB-1161-479F-95F1-AA76D2FBB761}" dt="2026-10-07T07:14:15.552" v="5382" actId="313"/>
          <ac:spMkLst>
            <pc:docMk/>
            <pc:sldMk cId="2565256832" sldId="323"/>
            <ac:spMk id="4" creationId="{BB834119-EDD4-BB55-4991-EFCBDEB3E855}"/>
          </ac:spMkLst>
        </pc:spChg>
      </pc:sldChg>
      <pc:sldChg chg="addSp modSp add mod">
        <pc:chgData name="Sakisaka, Tsubasa" userId="bf55ca99-581e-468c-a1e2-e453466880ac" providerId="ADAL" clId="{5DA2BBDB-1161-479F-95F1-AA76D2FBB761}" dt="2026-10-07T07:14:16.308" v="5383" actId="313"/>
        <pc:sldMkLst>
          <pc:docMk/>
          <pc:sldMk cId="4005290075" sldId="324"/>
        </pc:sldMkLst>
        <pc:spChg chg="add mod">
          <ac:chgData name="Sakisaka, Tsubasa" userId="bf55ca99-581e-468c-a1e2-e453466880ac" providerId="ADAL" clId="{5DA2BBDB-1161-479F-95F1-AA76D2FBB761}" dt="2026-10-07T07:14:16.308" v="5383" actId="313"/>
          <ac:spMkLst>
            <pc:docMk/>
            <pc:sldMk cId="4005290075" sldId="324"/>
            <ac:spMk id="5" creationId="{1CD84DD1-8DDF-0F32-7E36-3AB0771B23CC}"/>
          </ac:spMkLst>
        </pc:spChg>
      </pc:sldChg>
      <pc:sldChg chg="addSp modSp add mod">
        <pc:chgData name="Sakisaka, Tsubasa" userId="bf55ca99-581e-468c-a1e2-e453466880ac" providerId="ADAL" clId="{5DA2BBDB-1161-479F-95F1-AA76D2FBB761}" dt="2026-10-07T07:14:17.863" v="5384" actId="313"/>
        <pc:sldMkLst>
          <pc:docMk/>
          <pc:sldMk cId="744001562" sldId="325"/>
        </pc:sldMkLst>
        <pc:spChg chg="add mod">
          <ac:chgData name="Sakisaka, Tsubasa" userId="bf55ca99-581e-468c-a1e2-e453466880ac" providerId="ADAL" clId="{5DA2BBDB-1161-479F-95F1-AA76D2FBB761}" dt="2026-10-07T07:14:17.863" v="5384" actId="313"/>
          <ac:spMkLst>
            <pc:docMk/>
            <pc:sldMk cId="744001562" sldId="325"/>
            <ac:spMk id="5" creationId="{6BA1082E-EDA9-BC52-128A-90D420C4B183}"/>
          </ac:spMkLst>
        </pc:spChg>
      </pc:sldChg>
      <pc:sldChg chg="addSp modSp add mod">
        <pc:chgData name="Sakisaka, Tsubasa" userId="bf55ca99-581e-468c-a1e2-e453466880ac" providerId="ADAL" clId="{5DA2BBDB-1161-479F-95F1-AA76D2FBB761}" dt="2026-10-07T07:14:18.872" v="5385" actId="313"/>
        <pc:sldMkLst>
          <pc:docMk/>
          <pc:sldMk cId="1430115578" sldId="326"/>
        </pc:sldMkLst>
        <pc:spChg chg="add mod">
          <ac:chgData name="Sakisaka, Tsubasa" userId="bf55ca99-581e-468c-a1e2-e453466880ac" providerId="ADAL" clId="{5DA2BBDB-1161-479F-95F1-AA76D2FBB761}" dt="2026-10-07T07:14:18.872" v="5385" actId="313"/>
          <ac:spMkLst>
            <pc:docMk/>
            <pc:sldMk cId="1430115578" sldId="326"/>
            <ac:spMk id="5" creationId="{9B888EB5-8DC2-FA8F-3ADE-D571F63FBED9}"/>
          </ac:spMkLst>
        </pc:spChg>
      </pc:sldChg>
      <pc:sldChg chg="addSp modSp add mod">
        <pc:chgData name="Sakisaka, Tsubasa" userId="bf55ca99-581e-468c-a1e2-e453466880ac" providerId="ADAL" clId="{5DA2BBDB-1161-479F-95F1-AA76D2FBB761}" dt="2026-10-07T07:14:20.050" v="5386" actId="313"/>
        <pc:sldMkLst>
          <pc:docMk/>
          <pc:sldMk cId="2174778925" sldId="327"/>
        </pc:sldMkLst>
        <pc:spChg chg="add mod">
          <ac:chgData name="Sakisaka, Tsubasa" userId="bf55ca99-581e-468c-a1e2-e453466880ac" providerId="ADAL" clId="{5DA2BBDB-1161-479F-95F1-AA76D2FBB761}" dt="2026-10-07T07:14:20.050" v="5386" actId="313"/>
          <ac:spMkLst>
            <pc:docMk/>
            <pc:sldMk cId="2174778925" sldId="327"/>
            <ac:spMk id="8" creationId="{12FCBA0D-56B0-782C-19E3-EC75B0F7BE5B}"/>
          </ac:spMkLst>
        </pc:spChg>
      </pc:sldChg>
      <pc:sldChg chg="addSp modSp add mod">
        <pc:chgData name="Sakisaka, Tsubasa" userId="bf55ca99-581e-468c-a1e2-e453466880ac" providerId="ADAL" clId="{5DA2BBDB-1161-479F-95F1-AA76D2FBB761}" dt="2026-10-07T07:14:20.846" v="5387" actId="313"/>
        <pc:sldMkLst>
          <pc:docMk/>
          <pc:sldMk cId="2275020343" sldId="328"/>
        </pc:sldMkLst>
        <pc:spChg chg="add mod">
          <ac:chgData name="Sakisaka, Tsubasa" userId="bf55ca99-581e-468c-a1e2-e453466880ac" providerId="ADAL" clId="{5DA2BBDB-1161-479F-95F1-AA76D2FBB761}" dt="2026-10-07T07:14:20.846" v="5387" actId="313"/>
          <ac:spMkLst>
            <pc:docMk/>
            <pc:sldMk cId="2275020343" sldId="328"/>
            <ac:spMk id="6" creationId="{07B6C4D9-D700-D0B7-D433-81D7C6A313B7}"/>
          </ac:spMkLst>
        </pc:spChg>
      </pc:sldChg>
      <pc:sldChg chg="addSp modSp add mod">
        <pc:chgData name="Sakisaka, Tsubasa" userId="bf55ca99-581e-468c-a1e2-e453466880ac" providerId="ADAL" clId="{5DA2BBDB-1161-479F-95F1-AA76D2FBB761}" dt="2026-10-07T07:14:21.718" v="5388" actId="313"/>
        <pc:sldMkLst>
          <pc:docMk/>
          <pc:sldMk cId="2416282783" sldId="329"/>
        </pc:sldMkLst>
        <pc:spChg chg="add mod">
          <ac:chgData name="Sakisaka, Tsubasa" userId="bf55ca99-581e-468c-a1e2-e453466880ac" providerId="ADAL" clId="{5DA2BBDB-1161-479F-95F1-AA76D2FBB761}" dt="2026-10-07T07:14:21.718" v="5388" actId="313"/>
          <ac:spMkLst>
            <pc:docMk/>
            <pc:sldMk cId="2416282783" sldId="329"/>
            <ac:spMk id="5" creationId="{82167714-9BFD-A76E-6FC4-F5CE9751E8B0}"/>
          </ac:spMkLst>
        </pc:spChg>
      </pc:sldChg>
      <pc:sldChg chg="addSp modSp add mod">
        <pc:chgData name="Sakisaka, Tsubasa" userId="bf55ca99-581e-468c-a1e2-e453466880ac" providerId="ADAL" clId="{5DA2BBDB-1161-479F-95F1-AA76D2FBB761}" dt="2026-10-07T07:14:22.669" v="5389" actId="313"/>
        <pc:sldMkLst>
          <pc:docMk/>
          <pc:sldMk cId="1041781291" sldId="330"/>
        </pc:sldMkLst>
        <pc:spChg chg="add mod">
          <ac:chgData name="Sakisaka, Tsubasa" userId="bf55ca99-581e-468c-a1e2-e453466880ac" providerId="ADAL" clId="{5DA2BBDB-1161-479F-95F1-AA76D2FBB761}" dt="2026-10-07T07:14:22.669" v="5389" actId="313"/>
          <ac:spMkLst>
            <pc:docMk/>
            <pc:sldMk cId="1041781291" sldId="330"/>
            <ac:spMk id="8" creationId="{B98341D5-33A4-1D27-83FB-0FC813B5EA96}"/>
          </ac:spMkLst>
        </pc:spChg>
      </pc:sldChg>
      <pc:sldChg chg="addSp modSp add mod">
        <pc:chgData name="Sakisaka, Tsubasa" userId="bf55ca99-581e-468c-a1e2-e453466880ac" providerId="ADAL" clId="{5DA2BBDB-1161-479F-95F1-AA76D2FBB761}" dt="2026-10-07T07:14:23.546" v="5390" actId="313"/>
        <pc:sldMkLst>
          <pc:docMk/>
          <pc:sldMk cId="1971747100" sldId="331"/>
        </pc:sldMkLst>
        <pc:spChg chg="add mod">
          <ac:chgData name="Sakisaka, Tsubasa" userId="bf55ca99-581e-468c-a1e2-e453466880ac" providerId="ADAL" clId="{5DA2BBDB-1161-479F-95F1-AA76D2FBB761}" dt="2026-10-07T07:14:23.546" v="5390" actId="313"/>
          <ac:spMkLst>
            <pc:docMk/>
            <pc:sldMk cId="1971747100" sldId="331"/>
            <ac:spMk id="9" creationId="{937C1887-6166-E1C7-76EC-57EE76380B27}"/>
          </ac:spMkLst>
        </pc:spChg>
      </pc:sldChg>
      <pc:sldChg chg="addSp modSp mod">
        <pc:chgData name="Sakisaka, Tsubasa" userId="bf55ca99-581e-468c-a1e2-e453466880ac" providerId="ADAL" clId="{5DA2BBDB-1161-479F-95F1-AA76D2FBB761}" dt="2026-10-07T07:14:12.956" v="5378" actId="313"/>
        <pc:sldMkLst>
          <pc:docMk/>
          <pc:sldMk cId="1549920525" sldId="332"/>
        </pc:sldMkLst>
        <pc:spChg chg="add mod">
          <ac:chgData name="Sakisaka, Tsubasa" userId="bf55ca99-581e-468c-a1e2-e453466880ac" providerId="ADAL" clId="{5DA2BBDB-1161-479F-95F1-AA76D2FBB761}" dt="2026-10-07T07:14:12.956" v="5378" actId="313"/>
          <ac:spMkLst>
            <pc:docMk/>
            <pc:sldMk cId="1549920525" sldId="332"/>
            <ac:spMk id="9" creationId="{0958C934-4017-85CA-1A48-7E4102ED3A64}"/>
          </ac:spMkLst>
        </pc:spChg>
      </pc:sldChg>
      <pc:sldChg chg="addSp modSp mod">
        <pc:chgData name="Sakisaka, Tsubasa" userId="bf55ca99-581e-468c-a1e2-e453466880ac" providerId="ADAL" clId="{5DA2BBDB-1161-479F-95F1-AA76D2FBB761}" dt="2026-10-07T07:14:13.618" v="5379" actId="313"/>
        <pc:sldMkLst>
          <pc:docMk/>
          <pc:sldMk cId="536733890" sldId="333"/>
        </pc:sldMkLst>
        <pc:spChg chg="add mod">
          <ac:chgData name="Sakisaka, Tsubasa" userId="bf55ca99-581e-468c-a1e2-e453466880ac" providerId="ADAL" clId="{5DA2BBDB-1161-479F-95F1-AA76D2FBB761}" dt="2026-10-07T07:14:13.618" v="5379" actId="313"/>
          <ac:spMkLst>
            <pc:docMk/>
            <pc:sldMk cId="536733890" sldId="333"/>
            <ac:spMk id="5" creationId="{CBB29705-3499-3D27-5CF2-FA08451631E0}"/>
          </ac:spMkLst>
        </pc:spChg>
      </pc:sldChg>
      <pc:sldChg chg="addSp modSp mod">
        <pc:chgData name="Sakisaka, Tsubasa" userId="bf55ca99-581e-468c-a1e2-e453466880ac" providerId="ADAL" clId="{5DA2BBDB-1161-479F-95F1-AA76D2FBB761}" dt="2026-10-07T07:14:14.397" v="5380" actId="313"/>
        <pc:sldMkLst>
          <pc:docMk/>
          <pc:sldMk cId="2775618995" sldId="334"/>
        </pc:sldMkLst>
        <pc:spChg chg="add mod">
          <ac:chgData name="Sakisaka, Tsubasa" userId="bf55ca99-581e-468c-a1e2-e453466880ac" providerId="ADAL" clId="{5DA2BBDB-1161-479F-95F1-AA76D2FBB761}" dt="2026-10-07T07:14:14.397" v="5380" actId="313"/>
          <ac:spMkLst>
            <pc:docMk/>
            <pc:sldMk cId="2775618995" sldId="334"/>
            <ac:spMk id="4" creationId="{0E066FA2-A51A-65FE-25C4-E45C362F5193}"/>
          </ac:spMkLst>
        </pc:spChg>
      </pc:sldChg>
      <pc:sldChg chg="addSp modSp mod">
        <pc:chgData name="Sakisaka, Tsubasa" userId="bf55ca99-581e-468c-a1e2-e453466880ac" providerId="ADAL" clId="{5DA2BBDB-1161-479F-95F1-AA76D2FBB761}" dt="2026-10-07T07:14:15.033" v="5381" actId="313"/>
        <pc:sldMkLst>
          <pc:docMk/>
          <pc:sldMk cId="3727315736" sldId="335"/>
        </pc:sldMkLst>
        <pc:spChg chg="add mod">
          <ac:chgData name="Sakisaka, Tsubasa" userId="bf55ca99-581e-468c-a1e2-e453466880ac" providerId="ADAL" clId="{5DA2BBDB-1161-479F-95F1-AA76D2FBB761}" dt="2026-10-07T07:14:15.033" v="5381" actId="313"/>
          <ac:spMkLst>
            <pc:docMk/>
            <pc:sldMk cId="3727315736" sldId="335"/>
            <ac:spMk id="5" creationId="{207C26F6-76ED-8D5D-7C20-51E3031160B4}"/>
          </ac:spMkLst>
        </pc:spChg>
      </pc:sldChg>
      <pc:sldChg chg="addSp delSp modSp mod">
        <pc:chgData name="Sakisaka, Tsubasa" userId="bf55ca99-581e-468c-a1e2-e453466880ac" providerId="ADAL" clId="{5DA2BBDB-1161-479F-95F1-AA76D2FBB761}" dt="2026-10-07T08:16:25.623" v="5405" actId="400"/>
        <pc:sldMkLst>
          <pc:docMk/>
          <pc:sldMk cId="3158816509" sldId="340"/>
        </pc:sldMkLst>
        <pc:spChg chg="mod">
          <ac:chgData name="Sakisaka, Tsubasa" userId="bf55ca99-581e-468c-a1e2-e453466880ac" providerId="ADAL" clId="{5DA2BBDB-1161-479F-95F1-AA76D2FBB761}" dt="2026-10-07T07:16:27.413" v="5404" actId="1035"/>
          <ac:spMkLst>
            <pc:docMk/>
            <pc:sldMk cId="3158816509" sldId="340"/>
            <ac:spMk id="4" creationId="{F8EA7FEE-F032-D9E6-49DD-4C13D47F13C8}"/>
          </ac:spMkLst>
        </pc:spChg>
        <pc:spChg chg="add mod">
          <ac:chgData name="Sakisaka, Tsubasa" userId="bf55ca99-581e-468c-a1e2-e453466880ac" providerId="ADAL" clId="{5DA2BBDB-1161-479F-95F1-AA76D2FBB761}" dt="2026-10-05T02:54:37.228" v="4747" actId="1035"/>
          <ac:spMkLst>
            <pc:docMk/>
            <pc:sldMk cId="3158816509" sldId="340"/>
            <ac:spMk id="13" creationId="{D8D23778-DD5B-8827-2D85-48CBE07CF173}"/>
          </ac:spMkLst>
        </pc:spChg>
        <pc:spChg chg="mod">
          <ac:chgData name="Sakisaka, Tsubasa" userId="bf55ca99-581e-468c-a1e2-e453466880ac" providerId="ADAL" clId="{5DA2BBDB-1161-479F-95F1-AA76D2FBB761}" dt="2026-10-05T02:48:29.694" v="4488" actId="1035"/>
          <ac:spMkLst>
            <pc:docMk/>
            <pc:sldMk cId="3158816509" sldId="340"/>
            <ac:spMk id="17" creationId="{DAABEEB9-312F-B465-DAB1-89688D26CC13}"/>
          </ac:spMkLst>
        </pc:spChg>
        <pc:spChg chg="add mod">
          <ac:chgData name="Sakisaka, Tsubasa" userId="bf55ca99-581e-468c-a1e2-e453466880ac" providerId="ADAL" clId="{5DA2BBDB-1161-479F-95F1-AA76D2FBB761}" dt="2026-10-06T04:39:54.748" v="5078" actId="1076"/>
          <ac:spMkLst>
            <pc:docMk/>
            <pc:sldMk cId="3158816509" sldId="340"/>
            <ac:spMk id="32" creationId="{5593236C-7F8F-CBC6-C231-AC479F967D59}"/>
          </ac:spMkLst>
        </pc:spChg>
        <pc:spChg chg="add mod">
          <ac:chgData name="Sakisaka, Tsubasa" userId="bf55ca99-581e-468c-a1e2-e453466880ac" providerId="ADAL" clId="{5DA2BBDB-1161-479F-95F1-AA76D2FBB761}" dt="2026-10-07T08:16:25.623" v="5405" actId="400"/>
          <ac:spMkLst>
            <pc:docMk/>
            <pc:sldMk cId="3158816509" sldId="340"/>
            <ac:spMk id="35" creationId="{A8A81B55-6A2B-F23D-B06D-D8D1B1B988CE}"/>
          </ac:spMkLst>
        </pc:spChg>
        <pc:spChg chg="add mod">
          <ac:chgData name="Sakisaka, Tsubasa" userId="bf55ca99-581e-468c-a1e2-e453466880ac" providerId="ADAL" clId="{5DA2BBDB-1161-479F-95F1-AA76D2FBB761}" dt="2026-10-05T02:49:16.286" v="4547" actId="1036"/>
          <ac:spMkLst>
            <pc:docMk/>
            <pc:sldMk cId="3158816509" sldId="340"/>
            <ac:spMk id="38" creationId="{022DFE5D-8783-147A-77E3-5ACC7742FC9E}"/>
          </ac:spMkLst>
        </pc:spChg>
        <pc:spChg chg="mod">
          <ac:chgData name="Sakisaka, Tsubasa" userId="bf55ca99-581e-468c-a1e2-e453466880ac" providerId="ADAL" clId="{5DA2BBDB-1161-479F-95F1-AA76D2FBB761}" dt="2026-10-05T02:48:29.694" v="4488" actId="1035"/>
          <ac:spMkLst>
            <pc:docMk/>
            <pc:sldMk cId="3158816509" sldId="340"/>
            <ac:spMk id="41" creationId="{24F400B0-DFB9-6FE7-A5E3-AC346E41AFCA}"/>
          </ac:spMkLst>
        </pc:spChg>
        <pc:spChg chg="add mod">
          <ac:chgData name="Sakisaka, Tsubasa" userId="bf55ca99-581e-468c-a1e2-e453466880ac" providerId="ADAL" clId="{5DA2BBDB-1161-479F-95F1-AA76D2FBB761}" dt="2026-10-05T02:49:16.286" v="4547" actId="1036"/>
          <ac:spMkLst>
            <pc:docMk/>
            <pc:sldMk cId="3158816509" sldId="340"/>
            <ac:spMk id="42" creationId="{8DA9AC8E-8F41-7D98-0E31-EF1D94A70541}"/>
          </ac:spMkLst>
        </pc:spChg>
        <pc:spChg chg="mod">
          <ac:chgData name="Sakisaka, Tsubasa" userId="bf55ca99-581e-468c-a1e2-e453466880ac" providerId="ADAL" clId="{5DA2BBDB-1161-479F-95F1-AA76D2FBB761}" dt="2026-10-05T02:48:29.694" v="4488" actId="1035"/>
          <ac:spMkLst>
            <pc:docMk/>
            <pc:sldMk cId="3158816509" sldId="340"/>
            <ac:spMk id="44" creationId="{0B2D25C3-8DD8-2DF7-EE3B-CBB4A39B0C53}"/>
          </ac:spMkLst>
        </pc:spChg>
        <pc:spChg chg="mod">
          <ac:chgData name="Sakisaka, Tsubasa" userId="bf55ca99-581e-468c-a1e2-e453466880ac" providerId="ADAL" clId="{5DA2BBDB-1161-479F-95F1-AA76D2FBB761}" dt="2026-10-05T02:49:30.233" v="4549" actId="400"/>
          <ac:spMkLst>
            <pc:docMk/>
            <pc:sldMk cId="3158816509" sldId="340"/>
            <ac:spMk id="48" creationId="{347ED342-66E4-B33D-1C63-69A0A3FDD98C}"/>
          </ac:spMkLst>
        </pc:spChg>
        <pc:spChg chg="mod">
          <ac:chgData name="Sakisaka, Tsubasa" userId="bf55ca99-581e-468c-a1e2-e453466880ac" providerId="ADAL" clId="{5DA2BBDB-1161-479F-95F1-AA76D2FBB761}" dt="2026-10-06T03:36:07.088" v="4959" actId="400"/>
          <ac:spMkLst>
            <pc:docMk/>
            <pc:sldMk cId="3158816509" sldId="340"/>
            <ac:spMk id="55" creationId="{260C1129-D395-8FBC-DC07-0343BE6C8E40}"/>
          </ac:spMkLst>
        </pc:spChg>
        <pc:spChg chg="mod">
          <ac:chgData name="Sakisaka, Tsubasa" userId="bf55ca99-581e-468c-a1e2-e453466880ac" providerId="ADAL" clId="{5DA2BBDB-1161-479F-95F1-AA76D2FBB761}" dt="2026-10-07T04:52:49.044" v="5182" actId="1037"/>
          <ac:spMkLst>
            <pc:docMk/>
            <pc:sldMk cId="3158816509" sldId="340"/>
            <ac:spMk id="59" creationId="{5CB1FB9B-1776-7B2B-AE21-D642AF3812DA}"/>
          </ac:spMkLst>
        </pc:spChg>
        <pc:spChg chg="mod">
          <ac:chgData name="Sakisaka, Tsubasa" userId="bf55ca99-581e-468c-a1e2-e453466880ac" providerId="ADAL" clId="{5DA2BBDB-1161-479F-95F1-AA76D2FBB761}" dt="2026-10-05T02:48:29.694" v="4488" actId="1035"/>
          <ac:spMkLst>
            <pc:docMk/>
            <pc:sldMk cId="3158816509" sldId="340"/>
            <ac:spMk id="63" creationId="{0AAAB1CC-4B26-4EB6-8530-90E7A7D633A3}"/>
          </ac:spMkLst>
        </pc:spChg>
        <pc:spChg chg="mod">
          <ac:chgData name="Sakisaka, Tsubasa" userId="bf55ca99-581e-468c-a1e2-e453466880ac" providerId="ADAL" clId="{5DA2BBDB-1161-479F-95F1-AA76D2FBB761}" dt="2026-10-05T02:48:29.694" v="4488" actId="1035"/>
          <ac:spMkLst>
            <pc:docMk/>
            <pc:sldMk cId="3158816509" sldId="340"/>
            <ac:spMk id="71" creationId="{C1B4F06E-9AB0-EDA4-5CDD-F090E804606C}"/>
          </ac:spMkLst>
        </pc:spChg>
        <pc:spChg chg="add mod">
          <ac:chgData name="Sakisaka, Tsubasa" userId="bf55ca99-581e-468c-a1e2-e453466880ac" providerId="ADAL" clId="{5DA2BBDB-1161-479F-95F1-AA76D2FBB761}" dt="2026-10-05T02:54:37.228" v="4747" actId="1035"/>
          <ac:spMkLst>
            <pc:docMk/>
            <pc:sldMk cId="3158816509" sldId="340"/>
            <ac:spMk id="73" creationId="{933B56CE-FB50-636B-933F-0A40F5B0F59F}"/>
          </ac:spMkLst>
        </pc:spChg>
        <pc:spChg chg="add mod">
          <ac:chgData name="Sakisaka, Tsubasa" userId="bf55ca99-581e-468c-a1e2-e453466880ac" providerId="ADAL" clId="{5DA2BBDB-1161-479F-95F1-AA76D2FBB761}" dt="2026-10-05T02:54:37.228" v="4747" actId="1035"/>
          <ac:spMkLst>
            <pc:docMk/>
            <pc:sldMk cId="3158816509" sldId="340"/>
            <ac:spMk id="75" creationId="{F6980875-4558-E362-F23D-0B9E49FE6EF8}"/>
          </ac:spMkLst>
        </pc:spChg>
        <pc:spChg chg="add mod">
          <ac:chgData name="Sakisaka, Tsubasa" userId="bf55ca99-581e-468c-a1e2-e453466880ac" providerId="ADAL" clId="{5DA2BBDB-1161-479F-95F1-AA76D2FBB761}" dt="2026-10-06T04:39:59.948" v="5095" actId="1035"/>
          <ac:spMkLst>
            <pc:docMk/>
            <pc:sldMk cId="3158816509" sldId="340"/>
            <ac:spMk id="77" creationId="{D038DA85-02BC-480B-5AC8-8AEE375744F6}"/>
          </ac:spMkLst>
        </pc:spChg>
        <pc:spChg chg="add mod">
          <ac:chgData name="Sakisaka, Tsubasa" userId="bf55ca99-581e-468c-a1e2-e453466880ac" providerId="ADAL" clId="{5DA2BBDB-1161-479F-95F1-AA76D2FBB761}" dt="2026-10-05T02:56:39.762" v="4954" actId="6549"/>
          <ac:spMkLst>
            <pc:docMk/>
            <pc:sldMk cId="3158816509" sldId="340"/>
            <ac:spMk id="79" creationId="{21EF3DFE-D2C3-5F38-564B-7370F755D231}"/>
          </ac:spMkLst>
        </pc:spChg>
        <pc:graphicFrameChg chg="mod modGraphic">
          <ac:chgData name="Sakisaka, Tsubasa" userId="bf55ca99-581e-468c-a1e2-e453466880ac" providerId="ADAL" clId="{5DA2BBDB-1161-479F-95F1-AA76D2FBB761}" dt="2026-10-05T02:51:56.199" v="4593" actId="207"/>
          <ac:graphicFrameMkLst>
            <pc:docMk/>
            <pc:sldMk cId="3158816509" sldId="340"/>
            <ac:graphicFrameMk id="23" creationId="{4D4E842B-5C88-2840-EE19-19EA0660A3A5}"/>
          </ac:graphicFrameMkLst>
        </pc:graphicFrameChg>
      </pc:sldChg>
      <pc:sldChg chg="addSp add mod">
        <pc:chgData name="Sakisaka, Tsubasa" userId="bf55ca99-581e-468c-a1e2-e453466880ac" providerId="ADAL" clId="{5DA2BBDB-1161-479F-95F1-AA76D2FBB761}" dt="2026-10-07T06:37:08.379" v="5356" actId="22"/>
        <pc:sldMkLst>
          <pc:docMk/>
          <pc:sldMk cId="2254933644" sldId="412"/>
        </pc:sldMkLst>
        <pc:spChg chg="add">
          <ac:chgData name="Sakisaka, Tsubasa" userId="bf55ca99-581e-468c-a1e2-e453466880ac" providerId="ADAL" clId="{5DA2BBDB-1161-479F-95F1-AA76D2FBB761}" dt="2026-10-07T06:37:08.379" v="5356" actId="22"/>
          <ac:spMkLst>
            <pc:docMk/>
            <pc:sldMk cId="2254933644" sldId="412"/>
            <ac:spMk id="6" creationId="{7167A7F9-01A1-B8CF-2B69-EAF9A2BE893A}"/>
          </ac:spMkLst>
        </pc:spChg>
      </pc:sldChg>
      <pc:sldChg chg="addSp modSp add del mod">
        <pc:chgData name="Sakisaka, Tsubasa" userId="bf55ca99-581e-468c-a1e2-e453466880ac" providerId="ADAL" clId="{5DA2BBDB-1161-479F-95F1-AA76D2FBB761}" dt="2026-10-07T06:36:52.121" v="5345" actId="20577"/>
        <pc:sldMkLst>
          <pc:docMk/>
          <pc:sldMk cId="595883249" sldId="2147483397"/>
        </pc:sldMkLst>
        <pc:spChg chg="add mod">
          <ac:chgData name="Sakisaka, Tsubasa" userId="bf55ca99-581e-468c-a1e2-e453466880ac" providerId="ADAL" clId="{5DA2BBDB-1161-479F-95F1-AA76D2FBB761}" dt="2026-10-07T06:36:52.121" v="5345" actId="20577"/>
          <ac:spMkLst>
            <pc:docMk/>
            <pc:sldMk cId="595883249" sldId="2147483397"/>
            <ac:spMk id="5" creationId="{54621D78-E202-7223-B439-128FFBBD665C}"/>
          </ac:spMkLst>
        </pc:spChg>
      </pc:sldChg>
      <pc:sldChg chg="addSp add del mod">
        <pc:chgData name="Sakisaka, Tsubasa" userId="bf55ca99-581e-468c-a1e2-e453466880ac" providerId="ADAL" clId="{5DA2BBDB-1161-479F-95F1-AA76D2FBB761}" dt="2026-10-07T06:37:11.130" v="5359" actId="22"/>
        <pc:sldMkLst>
          <pc:docMk/>
          <pc:sldMk cId="3705545676" sldId="2147483435"/>
        </pc:sldMkLst>
        <pc:spChg chg="add">
          <ac:chgData name="Sakisaka, Tsubasa" userId="bf55ca99-581e-468c-a1e2-e453466880ac" providerId="ADAL" clId="{5DA2BBDB-1161-479F-95F1-AA76D2FBB761}" dt="2026-10-07T06:37:11.130" v="5359" actId="22"/>
          <ac:spMkLst>
            <pc:docMk/>
            <pc:sldMk cId="3705545676" sldId="2147483435"/>
            <ac:spMk id="4" creationId="{75A3A55F-8CB8-689B-0A8E-D6C321431AA9}"/>
          </ac:spMkLst>
        </pc:spChg>
      </pc:sldChg>
      <pc:sldChg chg="addSp add del mod">
        <pc:chgData name="Sakisaka, Tsubasa" userId="bf55ca99-581e-468c-a1e2-e453466880ac" providerId="ADAL" clId="{5DA2BBDB-1161-479F-95F1-AA76D2FBB761}" dt="2026-10-07T06:37:14.385" v="5360" actId="22"/>
        <pc:sldMkLst>
          <pc:docMk/>
          <pc:sldMk cId="817220878" sldId="2147483436"/>
        </pc:sldMkLst>
        <pc:spChg chg="add">
          <ac:chgData name="Sakisaka, Tsubasa" userId="bf55ca99-581e-468c-a1e2-e453466880ac" providerId="ADAL" clId="{5DA2BBDB-1161-479F-95F1-AA76D2FBB761}" dt="2026-10-07T06:37:14.385" v="5360" actId="22"/>
          <ac:spMkLst>
            <pc:docMk/>
            <pc:sldMk cId="817220878" sldId="2147483436"/>
            <ac:spMk id="5" creationId="{68E41E27-050F-F564-B3F1-FA6A77560E9E}"/>
          </ac:spMkLst>
        </pc:spChg>
      </pc:sldChg>
      <pc:sldChg chg="addSp add del mod">
        <pc:chgData name="Sakisaka, Tsubasa" userId="bf55ca99-581e-468c-a1e2-e453466880ac" providerId="ADAL" clId="{5DA2BBDB-1161-479F-95F1-AA76D2FBB761}" dt="2026-10-07T06:37:15.803" v="5361" actId="22"/>
        <pc:sldMkLst>
          <pc:docMk/>
          <pc:sldMk cId="2803003126" sldId="2147483437"/>
        </pc:sldMkLst>
        <pc:spChg chg="add">
          <ac:chgData name="Sakisaka, Tsubasa" userId="bf55ca99-581e-468c-a1e2-e453466880ac" providerId="ADAL" clId="{5DA2BBDB-1161-479F-95F1-AA76D2FBB761}" dt="2026-10-07T06:37:15.803" v="5361" actId="22"/>
          <ac:spMkLst>
            <pc:docMk/>
            <pc:sldMk cId="2803003126" sldId="2147483437"/>
            <ac:spMk id="6" creationId="{A82D36EA-F40F-1709-2F89-12B26D505E90}"/>
          </ac:spMkLst>
        </pc:spChg>
      </pc:sldChg>
      <pc:sldChg chg="addSp add del mod">
        <pc:chgData name="Sakisaka, Tsubasa" userId="bf55ca99-581e-468c-a1e2-e453466880ac" providerId="ADAL" clId="{5DA2BBDB-1161-479F-95F1-AA76D2FBB761}" dt="2026-10-07T06:37:16.672" v="5362" actId="22"/>
        <pc:sldMkLst>
          <pc:docMk/>
          <pc:sldMk cId="2495384255" sldId="2147483438"/>
        </pc:sldMkLst>
        <pc:spChg chg="add">
          <ac:chgData name="Sakisaka, Tsubasa" userId="bf55ca99-581e-468c-a1e2-e453466880ac" providerId="ADAL" clId="{5DA2BBDB-1161-479F-95F1-AA76D2FBB761}" dt="2026-10-07T06:37:16.672" v="5362" actId="22"/>
          <ac:spMkLst>
            <pc:docMk/>
            <pc:sldMk cId="2495384255" sldId="2147483438"/>
            <ac:spMk id="5" creationId="{144D07E0-6D0D-D9F7-128D-CE37DEB7CFF5}"/>
          </ac:spMkLst>
        </pc:spChg>
      </pc:sldChg>
      <pc:sldChg chg="addSp add del mod">
        <pc:chgData name="Sakisaka, Tsubasa" userId="bf55ca99-581e-468c-a1e2-e453466880ac" providerId="ADAL" clId="{5DA2BBDB-1161-479F-95F1-AA76D2FBB761}" dt="2026-10-07T06:37:19.282" v="5365" actId="22"/>
        <pc:sldMkLst>
          <pc:docMk/>
          <pc:sldMk cId="4052467605" sldId="2147483439"/>
        </pc:sldMkLst>
        <pc:spChg chg="add">
          <ac:chgData name="Sakisaka, Tsubasa" userId="bf55ca99-581e-468c-a1e2-e453466880ac" providerId="ADAL" clId="{5DA2BBDB-1161-479F-95F1-AA76D2FBB761}" dt="2026-10-07T06:37:19.282" v="5365" actId="22"/>
          <ac:spMkLst>
            <pc:docMk/>
            <pc:sldMk cId="4052467605" sldId="2147483439"/>
            <ac:spMk id="4" creationId="{7D8CD601-8E8C-549A-CAB1-37723858C20D}"/>
          </ac:spMkLst>
        </pc:spChg>
      </pc:sldChg>
      <pc:sldChg chg="addSp add del mod">
        <pc:chgData name="Sakisaka, Tsubasa" userId="bf55ca99-581e-468c-a1e2-e453466880ac" providerId="ADAL" clId="{5DA2BBDB-1161-479F-95F1-AA76D2FBB761}" dt="2026-10-07T06:37:18.390" v="5364" actId="22"/>
        <pc:sldMkLst>
          <pc:docMk/>
          <pc:sldMk cId="1935930408" sldId="2147483440"/>
        </pc:sldMkLst>
        <pc:spChg chg="add">
          <ac:chgData name="Sakisaka, Tsubasa" userId="bf55ca99-581e-468c-a1e2-e453466880ac" providerId="ADAL" clId="{5DA2BBDB-1161-479F-95F1-AA76D2FBB761}" dt="2026-10-07T06:37:18.390" v="5364" actId="22"/>
          <ac:spMkLst>
            <pc:docMk/>
            <pc:sldMk cId="1935930408" sldId="2147483440"/>
            <ac:spMk id="6" creationId="{4A1383E5-694B-4417-055D-34E4856ECEC4}"/>
          </ac:spMkLst>
        </pc:spChg>
      </pc:sldChg>
      <pc:sldChg chg="addSp add del mod">
        <pc:chgData name="Sakisaka, Tsubasa" userId="bf55ca99-581e-468c-a1e2-e453466880ac" providerId="ADAL" clId="{5DA2BBDB-1161-479F-95F1-AA76D2FBB761}" dt="2026-10-07T06:37:17.562" v="5363" actId="22"/>
        <pc:sldMkLst>
          <pc:docMk/>
          <pc:sldMk cId="814529769" sldId="2147483441"/>
        </pc:sldMkLst>
        <pc:spChg chg="add">
          <ac:chgData name="Sakisaka, Tsubasa" userId="bf55ca99-581e-468c-a1e2-e453466880ac" providerId="ADAL" clId="{5DA2BBDB-1161-479F-95F1-AA76D2FBB761}" dt="2026-10-07T06:37:17.562" v="5363" actId="22"/>
          <ac:spMkLst>
            <pc:docMk/>
            <pc:sldMk cId="814529769" sldId="2147483441"/>
            <ac:spMk id="4" creationId="{02D36C50-6B9F-901F-45F2-4D264187820A}"/>
          </ac:spMkLst>
        </pc:spChg>
      </pc:sldChg>
      <pc:sldChg chg="addSp add del mod">
        <pc:chgData name="Sakisaka, Tsubasa" userId="bf55ca99-581e-468c-a1e2-e453466880ac" providerId="ADAL" clId="{5DA2BBDB-1161-479F-95F1-AA76D2FBB761}" dt="2026-10-07T06:37:24.734" v="5370" actId="22"/>
        <pc:sldMkLst>
          <pc:docMk/>
          <pc:sldMk cId="3909189937" sldId="2147483442"/>
        </pc:sldMkLst>
        <pc:spChg chg="add">
          <ac:chgData name="Sakisaka, Tsubasa" userId="bf55ca99-581e-468c-a1e2-e453466880ac" providerId="ADAL" clId="{5DA2BBDB-1161-479F-95F1-AA76D2FBB761}" dt="2026-10-07T06:37:24.734" v="5370" actId="22"/>
          <ac:spMkLst>
            <pc:docMk/>
            <pc:sldMk cId="3909189937" sldId="2147483442"/>
            <ac:spMk id="5" creationId="{C8A34EAB-9375-286D-BD60-725E4FBD8F0E}"/>
          </ac:spMkLst>
        </pc:spChg>
      </pc:sldChg>
      <pc:sldChg chg="addSp add del mod">
        <pc:chgData name="Sakisaka, Tsubasa" userId="bf55ca99-581e-468c-a1e2-e453466880ac" providerId="ADAL" clId="{5DA2BBDB-1161-479F-95F1-AA76D2FBB761}" dt="2026-10-07T06:37:27.654" v="5373" actId="22"/>
        <pc:sldMkLst>
          <pc:docMk/>
          <pc:sldMk cId="2716819494" sldId="2147483443"/>
        </pc:sldMkLst>
        <pc:spChg chg="add">
          <ac:chgData name="Sakisaka, Tsubasa" userId="bf55ca99-581e-468c-a1e2-e453466880ac" providerId="ADAL" clId="{5DA2BBDB-1161-479F-95F1-AA76D2FBB761}" dt="2026-10-07T06:37:27.654" v="5373" actId="22"/>
          <ac:spMkLst>
            <pc:docMk/>
            <pc:sldMk cId="2716819494" sldId="2147483443"/>
            <ac:spMk id="7" creationId="{CAB148C2-56D1-0FE7-801C-9BEF935EC7F8}"/>
          </ac:spMkLst>
        </pc:spChg>
      </pc:sldChg>
      <pc:sldChg chg="addSp add del mod">
        <pc:chgData name="Sakisaka, Tsubasa" userId="bf55ca99-581e-468c-a1e2-e453466880ac" providerId="ADAL" clId="{5DA2BBDB-1161-479F-95F1-AA76D2FBB761}" dt="2026-10-07T06:37:26.737" v="5372" actId="22"/>
        <pc:sldMkLst>
          <pc:docMk/>
          <pc:sldMk cId="61962872" sldId="2147483444"/>
        </pc:sldMkLst>
        <pc:spChg chg="add">
          <ac:chgData name="Sakisaka, Tsubasa" userId="bf55ca99-581e-468c-a1e2-e453466880ac" providerId="ADAL" clId="{5DA2BBDB-1161-479F-95F1-AA76D2FBB761}" dt="2026-10-07T06:37:26.737" v="5372" actId="22"/>
          <ac:spMkLst>
            <pc:docMk/>
            <pc:sldMk cId="61962872" sldId="2147483444"/>
            <ac:spMk id="5" creationId="{43130EC3-E735-281F-16C7-A4BF9F376A41}"/>
          </ac:spMkLst>
        </pc:spChg>
      </pc:sldChg>
      <pc:sldChg chg="addSp add mod">
        <pc:chgData name="Sakisaka, Tsubasa" userId="bf55ca99-581e-468c-a1e2-e453466880ac" providerId="ADAL" clId="{5DA2BBDB-1161-479F-95F1-AA76D2FBB761}" dt="2026-10-07T06:37:04.506" v="5352" actId="22"/>
        <pc:sldMkLst>
          <pc:docMk/>
          <pc:sldMk cId="2348157068" sldId="2147483445"/>
        </pc:sldMkLst>
        <pc:spChg chg="add">
          <ac:chgData name="Sakisaka, Tsubasa" userId="bf55ca99-581e-468c-a1e2-e453466880ac" providerId="ADAL" clId="{5DA2BBDB-1161-479F-95F1-AA76D2FBB761}" dt="2026-10-07T06:37:04.506" v="5352" actId="22"/>
          <ac:spMkLst>
            <pc:docMk/>
            <pc:sldMk cId="2348157068" sldId="2147483445"/>
            <ac:spMk id="6" creationId="{3E868B61-3DD0-8681-ACEE-E57FA07ACDCF}"/>
          </ac:spMkLst>
        </pc:spChg>
      </pc:sldChg>
      <pc:sldChg chg="addSp add mod">
        <pc:chgData name="Sakisaka, Tsubasa" userId="bf55ca99-581e-468c-a1e2-e453466880ac" providerId="ADAL" clId="{5DA2BBDB-1161-479F-95F1-AA76D2FBB761}" dt="2026-10-07T06:36:58.046" v="5347" actId="22"/>
        <pc:sldMkLst>
          <pc:docMk/>
          <pc:sldMk cId="4092686630" sldId="2147483446"/>
        </pc:sldMkLst>
        <pc:spChg chg="add">
          <ac:chgData name="Sakisaka, Tsubasa" userId="bf55ca99-581e-468c-a1e2-e453466880ac" providerId="ADAL" clId="{5DA2BBDB-1161-479F-95F1-AA76D2FBB761}" dt="2026-10-07T06:36:58.046" v="5347" actId="22"/>
          <ac:spMkLst>
            <pc:docMk/>
            <pc:sldMk cId="4092686630" sldId="2147483446"/>
            <ac:spMk id="5" creationId="{B88F2C2E-1520-AB11-AFA5-EBB598178513}"/>
          </ac:spMkLst>
        </pc:spChg>
      </pc:sldChg>
      <pc:sldChg chg="addSp add mod">
        <pc:chgData name="Sakisaka, Tsubasa" userId="bf55ca99-581e-468c-a1e2-e453466880ac" providerId="ADAL" clId="{5DA2BBDB-1161-479F-95F1-AA76D2FBB761}" dt="2026-10-07T06:37:00.075" v="5348" actId="22"/>
        <pc:sldMkLst>
          <pc:docMk/>
          <pc:sldMk cId="282182776" sldId="2147483447"/>
        </pc:sldMkLst>
        <pc:spChg chg="add">
          <ac:chgData name="Sakisaka, Tsubasa" userId="bf55ca99-581e-468c-a1e2-e453466880ac" providerId="ADAL" clId="{5DA2BBDB-1161-479F-95F1-AA76D2FBB761}" dt="2026-10-07T06:37:00.075" v="5348" actId="22"/>
          <ac:spMkLst>
            <pc:docMk/>
            <pc:sldMk cId="282182776" sldId="2147483447"/>
            <ac:spMk id="6" creationId="{A9FE3D13-D994-16C9-A33D-39C63A7E41ED}"/>
          </ac:spMkLst>
        </pc:spChg>
      </pc:sldChg>
      <pc:sldChg chg="addSp add mod">
        <pc:chgData name="Sakisaka, Tsubasa" userId="bf55ca99-581e-468c-a1e2-e453466880ac" providerId="ADAL" clId="{5DA2BBDB-1161-479F-95F1-AA76D2FBB761}" dt="2026-10-07T06:37:01.193" v="5349" actId="22"/>
        <pc:sldMkLst>
          <pc:docMk/>
          <pc:sldMk cId="2528049026" sldId="2147483448"/>
        </pc:sldMkLst>
        <pc:spChg chg="add">
          <ac:chgData name="Sakisaka, Tsubasa" userId="bf55ca99-581e-468c-a1e2-e453466880ac" providerId="ADAL" clId="{5DA2BBDB-1161-479F-95F1-AA76D2FBB761}" dt="2026-10-07T06:37:01.193" v="5349" actId="22"/>
          <ac:spMkLst>
            <pc:docMk/>
            <pc:sldMk cId="2528049026" sldId="2147483448"/>
            <ac:spMk id="6" creationId="{373715D2-4F08-C61A-78C3-8ECECCB66C97}"/>
          </ac:spMkLst>
        </pc:spChg>
      </pc:sldChg>
      <pc:sldChg chg="addSp add mod">
        <pc:chgData name="Sakisaka, Tsubasa" userId="bf55ca99-581e-468c-a1e2-e453466880ac" providerId="ADAL" clId="{5DA2BBDB-1161-479F-95F1-AA76D2FBB761}" dt="2026-10-07T06:37:25.677" v="5371" actId="22"/>
        <pc:sldMkLst>
          <pc:docMk/>
          <pc:sldMk cId="348946050" sldId="2147483449"/>
        </pc:sldMkLst>
        <pc:spChg chg="add">
          <ac:chgData name="Sakisaka, Tsubasa" userId="bf55ca99-581e-468c-a1e2-e453466880ac" providerId="ADAL" clId="{5DA2BBDB-1161-479F-95F1-AA76D2FBB761}" dt="2026-10-07T06:37:25.677" v="5371" actId="22"/>
          <ac:spMkLst>
            <pc:docMk/>
            <pc:sldMk cId="348946050" sldId="2147483449"/>
            <ac:spMk id="7" creationId="{C1940038-7B03-081D-71D7-39A1CDB35764}"/>
          </ac:spMkLst>
        </pc:spChg>
      </pc:sldChg>
      <pc:sldChg chg="addSp add mod">
        <pc:chgData name="Sakisaka, Tsubasa" userId="bf55ca99-581e-468c-a1e2-e453466880ac" providerId="ADAL" clId="{5DA2BBDB-1161-479F-95F1-AA76D2FBB761}" dt="2026-10-07T06:37:06.524" v="5354" actId="22"/>
        <pc:sldMkLst>
          <pc:docMk/>
          <pc:sldMk cId="444256917" sldId="2147483450"/>
        </pc:sldMkLst>
        <pc:spChg chg="add">
          <ac:chgData name="Sakisaka, Tsubasa" userId="bf55ca99-581e-468c-a1e2-e453466880ac" providerId="ADAL" clId="{5DA2BBDB-1161-479F-95F1-AA76D2FBB761}" dt="2026-10-07T06:37:06.524" v="5354" actId="22"/>
          <ac:spMkLst>
            <pc:docMk/>
            <pc:sldMk cId="444256917" sldId="2147483450"/>
            <ac:spMk id="9" creationId="{96861FE5-BA4F-4D33-EFFE-F59296AEA712}"/>
          </ac:spMkLst>
        </pc:spChg>
      </pc:sldChg>
      <pc:sldChg chg="addSp add mod">
        <pc:chgData name="Sakisaka, Tsubasa" userId="bf55ca99-581e-468c-a1e2-e453466880ac" providerId="ADAL" clId="{5DA2BBDB-1161-479F-95F1-AA76D2FBB761}" dt="2026-10-07T06:37:07.455" v="5355" actId="22"/>
        <pc:sldMkLst>
          <pc:docMk/>
          <pc:sldMk cId="1757843476" sldId="2147483451"/>
        </pc:sldMkLst>
        <pc:spChg chg="add">
          <ac:chgData name="Sakisaka, Tsubasa" userId="bf55ca99-581e-468c-a1e2-e453466880ac" providerId="ADAL" clId="{5DA2BBDB-1161-479F-95F1-AA76D2FBB761}" dt="2026-10-07T06:37:07.455" v="5355" actId="22"/>
          <ac:spMkLst>
            <pc:docMk/>
            <pc:sldMk cId="1757843476" sldId="2147483451"/>
            <ac:spMk id="5" creationId="{5CBE1535-3D38-9C2C-4EC1-2A196A159589}"/>
          </ac:spMkLst>
        </pc:spChg>
      </pc:sldChg>
      <pc:sldChg chg="addSp add mod">
        <pc:chgData name="Sakisaka, Tsubasa" userId="bf55ca99-581e-468c-a1e2-e453466880ac" providerId="ADAL" clId="{5DA2BBDB-1161-479F-95F1-AA76D2FBB761}" dt="2026-10-07T06:37:20.217" v="5366" actId="22"/>
        <pc:sldMkLst>
          <pc:docMk/>
          <pc:sldMk cId="3559315595" sldId="2147483452"/>
        </pc:sldMkLst>
        <pc:spChg chg="add">
          <ac:chgData name="Sakisaka, Tsubasa" userId="bf55ca99-581e-468c-a1e2-e453466880ac" providerId="ADAL" clId="{5DA2BBDB-1161-479F-95F1-AA76D2FBB761}" dt="2026-10-07T06:37:20.217" v="5366" actId="22"/>
          <ac:spMkLst>
            <pc:docMk/>
            <pc:sldMk cId="3559315595" sldId="2147483452"/>
            <ac:spMk id="10" creationId="{4FC0C5F7-8466-B0B0-EEEE-4A4D2BFE3E2B}"/>
          </ac:spMkLst>
        </pc:spChg>
      </pc:sldChg>
      <pc:sldChg chg="addSp add mod">
        <pc:chgData name="Sakisaka, Tsubasa" userId="bf55ca99-581e-468c-a1e2-e453466880ac" providerId="ADAL" clId="{5DA2BBDB-1161-479F-95F1-AA76D2FBB761}" dt="2026-10-07T06:37:02.419" v="5350" actId="22"/>
        <pc:sldMkLst>
          <pc:docMk/>
          <pc:sldMk cId="3439936427" sldId="2147483647"/>
        </pc:sldMkLst>
        <pc:spChg chg="add">
          <ac:chgData name="Sakisaka, Tsubasa" userId="bf55ca99-581e-468c-a1e2-e453466880ac" providerId="ADAL" clId="{5DA2BBDB-1161-479F-95F1-AA76D2FBB761}" dt="2026-10-07T06:37:02.419" v="5350" actId="22"/>
          <ac:spMkLst>
            <pc:docMk/>
            <pc:sldMk cId="3439936427" sldId="2147483647"/>
            <ac:spMk id="5" creationId="{DD331A52-DD90-E1A3-7938-D51C9B5C878F}"/>
          </ac:spMkLst>
        </pc:spChg>
      </pc:sldChg>
      <pc:sldMasterChg chg="delSldLayout">
        <pc:chgData name="Sakisaka, Tsubasa" userId="bf55ca99-581e-468c-a1e2-e453466880ac" providerId="ADAL" clId="{5DA2BBDB-1161-479F-95F1-AA76D2FBB761}" dt="2026-09-17T01:21:29.865" v="3381" actId="2696"/>
        <pc:sldMasterMkLst>
          <pc:docMk/>
          <pc:sldMasterMk cId="777533317" sldId="2147485500"/>
        </pc:sldMasterMkLst>
      </pc:sldMasterChg>
      <pc:sldMasterChg chg="delSldLayout modSldLayout sldLayoutOrd">
        <pc:chgData name="Sakisaka, Tsubasa" userId="bf55ca99-581e-468c-a1e2-e453466880ac" providerId="ADAL" clId="{5DA2BBDB-1161-479F-95F1-AA76D2FBB761}" dt="2026-10-07T04:53:44.095" v="5183" actId="2696"/>
        <pc:sldMasterMkLst>
          <pc:docMk/>
          <pc:sldMasterMk cId="2054244123" sldId="2147485530"/>
        </pc:sldMasterMkLst>
        <pc:sldLayoutChg chg="modSp mod ord">
          <pc:chgData name="Sakisaka, Tsubasa" userId="bf55ca99-581e-468c-a1e2-e453466880ac" providerId="ADAL" clId="{5DA2BBDB-1161-479F-95F1-AA76D2FBB761}" dt="2026-10-01T05:21:21.004" v="4290"/>
          <pc:sldLayoutMkLst>
            <pc:docMk/>
            <pc:sldMasterMk cId="2054244123" sldId="2147485530"/>
            <pc:sldLayoutMk cId="3807389155" sldId="2147485613"/>
          </pc:sldLayoutMkLst>
          <pc:spChg chg="mod">
            <ac:chgData name="Sakisaka, Tsubasa" userId="bf55ca99-581e-468c-a1e2-e453466880ac" providerId="ADAL" clId="{5DA2BBDB-1161-479F-95F1-AA76D2FBB761}" dt="2026-10-01T05:21:21.004" v="4290"/>
            <ac:spMkLst>
              <pc:docMk/>
              <pc:sldMasterMk cId="2054244123" sldId="2147485530"/>
              <pc:sldLayoutMk cId="3807389155" sldId="2147485613"/>
              <ac:spMk id="7" creationId="{345B70C7-4EA4-614D-6AFA-B9134B8F0CA6}"/>
            </ac:spMkLst>
          </pc:spChg>
          <pc:spChg chg="mod">
            <ac:chgData name="Sakisaka, Tsubasa" userId="bf55ca99-581e-468c-a1e2-e453466880ac" providerId="ADAL" clId="{5DA2BBDB-1161-479F-95F1-AA76D2FBB761}" dt="2026-10-01T05:21:21.004" v="4290"/>
            <ac:spMkLst>
              <pc:docMk/>
              <pc:sldMasterMk cId="2054244123" sldId="2147485530"/>
              <pc:sldLayoutMk cId="3807389155" sldId="2147485613"/>
              <ac:spMk id="8" creationId="{E534FE06-D9EA-B27F-CA29-36D6CDF62771}"/>
            </ac:spMkLst>
          </pc:spChg>
        </pc:sldLayoutChg>
        <pc:sldLayoutChg chg="modSp mod ord">
          <pc:chgData name="Sakisaka, Tsubasa" userId="bf55ca99-581e-468c-a1e2-e453466880ac" providerId="ADAL" clId="{5DA2BBDB-1161-479F-95F1-AA76D2FBB761}" dt="2026-10-01T05:21:21.004" v="4290"/>
          <pc:sldLayoutMkLst>
            <pc:docMk/>
            <pc:sldMasterMk cId="2054244123" sldId="2147485530"/>
            <pc:sldLayoutMk cId="3932238308" sldId="2147485622"/>
          </pc:sldLayoutMkLst>
          <pc:spChg chg="mod">
            <ac:chgData name="Sakisaka, Tsubasa" userId="bf55ca99-581e-468c-a1e2-e453466880ac" providerId="ADAL" clId="{5DA2BBDB-1161-479F-95F1-AA76D2FBB761}" dt="2026-10-01T05:21:21.004" v="4290"/>
            <ac:spMkLst>
              <pc:docMk/>
              <pc:sldMasterMk cId="2054244123" sldId="2147485530"/>
              <pc:sldLayoutMk cId="3932238308" sldId="2147485622"/>
              <ac:spMk id="2" creationId="{1FA92748-A220-ECB0-D27F-0907C0967A74}"/>
            </ac:spMkLst>
          </pc:spChg>
          <pc:spChg chg="mod">
            <ac:chgData name="Sakisaka, Tsubasa" userId="bf55ca99-581e-468c-a1e2-e453466880ac" providerId="ADAL" clId="{5DA2BBDB-1161-479F-95F1-AA76D2FBB761}" dt="2026-10-01T05:21:21.004" v="4290"/>
            <ac:spMkLst>
              <pc:docMk/>
              <pc:sldMasterMk cId="2054244123" sldId="2147485530"/>
              <pc:sldLayoutMk cId="3932238308" sldId="2147485622"/>
              <ac:spMk id="4" creationId="{10F07574-1D9F-E518-8644-08F3B14A6CCA}"/>
            </ac:spMkLst>
          </pc:spChg>
        </pc:sldLayoutChg>
      </pc:sldMasterChg>
      <pc:sldMasterChg chg="delSldLayout">
        <pc:chgData name="Sakisaka, Tsubasa" userId="bf55ca99-581e-468c-a1e2-e453466880ac" providerId="ADAL" clId="{5DA2BBDB-1161-479F-95F1-AA76D2FBB761}" dt="2026-10-07T06:35:54.026" v="5317" actId="2696"/>
        <pc:sldMasterMkLst>
          <pc:docMk/>
          <pc:sldMasterMk cId="3247456050" sldId="2147485587"/>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44A5029F-57BE-43E3-9C03-B6FF93903E43}" type="datetimeFigureOut">
              <a:rPr kumimoji="1" lang="ja-JP" altLang="en-US" smtClean="0"/>
              <a:t>2026/10/14</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94B835EC-ACD9-4FA2-8966-5C69F0553117}" type="slidenum">
              <a:rPr kumimoji="1" lang="ja-JP" altLang="en-US" smtClean="0"/>
              <a:t>‹#›</a:t>
            </a:fld>
            <a:endParaRPr kumimoji="1" lang="ja-JP" altLang="en-US"/>
          </a:p>
        </p:txBody>
      </p:sp>
    </p:spTree>
    <p:extLst>
      <p:ext uri="{BB962C8B-B14F-4D97-AF65-F5344CB8AC3E}">
        <p14:creationId xmlns:p14="http://schemas.microsoft.com/office/powerpoint/2010/main" val="175290592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0</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1153040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BB2F6-1559-2C33-5462-0ADF7AD9138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299B14E-B02C-AF05-02A7-4D0033BF7E7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FEDF530-6E0A-6593-6D12-84FB85612655}"/>
              </a:ext>
            </a:extLst>
          </p:cNvPr>
          <p:cNvSpPr>
            <a:spLocks noGrp="1"/>
          </p:cNvSpPr>
          <p:nvPr>
            <p:ph type="body" idx="1"/>
          </p:nvPr>
        </p:nvSpPr>
        <p:spPr/>
        <p:txBody>
          <a:bodyPr/>
          <a:lstStyle/>
          <a:p>
            <a:endParaRPr kumimoji="1" lang="ar-SA"/>
          </a:p>
        </p:txBody>
      </p:sp>
      <p:sp>
        <p:nvSpPr>
          <p:cNvPr id="4" name="スライド番号プレースホルダー 3">
            <a:extLst>
              <a:ext uri="{FF2B5EF4-FFF2-40B4-BE49-F238E27FC236}">
                <a16:creationId xmlns:a16="http://schemas.microsoft.com/office/drawing/2014/main" id="{85D32C66-3D94-C12C-80A2-7E56FDEEE7F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6531637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96695-7F5A-A5D3-66A6-DB4B10DE9CD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AA17301-02B1-0ED1-972C-593F916A112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1B2EEC-3675-3ACA-9A6E-27F07FCF934B}"/>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3E91DBB-6B05-D653-7A3B-FB6C012AD3A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3500365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BA6B4-3782-D269-43A4-A36B0217BBF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8F8AA6D-BD5A-40C2-95E0-F565B291AA43}"/>
              </a:ext>
            </a:extLst>
          </p:cNvPr>
          <p:cNvSpPr>
            <a:spLocks noGrp="1" noRot="1" noChangeAspect="1"/>
          </p:cNvSpPr>
          <p:nvPr>
            <p:ph type="sldImg"/>
          </p:nvPr>
        </p:nvSpPr>
        <p:spPr>
          <a:xfrm>
            <a:off x="715963" y="746125"/>
            <a:ext cx="5378450" cy="3724275"/>
          </a:xfrm>
        </p:spPr>
      </p:sp>
      <p:sp>
        <p:nvSpPr>
          <p:cNvPr id="3" name="ノート プレースホルダー 2">
            <a:extLst>
              <a:ext uri="{FF2B5EF4-FFF2-40B4-BE49-F238E27FC236}">
                <a16:creationId xmlns:a16="http://schemas.microsoft.com/office/drawing/2014/main" id="{22252E87-79D2-AED0-6826-14C08C9F94B4}"/>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8212086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DAE36-75C9-8A1E-EA02-C4A5E94712A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6D2879D-BC24-6BBE-9EF3-DBDD3BB19081}"/>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2FE57E02-B020-D978-807D-7A0503B9DC4F}"/>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32F17AC-71A8-7181-4A55-BE615F20C94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963836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CBF67-23DA-9FF1-139F-8CC25A4CD7F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2456BC4-573E-24EE-821C-065C076E027B}"/>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249D9E0D-0617-980E-22C8-4A72F8F671E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E3F4109-9D5F-4E47-3673-91923A6E76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5874489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2A5F9-9C33-F8AF-F0BE-F443E5DAF0B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7E18BA8-02F4-3542-8B57-3837A16B54BC}"/>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57773920-7402-4918-C856-614C18C2248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A66248F-E959-ADE7-FEF5-F91DA205E27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36902158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FFF62-8CD6-BA4E-776B-84C83B1F474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8CD0E51-EBEA-619B-3F68-1BB1F6B78A9D}"/>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02DFFE0A-182E-99E1-76A6-29E5FD38A82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18BB523-79D0-4AC6-0CA0-5EB40249720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42365059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632EB-CCC2-D528-ACEA-A624DE29CD2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56250DA-0B1E-01B5-A1CD-F5B25039F275}"/>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B9853997-57F4-7944-D032-9389562180D6}"/>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BE5EFBD-C145-078E-8697-C8E7FD5CC4A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114927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40443-BDCE-B903-B25A-65CB02885A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D6E87-C23E-CDD1-BE78-517E593FFE50}"/>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15A8AFE5-508B-08CD-38B8-2C36879CB13A}"/>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D6D2089-0E0C-B9F2-7C32-62DE7E6D0B6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5087515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53338-B52E-606F-E1A0-72A22F4A3EA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1CBFF22-4A37-7674-5B57-AE0ABC29F2F4}"/>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00308241-4FC1-FCD3-684D-42259B6DDC75}"/>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7A5A63D-E9E5-680D-DC7B-73277B102FF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2106016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7298A-2A89-B175-F6C8-696D9D3793E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503B2B7-135B-BB09-9D7B-B846FA219E60}"/>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B217B65E-060C-DC24-3DCE-85D5248DC2D0}"/>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4895B0C-503E-243B-52E0-099A1FF2D1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1865371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EF1CA-36AE-2ED0-46C1-C2423BABD55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74993C9-4C6D-2F20-8A87-A9DE12F56F01}"/>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E11D117D-417E-EFCA-3675-A1E223BEED92}"/>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0C47CE9-96D1-FC0E-16B1-08A5E00EF9B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40983354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4C31B-6825-482F-45B9-17BCF3B40F9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7E25C5A-FD91-2147-5070-9F10D331A68A}"/>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A3F3EFD4-F3B3-1373-BA51-F8B2BB996FE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CBD9085-6334-ED57-594A-FE836068A69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6905132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2C3C5-62C6-7D8D-3B5E-175ACFB0736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97B63E1-8DE1-6BEA-6DD1-716A0821D491}"/>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53858CC4-C432-A4BD-51C5-0F4C84BF400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C37415E-53E1-3589-F3BD-5C4C39AD427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40427091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DEBEF-9418-488F-6E37-143F82E9F3C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97F1288-40C2-2D57-C93A-F6E112F049DC}"/>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C23EC2C3-BECA-3B01-25D0-78C5E2414CA3}"/>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E956387-4045-4237-E5DC-4B3B4A3B8F2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6997695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1E31D0F-2B0E-4C4E-B97D-B2F1DED60C8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190897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64A23-55BA-69D0-F9BD-38E6631C086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717326D-1921-5E66-1E19-735845953B9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7A2BB17-276D-9E37-8BEE-7B1FA73AB12F}"/>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9EA67CA-4474-D9E1-C0AD-81BDA534FED1}"/>
              </a:ext>
            </a:extLst>
          </p:cNvPr>
          <p:cNvSpPr>
            <a:spLocks noGrp="1"/>
          </p:cNvSpPr>
          <p:nvPr>
            <p:ph type="sldNum" sz="quarter" idx="5"/>
          </p:nvPr>
        </p:nvSpPr>
        <p:spPr/>
        <p:txBody>
          <a:bodyPr/>
          <a:lstStyle/>
          <a:p>
            <a:pPr marL="0" marR="0" lvl="0" indent="0" algn="r" defTabSz="977316" rtl="0" eaLnBrk="1" fontAlgn="auto" latinLnBrk="0" hangingPunct="1">
              <a:lnSpc>
                <a:spcPct val="100000"/>
              </a:lnSpc>
              <a:spcBef>
                <a:spcPts val="0"/>
              </a:spcBef>
              <a:spcAft>
                <a:spcPts val="0"/>
              </a:spcAft>
              <a:buClrTx/>
              <a:buSzTx/>
              <a:buFontTx/>
              <a:buNone/>
              <a:tabLst/>
              <a:defRPr/>
            </a:pPr>
            <a:fld id="{22A71573-D5E3-43CF-9BFB-D81462AD8F2E}" type="slidenum">
              <a:rPr kumimoji="1" lang="ja-JP" altLang="en-US" sz="1200" b="0" i="0" u="none" strike="noStrike" kern="1200" cap="none" spc="0" normalizeH="0" baseline="0" noProof="0" smtClean="0">
                <a:ln>
                  <a:noFill/>
                </a:ln>
                <a:solidFill>
                  <a:prstClr val="black"/>
                </a:solidFill>
                <a:effectLst/>
                <a:uLnTx/>
                <a:uFillTx/>
                <a:latin typeface="Calibri" panose="020F0502020204030204"/>
                <a:ea typeface="ＭＳ Ｐゴシック" panose="020B0600070205080204" pitchFamily="50" charset="-128"/>
                <a:cs typeface="+mn-cs"/>
              </a:rPr>
              <a:pPr marL="0" marR="0" lvl="0" indent="0" algn="r" defTabSz="977316" rtl="0" eaLnBrk="1" fontAlgn="auto" latinLnBrk="0" hangingPunct="1">
                <a:lnSpc>
                  <a:spcPct val="100000"/>
                </a:lnSpc>
                <a:spcBef>
                  <a:spcPts val="0"/>
                </a:spcBef>
                <a:spcAft>
                  <a:spcPts val="0"/>
                </a:spcAft>
                <a:buClrTx/>
                <a:buSzTx/>
                <a:buFontTx/>
                <a:buNone/>
                <a:tabLst/>
                <a:defRPr/>
              </a:pPr>
              <a:t>26</a:t>
            </a:fld>
            <a:endParaRPr kumimoji="1" lang="ja-JP" altLang="en-US" sz="12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50" charset="-128"/>
              <a:cs typeface="+mn-cs"/>
            </a:endParaRPr>
          </a:p>
        </p:txBody>
      </p:sp>
    </p:spTree>
    <p:extLst>
      <p:ext uri="{BB962C8B-B14F-4D97-AF65-F5344CB8AC3E}">
        <p14:creationId xmlns:p14="http://schemas.microsoft.com/office/powerpoint/2010/main" val="21235085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67820-3530-F3C1-301C-DB45564109E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2BCA712-311E-B650-42D8-AB33EB420B4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728604-47A8-A177-B2DE-B3D789C9063E}"/>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A94F054F-B513-9445-4BA0-AF84B09DFA49}"/>
              </a:ext>
            </a:extLst>
          </p:cNvPr>
          <p:cNvSpPr>
            <a:spLocks noGrp="1"/>
          </p:cNvSpPr>
          <p:nvPr>
            <p:ph type="sldNum" sz="quarter" idx="5"/>
          </p:nvPr>
        </p:nvSpPr>
        <p:spPr/>
        <p:txBody>
          <a:bodyPr/>
          <a:lstStyle/>
          <a:p>
            <a:pPr marL="0" marR="0" lvl="0" indent="0" algn="r" defTabSz="977316" rtl="0" eaLnBrk="1" fontAlgn="auto" latinLnBrk="0" hangingPunct="1">
              <a:lnSpc>
                <a:spcPct val="100000"/>
              </a:lnSpc>
              <a:spcBef>
                <a:spcPts val="0"/>
              </a:spcBef>
              <a:spcAft>
                <a:spcPts val="0"/>
              </a:spcAft>
              <a:buClrTx/>
              <a:buSzTx/>
              <a:buFontTx/>
              <a:buNone/>
              <a:tabLst/>
              <a:defRPr/>
            </a:pPr>
            <a:fld id="{22A71573-D5E3-43CF-9BFB-D81462AD8F2E}" type="slidenum">
              <a:rPr kumimoji="1" lang="ja-JP" altLang="en-US" sz="1200" b="0" i="0" u="none" strike="noStrike" kern="1200" cap="none" spc="0" normalizeH="0" baseline="0" noProof="0" smtClean="0">
                <a:ln>
                  <a:noFill/>
                </a:ln>
                <a:solidFill>
                  <a:prstClr val="black"/>
                </a:solidFill>
                <a:effectLst/>
                <a:uLnTx/>
                <a:uFillTx/>
                <a:latin typeface="Calibri" panose="020F0502020204030204"/>
                <a:ea typeface="ＭＳ Ｐゴシック" panose="020B0600070205080204" pitchFamily="50" charset="-128"/>
                <a:cs typeface="+mn-cs"/>
              </a:rPr>
              <a:pPr marL="0" marR="0" lvl="0" indent="0" algn="r" defTabSz="977316" rtl="0" eaLnBrk="1" fontAlgn="auto" latinLnBrk="0" hangingPunct="1">
                <a:lnSpc>
                  <a:spcPct val="100000"/>
                </a:lnSpc>
                <a:spcBef>
                  <a:spcPts val="0"/>
                </a:spcBef>
                <a:spcAft>
                  <a:spcPts val="0"/>
                </a:spcAft>
                <a:buClrTx/>
                <a:buSzTx/>
                <a:buFontTx/>
                <a:buNone/>
                <a:tabLst/>
                <a:defRPr/>
              </a:pPr>
              <a:t>27</a:t>
            </a:fld>
            <a:endParaRPr kumimoji="1" lang="ja-JP" altLang="en-US" sz="12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50" charset="-128"/>
              <a:cs typeface="+mn-cs"/>
            </a:endParaRPr>
          </a:p>
        </p:txBody>
      </p:sp>
    </p:spTree>
    <p:extLst>
      <p:ext uri="{BB962C8B-B14F-4D97-AF65-F5344CB8AC3E}">
        <p14:creationId xmlns:p14="http://schemas.microsoft.com/office/powerpoint/2010/main" val="35111641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99C13-30E5-C598-DEDD-F75E997F92C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AD4E076-5E93-2335-48D1-413AE4767D2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CA74D7D-184E-70DC-53F3-DBBDA7D1669C}"/>
              </a:ext>
            </a:extLst>
          </p:cNvPr>
          <p:cNvSpPr>
            <a:spLocks noGrp="1"/>
          </p:cNvSpPr>
          <p:nvPr>
            <p:ph type="body" idx="1"/>
          </p:nvPr>
        </p:nvSpPr>
        <p:spPr/>
        <p:txBody>
          <a:bodyPr/>
          <a:lstStyle/>
          <a:p>
            <a:r>
              <a:rPr kumimoji="1" lang="en-US" altLang="ja-JP"/>
              <a:t>	</a:t>
            </a:r>
            <a:endParaRPr kumimoji="1" lang="ja-JP" altLang="en-US"/>
          </a:p>
        </p:txBody>
      </p:sp>
      <p:sp>
        <p:nvSpPr>
          <p:cNvPr id="4" name="スライド番号プレースホルダー 3">
            <a:extLst>
              <a:ext uri="{FF2B5EF4-FFF2-40B4-BE49-F238E27FC236}">
                <a16:creationId xmlns:a16="http://schemas.microsoft.com/office/drawing/2014/main" id="{F5BCE48E-50C8-EFC1-A442-9C729A8D098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4399978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79AB3-86D0-87D0-BB2B-5202A9B8385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784C453-4080-63E6-4A4D-306CDE149A5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FB20C1A-EDA1-E3D1-B14E-FB7BDA05621E}"/>
              </a:ext>
            </a:extLst>
          </p:cNvPr>
          <p:cNvSpPr>
            <a:spLocks noGrp="1"/>
          </p:cNvSpPr>
          <p:nvPr>
            <p:ph type="body" idx="1"/>
          </p:nvPr>
        </p:nvSpPr>
        <p:spPr/>
        <p:txBody>
          <a:bodyPr/>
          <a:lstStyle/>
          <a:p>
            <a:r>
              <a:rPr kumimoji="1" lang="en-US" altLang="ja-JP"/>
              <a:t>	</a:t>
            </a:r>
            <a:endParaRPr kumimoji="1" lang="ja-JP" altLang="en-US"/>
          </a:p>
        </p:txBody>
      </p:sp>
      <p:sp>
        <p:nvSpPr>
          <p:cNvPr id="4" name="スライド番号プレースホルダー 3">
            <a:extLst>
              <a:ext uri="{FF2B5EF4-FFF2-40B4-BE49-F238E27FC236}">
                <a16:creationId xmlns:a16="http://schemas.microsoft.com/office/drawing/2014/main" id="{369AE9CA-F58E-6D98-5957-7799B5CD09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40767861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7A204-ACCD-B3FA-8B13-DB59F351F69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5094A58-D458-6E1D-5CBA-FC1659F11E5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D0FB290-C26B-5858-88F3-A17BED548FF8}"/>
              </a:ext>
            </a:extLst>
          </p:cNvPr>
          <p:cNvSpPr>
            <a:spLocks noGrp="1"/>
          </p:cNvSpPr>
          <p:nvPr>
            <p:ph type="body" idx="1"/>
          </p:nvPr>
        </p:nvSpPr>
        <p:spPr/>
        <p:txBody>
          <a:bodyPr/>
          <a:lstStyle/>
          <a:p>
            <a:r>
              <a:rPr kumimoji="1" lang="en-US" altLang="ja-JP"/>
              <a:t>	</a:t>
            </a:r>
            <a:endParaRPr kumimoji="1" lang="ja-JP" altLang="en-US"/>
          </a:p>
        </p:txBody>
      </p:sp>
      <p:sp>
        <p:nvSpPr>
          <p:cNvPr id="4" name="スライド番号プレースホルダー 3">
            <a:extLst>
              <a:ext uri="{FF2B5EF4-FFF2-40B4-BE49-F238E27FC236}">
                <a16:creationId xmlns:a16="http://schemas.microsoft.com/office/drawing/2014/main" id="{9C3407D0-DA3D-4285-EC15-3E84B69CD50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4672189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BB105-AC86-841B-58E2-DB16A968676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0C9C29-A244-9157-69B4-CA4AC1AD6B1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5F4AA01-BBDC-E10B-024F-6477A1D621CB}"/>
              </a:ext>
            </a:extLst>
          </p:cNvPr>
          <p:cNvSpPr>
            <a:spLocks noGrp="1"/>
          </p:cNvSpPr>
          <p:nvPr>
            <p:ph type="body" idx="1"/>
          </p:nvPr>
        </p:nvSpPr>
        <p:spPr/>
        <p:txBody>
          <a:bodyPr/>
          <a:lstStyle/>
          <a:p>
            <a:r>
              <a:rPr kumimoji="1" lang="en-US" altLang="ja-JP"/>
              <a:t>	</a:t>
            </a:r>
            <a:endParaRPr kumimoji="1" lang="ja-JP" altLang="en-US"/>
          </a:p>
        </p:txBody>
      </p:sp>
      <p:sp>
        <p:nvSpPr>
          <p:cNvPr id="4" name="スライド番号プレースホルダー 3">
            <a:extLst>
              <a:ext uri="{FF2B5EF4-FFF2-40B4-BE49-F238E27FC236}">
                <a16:creationId xmlns:a16="http://schemas.microsoft.com/office/drawing/2014/main" id="{18CEA678-1F70-AD02-56A3-8B95EDB70C1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39626231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A838F-856F-41EC-B9EB-ABB207512C5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66413AE-416A-A232-CF4A-00322A5FF75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57BEE94-DDB2-83DC-BBFD-0FF627EC93C6}"/>
              </a:ext>
            </a:extLst>
          </p:cNvPr>
          <p:cNvSpPr>
            <a:spLocks noGrp="1"/>
          </p:cNvSpPr>
          <p:nvPr>
            <p:ph type="body" idx="1"/>
          </p:nvPr>
        </p:nvSpPr>
        <p:spPr/>
        <p:txBody>
          <a:bodyPr/>
          <a:lstStyle/>
          <a:p>
            <a:r>
              <a:rPr kumimoji="1" lang="en-US" altLang="ja-JP"/>
              <a:t>	</a:t>
            </a:r>
            <a:endParaRPr kumimoji="1" lang="ja-JP" altLang="en-US"/>
          </a:p>
        </p:txBody>
      </p:sp>
      <p:sp>
        <p:nvSpPr>
          <p:cNvPr id="4" name="スライド番号プレースホルダー 3">
            <a:extLst>
              <a:ext uri="{FF2B5EF4-FFF2-40B4-BE49-F238E27FC236}">
                <a16:creationId xmlns:a16="http://schemas.microsoft.com/office/drawing/2014/main" id="{D54AA8AA-351A-3CC3-D417-67DACCACD6D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3062008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77D9A-0160-77CB-549F-162C43786D3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B2ECF1A-25B8-861E-9FC4-74DB0D7C4E5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5EAA2D3-2BDD-AEEC-62A9-82F268C0FBB7}"/>
              </a:ext>
            </a:extLst>
          </p:cNvPr>
          <p:cNvSpPr>
            <a:spLocks noGrp="1"/>
          </p:cNvSpPr>
          <p:nvPr>
            <p:ph type="body" idx="1"/>
          </p:nvPr>
        </p:nvSpPr>
        <p:spPr/>
        <p:txBody>
          <a:bodyPr/>
          <a:lstStyle/>
          <a:p>
            <a:r>
              <a:rPr kumimoji="1" lang="en-US" altLang="ja-JP"/>
              <a:t>	</a:t>
            </a:r>
            <a:endParaRPr kumimoji="1" lang="ja-JP" altLang="en-US"/>
          </a:p>
        </p:txBody>
      </p:sp>
      <p:sp>
        <p:nvSpPr>
          <p:cNvPr id="4" name="スライド番号プレースホルダー 3">
            <a:extLst>
              <a:ext uri="{FF2B5EF4-FFF2-40B4-BE49-F238E27FC236}">
                <a16:creationId xmlns:a16="http://schemas.microsoft.com/office/drawing/2014/main" id="{A37E946D-9BBF-83D4-4B3A-4D38E16D85E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40015478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BADE9-74C1-DDEF-2730-4B6D7AE1C8E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EF9C36A-8006-5386-A224-D3AAD7225D8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EA9F90F-F483-3CFA-CC40-A38AA66148A7}"/>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0E29EEC4-2CFA-52C0-C4BF-84A281C0E5C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5059686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BE114-A89C-C3A7-C90B-EA84C35C1F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E59B64E-06C1-DDA6-DCBB-89D2043DE3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24DCE62-45C5-D635-728A-E1085F1BDDD1}"/>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F1A71F38-6960-C4EF-9302-E5109F94E62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5710568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5B7C2-EC06-BF95-D445-F4565789DAE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0978DE-A709-696F-DFF7-192EACC5D20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921C520-56ED-D607-B296-7093ECF19BAE}"/>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E2552B4A-0557-E005-8E08-8CDFF53993C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7734010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E8C20-8C0B-F1E5-236D-CC7EBA4493C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9610E0A-3296-B804-FE47-79EA9FAA1F03}"/>
              </a:ext>
            </a:extLst>
          </p:cNvPr>
          <p:cNvSpPr>
            <a:spLocks noGrp="1" noRot="1" noChangeAspect="1"/>
          </p:cNvSpPr>
          <p:nvPr>
            <p:ph type="sldImg"/>
          </p:nvPr>
        </p:nvSpPr>
        <p:spPr/>
        <p:txBody>
          <a:bodyPr/>
          <a:lstStyle/>
          <a:p>
            <a:endParaRPr lang="ja-JP" altLang="en-US"/>
          </a:p>
        </p:txBody>
      </p:sp>
      <p:sp>
        <p:nvSpPr>
          <p:cNvPr id="3" name="ノート プレースホルダー 2">
            <a:extLst>
              <a:ext uri="{FF2B5EF4-FFF2-40B4-BE49-F238E27FC236}">
                <a16:creationId xmlns:a16="http://schemas.microsoft.com/office/drawing/2014/main" id="{62F425CC-C4FF-A361-70D1-4CCAC040945B}"/>
              </a:ext>
            </a:extLst>
          </p:cNvPr>
          <p:cNvSpPr>
            <a:spLocks noGrp="1"/>
          </p:cNvSpPr>
          <p:nvPr>
            <p:ph type="body" idx="1"/>
          </p:nvPr>
        </p:nvSpPr>
        <p:spPr/>
        <p:txBody>
          <a:bodyPr/>
          <a:lstStyle/>
          <a:p>
            <a:r>
              <a:rPr kumimoji="1" lang="ja-JP" altLang="en-US"/>
              <a:t>　</a:t>
            </a:r>
          </a:p>
        </p:txBody>
      </p:sp>
      <p:sp>
        <p:nvSpPr>
          <p:cNvPr id="4" name="スライド番号プレースホルダー 3">
            <a:extLst>
              <a:ext uri="{FF2B5EF4-FFF2-40B4-BE49-F238E27FC236}">
                <a16:creationId xmlns:a16="http://schemas.microsoft.com/office/drawing/2014/main" id="{827101EB-6DBA-888D-4D82-366B8DE5CF0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7833646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79EB7-F5DE-3129-89AA-123A86F48E2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67FD540-D10A-A854-4E44-4A3D4E8329C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DBB86B2-4DFD-89AF-A23E-A88649A14A3E}"/>
              </a:ext>
            </a:extLst>
          </p:cNvPr>
          <p:cNvSpPr>
            <a:spLocks noGrp="1"/>
          </p:cNvSpPr>
          <p:nvPr>
            <p:ph type="body" idx="1"/>
          </p:nvPr>
        </p:nvSpPr>
        <p:spPr/>
        <p:txBody>
          <a:bodyPr/>
          <a:lstStyle/>
          <a:p>
            <a:r>
              <a:rPr kumimoji="1" lang="en-US" altLang="ja-JP"/>
              <a:t>	</a:t>
            </a:r>
            <a:endParaRPr kumimoji="1" lang="ja-JP" altLang="en-US"/>
          </a:p>
        </p:txBody>
      </p:sp>
      <p:sp>
        <p:nvSpPr>
          <p:cNvPr id="4" name="スライド番号プレースホルダー 3">
            <a:extLst>
              <a:ext uri="{FF2B5EF4-FFF2-40B4-BE49-F238E27FC236}">
                <a16:creationId xmlns:a16="http://schemas.microsoft.com/office/drawing/2014/main" id="{D9C2ED0C-2687-BAA1-4AD5-D621098FC2D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0086422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02E72-740E-A8B5-9726-ABD75FDCEC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4C9491C-6E97-00EE-BC57-A95513CA8BA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CF82DF6-A04E-E219-EF93-7EF817CEC293}"/>
              </a:ext>
            </a:extLst>
          </p:cNvPr>
          <p:cNvSpPr>
            <a:spLocks noGrp="1"/>
          </p:cNvSpPr>
          <p:nvPr>
            <p:ph type="body" idx="1"/>
          </p:nvPr>
        </p:nvSpPr>
        <p:spPr/>
        <p:txBody>
          <a:bodyPr/>
          <a:lstStyle/>
          <a:p>
            <a:r>
              <a:rPr kumimoji="1" lang="en-US" altLang="ja-JP"/>
              <a:t>	</a:t>
            </a:r>
            <a:endParaRPr kumimoji="1" lang="ja-JP" altLang="en-US"/>
          </a:p>
        </p:txBody>
      </p:sp>
      <p:sp>
        <p:nvSpPr>
          <p:cNvPr id="4" name="スライド番号プレースホルダー 3">
            <a:extLst>
              <a:ext uri="{FF2B5EF4-FFF2-40B4-BE49-F238E27FC236}">
                <a16:creationId xmlns:a16="http://schemas.microsoft.com/office/drawing/2014/main" id="{DB427DE3-6C19-A2A5-97BC-05A5BB10039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39799926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42A01-C5BB-2301-64CB-5C8B4960128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2DD757A-58C6-1568-2122-940A7233FDB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DE76C5A-6432-5F79-8B92-AFE49B23968E}"/>
              </a:ext>
            </a:extLst>
          </p:cNvPr>
          <p:cNvSpPr>
            <a:spLocks noGrp="1"/>
          </p:cNvSpPr>
          <p:nvPr>
            <p:ph type="body" idx="1"/>
          </p:nvPr>
        </p:nvSpPr>
        <p:spPr/>
        <p:txBody>
          <a:bodyPr/>
          <a:lstStyle/>
          <a:p>
            <a:r>
              <a:rPr kumimoji="1" lang="en-US" altLang="ja-JP"/>
              <a:t>	</a:t>
            </a:r>
            <a:endParaRPr kumimoji="1" lang="ja-JP" altLang="en-US"/>
          </a:p>
        </p:txBody>
      </p:sp>
      <p:sp>
        <p:nvSpPr>
          <p:cNvPr id="4" name="スライド番号プレースホルダー 3">
            <a:extLst>
              <a:ext uri="{FF2B5EF4-FFF2-40B4-BE49-F238E27FC236}">
                <a16:creationId xmlns:a16="http://schemas.microsoft.com/office/drawing/2014/main" id="{3E6E4882-1E40-DF73-8B1D-16716710F35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5038162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BEB3B-7FC7-B141-D7A9-FDAF287EEBD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548EBB2-3F51-056D-AB4E-FA934FF16C2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C5B29AE-0532-E0BF-0D54-FBBE5E15D152}"/>
              </a:ext>
            </a:extLst>
          </p:cNvPr>
          <p:cNvSpPr>
            <a:spLocks noGrp="1"/>
          </p:cNvSpPr>
          <p:nvPr>
            <p:ph type="body" idx="1"/>
          </p:nvPr>
        </p:nvSpPr>
        <p:spPr/>
        <p:txBody>
          <a:bodyPr/>
          <a:lstStyle/>
          <a:p>
            <a:r>
              <a:rPr kumimoji="1" lang="en-US" altLang="ja-JP"/>
              <a:t>	</a:t>
            </a:r>
            <a:endParaRPr kumimoji="1" lang="ja-JP" altLang="en-US"/>
          </a:p>
        </p:txBody>
      </p:sp>
      <p:sp>
        <p:nvSpPr>
          <p:cNvPr id="4" name="スライド番号プレースホルダー 3">
            <a:extLst>
              <a:ext uri="{FF2B5EF4-FFF2-40B4-BE49-F238E27FC236}">
                <a16:creationId xmlns:a16="http://schemas.microsoft.com/office/drawing/2014/main" id="{CD6ADC0A-8140-0D1B-18D7-CEF3EF176A1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7582660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4E515A2B-CDEA-4637-9CB2-003C9601DBEF}" type="slidenum">
              <a:rPr kumimoji="1" lang="ja-JP" altLang="en-US" smtClean="0"/>
              <a:t>57</a:t>
            </a:fld>
            <a:endParaRPr kumimoji="1" lang="ja-JP" altLang="en-US"/>
          </a:p>
        </p:txBody>
      </p:sp>
    </p:spTree>
    <p:extLst>
      <p:ext uri="{BB962C8B-B14F-4D97-AF65-F5344CB8AC3E}">
        <p14:creationId xmlns:p14="http://schemas.microsoft.com/office/powerpoint/2010/main" val="225937321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af-ZA"/>
          </a:p>
        </p:txBody>
      </p:sp>
      <p:sp>
        <p:nvSpPr>
          <p:cNvPr id="4" name="スライド番号プレースホルダー 3"/>
          <p:cNvSpPr>
            <a:spLocks noGrp="1"/>
          </p:cNvSpPr>
          <p:nvPr>
            <p:ph type="sldNum" sz="quarter" idx="5"/>
          </p:nvPr>
        </p:nvSpPr>
        <p:spPr/>
        <p:txBody>
          <a:bodyPr/>
          <a:lstStyle/>
          <a:p>
            <a:fld id="{4E515A2B-CDEA-4637-9CB2-003C9601DBEF}" type="slidenum">
              <a:rPr kumimoji="1" lang="ja-JP" altLang="en-US" smtClean="0"/>
              <a:t>58</a:t>
            </a:fld>
            <a:endParaRPr kumimoji="1" lang="ja-JP" altLang="en-US"/>
          </a:p>
        </p:txBody>
      </p:sp>
    </p:spTree>
    <p:extLst>
      <p:ext uri="{BB962C8B-B14F-4D97-AF65-F5344CB8AC3E}">
        <p14:creationId xmlns:p14="http://schemas.microsoft.com/office/powerpoint/2010/main" val="29457441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96695-7F5A-A5D3-66A6-DB4B10DE9CD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AA17301-02B1-0ED1-972C-593F916A112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1B2EEC-3675-3ACA-9A6E-27F07FCF934B}"/>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3E91DBB-6B05-D653-7A3B-FB6C012AD3A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4B835EC-ACD9-4FA2-8966-5C69F0553117}"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35003657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j-ea"/>
                <a:ea typeface="+mj-ea"/>
              </a:defRPr>
            </a:lvl1pPr>
          </a:lstStyle>
          <a:p>
            <a:r>
              <a:rPr lang="ja-JP" altLang="en-US"/>
              <a:t>マスタ タイトルの書式設定</a:t>
            </a:r>
            <a:endParaRPr lang="en-AU"/>
          </a:p>
        </p:txBody>
      </p:sp>
      <p:sp>
        <p:nvSpPr>
          <p:cNvPr id="3" name="Content Placeholder 2"/>
          <p:cNvSpPr>
            <a:spLocks noGrp="1"/>
          </p:cNvSpPr>
          <p:nvPr>
            <p:ph idx="1"/>
          </p:nvPr>
        </p:nvSpPr>
        <p:spPr/>
        <p:txBody>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AU"/>
          </a:p>
        </p:txBody>
      </p:sp>
      <p:sp>
        <p:nvSpPr>
          <p:cNvPr id="4" name="Rectangle 60"/>
          <p:cNvSpPr>
            <a:spLocks noGrp="1" noChangeArrowheads="1"/>
          </p:cNvSpPr>
          <p:nvPr>
            <p:ph type="sldNum" sz="quarter" idx="10"/>
          </p:nvPr>
        </p:nvSpPr>
        <p:spPr>
          <a:xfrm>
            <a:off x="7874927" y="6576167"/>
            <a:ext cx="1835017" cy="197699"/>
          </a:xfrm>
          <a:prstGeom prst="rect">
            <a:avLst/>
          </a:prstGeom>
          <a:ln/>
        </p:spPr>
        <p:txBody>
          <a:bodyPr/>
          <a:lstStyle>
            <a:lvl1pPr>
              <a:defRPr/>
            </a:lvl1pPr>
          </a:lstStyle>
          <a:p>
            <a:pPr>
              <a:defRPr/>
            </a:pPr>
            <a:fld id="{28A37779-3EFF-4C44-81BE-A0A03BDD188D}" type="slidenum">
              <a:rPr lang="en-AU" smtClean="0"/>
              <a:pPr>
                <a:defRPr/>
              </a:pPr>
              <a:t>‹#›</a:t>
            </a:fld>
            <a:endParaRPr lang="en-AU"/>
          </a:p>
        </p:txBody>
      </p:sp>
      <p:sp>
        <p:nvSpPr>
          <p:cNvPr id="5" name="Rectangle 62">
            <a:extLst>
              <a:ext uri="{FF2B5EF4-FFF2-40B4-BE49-F238E27FC236}">
                <a16:creationId xmlns:a16="http://schemas.microsoft.com/office/drawing/2014/main" id="{D54D1348-7466-405C-BEAC-0E7E1CFE657B}"/>
              </a:ext>
            </a:extLst>
          </p:cNvPr>
          <p:cNvSpPr>
            <a:spLocks noGrp="1" noChangeArrowheads="1"/>
          </p:cNvSpPr>
          <p:nvPr>
            <p:ph type="ftr" sz="quarter" idx="3"/>
          </p:nvPr>
        </p:nvSpPr>
        <p:spPr bwMode="gray">
          <a:xfrm>
            <a:off x="156503" y="6563638"/>
            <a:ext cx="4863571" cy="218162"/>
          </a:xfrm>
          <a:prstGeom prst="rect">
            <a:avLst/>
          </a:prstGeom>
          <a:noFill/>
          <a:ln w="12700">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defRPr sz="675" b="0">
                <a:solidFill>
                  <a:schemeClr val="tx1"/>
                </a:solidFill>
              </a:defRPr>
            </a:lvl1pPr>
          </a:lstStyle>
          <a:p>
            <a:pPr>
              <a:defRPr/>
            </a:pPr>
            <a:r>
              <a:rPr lang="en-AU"/>
              <a:t>Copyright © 2020 Accenture All Rights Reserved.</a:t>
            </a:r>
          </a:p>
        </p:txBody>
      </p:sp>
    </p:spTree>
    <p:extLst>
      <p:ext uri="{BB962C8B-B14F-4D97-AF65-F5344CB8AC3E}">
        <p14:creationId xmlns:p14="http://schemas.microsoft.com/office/powerpoint/2010/main" val="1918514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FC14FB-9A36-40CD-90A8-150480A09195}"/>
              </a:ext>
            </a:extLst>
          </p:cNvPr>
          <p:cNvSpPr>
            <a:spLocks noGrp="1"/>
          </p:cNvSpPr>
          <p:nvPr>
            <p:ph type="ctrTitle"/>
          </p:nvPr>
        </p:nvSpPr>
        <p:spPr>
          <a:xfrm>
            <a:off x="1238250" y="1122363"/>
            <a:ext cx="7429500" cy="2387600"/>
          </a:xfrm>
        </p:spPr>
        <p:txBody>
          <a:bodyPr anchor="b"/>
          <a:lstStyle>
            <a:lvl1pPr algn="ctr">
              <a:defRPr sz="45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60D2E56-2A97-4294-9D23-A6C5BE189E26}"/>
              </a:ext>
            </a:extLst>
          </p:cNvPr>
          <p:cNvSpPr>
            <a:spLocks noGrp="1"/>
          </p:cNvSpPr>
          <p:nvPr>
            <p:ph type="subTitle" idx="1"/>
          </p:nvPr>
        </p:nvSpPr>
        <p:spPr>
          <a:xfrm>
            <a:off x="1238250" y="3602038"/>
            <a:ext cx="74295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5A124F80-1D88-4CAE-8FED-B695DD4F83AA}"/>
              </a:ext>
            </a:extLst>
          </p:cNvPr>
          <p:cNvSpPr>
            <a:spLocks noGrp="1"/>
          </p:cNvSpPr>
          <p:nvPr>
            <p:ph type="dt" sz="half" idx="10"/>
          </p:nvPr>
        </p:nvSpPr>
        <p:spPr/>
        <p:txBody>
          <a:bodyPr/>
          <a:lstStyle/>
          <a:p>
            <a:endParaRPr kumimoji="1" lang="ja-JP" altLang="en-US"/>
          </a:p>
        </p:txBody>
      </p:sp>
      <p:sp>
        <p:nvSpPr>
          <p:cNvPr id="7" name="Rectangle 62">
            <a:extLst>
              <a:ext uri="{FF2B5EF4-FFF2-40B4-BE49-F238E27FC236}">
                <a16:creationId xmlns:a16="http://schemas.microsoft.com/office/drawing/2014/main" id="{E0E3B448-30E3-468E-AB5D-6387CB9FA625}"/>
              </a:ext>
            </a:extLst>
          </p:cNvPr>
          <p:cNvSpPr txBox="1">
            <a:spLocks noChangeArrowheads="1"/>
          </p:cNvSpPr>
          <p:nvPr userDrawn="1"/>
        </p:nvSpPr>
        <p:spPr bwMode="gray">
          <a:xfrm>
            <a:off x="89429" y="6609454"/>
            <a:ext cx="4863571" cy="218162"/>
          </a:xfrm>
          <a:prstGeom prst="rect">
            <a:avLst/>
          </a:prstGeom>
          <a:noFill/>
          <a:ln w="12700">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marL="0" algn="l" defTabSz="914400" rtl="0" eaLnBrk="1" latinLnBrk="0" hangingPunct="1">
              <a:lnSpc>
                <a:spcPct val="100000"/>
              </a:lnSpc>
              <a:defRPr kumimoji="1" sz="675" b="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defRPr/>
            </a:pPr>
            <a:r>
              <a:rPr lang="en-AU" sz="675">
                <a:latin typeface="Meiryo UI" panose="020B0604030504040204" pitchFamily="50" charset="-128"/>
                <a:ea typeface="Meiryo UI" panose="020B0604030504040204" pitchFamily="50" charset="-128"/>
              </a:rPr>
              <a:t>Copyright © 202</a:t>
            </a:r>
            <a:r>
              <a:rPr lang="en-US" altLang="ja-JP" sz="675">
                <a:latin typeface="Meiryo UI" panose="020B0604030504040204" pitchFamily="50" charset="-128"/>
                <a:ea typeface="Meiryo UI" panose="020B0604030504040204" pitchFamily="50" charset="-128"/>
              </a:rPr>
              <a:t>2</a:t>
            </a:r>
            <a:r>
              <a:rPr lang="en-AU" sz="675">
                <a:latin typeface="Meiryo UI" panose="020B0604030504040204" pitchFamily="50" charset="-128"/>
                <a:ea typeface="Meiryo UI" panose="020B0604030504040204" pitchFamily="50" charset="-128"/>
              </a:rPr>
              <a:t> Accenture All Rights Reserved.</a:t>
            </a:r>
          </a:p>
        </p:txBody>
      </p:sp>
    </p:spTree>
    <p:extLst>
      <p:ext uri="{BB962C8B-B14F-4D97-AF65-F5344CB8AC3E}">
        <p14:creationId xmlns:p14="http://schemas.microsoft.com/office/powerpoint/2010/main" val="418891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Tree>
    <p:extLst>
      <p:ext uri="{BB962C8B-B14F-4D97-AF65-F5344CB8AC3E}">
        <p14:creationId xmlns:p14="http://schemas.microsoft.com/office/powerpoint/2010/main" val="1091745977"/>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54723854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89341286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p:nvSpPr>
        <p:spPr>
          <a:xfrm>
            <a:off x="0" y="0"/>
            <a:ext cx="1579278" cy="241476"/>
          </a:xfrm>
          <a:prstGeom prst="rect">
            <a:avLst/>
          </a:prstGeom>
        </p:spPr>
        <p:txBody>
          <a:bodyPr wrap="none">
            <a:spAutoFit/>
          </a:bodyPr>
          <a:lstStyle/>
          <a:p>
            <a:r>
              <a:rPr lang="en-US" altLang="ja-JP" sz="969" i="0">
                <a:latin typeface="+mj-ea"/>
                <a:ea typeface="+mj-ea"/>
              </a:rPr>
              <a:t>Ⅲ</a:t>
            </a:r>
            <a:r>
              <a:rPr lang="ja-JP" altLang="en-US" sz="969"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12145327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114638212"/>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919452402"/>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1624518752"/>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Ⅶ</a:t>
            </a:r>
            <a:r>
              <a:rPr lang="ja-JP" altLang="en-US" sz="969" i="0">
                <a:latin typeface="+mj-ea"/>
                <a:ea typeface="+mj-ea"/>
              </a:rPr>
              <a:t>章　技術解説書（案）</a:t>
            </a: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64019200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1835456220"/>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表紙2">
    <p:spTree>
      <p:nvGrpSpPr>
        <p:cNvPr id="1" name=""/>
        <p:cNvGrpSpPr/>
        <p:nvPr/>
      </p:nvGrpSpPr>
      <p:grpSpPr>
        <a:xfrm>
          <a:off x="0" y="0"/>
          <a:ext cx="0" cy="0"/>
          <a:chOff x="0" y="0"/>
          <a:chExt cx="0" cy="0"/>
        </a:xfrm>
      </p:grpSpPr>
      <p:sp>
        <p:nvSpPr>
          <p:cNvPr id="8" name="テキスト プレースホルダー 14">
            <a:extLst>
              <a:ext uri="{FF2B5EF4-FFF2-40B4-BE49-F238E27FC236}">
                <a16:creationId xmlns:a16="http://schemas.microsoft.com/office/drawing/2014/main" id="{61738D56-6561-1C48-AB89-C7F65FB15878}"/>
              </a:ext>
            </a:extLst>
          </p:cNvPr>
          <p:cNvSpPr>
            <a:spLocks noGrp="1"/>
          </p:cNvSpPr>
          <p:nvPr>
            <p:ph type="body" sz="quarter" idx="12"/>
          </p:nvPr>
        </p:nvSpPr>
        <p:spPr>
          <a:xfrm>
            <a:off x="2362200" y="4042661"/>
            <a:ext cx="7534810" cy="370807"/>
          </a:xfrm>
        </p:spPr>
        <p:txBody>
          <a:bodyPr wrap="square" lIns="288000">
            <a:spAutoFit/>
          </a:bodyPr>
          <a:lstStyle>
            <a:lvl1pPr marL="0" indent="0">
              <a:spcAft>
                <a:spcPts val="369"/>
              </a:spcAft>
              <a:buNone/>
              <a:defRPr lang="ja-JP" altLang="en-US" sz="1477" spc="138" smtClean="0">
                <a:solidFill>
                  <a:schemeClr val="tx1"/>
                </a:solidFill>
              </a:defRPr>
            </a:lvl1pPr>
            <a:lvl2pPr marL="211021" indent="0">
              <a:spcAft>
                <a:spcPts val="369"/>
              </a:spcAft>
              <a:buNone/>
              <a:defRPr lang="ja-JP" altLang="en-US" sz="1477" smtClean="0">
                <a:solidFill>
                  <a:schemeClr val="tx1"/>
                </a:solidFill>
                <a:latin typeface="+mn-lt"/>
                <a:ea typeface="+mn-ea"/>
              </a:defRPr>
            </a:lvl2pPr>
            <a:lvl3pPr marL="633062" indent="0">
              <a:spcAft>
                <a:spcPts val="369"/>
              </a:spcAft>
              <a:buNone/>
              <a:defRPr lang="ja-JP" altLang="en-US" sz="1477" smtClean="0">
                <a:solidFill>
                  <a:schemeClr val="tx1"/>
                </a:solidFill>
                <a:latin typeface="+mn-lt"/>
                <a:ea typeface="+mn-ea"/>
              </a:defRPr>
            </a:lvl3pPr>
            <a:lvl4pPr marL="1055103" indent="0">
              <a:spcAft>
                <a:spcPts val="369"/>
              </a:spcAft>
              <a:buNone/>
              <a:defRPr lang="ja-JP" altLang="en-US" sz="1477" smtClean="0">
                <a:solidFill>
                  <a:schemeClr val="tx1"/>
                </a:solidFill>
                <a:latin typeface="+mn-lt"/>
                <a:ea typeface="+mn-ea"/>
              </a:defRPr>
            </a:lvl4pPr>
            <a:lvl5pPr marL="1477145" indent="0">
              <a:spcAft>
                <a:spcPts val="369"/>
              </a:spcAft>
              <a:buNone/>
              <a:defRPr lang="ja-JP" altLang="en-US" sz="1477">
                <a:solidFill>
                  <a:schemeClr val="tx1"/>
                </a:solidFill>
                <a:latin typeface="+mn-lt"/>
                <a:ea typeface="+mn-ea"/>
              </a:defRPr>
            </a:lvl5pPr>
          </a:lstStyle>
          <a:p>
            <a:pPr marL="0" lvl="0" defTabSz="422041"/>
            <a:r>
              <a:rPr kumimoji="1" lang="ja-JP" altLang="en-US"/>
              <a:t>マスター テキストの書式設定</a:t>
            </a:r>
          </a:p>
        </p:txBody>
      </p:sp>
      <p:sp>
        <p:nvSpPr>
          <p:cNvPr id="14" name="Footer Placeholder 2">
            <a:extLst>
              <a:ext uri="{FF2B5EF4-FFF2-40B4-BE49-F238E27FC236}">
                <a16:creationId xmlns:a16="http://schemas.microsoft.com/office/drawing/2014/main" id="{00B915E3-9721-E14D-9069-1E3398AC9B47}"/>
              </a:ext>
            </a:extLst>
          </p:cNvPr>
          <p:cNvSpPr>
            <a:spLocks noGrp="1"/>
          </p:cNvSpPr>
          <p:nvPr>
            <p:ph type="ftr" sz="quarter" idx="11"/>
          </p:nvPr>
        </p:nvSpPr>
        <p:spPr>
          <a:xfrm>
            <a:off x="4450710" y="6379367"/>
            <a:ext cx="3757975" cy="263263"/>
          </a:xfrm>
        </p:spPr>
        <p:txBody>
          <a:bodyPr/>
          <a:lstStyle/>
          <a:p>
            <a:pPr>
              <a:defRPr/>
            </a:pPr>
            <a:r>
              <a:rPr lang="en-AU"/>
              <a:t>Copyright © 202</a:t>
            </a:r>
            <a:r>
              <a:rPr lang="en-US" altLang="ja-JP"/>
              <a:t>2</a:t>
            </a:r>
            <a:r>
              <a:rPr lang="en-AU"/>
              <a:t> Accenture All Rights Reserved.</a:t>
            </a:r>
          </a:p>
        </p:txBody>
      </p:sp>
      <p:sp>
        <p:nvSpPr>
          <p:cNvPr id="15" name="タイトル 17">
            <a:extLst>
              <a:ext uri="{FF2B5EF4-FFF2-40B4-BE49-F238E27FC236}">
                <a16:creationId xmlns:a16="http://schemas.microsoft.com/office/drawing/2014/main" id="{74E58C1A-9531-3C45-9E29-C7A0D7F2876F}"/>
              </a:ext>
            </a:extLst>
          </p:cNvPr>
          <p:cNvSpPr>
            <a:spLocks noGrp="1"/>
          </p:cNvSpPr>
          <p:nvPr>
            <p:ph type="title"/>
          </p:nvPr>
        </p:nvSpPr>
        <p:spPr>
          <a:xfrm>
            <a:off x="2362200" y="1447802"/>
            <a:ext cx="7534810" cy="2304191"/>
          </a:xfrm>
        </p:spPr>
        <p:txBody>
          <a:bodyPr lIns="288000" tIns="180000" rIns="360000" bIns="72000" anchor="b"/>
          <a:lstStyle>
            <a:lvl1pPr>
              <a:defRPr sz="2215">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683926595"/>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9_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495302" y="114300"/>
            <a:ext cx="8915399" cy="578870"/>
          </a:xfrm>
          <a:prstGeom prst="rect">
            <a:avLst/>
          </a:prstGeom>
        </p:spPr>
        <p:txBody>
          <a:bodyPr lIns="0" rIns="0" anchor="b" anchorCtr="0">
            <a:normAutofit/>
          </a:bodyPr>
          <a:lstStyle>
            <a:lvl1pPr algn="l">
              <a:defRPr sz="1625" b="1">
                <a:solidFill>
                  <a:srgbClr val="17375E"/>
                </a:solidFill>
                <a:latin typeface="+mj-ea"/>
                <a:ea typeface="+mj-ea"/>
              </a:defRPr>
            </a:lvl1pPr>
          </a:lstStyle>
          <a:p>
            <a:br>
              <a:rPr lang="en-US" altLang="ja-JP"/>
            </a:br>
            <a:r>
              <a:rPr lang="ja-JP" altLang="en-US"/>
              <a:t>マスタ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0" indent="0" algn="l">
              <a:spcBef>
                <a:spcPts val="0"/>
              </a:spcBef>
              <a:buFontTx/>
              <a:buNone/>
              <a:defRPr sz="1138">
                <a:latin typeface="+mj-ea"/>
                <a:ea typeface="+mj-ea"/>
              </a:defRPr>
            </a:lvl1pPr>
            <a:lvl2pPr marL="389462" indent="0">
              <a:buFontTx/>
              <a:buNone/>
              <a:defRPr sz="1138">
                <a:latin typeface="+mn-ea"/>
                <a:ea typeface="+mn-ea"/>
              </a:defRPr>
            </a:lvl2pPr>
            <a:lvl3pPr marL="776346" indent="0">
              <a:buFontTx/>
              <a:buNone/>
              <a:defRPr sz="1138">
                <a:latin typeface="+mn-ea"/>
                <a:ea typeface="+mn-ea"/>
              </a:defRPr>
            </a:lvl3pPr>
          </a:lstStyle>
          <a:p>
            <a:pPr marL="0" marR="0" lvl="0" indent="0" algn="l" defTabSz="742950" rtl="0" eaLnBrk="0" fontAlgn="base" latinLnBrk="0" hangingPunct="0">
              <a:lnSpc>
                <a:spcPct val="100000"/>
              </a:lnSpc>
              <a:spcBef>
                <a:spcPct val="20000"/>
              </a:spcBef>
              <a:spcAft>
                <a:spcPct val="0"/>
              </a:spcAft>
              <a:buClrTx/>
              <a:buSzTx/>
              <a:buFontTx/>
              <a:buNone/>
              <a:tabLst/>
              <a:defRPr/>
            </a:pPr>
            <a:r>
              <a:rPr lang="en-US" altLang="ja-JP"/>
              <a:t>Click to edit Master text styles</a:t>
            </a:r>
          </a:p>
          <a:p>
            <a:pPr lvl="1"/>
            <a:endParaRPr lang="en-US" altLang="ja-JP"/>
          </a:p>
          <a:p>
            <a:pPr marL="0" marR="0" lvl="0" indent="0" algn="l" defTabSz="742950" rtl="0" eaLnBrk="0" fontAlgn="base" latinLnBrk="0" hangingPunct="0">
              <a:lnSpc>
                <a:spcPct val="100000"/>
              </a:lnSpc>
              <a:spcBef>
                <a:spcPts val="0"/>
              </a:spcBef>
              <a:spcAft>
                <a:spcPct val="0"/>
              </a:spcAft>
              <a:buClrTx/>
              <a:buSzTx/>
              <a:buFont typeface="+mj-lt"/>
              <a:buNone/>
              <a:tabLst/>
              <a:defRPr/>
            </a:pP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userDrawn="1"/>
        </p:nvCxnSpPr>
        <p:spPr>
          <a:xfrm>
            <a:off x="493582"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7150" y="6485693"/>
            <a:ext cx="2228850" cy="365125"/>
          </a:xfrm>
          <a:prstGeom prst="rect">
            <a:avLst/>
          </a:prstGeom>
        </p:spPr>
        <p:txBody>
          <a:bodyPr/>
          <a:lstStyle>
            <a:lvl1pPr>
              <a:defRPr sz="731" i="0">
                <a:latin typeface="+mn-ea"/>
                <a:ea typeface="+mn-ea"/>
              </a:defRPr>
            </a:lvl1pPr>
          </a:lstStyle>
          <a:p>
            <a:fld id="{22B2E2AD-30EA-4392-9E57-A05A6E6C41F4}" type="slidenum">
              <a:rPr lang="ja-JP" altLang="en-US" smtClean="0"/>
              <a:pPr/>
              <a:t>‹#›</a:t>
            </a:fld>
            <a:endParaRPr lang="ja-JP" altLang="en-US"/>
          </a:p>
        </p:txBody>
      </p:sp>
      <p:sp>
        <p:nvSpPr>
          <p:cNvPr id="7" name="Rectangle 26">
            <a:extLst>
              <a:ext uri="{FF2B5EF4-FFF2-40B4-BE49-F238E27FC236}">
                <a16:creationId xmlns:a16="http://schemas.microsoft.com/office/drawing/2014/main" id="{B68BBABA-2A80-FE9A-53CE-100FA3347CB2}"/>
              </a:ext>
            </a:extLst>
          </p:cNvPr>
          <p:cNvSpPr>
            <a:spLocks noGrp="1" noChangeArrowheads="1"/>
          </p:cNvSpPr>
          <p:nvPr>
            <p:ph idx="11" hasCustomPrompt="1"/>
          </p:nvPr>
        </p:nvSpPr>
        <p:spPr bwMode="auto">
          <a:xfrm>
            <a:off x="493582" y="2619987"/>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232172" indent="-232172" algn="l">
              <a:spcBef>
                <a:spcPts val="0"/>
              </a:spcBef>
              <a:buFont typeface="Wingdings" panose="05000000000000000000" pitchFamily="2" charset="2"/>
              <a:buChar char="ü"/>
              <a:defRPr sz="1138">
                <a:latin typeface="+mj-ea"/>
                <a:ea typeface="+mj-ea"/>
              </a:defRPr>
            </a:lvl1pPr>
            <a:lvl2pPr marL="621593" indent="-232130">
              <a:buFont typeface="Wingdings" panose="05000000000000000000" pitchFamily="2" charset="2"/>
              <a:buChar char="Ø"/>
              <a:defRPr sz="1138">
                <a:latin typeface="+mn-ea"/>
                <a:ea typeface="+mn-ea"/>
              </a:defRPr>
            </a:lvl2pPr>
            <a:lvl3pPr marL="1008518" indent="-232172">
              <a:buFont typeface="Arial" panose="020B0604020202020204" pitchFamily="34" charset="0"/>
              <a:buChar char="•"/>
              <a:defRPr sz="1138">
                <a:latin typeface="+mn-ea"/>
                <a:ea typeface="+mn-ea"/>
              </a:defRPr>
            </a:lvl3pPr>
          </a:lstStyle>
          <a:p>
            <a:pPr lvl="0"/>
            <a:r>
              <a:rPr lang="en-US" altLang="ja-JP"/>
              <a:t>Click to edit Master text styles</a:t>
            </a:r>
          </a:p>
          <a:p>
            <a:pPr lvl="1"/>
            <a:r>
              <a:rPr lang="en-US" altLang="ja-JP"/>
              <a:t>Aa</a:t>
            </a:r>
          </a:p>
          <a:p>
            <a:pPr lvl="2"/>
            <a:r>
              <a:rPr lang="en-US" altLang="ja-JP" sz="1138">
                <a:latin typeface="+mn-ea"/>
                <a:ea typeface="+mn-ea"/>
              </a:rPr>
              <a:t>Bb</a:t>
            </a:r>
          </a:p>
          <a:p>
            <a:pPr lvl="2"/>
            <a:endParaRPr lang="en-US" altLang="ja-JP"/>
          </a:p>
          <a:p>
            <a:pPr lvl="1"/>
            <a:endParaRPr lang="en-US" altLang="ja-JP"/>
          </a:p>
          <a:p>
            <a:pPr marL="0" marR="0" lvl="0" indent="0" algn="l" defTabSz="742950" rtl="0" eaLnBrk="0" fontAlgn="base" latinLnBrk="0" hangingPunct="0">
              <a:lnSpc>
                <a:spcPct val="100000"/>
              </a:lnSpc>
              <a:spcBef>
                <a:spcPts val="0"/>
              </a:spcBef>
              <a:spcAft>
                <a:spcPct val="0"/>
              </a:spcAft>
              <a:buClrTx/>
              <a:buSzTx/>
              <a:buFont typeface="+mj-lt"/>
              <a:buNone/>
              <a:tabLst/>
              <a:defRPr/>
            </a:pPr>
            <a:br>
              <a:rPr lang="en-US" altLang="ja-JP"/>
            </a:br>
            <a:endParaRPr lang="en-US" altLang="ja-JP"/>
          </a:p>
        </p:txBody>
      </p:sp>
    </p:spTree>
    <p:extLst>
      <p:ext uri="{BB962C8B-B14F-4D97-AF65-F5344CB8AC3E}">
        <p14:creationId xmlns:p14="http://schemas.microsoft.com/office/powerpoint/2010/main" val="1149566346"/>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91116564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34164653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3485117115"/>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1409562154"/>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46"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055194253"/>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B5F514-B7F3-0B8E-B1D6-F8A16F8C61D7}"/>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F1B213-BAAA-CD06-A1C6-B95158E72468}"/>
              </a:ext>
            </a:extLst>
          </p:cNvPr>
          <p:cNvSpPr>
            <a:spLocks noGrp="1"/>
          </p:cNvSpPr>
          <p:nvPr>
            <p:ph idx="1"/>
          </p:nvPr>
        </p:nvSpPr>
        <p:spPr>
          <a:xfrm>
            <a:off x="681038" y="1825625"/>
            <a:ext cx="8543925"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1541605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F89283-9EFF-B094-A52B-520847C7056F}"/>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Tree>
    <p:extLst>
      <p:ext uri="{BB962C8B-B14F-4D97-AF65-F5344CB8AC3E}">
        <p14:creationId xmlns:p14="http://schemas.microsoft.com/office/powerpoint/2010/main" val="16372618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アジェンダ">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5DC67AB3-4EF6-29EA-F9FE-CA7E125529D3}"/>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12" name="テキスト プレースホルダー 11">
            <a:extLst>
              <a:ext uri="{FF2B5EF4-FFF2-40B4-BE49-F238E27FC236}">
                <a16:creationId xmlns:a16="http://schemas.microsoft.com/office/drawing/2014/main" id="{91B12CBA-77B6-1522-2BEA-9FED5DFB4833}"/>
              </a:ext>
            </a:extLst>
          </p:cNvPr>
          <p:cNvSpPr>
            <a:spLocks noGrp="1"/>
          </p:cNvSpPr>
          <p:nvPr>
            <p:ph type="body" sz="quarter" idx="10"/>
          </p:nvPr>
        </p:nvSpPr>
        <p:spPr>
          <a:xfrm>
            <a:off x="507340" y="774374"/>
            <a:ext cx="8891323" cy="4598842"/>
          </a:xfrm>
          <a:prstGeom prst="rect">
            <a:avLst/>
          </a:prstGeom>
        </p:spPr>
        <p:txBody>
          <a:bodyPr lIns="36000" tIns="36000" rIns="36000" bIns="36000" anchor="t">
            <a:noAutofit/>
          </a:bodyPr>
          <a:lstStyle>
            <a:lvl1pPr marL="342900" indent="-342900" algn="l">
              <a:buFont typeface="+mj-lt"/>
              <a:buAutoNum type="arabicPeriod"/>
              <a:defRPr sz="1600">
                <a:latin typeface="+mj-ea"/>
                <a:ea typeface="+mj-ea"/>
              </a:defRPr>
            </a:lvl1pPr>
            <a:lvl2pPr marL="541338" indent="-187325" algn="l">
              <a:buFont typeface="+mj-lt"/>
              <a:buAutoNum type="alphaLcPeriod"/>
              <a:defRPr sz="1600">
                <a:latin typeface="+mj-ea"/>
                <a:ea typeface="+mj-ea"/>
              </a:defRPr>
            </a:lvl2pPr>
            <a:lvl3pPr marL="1282075" indent="-400050" algn="l">
              <a:buFont typeface="+mj-lt"/>
              <a:buAutoNum type="romanLcPeriod"/>
              <a:defRPr sz="1600">
                <a:latin typeface="+mj-ea"/>
                <a:ea typeface="+mj-ea"/>
              </a:defRPr>
            </a:lvl3pPr>
            <a:lvl4pPr algn="l">
              <a:defRPr sz="1600"/>
            </a:lvl4pPr>
            <a:lvl5pPr algn="l">
              <a:defRPr sz="16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p:txBody>
      </p:sp>
    </p:spTree>
    <p:extLst>
      <p:ext uri="{BB962C8B-B14F-4D97-AF65-F5344CB8AC3E}">
        <p14:creationId xmlns:p14="http://schemas.microsoft.com/office/powerpoint/2010/main" val="2423222786"/>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281427662"/>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EOL">
    <p:bg>
      <p:bgPr>
        <a:solidFill>
          <a:srgbClr val="CBDDF5"/>
        </a:solidFill>
        <a:effectLst/>
      </p:bgPr>
    </p:bg>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6961E19B-A07D-8306-F59B-FF89AF5CCDF8}"/>
              </a:ext>
            </a:extLst>
          </p:cNvPr>
          <p:cNvSpPr/>
          <p:nvPr/>
        </p:nvSpPr>
        <p:spPr>
          <a:xfrm>
            <a:off x="110151" y="692697"/>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8" name="テキスト プレースホルダー 11">
            <a:extLst>
              <a:ext uri="{FF2B5EF4-FFF2-40B4-BE49-F238E27FC236}">
                <a16:creationId xmlns:a16="http://schemas.microsoft.com/office/drawing/2014/main" id="{E8A546FC-8BA3-143C-C33F-CA251DE07AA6}"/>
              </a:ext>
            </a:extLst>
          </p:cNvPr>
          <p:cNvSpPr>
            <a:spLocks noGrp="1"/>
          </p:cNvSpPr>
          <p:nvPr>
            <p:ph type="body" sz="quarter" idx="10" hasCustomPrompt="1"/>
          </p:nvPr>
        </p:nvSpPr>
        <p:spPr>
          <a:xfrm>
            <a:off x="507340" y="2708276"/>
            <a:ext cx="8891323" cy="720725"/>
          </a:xfrm>
          <a:prstGeom prst="rect">
            <a:avLst/>
          </a:prstGeom>
        </p:spPr>
        <p:txBody>
          <a:bodyPr lIns="36000" tIns="36000" rIns="36000" bIns="36000" anchor="ctr">
            <a:noAutofit/>
          </a:bodyPr>
          <a:lstStyle>
            <a:lvl1pPr algn="ctr">
              <a:defRPr sz="4800" b="1">
                <a:latin typeface="+mj-ea"/>
                <a:ea typeface="+mj-ea"/>
              </a:defRPr>
            </a:lvl1pPr>
            <a:lvl2pPr>
              <a:defRPr sz="2400">
                <a:latin typeface="+mj-ea"/>
                <a:ea typeface="+mj-ea"/>
              </a:defRPr>
            </a:lvl2pPr>
            <a:lvl3pPr>
              <a:defRPr sz="2400">
                <a:latin typeface="+mj-ea"/>
                <a:ea typeface="+mj-ea"/>
              </a:defRPr>
            </a:lvl3pPr>
            <a:lvl4pPr>
              <a:defRPr sz="2400">
                <a:latin typeface="+mj-ea"/>
                <a:ea typeface="+mj-ea"/>
              </a:defRPr>
            </a:lvl4pPr>
            <a:lvl5pPr>
              <a:defRPr sz="2400">
                <a:latin typeface="+mj-ea"/>
                <a:ea typeface="+mj-ea"/>
              </a:defRPr>
            </a:lvl5pPr>
          </a:lstStyle>
          <a:p>
            <a:pPr lvl="0"/>
            <a:r>
              <a:rPr kumimoji="1" lang="en-US" altLang="ja-JP"/>
              <a:t>EOF</a:t>
            </a:r>
          </a:p>
        </p:txBody>
      </p:sp>
    </p:spTree>
    <p:extLst>
      <p:ext uri="{BB962C8B-B14F-4D97-AF65-F5344CB8AC3E}">
        <p14:creationId xmlns:p14="http://schemas.microsoft.com/office/powerpoint/2010/main" val="909501331"/>
      </p:ext>
    </p:extLst>
  </p:cSld>
  <p:clrMapOvr>
    <a:masterClrMapping/>
  </p:clrMapOvr>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39307504"/>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4012110608"/>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7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591675924"/>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sp>
        <p:nvSpPr>
          <p:cNvPr id="13" name="テキスト プレースホルダー 4">
            <a:extLst>
              <a:ext uri="{FF2B5EF4-FFF2-40B4-BE49-F238E27FC236}">
                <a16:creationId xmlns:a16="http://schemas.microsoft.com/office/drawing/2014/main" id="{860FD802-8011-34AF-495F-555F932B44B9}"/>
              </a:ext>
            </a:extLst>
          </p:cNvPr>
          <p:cNvSpPr>
            <a:spLocks noGrp="1"/>
          </p:cNvSpPr>
          <p:nvPr>
            <p:ph type="body" sz="quarter" idx="4294967295"/>
          </p:nvPr>
        </p:nvSpPr>
        <p:spPr>
          <a:xfrm>
            <a:off x="506506" y="4149080"/>
            <a:ext cx="8892000" cy="720000"/>
          </a:xfrm>
        </p:spPr>
        <p:txBody>
          <a:bodyPr lIns="36000" tIns="36000" rIns="36000" bIns="36000">
            <a:noAutofit/>
          </a:bodyPr>
          <a:lstStyle>
            <a:lvl1pPr>
              <a:defRPr sz="1625"/>
            </a:lvl1pPr>
          </a:lstStyle>
          <a:p>
            <a:endParaRPr lang="ja-JP" altLang="en-US" sz="1462"/>
          </a:p>
        </p:txBody>
      </p:sp>
      <p:sp>
        <p:nvSpPr>
          <p:cNvPr id="16" name="テキスト プレースホルダー 4">
            <a:extLst>
              <a:ext uri="{FF2B5EF4-FFF2-40B4-BE49-F238E27FC236}">
                <a16:creationId xmlns:a16="http://schemas.microsoft.com/office/drawing/2014/main" id="{F2013EBA-49E0-1177-CA6D-448CC398F17A}"/>
              </a:ext>
            </a:extLst>
          </p:cNvPr>
          <p:cNvSpPr>
            <a:spLocks noGrp="1"/>
          </p:cNvSpPr>
          <p:nvPr>
            <p:ph type="body" sz="quarter" idx="4294967295" hasCustomPrompt="1"/>
          </p:nvPr>
        </p:nvSpPr>
        <p:spPr>
          <a:xfrm>
            <a:off x="6201139" y="5373313"/>
            <a:ext cx="3042338" cy="720000"/>
          </a:xfrm>
        </p:spPr>
        <p:txBody>
          <a:bodyPr lIns="36000" tIns="36000" rIns="36000" bIns="36000">
            <a:noAutofit/>
          </a:bodyPr>
          <a:lstStyle>
            <a:lvl1pPr>
              <a:defRPr sz="1625"/>
            </a:lvl1pPr>
          </a:lstStyle>
          <a:p>
            <a:r>
              <a:rPr lang="ja-JP" altLang="en-US" sz="1462"/>
              <a:t>資料作成日付、</a:t>
            </a:r>
            <a:br>
              <a:rPr lang="en-US" altLang="ja-JP" sz="1462"/>
            </a:br>
            <a:r>
              <a:rPr lang="ja-JP" altLang="en-US" sz="1462"/>
              <a:t>会社名を入力</a:t>
            </a:r>
          </a:p>
        </p:txBody>
      </p:sp>
      <p:sp>
        <p:nvSpPr>
          <p:cNvPr id="17" name="テキスト プレースホルダー 11">
            <a:extLst>
              <a:ext uri="{FF2B5EF4-FFF2-40B4-BE49-F238E27FC236}">
                <a16:creationId xmlns:a16="http://schemas.microsoft.com/office/drawing/2014/main" id="{F3428E60-F8EE-59DA-8B2F-81AD5D057A46}"/>
              </a:ext>
            </a:extLst>
          </p:cNvPr>
          <p:cNvSpPr>
            <a:spLocks noGrp="1"/>
          </p:cNvSpPr>
          <p:nvPr>
            <p:ph type="body" sz="quarter" idx="10" hasCustomPrompt="1"/>
          </p:nvPr>
        </p:nvSpPr>
        <p:spPr>
          <a:xfrm>
            <a:off x="507341" y="2708273"/>
            <a:ext cx="8891323" cy="864000"/>
          </a:xfrm>
          <a:prstGeom prst="rect">
            <a:avLst/>
          </a:prstGeom>
        </p:spPr>
        <p:txBody>
          <a:bodyPr lIns="36000" tIns="36000" rIns="36000" bIns="36000">
            <a:noAutofit/>
          </a:bodyPr>
          <a:lstStyle>
            <a:lvl1pPr>
              <a:defRPr sz="1950" b="1">
                <a:latin typeface="+mj-ea"/>
                <a:ea typeface="+mj-ea"/>
              </a:defRPr>
            </a:lvl1pPr>
            <a:lvl2pPr>
              <a:defRPr sz="1950">
                <a:latin typeface="+mj-ea"/>
                <a:ea typeface="+mj-ea"/>
              </a:defRPr>
            </a:lvl2pPr>
            <a:lvl3pPr>
              <a:defRPr sz="1950">
                <a:latin typeface="+mj-ea"/>
                <a:ea typeface="+mj-ea"/>
              </a:defRPr>
            </a:lvl3pPr>
            <a:lvl4pPr>
              <a:defRPr sz="1950">
                <a:latin typeface="+mj-ea"/>
                <a:ea typeface="+mj-ea"/>
              </a:defRPr>
            </a:lvl4pPr>
            <a:lvl5pPr>
              <a:defRPr sz="1950">
                <a:latin typeface="+mj-ea"/>
                <a:ea typeface="+mj-ea"/>
              </a:defRPr>
            </a:lvl5pPr>
          </a:lstStyle>
          <a:p>
            <a:pPr lvl="0"/>
            <a:r>
              <a:rPr kumimoji="1" lang="ja-JP" altLang="en-US"/>
              <a:t>ファイルタイトルを入力</a:t>
            </a:r>
          </a:p>
        </p:txBody>
      </p:sp>
    </p:spTree>
    <p:extLst>
      <p:ext uri="{BB962C8B-B14F-4D97-AF65-F5344CB8AC3E}">
        <p14:creationId xmlns:p14="http://schemas.microsoft.com/office/powerpoint/2010/main" val="4288432241"/>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1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46"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4215139385"/>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9_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495301" y="114300"/>
            <a:ext cx="8915399" cy="578870"/>
          </a:xfrm>
          <a:prstGeom prst="rect">
            <a:avLst/>
          </a:prstGeom>
        </p:spPr>
        <p:txBody>
          <a:bodyPr lIns="0" rIns="0" anchor="b" anchorCtr="0">
            <a:normAutofit/>
          </a:bodyPr>
          <a:lstStyle>
            <a:lvl1pPr algn="l">
              <a:defRPr sz="2000" b="1">
                <a:solidFill>
                  <a:srgbClr val="17375E"/>
                </a:solidFill>
                <a:latin typeface="+mj-ea"/>
                <a:ea typeface="+mj-ea"/>
              </a:defRPr>
            </a:lvl1pPr>
          </a:lstStyle>
          <a:p>
            <a:br>
              <a:rPr lang="en-US" altLang="ja-JP"/>
            </a:br>
            <a:r>
              <a:rPr lang="ja-JP" altLang="en-US"/>
              <a:t>マスタ タイトルの書式設定</a:t>
            </a:r>
          </a:p>
        </p:txBody>
      </p:sp>
      <p:sp>
        <p:nvSpPr>
          <p:cNvPr id="4" name="Rectangle 26"/>
          <p:cNvSpPr>
            <a:spLocks noGrp="1" noChangeArrowheads="1"/>
          </p:cNvSpPr>
          <p:nvPr>
            <p:ph idx="1" hasCustomPrompt="1"/>
          </p:nvPr>
        </p:nvSpPr>
        <p:spPr bwMode="auto">
          <a:xfrm>
            <a:off x="493582" y="750544"/>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0" indent="0" algn="l">
              <a:spcBef>
                <a:spcPts val="0"/>
              </a:spcBef>
              <a:buFontTx/>
              <a:buNone/>
              <a:defRPr sz="1400">
                <a:latin typeface="+mj-ea"/>
                <a:ea typeface="+mj-ea"/>
              </a:defRPr>
            </a:lvl1pPr>
            <a:lvl2pPr marL="479338" indent="0">
              <a:buFontTx/>
              <a:buNone/>
              <a:defRPr sz="1400">
                <a:latin typeface="+mn-ea"/>
                <a:ea typeface="+mn-ea"/>
              </a:defRPr>
            </a:lvl2pPr>
            <a:lvl3pPr marL="955503" indent="0">
              <a:buFontTx/>
              <a:buNone/>
              <a:defRPr sz="1400">
                <a:latin typeface="+mn-ea"/>
                <a:ea typeface="+mn-ea"/>
              </a:defRPr>
            </a:lvl3pPr>
          </a:lstStyle>
          <a:p>
            <a:pPr marL="0" marR="0" lvl="0" indent="0" algn="l" defTabSz="914400" rtl="0" eaLnBrk="0" fontAlgn="base" latinLnBrk="0" hangingPunct="0">
              <a:lnSpc>
                <a:spcPct val="100000"/>
              </a:lnSpc>
              <a:spcBef>
                <a:spcPct val="20000"/>
              </a:spcBef>
              <a:spcAft>
                <a:spcPct val="0"/>
              </a:spcAft>
              <a:buClrTx/>
              <a:buSzTx/>
              <a:buFontTx/>
              <a:buNone/>
              <a:tabLst/>
              <a:defRPr/>
            </a:pPr>
            <a:r>
              <a:rPr lang="en-US" altLang="ja-JP"/>
              <a:t>Click to edit Master text styles</a:t>
            </a:r>
          </a:p>
          <a:p>
            <a:pPr lvl="1"/>
            <a:endParaRPr lang="en-US" altLang="ja-JP"/>
          </a:p>
          <a:p>
            <a:pPr marL="0" marR="0" lvl="0" indent="0" algn="l" defTabSz="914400" rtl="0" eaLnBrk="0" fontAlgn="base" latinLnBrk="0" hangingPunct="0">
              <a:lnSpc>
                <a:spcPct val="100000"/>
              </a:lnSpc>
              <a:spcBef>
                <a:spcPts val="0"/>
              </a:spcBef>
              <a:spcAft>
                <a:spcPct val="0"/>
              </a:spcAft>
              <a:buClrTx/>
              <a:buSzTx/>
              <a:buFont typeface="+mj-lt"/>
              <a:buNone/>
              <a:tabLst/>
              <a:defRPr/>
            </a:pP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userDrawn="1"/>
        </p:nvCxnSpPr>
        <p:spPr>
          <a:xfrm>
            <a:off x="493582"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7150" y="6485691"/>
            <a:ext cx="2228850" cy="365125"/>
          </a:xfrm>
          <a:prstGeom prst="rect">
            <a:avLst/>
          </a:prstGeom>
        </p:spPr>
        <p:txBody>
          <a:bodyPr/>
          <a:lstStyle>
            <a:lvl1pPr>
              <a:defRPr sz="900" i="0">
                <a:latin typeface="+mn-ea"/>
                <a:ea typeface="+mn-ea"/>
              </a:defRPr>
            </a:lvl1pPr>
          </a:lstStyle>
          <a:p>
            <a:fld id="{22B2E2AD-30EA-4392-9E57-A05A6E6C41F4}" type="slidenum">
              <a:rPr lang="ja-JP" altLang="en-US" smtClean="0"/>
              <a:pPr/>
              <a:t>‹#›</a:t>
            </a:fld>
            <a:endParaRPr lang="ja-JP" altLang="en-US"/>
          </a:p>
        </p:txBody>
      </p:sp>
      <p:sp>
        <p:nvSpPr>
          <p:cNvPr id="7" name="Rectangle 26">
            <a:extLst>
              <a:ext uri="{FF2B5EF4-FFF2-40B4-BE49-F238E27FC236}">
                <a16:creationId xmlns:a16="http://schemas.microsoft.com/office/drawing/2014/main" id="{B68BBABA-2A80-FE9A-53CE-100FA3347CB2}"/>
              </a:ext>
            </a:extLst>
          </p:cNvPr>
          <p:cNvSpPr>
            <a:spLocks noGrp="1" noChangeArrowheads="1"/>
          </p:cNvSpPr>
          <p:nvPr>
            <p:ph idx="11" hasCustomPrompt="1"/>
          </p:nvPr>
        </p:nvSpPr>
        <p:spPr bwMode="auto">
          <a:xfrm>
            <a:off x="493582" y="1857985"/>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182563" indent="-182563" algn="l">
              <a:spcBef>
                <a:spcPts val="0"/>
              </a:spcBef>
              <a:buFont typeface="+mj-lt"/>
              <a:buAutoNum type="arabicPeriod"/>
              <a:defRPr sz="1000">
                <a:latin typeface="+mj-ea"/>
                <a:ea typeface="+mj-ea"/>
              </a:defRPr>
            </a:lvl1pPr>
            <a:lvl2pPr marL="193675" indent="-193675">
              <a:buFont typeface="Wingdings" panose="05000000000000000000" pitchFamily="2" charset="2"/>
              <a:buChar char="l"/>
              <a:defRPr sz="1000">
                <a:latin typeface="+mn-ea"/>
                <a:ea typeface="+mn-ea"/>
              </a:defRPr>
            </a:lvl2pPr>
            <a:lvl3pPr marL="355600" indent="-112713">
              <a:buFont typeface="Wingdings" panose="05000000000000000000" pitchFamily="2" charset="2"/>
              <a:buChar char="Ø"/>
              <a:tabLst>
                <a:tab pos="355600" algn="l"/>
              </a:tabLst>
              <a:defRPr sz="1000">
                <a:latin typeface="+mn-ea"/>
                <a:ea typeface="+mn-ea"/>
              </a:defRPr>
            </a:lvl3pPr>
          </a:lstStyle>
          <a:p>
            <a:pPr lvl="0"/>
            <a:r>
              <a:rPr lang="en-US" altLang="ja-JP" err="1"/>
              <a:t>Xx</a:t>
            </a:r>
            <a:endParaRPr lang="en-US" altLang="ja-JP"/>
          </a:p>
          <a:p>
            <a:pPr lvl="1"/>
            <a:r>
              <a:rPr lang="en-US" altLang="ja-JP" err="1"/>
              <a:t>Xx</a:t>
            </a:r>
            <a:endParaRPr lang="en-US" altLang="ja-JP"/>
          </a:p>
          <a:p>
            <a:pPr lvl="2"/>
            <a:r>
              <a:rPr lang="en-US" altLang="ja-JP" err="1"/>
              <a:t>Xx</a:t>
            </a:r>
            <a:endParaRPr lang="en-US" altLang="ja-JP"/>
          </a:p>
          <a:p>
            <a:pPr lvl="2"/>
            <a:endParaRPr lang="en-US" altLang="ja-JP"/>
          </a:p>
          <a:p>
            <a:pPr lvl="2"/>
            <a:endParaRPr lang="en-US" altLang="ja-JP"/>
          </a:p>
          <a:p>
            <a:pPr lvl="0"/>
            <a:endParaRPr lang="en-US" altLang="ja-JP"/>
          </a:p>
          <a:p>
            <a:pPr lvl="1"/>
            <a:endParaRPr lang="en-US" altLang="ja-JP"/>
          </a:p>
        </p:txBody>
      </p:sp>
    </p:spTree>
    <p:extLst>
      <p:ext uri="{BB962C8B-B14F-4D97-AF65-F5344CB8AC3E}">
        <p14:creationId xmlns:p14="http://schemas.microsoft.com/office/powerpoint/2010/main" val="1958839576"/>
      </p:ext>
    </p:extLst>
  </p:cSld>
  <p:clrMapOvr>
    <a:masterClrMapping/>
  </p:clrMapOvr>
  <p:extLst>
    <p:ext uri="{DCECCB84-F9BA-43D5-87BE-67443E8EF086}">
      <p15:sldGuideLst xmlns:p15="http://schemas.microsoft.com/office/powerpoint/2012/main">
        <p15:guide id="1" orient="horz" pos="2160">
          <p15:clr>
            <a:srgbClr val="FBAE40"/>
          </p15:clr>
        </p15:guide>
        <p15:guide id="2" pos="225">
          <p15:clr>
            <a:srgbClr val="FBAE40"/>
          </p15:clr>
        </p15:guide>
        <p15:guide id="3" pos="6015">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6"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400"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3807389155"/>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2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9322383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6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00"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292">
                <a:latin typeface="+mj-ea"/>
                <a:ea typeface="+mj-ea"/>
              </a:defRPr>
            </a:lvl1pPr>
          </a:lstStyle>
          <a:p>
            <a:pPr marL="0" marR="0" lvl="0" indent="0" algn="l" defTabSz="844083"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cxnSp>
        <p:nvCxnSpPr>
          <p:cNvPr id="2" name="Straight Connector 7">
            <a:extLst>
              <a:ext uri="{FF2B5EF4-FFF2-40B4-BE49-F238E27FC236}">
                <a16:creationId xmlns:a16="http://schemas.microsoft.com/office/drawing/2014/main" id="{7FA05EB4-20AC-B2D1-71C2-E79143DA22D0}"/>
              </a:ext>
            </a:extLst>
          </p:cNvPr>
          <p:cNvCxnSpPr>
            <a:cxnSpLocks/>
          </p:cNvCxnSpPr>
          <p:nvPr userDrawn="1"/>
        </p:nvCxnSpPr>
        <p:spPr>
          <a:xfrm>
            <a:off x="507000" y="701780"/>
            <a:ext cx="8892000" cy="0"/>
          </a:xfrm>
          <a:prstGeom prst="line">
            <a:avLst/>
          </a:prstGeom>
          <a:noFill/>
          <a:ln w="12700" cap="flat" cmpd="sng" algn="ctr">
            <a:solidFill>
              <a:srgbClr val="008899"/>
            </a:solidFill>
            <a:prstDash val="solid"/>
          </a:ln>
          <a:effectLst/>
        </p:spPr>
      </p:cxnSp>
      <p:sp>
        <p:nvSpPr>
          <p:cNvPr id="3" name="Slide Number Placeholder 5">
            <a:extLst>
              <a:ext uri="{FF2B5EF4-FFF2-40B4-BE49-F238E27FC236}">
                <a16:creationId xmlns:a16="http://schemas.microsoft.com/office/drawing/2014/main" id="{135658B0-A9E9-DF8A-17F0-0F7ADD620E31}"/>
              </a:ext>
            </a:extLst>
          </p:cNvPr>
          <p:cNvSpPr txBox="1">
            <a:spLocks/>
          </p:cNvSpPr>
          <p:nvPr userDrawn="1"/>
        </p:nvSpPr>
        <p:spPr>
          <a:xfrm>
            <a:off x="9271620" y="6529844"/>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7917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779173" rtl="0" eaLnBrk="1" fontAlgn="auto" latinLnBrk="0" hangingPunct="1">
                <a:lnSpc>
                  <a:spcPct val="100000"/>
                </a:lnSpc>
                <a:spcBef>
                  <a:spcPts val="0"/>
                </a:spcBef>
                <a:spcAft>
                  <a:spcPts val="0"/>
                </a:spcAft>
                <a:buClrTx/>
                <a:buSzTx/>
                <a:buFontTx/>
                <a:buNone/>
                <a:tabLst/>
                <a:defRPr/>
              </a:pPr>
              <a:t>‹#›</a:t>
            </a:fld>
            <a:endParaRPr kumimoji="0" lang="en-GB" sz="767" b="0" i="0" u="none" strike="noStrike" kern="1200" cap="none" spc="0" normalizeH="0" baseline="0" noProof="0">
              <a:ln>
                <a:noFill/>
              </a:ln>
              <a:solidFill>
                <a:schemeClr val="tx1">
                  <a:alpha val="50000"/>
                </a:schemeClr>
              </a:solidFill>
              <a:effectLst/>
              <a:uLnTx/>
              <a:uFillTx/>
              <a:latin typeface="+mn-ea"/>
              <a:ea typeface="+mn-ea"/>
              <a:cs typeface="+mn-cs"/>
            </a:endParaRPr>
          </a:p>
        </p:txBody>
      </p:sp>
    </p:spTree>
    <p:extLst>
      <p:ext uri="{BB962C8B-B14F-4D97-AF65-F5344CB8AC3E}">
        <p14:creationId xmlns:p14="http://schemas.microsoft.com/office/powerpoint/2010/main" val="1585754253"/>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8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00"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292">
                <a:latin typeface="+mj-ea"/>
                <a:ea typeface="+mj-ea"/>
              </a:defRPr>
            </a:lvl1pPr>
          </a:lstStyle>
          <a:p>
            <a:pPr marL="0" marR="0" lvl="0" indent="0" algn="l" defTabSz="844083"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cxnSp>
        <p:nvCxnSpPr>
          <p:cNvPr id="2" name="Straight Connector 7">
            <a:extLst>
              <a:ext uri="{FF2B5EF4-FFF2-40B4-BE49-F238E27FC236}">
                <a16:creationId xmlns:a16="http://schemas.microsoft.com/office/drawing/2014/main" id="{7FA05EB4-20AC-B2D1-71C2-E79143DA22D0}"/>
              </a:ext>
            </a:extLst>
          </p:cNvPr>
          <p:cNvCxnSpPr>
            <a:cxnSpLocks/>
          </p:cNvCxnSpPr>
          <p:nvPr userDrawn="1"/>
        </p:nvCxnSpPr>
        <p:spPr>
          <a:xfrm>
            <a:off x="507000" y="701780"/>
            <a:ext cx="8892000" cy="0"/>
          </a:xfrm>
          <a:prstGeom prst="line">
            <a:avLst/>
          </a:prstGeom>
          <a:noFill/>
          <a:ln w="12700" cap="flat" cmpd="sng" algn="ctr">
            <a:solidFill>
              <a:srgbClr val="008899"/>
            </a:solidFill>
            <a:prstDash val="solid"/>
          </a:ln>
          <a:effectLst/>
        </p:spPr>
      </p:cxnSp>
      <p:sp>
        <p:nvSpPr>
          <p:cNvPr id="3" name="Slide Number Placeholder 5">
            <a:extLst>
              <a:ext uri="{FF2B5EF4-FFF2-40B4-BE49-F238E27FC236}">
                <a16:creationId xmlns:a16="http://schemas.microsoft.com/office/drawing/2014/main" id="{135658B0-A9E9-DF8A-17F0-0F7ADD620E31}"/>
              </a:ext>
            </a:extLst>
          </p:cNvPr>
          <p:cNvSpPr txBox="1">
            <a:spLocks/>
          </p:cNvSpPr>
          <p:nvPr userDrawn="1"/>
        </p:nvSpPr>
        <p:spPr>
          <a:xfrm>
            <a:off x="9271620" y="6529844"/>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7917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779173" rtl="0" eaLnBrk="1" fontAlgn="auto" latinLnBrk="0" hangingPunct="1">
                <a:lnSpc>
                  <a:spcPct val="100000"/>
                </a:lnSpc>
                <a:spcBef>
                  <a:spcPts val="0"/>
                </a:spcBef>
                <a:spcAft>
                  <a:spcPts val="0"/>
                </a:spcAft>
                <a:buClrTx/>
                <a:buSzTx/>
                <a:buFontTx/>
                <a:buNone/>
                <a:tabLst/>
                <a:defRPr/>
              </a:pPr>
              <a:t>‹#›</a:t>
            </a:fld>
            <a:endParaRPr kumimoji="0" lang="en-GB" sz="767" b="0" i="0" u="none" strike="noStrike" kern="1200" cap="none" spc="0" normalizeH="0" baseline="0" noProof="0">
              <a:ln>
                <a:noFill/>
              </a:ln>
              <a:solidFill>
                <a:schemeClr val="tx1">
                  <a:alpha val="50000"/>
                </a:schemeClr>
              </a:solidFill>
              <a:effectLst/>
              <a:uLnTx/>
              <a:uFillTx/>
              <a:latin typeface="+mn-ea"/>
              <a:ea typeface="+mn-ea"/>
              <a:cs typeface="+mn-cs"/>
            </a:endParaRPr>
          </a:p>
        </p:txBody>
      </p:sp>
    </p:spTree>
    <p:extLst>
      <p:ext uri="{BB962C8B-B14F-4D97-AF65-F5344CB8AC3E}">
        <p14:creationId xmlns:p14="http://schemas.microsoft.com/office/powerpoint/2010/main" val="282249914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9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00"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292">
                <a:latin typeface="+mj-ea"/>
                <a:ea typeface="+mj-ea"/>
              </a:defRPr>
            </a:lvl1pPr>
          </a:lstStyle>
          <a:p>
            <a:pPr marL="0" marR="0" lvl="0" indent="0" algn="l" defTabSz="844083"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cxnSp>
        <p:nvCxnSpPr>
          <p:cNvPr id="2" name="Straight Connector 7">
            <a:extLst>
              <a:ext uri="{FF2B5EF4-FFF2-40B4-BE49-F238E27FC236}">
                <a16:creationId xmlns:a16="http://schemas.microsoft.com/office/drawing/2014/main" id="{7FA05EB4-20AC-B2D1-71C2-E79143DA22D0}"/>
              </a:ext>
            </a:extLst>
          </p:cNvPr>
          <p:cNvCxnSpPr>
            <a:cxnSpLocks/>
          </p:cNvCxnSpPr>
          <p:nvPr userDrawn="1"/>
        </p:nvCxnSpPr>
        <p:spPr>
          <a:xfrm>
            <a:off x="507000" y="701780"/>
            <a:ext cx="8892000" cy="0"/>
          </a:xfrm>
          <a:prstGeom prst="line">
            <a:avLst/>
          </a:prstGeom>
          <a:noFill/>
          <a:ln w="12700" cap="flat" cmpd="sng" algn="ctr">
            <a:solidFill>
              <a:srgbClr val="008899"/>
            </a:solidFill>
            <a:prstDash val="solid"/>
          </a:ln>
          <a:effectLst/>
        </p:spPr>
      </p:cxnSp>
      <p:sp>
        <p:nvSpPr>
          <p:cNvPr id="3" name="Slide Number Placeholder 5">
            <a:extLst>
              <a:ext uri="{FF2B5EF4-FFF2-40B4-BE49-F238E27FC236}">
                <a16:creationId xmlns:a16="http://schemas.microsoft.com/office/drawing/2014/main" id="{135658B0-A9E9-DF8A-17F0-0F7ADD620E31}"/>
              </a:ext>
            </a:extLst>
          </p:cNvPr>
          <p:cNvSpPr txBox="1">
            <a:spLocks/>
          </p:cNvSpPr>
          <p:nvPr userDrawn="1"/>
        </p:nvSpPr>
        <p:spPr>
          <a:xfrm>
            <a:off x="9271620" y="6529844"/>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7917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779173" rtl="0" eaLnBrk="1" fontAlgn="auto" latinLnBrk="0" hangingPunct="1">
                <a:lnSpc>
                  <a:spcPct val="100000"/>
                </a:lnSpc>
                <a:spcBef>
                  <a:spcPts val="0"/>
                </a:spcBef>
                <a:spcAft>
                  <a:spcPts val="0"/>
                </a:spcAft>
                <a:buClrTx/>
                <a:buSzTx/>
                <a:buFontTx/>
                <a:buNone/>
                <a:tabLst/>
                <a:defRPr/>
              </a:pPr>
              <a:t>‹#›</a:t>
            </a:fld>
            <a:endParaRPr kumimoji="0" lang="en-GB" sz="767" b="0" i="0" u="none" strike="noStrike" kern="1200" cap="none" spc="0" normalizeH="0" baseline="0" noProof="0">
              <a:ln>
                <a:noFill/>
              </a:ln>
              <a:solidFill>
                <a:schemeClr val="tx1">
                  <a:alpha val="50000"/>
                </a:schemeClr>
              </a:solidFill>
              <a:effectLst/>
              <a:uLnTx/>
              <a:uFillTx/>
              <a:latin typeface="+mn-ea"/>
              <a:ea typeface="+mn-ea"/>
              <a:cs typeface="+mn-cs"/>
            </a:endParaRPr>
          </a:p>
        </p:txBody>
      </p:sp>
    </p:spTree>
    <p:extLst>
      <p:ext uri="{BB962C8B-B14F-4D97-AF65-F5344CB8AC3E}">
        <p14:creationId xmlns:p14="http://schemas.microsoft.com/office/powerpoint/2010/main" val="3741277858"/>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0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00"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292">
                <a:latin typeface="+mj-ea"/>
                <a:ea typeface="+mj-ea"/>
              </a:defRPr>
            </a:lvl1pPr>
          </a:lstStyle>
          <a:p>
            <a:pPr marL="0" marR="0" lvl="0" indent="0" algn="l" defTabSz="844083"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cxnSp>
        <p:nvCxnSpPr>
          <p:cNvPr id="2" name="Straight Connector 7">
            <a:extLst>
              <a:ext uri="{FF2B5EF4-FFF2-40B4-BE49-F238E27FC236}">
                <a16:creationId xmlns:a16="http://schemas.microsoft.com/office/drawing/2014/main" id="{7FA05EB4-20AC-B2D1-71C2-E79143DA22D0}"/>
              </a:ext>
            </a:extLst>
          </p:cNvPr>
          <p:cNvCxnSpPr>
            <a:cxnSpLocks/>
          </p:cNvCxnSpPr>
          <p:nvPr userDrawn="1"/>
        </p:nvCxnSpPr>
        <p:spPr>
          <a:xfrm>
            <a:off x="507000" y="701780"/>
            <a:ext cx="8892000" cy="0"/>
          </a:xfrm>
          <a:prstGeom prst="line">
            <a:avLst/>
          </a:prstGeom>
          <a:noFill/>
          <a:ln w="12700" cap="flat" cmpd="sng" algn="ctr">
            <a:solidFill>
              <a:srgbClr val="008899"/>
            </a:solidFill>
            <a:prstDash val="solid"/>
          </a:ln>
          <a:effectLst/>
        </p:spPr>
      </p:cxnSp>
      <p:sp>
        <p:nvSpPr>
          <p:cNvPr id="3" name="Slide Number Placeholder 5">
            <a:extLst>
              <a:ext uri="{FF2B5EF4-FFF2-40B4-BE49-F238E27FC236}">
                <a16:creationId xmlns:a16="http://schemas.microsoft.com/office/drawing/2014/main" id="{135658B0-A9E9-DF8A-17F0-0F7ADD620E31}"/>
              </a:ext>
            </a:extLst>
          </p:cNvPr>
          <p:cNvSpPr txBox="1">
            <a:spLocks/>
          </p:cNvSpPr>
          <p:nvPr userDrawn="1"/>
        </p:nvSpPr>
        <p:spPr>
          <a:xfrm>
            <a:off x="9271620" y="6529844"/>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7917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779173" rtl="0" eaLnBrk="1" fontAlgn="auto" latinLnBrk="0" hangingPunct="1">
                <a:lnSpc>
                  <a:spcPct val="100000"/>
                </a:lnSpc>
                <a:spcBef>
                  <a:spcPts val="0"/>
                </a:spcBef>
                <a:spcAft>
                  <a:spcPts val="0"/>
                </a:spcAft>
                <a:buClrTx/>
                <a:buSzTx/>
                <a:buFontTx/>
                <a:buNone/>
                <a:tabLst/>
                <a:defRPr/>
              </a:pPr>
              <a:t>‹#›</a:t>
            </a:fld>
            <a:endParaRPr kumimoji="0" lang="en-GB" sz="767" b="0" i="0" u="none" strike="noStrike" kern="1200" cap="none" spc="0" normalizeH="0" baseline="0" noProof="0">
              <a:ln>
                <a:noFill/>
              </a:ln>
              <a:solidFill>
                <a:schemeClr val="tx1">
                  <a:alpha val="50000"/>
                </a:schemeClr>
              </a:solidFill>
              <a:effectLst/>
              <a:uLnTx/>
              <a:uFillTx/>
              <a:latin typeface="+mn-ea"/>
              <a:ea typeface="+mn-ea"/>
              <a:cs typeface="+mn-cs"/>
            </a:endParaRPr>
          </a:p>
        </p:txBody>
      </p:sp>
    </p:spTree>
    <p:extLst>
      <p:ext uri="{BB962C8B-B14F-4D97-AF65-F5344CB8AC3E}">
        <p14:creationId xmlns:p14="http://schemas.microsoft.com/office/powerpoint/2010/main" val="138971081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2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00"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292">
                <a:latin typeface="+mj-ea"/>
                <a:ea typeface="+mj-ea"/>
              </a:defRPr>
            </a:lvl1pPr>
          </a:lstStyle>
          <a:p>
            <a:pPr marL="0" marR="0" lvl="0" indent="0" algn="l" defTabSz="844083"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cxnSp>
        <p:nvCxnSpPr>
          <p:cNvPr id="2" name="Straight Connector 7">
            <a:extLst>
              <a:ext uri="{FF2B5EF4-FFF2-40B4-BE49-F238E27FC236}">
                <a16:creationId xmlns:a16="http://schemas.microsoft.com/office/drawing/2014/main" id="{7FA05EB4-20AC-B2D1-71C2-E79143DA22D0}"/>
              </a:ext>
            </a:extLst>
          </p:cNvPr>
          <p:cNvCxnSpPr>
            <a:cxnSpLocks/>
          </p:cNvCxnSpPr>
          <p:nvPr userDrawn="1"/>
        </p:nvCxnSpPr>
        <p:spPr>
          <a:xfrm>
            <a:off x="507000" y="701780"/>
            <a:ext cx="8892000" cy="0"/>
          </a:xfrm>
          <a:prstGeom prst="line">
            <a:avLst/>
          </a:prstGeom>
          <a:noFill/>
          <a:ln w="12700" cap="flat" cmpd="sng" algn="ctr">
            <a:solidFill>
              <a:srgbClr val="008899"/>
            </a:solidFill>
            <a:prstDash val="solid"/>
          </a:ln>
          <a:effectLst/>
        </p:spPr>
      </p:cxnSp>
      <p:sp>
        <p:nvSpPr>
          <p:cNvPr id="3" name="Slide Number Placeholder 5">
            <a:extLst>
              <a:ext uri="{FF2B5EF4-FFF2-40B4-BE49-F238E27FC236}">
                <a16:creationId xmlns:a16="http://schemas.microsoft.com/office/drawing/2014/main" id="{135658B0-A9E9-DF8A-17F0-0F7ADD620E31}"/>
              </a:ext>
            </a:extLst>
          </p:cNvPr>
          <p:cNvSpPr txBox="1">
            <a:spLocks/>
          </p:cNvSpPr>
          <p:nvPr userDrawn="1"/>
        </p:nvSpPr>
        <p:spPr>
          <a:xfrm>
            <a:off x="9271620" y="6529844"/>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7917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779173" rtl="0" eaLnBrk="1" fontAlgn="auto" latinLnBrk="0" hangingPunct="1">
                <a:lnSpc>
                  <a:spcPct val="100000"/>
                </a:lnSpc>
                <a:spcBef>
                  <a:spcPts val="0"/>
                </a:spcBef>
                <a:spcAft>
                  <a:spcPts val="0"/>
                </a:spcAft>
                <a:buClrTx/>
                <a:buSzTx/>
                <a:buFontTx/>
                <a:buNone/>
                <a:tabLst/>
                <a:defRPr/>
              </a:pPr>
              <a:t>‹#›</a:t>
            </a:fld>
            <a:endParaRPr kumimoji="0" lang="en-GB" sz="767" b="0" i="0" u="none" strike="noStrike" kern="1200" cap="none" spc="0" normalizeH="0" baseline="0" noProof="0">
              <a:ln>
                <a:noFill/>
              </a:ln>
              <a:solidFill>
                <a:schemeClr val="tx1">
                  <a:alpha val="50000"/>
                </a:schemeClr>
              </a:solidFill>
              <a:effectLst/>
              <a:uLnTx/>
              <a:uFillTx/>
              <a:latin typeface="+mn-ea"/>
              <a:ea typeface="+mn-ea"/>
              <a:cs typeface="+mn-cs"/>
            </a:endParaRPr>
          </a:p>
        </p:txBody>
      </p:sp>
    </p:spTree>
    <p:extLst>
      <p:ext uri="{BB962C8B-B14F-4D97-AF65-F5344CB8AC3E}">
        <p14:creationId xmlns:p14="http://schemas.microsoft.com/office/powerpoint/2010/main" val="396068899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00"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292">
                <a:latin typeface="+mj-ea"/>
                <a:ea typeface="+mj-ea"/>
              </a:defRPr>
            </a:lvl1pPr>
          </a:lstStyle>
          <a:p>
            <a:pPr marL="0" marR="0" lvl="0" indent="0" algn="l" defTabSz="844083"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cxnSp>
        <p:nvCxnSpPr>
          <p:cNvPr id="2" name="Straight Connector 7">
            <a:extLst>
              <a:ext uri="{FF2B5EF4-FFF2-40B4-BE49-F238E27FC236}">
                <a16:creationId xmlns:a16="http://schemas.microsoft.com/office/drawing/2014/main" id="{7FA05EB4-20AC-B2D1-71C2-E79143DA22D0}"/>
              </a:ext>
            </a:extLst>
          </p:cNvPr>
          <p:cNvCxnSpPr>
            <a:cxnSpLocks/>
          </p:cNvCxnSpPr>
          <p:nvPr userDrawn="1"/>
        </p:nvCxnSpPr>
        <p:spPr>
          <a:xfrm>
            <a:off x="507000" y="701780"/>
            <a:ext cx="8892000" cy="0"/>
          </a:xfrm>
          <a:prstGeom prst="line">
            <a:avLst/>
          </a:prstGeom>
          <a:noFill/>
          <a:ln w="12700" cap="flat" cmpd="sng" algn="ctr">
            <a:solidFill>
              <a:srgbClr val="008899"/>
            </a:solidFill>
            <a:prstDash val="solid"/>
          </a:ln>
          <a:effectLst/>
        </p:spPr>
      </p:cxnSp>
      <p:sp>
        <p:nvSpPr>
          <p:cNvPr id="3" name="Slide Number Placeholder 5">
            <a:extLst>
              <a:ext uri="{FF2B5EF4-FFF2-40B4-BE49-F238E27FC236}">
                <a16:creationId xmlns:a16="http://schemas.microsoft.com/office/drawing/2014/main" id="{135658B0-A9E9-DF8A-17F0-0F7ADD620E31}"/>
              </a:ext>
            </a:extLst>
          </p:cNvPr>
          <p:cNvSpPr txBox="1">
            <a:spLocks/>
          </p:cNvSpPr>
          <p:nvPr userDrawn="1"/>
        </p:nvSpPr>
        <p:spPr>
          <a:xfrm>
            <a:off x="9271620" y="6529844"/>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7917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779173" rtl="0" eaLnBrk="1" fontAlgn="auto" latinLnBrk="0" hangingPunct="1">
                <a:lnSpc>
                  <a:spcPct val="100000"/>
                </a:lnSpc>
                <a:spcBef>
                  <a:spcPts val="0"/>
                </a:spcBef>
                <a:spcAft>
                  <a:spcPts val="0"/>
                </a:spcAft>
                <a:buClrTx/>
                <a:buSzTx/>
                <a:buFontTx/>
                <a:buNone/>
                <a:tabLst/>
                <a:defRPr/>
              </a:pPr>
              <a:t>‹#›</a:t>
            </a:fld>
            <a:endParaRPr kumimoji="0" lang="en-GB" sz="767" b="0" i="0" u="none" strike="noStrike" kern="1200" cap="none" spc="0" normalizeH="0" baseline="0" noProof="0">
              <a:ln>
                <a:noFill/>
              </a:ln>
              <a:solidFill>
                <a:schemeClr val="tx1">
                  <a:alpha val="50000"/>
                </a:schemeClr>
              </a:solidFill>
              <a:effectLst/>
              <a:uLnTx/>
              <a:uFillTx/>
              <a:latin typeface="+mn-ea"/>
              <a:ea typeface="+mn-ea"/>
              <a:cs typeface="+mn-cs"/>
            </a:endParaRPr>
          </a:p>
        </p:txBody>
      </p:sp>
    </p:spTree>
    <p:extLst>
      <p:ext uri="{BB962C8B-B14F-4D97-AF65-F5344CB8AC3E}">
        <p14:creationId xmlns:p14="http://schemas.microsoft.com/office/powerpoint/2010/main" val="266968265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00"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292">
                <a:latin typeface="+mj-ea"/>
                <a:ea typeface="+mj-ea"/>
              </a:defRPr>
            </a:lvl1pPr>
          </a:lstStyle>
          <a:p>
            <a:pPr marL="0" marR="0" lvl="0" indent="0" algn="l" defTabSz="844083"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cxnSp>
        <p:nvCxnSpPr>
          <p:cNvPr id="2" name="Straight Connector 7">
            <a:extLst>
              <a:ext uri="{FF2B5EF4-FFF2-40B4-BE49-F238E27FC236}">
                <a16:creationId xmlns:a16="http://schemas.microsoft.com/office/drawing/2014/main" id="{7FA05EB4-20AC-B2D1-71C2-E79143DA22D0}"/>
              </a:ext>
            </a:extLst>
          </p:cNvPr>
          <p:cNvCxnSpPr>
            <a:cxnSpLocks/>
          </p:cNvCxnSpPr>
          <p:nvPr userDrawn="1"/>
        </p:nvCxnSpPr>
        <p:spPr>
          <a:xfrm>
            <a:off x="507000" y="701780"/>
            <a:ext cx="8892000" cy="0"/>
          </a:xfrm>
          <a:prstGeom prst="line">
            <a:avLst/>
          </a:prstGeom>
          <a:noFill/>
          <a:ln w="12700" cap="flat" cmpd="sng" algn="ctr">
            <a:solidFill>
              <a:srgbClr val="008899"/>
            </a:solidFill>
            <a:prstDash val="solid"/>
          </a:ln>
          <a:effectLst/>
        </p:spPr>
      </p:cxnSp>
      <p:sp>
        <p:nvSpPr>
          <p:cNvPr id="3" name="Slide Number Placeholder 5">
            <a:extLst>
              <a:ext uri="{FF2B5EF4-FFF2-40B4-BE49-F238E27FC236}">
                <a16:creationId xmlns:a16="http://schemas.microsoft.com/office/drawing/2014/main" id="{135658B0-A9E9-DF8A-17F0-0F7ADD620E31}"/>
              </a:ext>
            </a:extLst>
          </p:cNvPr>
          <p:cNvSpPr txBox="1">
            <a:spLocks/>
          </p:cNvSpPr>
          <p:nvPr userDrawn="1"/>
        </p:nvSpPr>
        <p:spPr>
          <a:xfrm>
            <a:off x="9271620" y="6529844"/>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7917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779173" rtl="0" eaLnBrk="1" fontAlgn="auto" latinLnBrk="0" hangingPunct="1">
                <a:lnSpc>
                  <a:spcPct val="100000"/>
                </a:lnSpc>
                <a:spcBef>
                  <a:spcPts val="0"/>
                </a:spcBef>
                <a:spcAft>
                  <a:spcPts val="0"/>
                </a:spcAft>
                <a:buClrTx/>
                <a:buSzTx/>
                <a:buFontTx/>
                <a:buNone/>
                <a:tabLst/>
                <a:defRPr/>
              </a:pPr>
              <a:t>‹#›</a:t>
            </a:fld>
            <a:endParaRPr kumimoji="0" lang="en-GB" sz="767" b="0" i="0" u="none" strike="noStrike" kern="1200" cap="none" spc="0" normalizeH="0" baseline="0" noProof="0">
              <a:ln>
                <a:noFill/>
              </a:ln>
              <a:solidFill>
                <a:schemeClr val="tx1">
                  <a:alpha val="50000"/>
                </a:schemeClr>
              </a:solidFill>
              <a:effectLst/>
              <a:uLnTx/>
              <a:uFillTx/>
              <a:latin typeface="+mn-ea"/>
              <a:ea typeface="+mn-ea"/>
              <a:cs typeface="+mn-cs"/>
            </a:endParaRPr>
          </a:p>
        </p:txBody>
      </p:sp>
    </p:spTree>
    <p:extLst>
      <p:ext uri="{BB962C8B-B14F-4D97-AF65-F5344CB8AC3E}">
        <p14:creationId xmlns:p14="http://schemas.microsoft.com/office/powerpoint/2010/main" val="1025526336"/>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5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00"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292">
                <a:latin typeface="+mj-ea"/>
                <a:ea typeface="+mj-ea"/>
              </a:defRPr>
            </a:lvl1pPr>
          </a:lstStyle>
          <a:p>
            <a:pPr marL="0" marR="0" lvl="0" indent="0" algn="l" defTabSz="844083"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cxnSp>
        <p:nvCxnSpPr>
          <p:cNvPr id="2" name="Straight Connector 7">
            <a:extLst>
              <a:ext uri="{FF2B5EF4-FFF2-40B4-BE49-F238E27FC236}">
                <a16:creationId xmlns:a16="http://schemas.microsoft.com/office/drawing/2014/main" id="{7FA05EB4-20AC-B2D1-71C2-E79143DA22D0}"/>
              </a:ext>
            </a:extLst>
          </p:cNvPr>
          <p:cNvCxnSpPr>
            <a:cxnSpLocks/>
          </p:cNvCxnSpPr>
          <p:nvPr userDrawn="1"/>
        </p:nvCxnSpPr>
        <p:spPr>
          <a:xfrm>
            <a:off x="507000" y="701780"/>
            <a:ext cx="8892000" cy="0"/>
          </a:xfrm>
          <a:prstGeom prst="line">
            <a:avLst/>
          </a:prstGeom>
          <a:noFill/>
          <a:ln w="12700" cap="flat" cmpd="sng" algn="ctr">
            <a:solidFill>
              <a:srgbClr val="008899"/>
            </a:solidFill>
            <a:prstDash val="solid"/>
          </a:ln>
          <a:effectLst/>
        </p:spPr>
      </p:cxnSp>
      <p:sp>
        <p:nvSpPr>
          <p:cNvPr id="3" name="Slide Number Placeholder 5">
            <a:extLst>
              <a:ext uri="{FF2B5EF4-FFF2-40B4-BE49-F238E27FC236}">
                <a16:creationId xmlns:a16="http://schemas.microsoft.com/office/drawing/2014/main" id="{135658B0-A9E9-DF8A-17F0-0F7ADD620E31}"/>
              </a:ext>
            </a:extLst>
          </p:cNvPr>
          <p:cNvSpPr txBox="1">
            <a:spLocks/>
          </p:cNvSpPr>
          <p:nvPr userDrawn="1"/>
        </p:nvSpPr>
        <p:spPr>
          <a:xfrm>
            <a:off x="9271620" y="6529844"/>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7917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779173" rtl="0" eaLnBrk="1" fontAlgn="auto" latinLnBrk="0" hangingPunct="1">
                <a:lnSpc>
                  <a:spcPct val="100000"/>
                </a:lnSpc>
                <a:spcBef>
                  <a:spcPts val="0"/>
                </a:spcBef>
                <a:spcAft>
                  <a:spcPts val="0"/>
                </a:spcAft>
                <a:buClrTx/>
                <a:buSzTx/>
                <a:buFontTx/>
                <a:buNone/>
                <a:tabLst/>
                <a:defRPr/>
              </a:pPr>
              <a:t>‹#›</a:t>
            </a:fld>
            <a:endParaRPr kumimoji="0" lang="en-GB" sz="767" b="0" i="0" u="none" strike="noStrike" kern="1200" cap="none" spc="0" normalizeH="0" baseline="0" noProof="0">
              <a:ln>
                <a:noFill/>
              </a:ln>
              <a:solidFill>
                <a:schemeClr val="tx1">
                  <a:alpha val="50000"/>
                </a:schemeClr>
              </a:solidFill>
              <a:effectLst/>
              <a:uLnTx/>
              <a:uFillTx/>
              <a:latin typeface="+mn-ea"/>
              <a:ea typeface="+mn-ea"/>
              <a:cs typeface="+mn-cs"/>
            </a:endParaRPr>
          </a:p>
        </p:txBody>
      </p:sp>
    </p:spTree>
    <p:extLst>
      <p:ext uri="{BB962C8B-B14F-4D97-AF65-F5344CB8AC3E}">
        <p14:creationId xmlns:p14="http://schemas.microsoft.com/office/powerpoint/2010/main" val="238655621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6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00"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292">
                <a:latin typeface="+mj-ea"/>
                <a:ea typeface="+mj-ea"/>
              </a:defRPr>
            </a:lvl1pPr>
          </a:lstStyle>
          <a:p>
            <a:pPr marL="0" marR="0" lvl="0" indent="0" algn="l" defTabSz="844083"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cxnSp>
        <p:nvCxnSpPr>
          <p:cNvPr id="2" name="Straight Connector 7">
            <a:extLst>
              <a:ext uri="{FF2B5EF4-FFF2-40B4-BE49-F238E27FC236}">
                <a16:creationId xmlns:a16="http://schemas.microsoft.com/office/drawing/2014/main" id="{7FA05EB4-20AC-B2D1-71C2-E79143DA22D0}"/>
              </a:ext>
            </a:extLst>
          </p:cNvPr>
          <p:cNvCxnSpPr>
            <a:cxnSpLocks/>
          </p:cNvCxnSpPr>
          <p:nvPr userDrawn="1"/>
        </p:nvCxnSpPr>
        <p:spPr>
          <a:xfrm>
            <a:off x="507000" y="701780"/>
            <a:ext cx="8892000" cy="0"/>
          </a:xfrm>
          <a:prstGeom prst="line">
            <a:avLst/>
          </a:prstGeom>
          <a:noFill/>
          <a:ln w="12700" cap="flat" cmpd="sng" algn="ctr">
            <a:solidFill>
              <a:srgbClr val="008899"/>
            </a:solidFill>
            <a:prstDash val="solid"/>
          </a:ln>
          <a:effectLst/>
        </p:spPr>
      </p:cxnSp>
      <p:sp>
        <p:nvSpPr>
          <p:cNvPr id="3" name="Slide Number Placeholder 5">
            <a:extLst>
              <a:ext uri="{FF2B5EF4-FFF2-40B4-BE49-F238E27FC236}">
                <a16:creationId xmlns:a16="http://schemas.microsoft.com/office/drawing/2014/main" id="{135658B0-A9E9-DF8A-17F0-0F7ADD620E31}"/>
              </a:ext>
            </a:extLst>
          </p:cNvPr>
          <p:cNvSpPr txBox="1">
            <a:spLocks/>
          </p:cNvSpPr>
          <p:nvPr userDrawn="1"/>
        </p:nvSpPr>
        <p:spPr>
          <a:xfrm>
            <a:off x="9271620" y="6529844"/>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7917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779173" rtl="0" eaLnBrk="1" fontAlgn="auto" latinLnBrk="0" hangingPunct="1">
                <a:lnSpc>
                  <a:spcPct val="100000"/>
                </a:lnSpc>
                <a:spcBef>
                  <a:spcPts val="0"/>
                </a:spcBef>
                <a:spcAft>
                  <a:spcPts val="0"/>
                </a:spcAft>
                <a:buClrTx/>
                <a:buSzTx/>
                <a:buFontTx/>
                <a:buNone/>
                <a:tabLst/>
                <a:defRPr/>
              </a:pPr>
              <a:t>‹#›</a:t>
            </a:fld>
            <a:endParaRPr kumimoji="0" lang="en-GB" sz="767" b="0" i="0" u="none" strike="noStrike" kern="1200" cap="none" spc="0" normalizeH="0" baseline="0" noProof="0">
              <a:ln>
                <a:noFill/>
              </a:ln>
              <a:solidFill>
                <a:schemeClr val="tx1">
                  <a:alpha val="50000"/>
                </a:schemeClr>
              </a:solidFill>
              <a:effectLst/>
              <a:uLnTx/>
              <a:uFillTx/>
              <a:latin typeface="+mn-ea"/>
              <a:ea typeface="+mn-ea"/>
              <a:cs typeface="+mn-cs"/>
            </a:endParaRPr>
          </a:p>
        </p:txBody>
      </p:sp>
    </p:spTree>
    <p:extLst>
      <p:ext uri="{BB962C8B-B14F-4D97-AF65-F5344CB8AC3E}">
        <p14:creationId xmlns:p14="http://schemas.microsoft.com/office/powerpoint/2010/main" val="3227191628"/>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7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00"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292">
                <a:latin typeface="+mj-ea"/>
                <a:ea typeface="+mj-ea"/>
              </a:defRPr>
            </a:lvl1pPr>
          </a:lstStyle>
          <a:p>
            <a:pPr marL="0" marR="0" lvl="0" indent="0" algn="l" defTabSz="844083"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cxnSp>
        <p:nvCxnSpPr>
          <p:cNvPr id="2" name="Straight Connector 7">
            <a:extLst>
              <a:ext uri="{FF2B5EF4-FFF2-40B4-BE49-F238E27FC236}">
                <a16:creationId xmlns:a16="http://schemas.microsoft.com/office/drawing/2014/main" id="{7FA05EB4-20AC-B2D1-71C2-E79143DA22D0}"/>
              </a:ext>
            </a:extLst>
          </p:cNvPr>
          <p:cNvCxnSpPr>
            <a:cxnSpLocks/>
          </p:cNvCxnSpPr>
          <p:nvPr userDrawn="1"/>
        </p:nvCxnSpPr>
        <p:spPr>
          <a:xfrm>
            <a:off x="507000" y="701780"/>
            <a:ext cx="8892000" cy="0"/>
          </a:xfrm>
          <a:prstGeom prst="line">
            <a:avLst/>
          </a:prstGeom>
          <a:noFill/>
          <a:ln w="12700" cap="flat" cmpd="sng" algn="ctr">
            <a:solidFill>
              <a:srgbClr val="008899"/>
            </a:solidFill>
            <a:prstDash val="solid"/>
          </a:ln>
          <a:effectLst/>
        </p:spPr>
      </p:cxnSp>
      <p:sp>
        <p:nvSpPr>
          <p:cNvPr id="3" name="Slide Number Placeholder 5">
            <a:extLst>
              <a:ext uri="{FF2B5EF4-FFF2-40B4-BE49-F238E27FC236}">
                <a16:creationId xmlns:a16="http://schemas.microsoft.com/office/drawing/2014/main" id="{135658B0-A9E9-DF8A-17F0-0F7ADD620E31}"/>
              </a:ext>
            </a:extLst>
          </p:cNvPr>
          <p:cNvSpPr txBox="1">
            <a:spLocks/>
          </p:cNvSpPr>
          <p:nvPr userDrawn="1"/>
        </p:nvSpPr>
        <p:spPr>
          <a:xfrm>
            <a:off x="9271620" y="6529844"/>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7917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779173" rtl="0" eaLnBrk="1" fontAlgn="auto" latinLnBrk="0" hangingPunct="1">
                <a:lnSpc>
                  <a:spcPct val="100000"/>
                </a:lnSpc>
                <a:spcBef>
                  <a:spcPts val="0"/>
                </a:spcBef>
                <a:spcAft>
                  <a:spcPts val="0"/>
                </a:spcAft>
                <a:buClrTx/>
                <a:buSzTx/>
                <a:buFontTx/>
                <a:buNone/>
                <a:tabLst/>
                <a:defRPr/>
              </a:pPr>
              <a:t>‹#›</a:t>
            </a:fld>
            <a:endParaRPr kumimoji="0" lang="en-GB" sz="767" b="0" i="0" u="none" strike="noStrike" kern="1200" cap="none" spc="0" normalizeH="0" baseline="0" noProof="0">
              <a:ln>
                <a:noFill/>
              </a:ln>
              <a:solidFill>
                <a:schemeClr val="tx1">
                  <a:alpha val="50000"/>
                </a:schemeClr>
              </a:solidFill>
              <a:effectLst/>
              <a:uLnTx/>
              <a:uFillTx/>
              <a:latin typeface="+mn-ea"/>
              <a:ea typeface="+mn-ea"/>
              <a:cs typeface="+mn-cs"/>
            </a:endParaRPr>
          </a:p>
        </p:txBody>
      </p:sp>
    </p:spTree>
    <p:extLst>
      <p:ext uri="{BB962C8B-B14F-4D97-AF65-F5344CB8AC3E}">
        <p14:creationId xmlns:p14="http://schemas.microsoft.com/office/powerpoint/2010/main" val="937208298"/>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8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00"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292">
                <a:latin typeface="+mj-ea"/>
                <a:ea typeface="+mj-ea"/>
              </a:defRPr>
            </a:lvl1pPr>
          </a:lstStyle>
          <a:p>
            <a:pPr marL="0" marR="0" lvl="0" indent="0" algn="l" defTabSz="844083"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cxnSp>
        <p:nvCxnSpPr>
          <p:cNvPr id="2" name="Straight Connector 7">
            <a:extLst>
              <a:ext uri="{FF2B5EF4-FFF2-40B4-BE49-F238E27FC236}">
                <a16:creationId xmlns:a16="http://schemas.microsoft.com/office/drawing/2014/main" id="{7FA05EB4-20AC-B2D1-71C2-E79143DA22D0}"/>
              </a:ext>
            </a:extLst>
          </p:cNvPr>
          <p:cNvCxnSpPr>
            <a:cxnSpLocks/>
          </p:cNvCxnSpPr>
          <p:nvPr userDrawn="1"/>
        </p:nvCxnSpPr>
        <p:spPr>
          <a:xfrm>
            <a:off x="507000" y="701780"/>
            <a:ext cx="8892000" cy="0"/>
          </a:xfrm>
          <a:prstGeom prst="line">
            <a:avLst/>
          </a:prstGeom>
          <a:noFill/>
          <a:ln w="12700" cap="flat" cmpd="sng" algn="ctr">
            <a:solidFill>
              <a:srgbClr val="008899"/>
            </a:solidFill>
            <a:prstDash val="solid"/>
          </a:ln>
          <a:effectLst/>
        </p:spPr>
      </p:cxnSp>
      <p:sp>
        <p:nvSpPr>
          <p:cNvPr id="3" name="Slide Number Placeholder 5">
            <a:extLst>
              <a:ext uri="{FF2B5EF4-FFF2-40B4-BE49-F238E27FC236}">
                <a16:creationId xmlns:a16="http://schemas.microsoft.com/office/drawing/2014/main" id="{135658B0-A9E9-DF8A-17F0-0F7ADD620E31}"/>
              </a:ext>
            </a:extLst>
          </p:cNvPr>
          <p:cNvSpPr txBox="1">
            <a:spLocks/>
          </p:cNvSpPr>
          <p:nvPr userDrawn="1"/>
        </p:nvSpPr>
        <p:spPr>
          <a:xfrm>
            <a:off x="9271620" y="6529844"/>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7917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779173" rtl="0" eaLnBrk="1" fontAlgn="auto" latinLnBrk="0" hangingPunct="1">
                <a:lnSpc>
                  <a:spcPct val="100000"/>
                </a:lnSpc>
                <a:spcBef>
                  <a:spcPts val="0"/>
                </a:spcBef>
                <a:spcAft>
                  <a:spcPts val="0"/>
                </a:spcAft>
                <a:buClrTx/>
                <a:buSzTx/>
                <a:buFontTx/>
                <a:buNone/>
                <a:tabLst/>
                <a:defRPr/>
              </a:pPr>
              <a:t>‹#›</a:t>
            </a:fld>
            <a:endParaRPr kumimoji="0" lang="en-GB" sz="767" b="0" i="0" u="none" strike="noStrike" kern="1200" cap="none" spc="0" normalizeH="0" baseline="0" noProof="0">
              <a:ln>
                <a:noFill/>
              </a:ln>
              <a:solidFill>
                <a:schemeClr val="tx1">
                  <a:alpha val="50000"/>
                </a:schemeClr>
              </a:solidFill>
              <a:effectLst/>
              <a:uLnTx/>
              <a:uFillTx/>
              <a:latin typeface="+mn-ea"/>
              <a:ea typeface="+mn-ea"/>
              <a:cs typeface="+mn-cs"/>
            </a:endParaRPr>
          </a:p>
        </p:txBody>
      </p:sp>
    </p:spTree>
    <p:extLst>
      <p:ext uri="{BB962C8B-B14F-4D97-AF65-F5344CB8AC3E}">
        <p14:creationId xmlns:p14="http://schemas.microsoft.com/office/powerpoint/2010/main" val="1092253244"/>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9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00"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292">
                <a:latin typeface="+mj-ea"/>
                <a:ea typeface="+mj-ea"/>
              </a:defRPr>
            </a:lvl1pPr>
          </a:lstStyle>
          <a:p>
            <a:pPr marL="0" marR="0" lvl="0" indent="0" algn="l" defTabSz="844083"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cxnSp>
        <p:nvCxnSpPr>
          <p:cNvPr id="2" name="Straight Connector 7">
            <a:extLst>
              <a:ext uri="{FF2B5EF4-FFF2-40B4-BE49-F238E27FC236}">
                <a16:creationId xmlns:a16="http://schemas.microsoft.com/office/drawing/2014/main" id="{7FA05EB4-20AC-B2D1-71C2-E79143DA22D0}"/>
              </a:ext>
            </a:extLst>
          </p:cNvPr>
          <p:cNvCxnSpPr>
            <a:cxnSpLocks/>
          </p:cNvCxnSpPr>
          <p:nvPr userDrawn="1"/>
        </p:nvCxnSpPr>
        <p:spPr>
          <a:xfrm>
            <a:off x="507000" y="701780"/>
            <a:ext cx="8892000" cy="0"/>
          </a:xfrm>
          <a:prstGeom prst="line">
            <a:avLst/>
          </a:prstGeom>
          <a:noFill/>
          <a:ln w="12700" cap="flat" cmpd="sng" algn="ctr">
            <a:solidFill>
              <a:srgbClr val="008899"/>
            </a:solidFill>
            <a:prstDash val="solid"/>
          </a:ln>
          <a:effectLst/>
        </p:spPr>
      </p:cxnSp>
      <p:sp>
        <p:nvSpPr>
          <p:cNvPr id="3" name="Slide Number Placeholder 5">
            <a:extLst>
              <a:ext uri="{FF2B5EF4-FFF2-40B4-BE49-F238E27FC236}">
                <a16:creationId xmlns:a16="http://schemas.microsoft.com/office/drawing/2014/main" id="{135658B0-A9E9-DF8A-17F0-0F7ADD620E31}"/>
              </a:ext>
            </a:extLst>
          </p:cNvPr>
          <p:cNvSpPr txBox="1">
            <a:spLocks/>
          </p:cNvSpPr>
          <p:nvPr userDrawn="1"/>
        </p:nvSpPr>
        <p:spPr>
          <a:xfrm>
            <a:off x="9271620" y="6529844"/>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7917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779173" rtl="0" eaLnBrk="1" fontAlgn="auto" latinLnBrk="0" hangingPunct="1">
                <a:lnSpc>
                  <a:spcPct val="100000"/>
                </a:lnSpc>
                <a:spcBef>
                  <a:spcPts val="0"/>
                </a:spcBef>
                <a:spcAft>
                  <a:spcPts val="0"/>
                </a:spcAft>
                <a:buClrTx/>
                <a:buSzTx/>
                <a:buFontTx/>
                <a:buNone/>
                <a:tabLst/>
                <a:defRPr/>
              </a:pPr>
              <a:t>‹#›</a:t>
            </a:fld>
            <a:endParaRPr kumimoji="0" lang="en-GB" sz="767" b="0" i="0" u="none" strike="noStrike" kern="1200" cap="none" spc="0" normalizeH="0" baseline="0" noProof="0">
              <a:ln>
                <a:noFill/>
              </a:ln>
              <a:solidFill>
                <a:schemeClr val="tx1">
                  <a:alpha val="50000"/>
                </a:schemeClr>
              </a:solidFill>
              <a:effectLst/>
              <a:uLnTx/>
              <a:uFillTx/>
              <a:latin typeface="+mn-ea"/>
              <a:ea typeface="+mn-ea"/>
              <a:cs typeface="+mn-cs"/>
            </a:endParaRPr>
          </a:p>
        </p:txBody>
      </p:sp>
    </p:spTree>
    <p:extLst>
      <p:ext uri="{BB962C8B-B14F-4D97-AF65-F5344CB8AC3E}">
        <p14:creationId xmlns:p14="http://schemas.microsoft.com/office/powerpoint/2010/main" val="1552223249"/>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20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00"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292">
                <a:latin typeface="+mj-ea"/>
                <a:ea typeface="+mj-ea"/>
              </a:defRPr>
            </a:lvl1pPr>
          </a:lstStyle>
          <a:p>
            <a:pPr marL="0" marR="0" lvl="0" indent="0" algn="l" defTabSz="844083"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cxnSp>
        <p:nvCxnSpPr>
          <p:cNvPr id="2" name="Straight Connector 7">
            <a:extLst>
              <a:ext uri="{FF2B5EF4-FFF2-40B4-BE49-F238E27FC236}">
                <a16:creationId xmlns:a16="http://schemas.microsoft.com/office/drawing/2014/main" id="{7FA05EB4-20AC-B2D1-71C2-E79143DA22D0}"/>
              </a:ext>
            </a:extLst>
          </p:cNvPr>
          <p:cNvCxnSpPr>
            <a:cxnSpLocks/>
          </p:cNvCxnSpPr>
          <p:nvPr userDrawn="1"/>
        </p:nvCxnSpPr>
        <p:spPr>
          <a:xfrm>
            <a:off x="507000" y="701780"/>
            <a:ext cx="8892000" cy="0"/>
          </a:xfrm>
          <a:prstGeom prst="line">
            <a:avLst/>
          </a:prstGeom>
          <a:noFill/>
          <a:ln w="12700" cap="flat" cmpd="sng" algn="ctr">
            <a:solidFill>
              <a:srgbClr val="008899"/>
            </a:solidFill>
            <a:prstDash val="solid"/>
          </a:ln>
          <a:effectLst/>
        </p:spPr>
      </p:cxnSp>
      <p:sp>
        <p:nvSpPr>
          <p:cNvPr id="3" name="Slide Number Placeholder 5">
            <a:extLst>
              <a:ext uri="{FF2B5EF4-FFF2-40B4-BE49-F238E27FC236}">
                <a16:creationId xmlns:a16="http://schemas.microsoft.com/office/drawing/2014/main" id="{135658B0-A9E9-DF8A-17F0-0F7ADD620E31}"/>
              </a:ext>
            </a:extLst>
          </p:cNvPr>
          <p:cNvSpPr txBox="1">
            <a:spLocks/>
          </p:cNvSpPr>
          <p:nvPr userDrawn="1"/>
        </p:nvSpPr>
        <p:spPr>
          <a:xfrm>
            <a:off x="9271620" y="6529844"/>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7917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779173" rtl="0" eaLnBrk="1" fontAlgn="auto" latinLnBrk="0" hangingPunct="1">
                <a:lnSpc>
                  <a:spcPct val="100000"/>
                </a:lnSpc>
                <a:spcBef>
                  <a:spcPts val="0"/>
                </a:spcBef>
                <a:spcAft>
                  <a:spcPts val="0"/>
                </a:spcAft>
                <a:buClrTx/>
                <a:buSzTx/>
                <a:buFontTx/>
                <a:buNone/>
                <a:tabLst/>
                <a:defRPr/>
              </a:pPr>
              <a:t>‹#›</a:t>
            </a:fld>
            <a:endParaRPr kumimoji="0" lang="en-GB" sz="767" b="0" i="0" u="none" strike="noStrike" kern="1200" cap="none" spc="0" normalizeH="0" baseline="0" noProof="0">
              <a:ln>
                <a:noFill/>
              </a:ln>
              <a:solidFill>
                <a:schemeClr val="tx1">
                  <a:alpha val="50000"/>
                </a:schemeClr>
              </a:solidFill>
              <a:effectLst/>
              <a:uLnTx/>
              <a:uFillTx/>
              <a:latin typeface="+mn-ea"/>
              <a:ea typeface="+mn-ea"/>
              <a:cs typeface="+mn-cs"/>
            </a:endParaRPr>
          </a:p>
        </p:txBody>
      </p:sp>
    </p:spTree>
    <p:extLst>
      <p:ext uri="{BB962C8B-B14F-4D97-AF65-F5344CB8AC3E}">
        <p14:creationId xmlns:p14="http://schemas.microsoft.com/office/powerpoint/2010/main" val="3916506263"/>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21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00"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292">
                <a:latin typeface="+mj-ea"/>
                <a:ea typeface="+mj-ea"/>
              </a:defRPr>
            </a:lvl1pPr>
          </a:lstStyle>
          <a:p>
            <a:pPr marL="0" marR="0" lvl="0" indent="0" algn="l" defTabSz="844083"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cxnSp>
        <p:nvCxnSpPr>
          <p:cNvPr id="2" name="Straight Connector 7">
            <a:extLst>
              <a:ext uri="{FF2B5EF4-FFF2-40B4-BE49-F238E27FC236}">
                <a16:creationId xmlns:a16="http://schemas.microsoft.com/office/drawing/2014/main" id="{7FA05EB4-20AC-B2D1-71C2-E79143DA22D0}"/>
              </a:ext>
            </a:extLst>
          </p:cNvPr>
          <p:cNvCxnSpPr>
            <a:cxnSpLocks/>
          </p:cNvCxnSpPr>
          <p:nvPr userDrawn="1"/>
        </p:nvCxnSpPr>
        <p:spPr>
          <a:xfrm>
            <a:off x="507000" y="701780"/>
            <a:ext cx="8892000" cy="0"/>
          </a:xfrm>
          <a:prstGeom prst="line">
            <a:avLst/>
          </a:prstGeom>
          <a:noFill/>
          <a:ln w="12700" cap="flat" cmpd="sng" algn="ctr">
            <a:solidFill>
              <a:srgbClr val="008899"/>
            </a:solidFill>
            <a:prstDash val="solid"/>
          </a:ln>
          <a:effectLst/>
        </p:spPr>
      </p:cxnSp>
      <p:sp>
        <p:nvSpPr>
          <p:cNvPr id="3" name="Slide Number Placeholder 5">
            <a:extLst>
              <a:ext uri="{FF2B5EF4-FFF2-40B4-BE49-F238E27FC236}">
                <a16:creationId xmlns:a16="http://schemas.microsoft.com/office/drawing/2014/main" id="{135658B0-A9E9-DF8A-17F0-0F7ADD620E31}"/>
              </a:ext>
            </a:extLst>
          </p:cNvPr>
          <p:cNvSpPr txBox="1">
            <a:spLocks/>
          </p:cNvSpPr>
          <p:nvPr userDrawn="1"/>
        </p:nvSpPr>
        <p:spPr>
          <a:xfrm>
            <a:off x="9271620" y="6529844"/>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7917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779173" rtl="0" eaLnBrk="1" fontAlgn="auto" latinLnBrk="0" hangingPunct="1">
                <a:lnSpc>
                  <a:spcPct val="100000"/>
                </a:lnSpc>
                <a:spcBef>
                  <a:spcPts val="0"/>
                </a:spcBef>
                <a:spcAft>
                  <a:spcPts val="0"/>
                </a:spcAft>
                <a:buClrTx/>
                <a:buSzTx/>
                <a:buFontTx/>
                <a:buNone/>
                <a:tabLst/>
                <a:defRPr/>
              </a:pPr>
              <a:t>‹#›</a:t>
            </a:fld>
            <a:endParaRPr kumimoji="0" lang="en-GB" sz="767" b="0" i="0" u="none" strike="noStrike" kern="1200" cap="none" spc="0" normalizeH="0" baseline="0" noProof="0">
              <a:ln>
                <a:noFill/>
              </a:ln>
              <a:solidFill>
                <a:schemeClr val="tx1">
                  <a:alpha val="50000"/>
                </a:schemeClr>
              </a:solidFill>
              <a:effectLst/>
              <a:uLnTx/>
              <a:uFillTx/>
              <a:latin typeface="+mn-ea"/>
              <a:ea typeface="+mn-ea"/>
              <a:cs typeface="+mn-cs"/>
            </a:endParaRPr>
          </a:p>
        </p:txBody>
      </p:sp>
    </p:spTree>
    <p:extLst>
      <p:ext uri="{BB962C8B-B14F-4D97-AF65-F5344CB8AC3E}">
        <p14:creationId xmlns:p14="http://schemas.microsoft.com/office/powerpoint/2010/main" val="1729205133"/>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22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00"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292">
                <a:latin typeface="+mj-ea"/>
                <a:ea typeface="+mj-ea"/>
              </a:defRPr>
            </a:lvl1pPr>
          </a:lstStyle>
          <a:p>
            <a:pPr marL="0" marR="0" lvl="0" indent="0" algn="l" defTabSz="844083"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cxnSp>
        <p:nvCxnSpPr>
          <p:cNvPr id="2" name="Straight Connector 7">
            <a:extLst>
              <a:ext uri="{FF2B5EF4-FFF2-40B4-BE49-F238E27FC236}">
                <a16:creationId xmlns:a16="http://schemas.microsoft.com/office/drawing/2014/main" id="{7FA05EB4-20AC-B2D1-71C2-E79143DA22D0}"/>
              </a:ext>
            </a:extLst>
          </p:cNvPr>
          <p:cNvCxnSpPr>
            <a:cxnSpLocks/>
          </p:cNvCxnSpPr>
          <p:nvPr userDrawn="1"/>
        </p:nvCxnSpPr>
        <p:spPr>
          <a:xfrm>
            <a:off x="507000" y="701780"/>
            <a:ext cx="8892000" cy="0"/>
          </a:xfrm>
          <a:prstGeom prst="line">
            <a:avLst/>
          </a:prstGeom>
          <a:noFill/>
          <a:ln w="12700" cap="flat" cmpd="sng" algn="ctr">
            <a:solidFill>
              <a:srgbClr val="008899"/>
            </a:solidFill>
            <a:prstDash val="solid"/>
          </a:ln>
          <a:effectLst/>
        </p:spPr>
      </p:cxnSp>
      <p:sp>
        <p:nvSpPr>
          <p:cNvPr id="3" name="Slide Number Placeholder 5">
            <a:extLst>
              <a:ext uri="{FF2B5EF4-FFF2-40B4-BE49-F238E27FC236}">
                <a16:creationId xmlns:a16="http://schemas.microsoft.com/office/drawing/2014/main" id="{135658B0-A9E9-DF8A-17F0-0F7ADD620E31}"/>
              </a:ext>
            </a:extLst>
          </p:cNvPr>
          <p:cNvSpPr txBox="1">
            <a:spLocks/>
          </p:cNvSpPr>
          <p:nvPr userDrawn="1"/>
        </p:nvSpPr>
        <p:spPr>
          <a:xfrm>
            <a:off x="9271620" y="6529844"/>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7917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779173" rtl="0" eaLnBrk="1" fontAlgn="auto" latinLnBrk="0" hangingPunct="1">
                <a:lnSpc>
                  <a:spcPct val="100000"/>
                </a:lnSpc>
                <a:spcBef>
                  <a:spcPts val="0"/>
                </a:spcBef>
                <a:spcAft>
                  <a:spcPts val="0"/>
                </a:spcAft>
                <a:buClrTx/>
                <a:buSzTx/>
                <a:buFontTx/>
                <a:buNone/>
                <a:tabLst/>
                <a:defRPr/>
              </a:pPr>
              <a:t>‹#›</a:t>
            </a:fld>
            <a:endParaRPr kumimoji="0" lang="en-GB" sz="767" b="0" i="0" u="none" strike="noStrike" kern="1200" cap="none" spc="0" normalizeH="0" baseline="0" noProof="0">
              <a:ln>
                <a:noFill/>
              </a:ln>
              <a:solidFill>
                <a:schemeClr val="tx1">
                  <a:alpha val="50000"/>
                </a:schemeClr>
              </a:solidFill>
              <a:effectLst/>
              <a:uLnTx/>
              <a:uFillTx/>
              <a:latin typeface="+mn-ea"/>
              <a:ea typeface="+mn-ea"/>
              <a:cs typeface="+mn-cs"/>
            </a:endParaRPr>
          </a:p>
        </p:txBody>
      </p:sp>
    </p:spTree>
    <p:extLst>
      <p:ext uri="{BB962C8B-B14F-4D97-AF65-F5344CB8AC3E}">
        <p14:creationId xmlns:p14="http://schemas.microsoft.com/office/powerpoint/2010/main" val="785599691"/>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2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00"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292">
                <a:latin typeface="+mj-ea"/>
                <a:ea typeface="+mj-ea"/>
              </a:defRPr>
            </a:lvl1pPr>
          </a:lstStyle>
          <a:p>
            <a:pPr marL="0" marR="0" lvl="0" indent="0" algn="l" defTabSz="844083"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cxnSp>
        <p:nvCxnSpPr>
          <p:cNvPr id="2" name="Straight Connector 7">
            <a:extLst>
              <a:ext uri="{FF2B5EF4-FFF2-40B4-BE49-F238E27FC236}">
                <a16:creationId xmlns:a16="http://schemas.microsoft.com/office/drawing/2014/main" id="{7FA05EB4-20AC-B2D1-71C2-E79143DA22D0}"/>
              </a:ext>
            </a:extLst>
          </p:cNvPr>
          <p:cNvCxnSpPr>
            <a:cxnSpLocks/>
          </p:cNvCxnSpPr>
          <p:nvPr userDrawn="1"/>
        </p:nvCxnSpPr>
        <p:spPr>
          <a:xfrm>
            <a:off x="507000" y="701780"/>
            <a:ext cx="8892000" cy="0"/>
          </a:xfrm>
          <a:prstGeom prst="line">
            <a:avLst/>
          </a:prstGeom>
          <a:noFill/>
          <a:ln w="12700" cap="flat" cmpd="sng" algn="ctr">
            <a:solidFill>
              <a:srgbClr val="008899"/>
            </a:solidFill>
            <a:prstDash val="solid"/>
          </a:ln>
          <a:effectLst/>
        </p:spPr>
      </p:cxnSp>
      <p:sp>
        <p:nvSpPr>
          <p:cNvPr id="3" name="Slide Number Placeholder 5">
            <a:extLst>
              <a:ext uri="{FF2B5EF4-FFF2-40B4-BE49-F238E27FC236}">
                <a16:creationId xmlns:a16="http://schemas.microsoft.com/office/drawing/2014/main" id="{135658B0-A9E9-DF8A-17F0-0F7ADD620E31}"/>
              </a:ext>
            </a:extLst>
          </p:cNvPr>
          <p:cNvSpPr txBox="1">
            <a:spLocks/>
          </p:cNvSpPr>
          <p:nvPr userDrawn="1"/>
        </p:nvSpPr>
        <p:spPr>
          <a:xfrm>
            <a:off x="9271620" y="6529844"/>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7917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779173" rtl="0" eaLnBrk="1" fontAlgn="auto" latinLnBrk="0" hangingPunct="1">
                <a:lnSpc>
                  <a:spcPct val="100000"/>
                </a:lnSpc>
                <a:spcBef>
                  <a:spcPts val="0"/>
                </a:spcBef>
                <a:spcAft>
                  <a:spcPts val="0"/>
                </a:spcAft>
                <a:buClrTx/>
                <a:buSzTx/>
                <a:buFontTx/>
                <a:buNone/>
                <a:tabLst/>
                <a:defRPr/>
              </a:pPr>
              <a:t>‹#›</a:t>
            </a:fld>
            <a:endParaRPr kumimoji="0" lang="en-GB" sz="767" b="0" i="0" u="none" strike="noStrike" kern="1200" cap="none" spc="0" normalizeH="0" baseline="0" noProof="0">
              <a:ln>
                <a:noFill/>
              </a:ln>
              <a:solidFill>
                <a:schemeClr val="tx1">
                  <a:alpha val="50000"/>
                </a:schemeClr>
              </a:solidFill>
              <a:effectLst/>
              <a:uLnTx/>
              <a:uFillTx/>
              <a:latin typeface="+mn-ea"/>
              <a:ea typeface="+mn-ea"/>
              <a:cs typeface="+mn-cs"/>
            </a:endParaRPr>
          </a:p>
        </p:txBody>
      </p:sp>
    </p:spTree>
    <p:extLst>
      <p:ext uri="{BB962C8B-B14F-4D97-AF65-F5344CB8AC3E}">
        <p14:creationId xmlns:p14="http://schemas.microsoft.com/office/powerpoint/2010/main" val="3384110858"/>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r>
              <a:rPr lang="en-US" altLang="ja-JP"/>
              <a:t>Ⅵ- </a:t>
            </a:r>
            <a:fld id="{E3A1B1B9-DB5A-4A9C-982F-30AEF92F76F0}" type="slidenum">
              <a:rPr lang="ja-JP" altLang="en-US" smtClean="0"/>
              <a:pPr/>
              <a:t>‹#›</a:t>
            </a:fld>
            <a:endParaRPr lang="ja-JP" altLang="en-US"/>
          </a:p>
        </p:txBody>
      </p:sp>
    </p:spTree>
    <p:extLst>
      <p:ext uri="{BB962C8B-B14F-4D97-AF65-F5344CB8AC3E}">
        <p14:creationId xmlns:p14="http://schemas.microsoft.com/office/powerpoint/2010/main" val="3285654376"/>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498008643"/>
      </p:ext>
    </p:extLst>
  </p:cSld>
  <p:clrMapOvr>
    <a:masterClrMapping/>
  </p:clrMapOvr>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0"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11844261"/>
      </p:ext>
    </p:extLst>
  </p:cSld>
  <p:clrMapOvr>
    <a:masterClrMapping/>
  </p:clrMapOvr>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p:nvSpPr>
        <p:spPr>
          <a:xfrm>
            <a:off x="0" y="0"/>
            <a:ext cx="1579278" cy="241476"/>
          </a:xfrm>
          <a:prstGeom prst="rect">
            <a:avLst/>
          </a:prstGeom>
        </p:spPr>
        <p:txBody>
          <a:bodyPr wrap="none">
            <a:spAutoFit/>
          </a:bodyPr>
          <a:lstStyle/>
          <a:p>
            <a:r>
              <a:rPr lang="en-US" altLang="ja-JP" sz="969" i="0">
                <a:latin typeface="+mj-ea"/>
                <a:ea typeface="+mj-ea"/>
              </a:rPr>
              <a:t>Ⅲ</a:t>
            </a:r>
            <a:r>
              <a:rPr lang="ja-JP" altLang="en-US" sz="969"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872498294"/>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2" y="0"/>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58378844"/>
      </p:ext>
    </p:extLst>
  </p:cSld>
  <p:clrMapOvr>
    <a:masterClrMapping/>
  </p:clrMapOvr>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0" y="2"/>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924870778"/>
      </p:ext>
    </p:extLst>
  </p:cSld>
  <p:clrMapOvr>
    <a:masterClrMapping/>
  </p:clrMapOvr>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1757080292"/>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p:nvSpPr>
        <p:spPr>
          <a:xfrm>
            <a:off x="0" y="0"/>
            <a:ext cx="1516762" cy="241476"/>
          </a:xfrm>
          <a:prstGeom prst="rect">
            <a:avLst/>
          </a:prstGeom>
        </p:spPr>
        <p:txBody>
          <a:bodyPr wrap="none">
            <a:spAutoFit/>
          </a:bodyPr>
          <a:lstStyle/>
          <a:p>
            <a:r>
              <a:rPr lang="en-US" altLang="ja-JP" sz="969" i="0">
                <a:latin typeface="+mj-ea"/>
                <a:ea typeface="+mj-ea"/>
              </a:rPr>
              <a:t>Ⅶ</a:t>
            </a:r>
            <a:r>
              <a:rPr lang="ja-JP" altLang="en-US" sz="969" i="0">
                <a:latin typeface="+mj-ea"/>
                <a:ea typeface="+mj-ea"/>
              </a:rPr>
              <a:t>章　技術解説書（案）</a:t>
            </a: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254820868"/>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1521986174"/>
      </p:ext>
    </p:extLst>
  </p:cSld>
  <p:clrMapOvr>
    <a:masterClrMapping/>
  </p:clrMapOvr>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358674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5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128836963"/>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344558564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7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2" name="テキスト プレースホルダー 11">
            <a:extLst>
              <a:ext uri="{FF2B5EF4-FFF2-40B4-BE49-F238E27FC236}">
                <a16:creationId xmlns:a16="http://schemas.microsoft.com/office/drawing/2014/main" id="{02C7D6AD-56C2-D17C-EE4A-4B9C9E6E5934}"/>
              </a:ext>
            </a:extLst>
          </p:cNvPr>
          <p:cNvSpPr>
            <a:spLocks noGrp="1"/>
          </p:cNvSpPr>
          <p:nvPr>
            <p:ph type="body" sz="quarter" idx="10"/>
          </p:nvPr>
        </p:nvSpPr>
        <p:spPr>
          <a:xfrm>
            <a:off x="507341" y="774373"/>
            <a:ext cx="8891323" cy="926435"/>
          </a:xfrm>
          <a:prstGeom prst="rect">
            <a:avLst/>
          </a:prstGeom>
        </p:spPr>
        <p:txBody>
          <a:bodyPr lIns="36000" tIns="36000" rIns="36000" bIns="36000" anchor="t">
            <a:noAutofit/>
          </a:bodyPr>
          <a:lstStyle>
            <a:lvl1pPr marL="0" indent="0" algn="l">
              <a:buFontTx/>
              <a:buNone/>
              <a:defRPr sz="1300"/>
            </a:lvl1pPr>
            <a:lvl2pPr marL="86417" indent="0" algn="l">
              <a:buFontTx/>
              <a:buNone/>
              <a:tabLst>
                <a:tab pos="291495" algn="l"/>
              </a:tabLst>
              <a:defRPr sz="1300"/>
            </a:lvl2pPr>
            <a:lvl3pPr marL="183152" indent="0" algn="l">
              <a:buFontTx/>
              <a:buNone/>
              <a:tabLst>
                <a:tab pos="365015" algn="l"/>
              </a:tabLst>
              <a:defRPr sz="1300"/>
            </a:lvl3pPr>
            <a:lvl4pPr algn="l">
              <a:defRPr sz="1300"/>
            </a:lvl4pPr>
            <a:lvl5pPr algn="l">
              <a:defRPr sz="13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endParaRPr kumimoji="1" lang="en-US" altLang="ja-JP"/>
          </a:p>
        </p:txBody>
      </p:sp>
      <p:sp>
        <p:nvSpPr>
          <p:cNvPr id="4" name="コンテンツ プレースホルダー 7">
            <a:extLst>
              <a:ext uri="{FF2B5EF4-FFF2-40B4-BE49-F238E27FC236}">
                <a16:creationId xmlns:a16="http://schemas.microsoft.com/office/drawing/2014/main" id="{81628BD4-EE29-C53A-CDAC-1E0D9F3DAA92}"/>
              </a:ext>
            </a:extLst>
          </p:cNvPr>
          <p:cNvSpPr>
            <a:spLocks noGrp="1"/>
          </p:cNvSpPr>
          <p:nvPr>
            <p:ph sz="quarter" idx="11"/>
          </p:nvPr>
        </p:nvSpPr>
        <p:spPr>
          <a:xfrm>
            <a:off x="507000" y="2024844"/>
            <a:ext cx="8891322" cy="1873251"/>
          </a:xfrm>
          <a:prstGeom prst="rect">
            <a:avLst/>
          </a:prstGeom>
        </p:spPr>
        <p:txBody>
          <a:bodyPr/>
          <a:lstStyle>
            <a:lvl1pPr marL="139299" indent="-139299">
              <a:buFont typeface="Wingdings" panose="05000000000000000000" pitchFamily="2" charset="2"/>
              <a:buChar char="ü"/>
              <a:defRPr sz="975"/>
            </a:lvl1pPr>
            <a:lvl2pPr marL="291495" indent="-143169">
              <a:defRPr sz="975"/>
            </a:lvl2pPr>
            <a:lvl3pPr marL="365015" indent="-148328">
              <a:defRPr sz="975"/>
            </a:lvl3pPr>
            <a:lvl4pPr marL="439824" indent="-148328">
              <a:defRPr sz="975"/>
            </a:lvl4pPr>
            <a:lvl5pPr marL="508183" indent="-143169">
              <a:tabLst>
                <a:tab pos="508183" algn="l"/>
              </a:tabLst>
              <a:defRPr sz="975"/>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4291017774"/>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1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46"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Wingdings" panose="05000000000000000000" pitchFamily="2" charset="2"/>
              <a:buChar char="ü"/>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064729970"/>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DB5F514-B7F3-0B8E-B1D6-F8A16F8C61D7}"/>
              </a:ext>
            </a:extLst>
          </p:cNvPr>
          <p:cNvSpPr>
            <a:spLocks noGrp="1"/>
          </p:cNvSpPr>
          <p:nvPr>
            <p:ph type="title"/>
          </p:nvPr>
        </p:nvSpPr>
        <p:spPr>
          <a:xfrm>
            <a:off x="681038" y="365125"/>
            <a:ext cx="8543925" cy="1325563"/>
          </a:xfrm>
          <a:prstGeom prst="rect">
            <a:avLst/>
          </a:prstGeom>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2F1B213-BAAA-CD06-A1C6-B95158E72468}"/>
              </a:ext>
            </a:extLst>
          </p:cNvPr>
          <p:cNvSpPr>
            <a:spLocks noGrp="1"/>
          </p:cNvSpPr>
          <p:nvPr>
            <p:ph idx="1"/>
          </p:nvPr>
        </p:nvSpPr>
        <p:spPr>
          <a:xfrm>
            <a:off x="681038" y="1825625"/>
            <a:ext cx="8543925" cy="4351338"/>
          </a:xfrm>
          <a:prstGeom prst="rect">
            <a:avLst/>
          </a:prstGeo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428554155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8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lIns="0" rIns="0" anchor="b" anchorCtr="0">
            <a:normAutofit/>
          </a:bodyPr>
          <a:lstStyle>
            <a:lvl1pPr algn="l">
              <a:defRPr lang="ja-JP" altLang="en-US" sz="1800" b="1">
                <a:solidFill>
                  <a:srgbClr val="17375E"/>
                </a:solidFill>
              </a:defRPr>
            </a:lvl1pPr>
          </a:lstStyle>
          <a:p>
            <a:pPr lvl="0" algn="l"/>
            <a:r>
              <a:rPr lang="ja-JP" altLang="en-US"/>
              <a:t>マスター タイトルの書式設定</a:t>
            </a:r>
          </a:p>
        </p:txBody>
      </p:sp>
      <p:sp>
        <p:nvSpPr>
          <p:cNvPr id="8" name="コンテンツ プレースホルダー 7">
            <a:extLst>
              <a:ext uri="{FF2B5EF4-FFF2-40B4-BE49-F238E27FC236}">
                <a16:creationId xmlns:a16="http://schemas.microsoft.com/office/drawing/2014/main" id="{32DC8229-77F1-D8EA-DA18-1718C5BFF535}"/>
              </a:ext>
            </a:extLst>
          </p:cNvPr>
          <p:cNvSpPr>
            <a:spLocks noGrp="1"/>
          </p:cNvSpPr>
          <p:nvPr>
            <p:ph sz="quarter" idx="11"/>
          </p:nvPr>
        </p:nvSpPr>
        <p:spPr>
          <a:xfrm>
            <a:off x="507000" y="774374"/>
            <a:ext cx="8891999" cy="1686886"/>
          </a:xfrm>
          <a:prstGeom prst="rect">
            <a:avLst/>
          </a:prstGeom>
        </p:spPr>
        <p:txBody>
          <a:bodyPr/>
          <a:lstStyle>
            <a:lvl1pPr marL="266700" indent="-266700">
              <a:buFont typeface="Meiryo UI" panose="020B0604030504040204" pitchFamily="50" charset="-128"/>
              <a:buChar char="○"/>
              <a:defRPr sz="1400">
                <a:latin typeface="+mj-ea"/>
                <a:ea typeface="+mj-ea"/>
              </a:defRPr>
            </a:lvl1pPr>
            <a:lvl2pPr marL="358775" indent="-211138">
              <a:tabLst>
                <a:tab pos="358775" algn="l"/>
                <a:tab pos="541338" algn="l"/>
              </a:tabLst>
              <a:defRPr sz="1400">
                <a:latin typeface="+mj-ea"/>
                <a:ea typeface="+mj-ea"/>
              </a:defRPr>
            </a:lvl2pPr>
            <a:lvl3pPr marL="449263" indent="-233363">
              <a:defRPr sz="1400">
                <a:latin typeface="+mj-ea"/>
                <a:ea typeface="+mj-ea"/>
              </a:defRPr>
            </a:lvl3pPr>
            <a:lvl4pPr marL="541338" indent="-249238">
              <a:defRPr sz="1400">
                <a:latin typeface="+mj-ea"/>
                <a:ea typeface="+mj-ea"/>
              </a:defRPr>
            </a:lvl4pPr>
            <a:lvl5pPr marL="508183" indent="-143169">
              <a:tabLst>
                <a:tab pos="508183" algn="l"/>
              </a:tabLst>
              <a:defRPr sz="1400">
                <a:latin typeface="+mj-ea"/>
                <a:ea typeface="+mj-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449864695"/>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6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500" b="1">
                <a:solidFill>
                  <a:srgbClr val="17375E"/>
                </a:solidFill>
                <a:latin typeface="+mj-ea"/>
                <a:ea typeface="+mj-ea"/>
              </a:defRPr>
            </a:lvl1pPr>
          </a:lstStyle>
          <a:p>
            <a:r>
              <a:rPr lang="ja-JP" altLang="en-US"/>
              <a:t>マスター タイトルの書式設定</a:t>
            </a:r>
          </a:p>
        </p:txBody>
      </p:sp>
      <p:sp>
        <p:nvSpPr>
          <p:cNvPr id="13" name="コンテンツ プレースホルダー 7">
            <a:extLst>
              <a:ext uri="{FF2B5EF4-FFF2-40B4-BE49-F238E27FC236}">
                <a16:creationId xmlns:a16="http://schemas.microsoft.com/office/drawing/2014/main" id="{8CB9DBFA-B820-BCAD-1CA0-C2DA0F72DE05}"/>
              </a:ext>
            </a:extLst>
          </p:cNvPr>
          <p:cNvSpPr>
            <a:spLocks noGrp="1"/>
          </p:cNvSpPr>
          <p:nvPr>
            <p:ph sz="quarter" idx="12"/>
          </p:nvPr>
        </p:nvSpPr>
        <p:spPr>
          <a:xfrm>
            <a:off x="507341" y="774373"/>
            <a:ext cx="8891322" cy="782419"/>
          </a:xfrm>
          <a:prstGeom prst="rect">
            <a:avLst/>
          </a:prstGeom>
        </p:spPr>
        <p:txBody>
          <a:bodyPr/>
          <a:lstStyle>
            <a:lvl1pPr marL="0" indent="0">
              <a:buFont typeface="Arial" panose="020B0604020202020204" pitchFamily="34" charset="0"/>
              <a:buNone/>
              <a:defRPr sz="1462"/>
            </a:lvl1pPr>
            <a:lvl2pPr marL="216687" indent="-141879">
              <a:buFont typeface="Arial" panose="020B0604020202020204" pitchFamily="34" charset="0"/>
              <a:buChar char="•"/>
              <a:defRPr sz="1462"/>
            </a:lvl2pPr>
            <a:lvl3pPr marL="291495" indent="-143169">
              <a:buFont typeface="Arial" panose="020B0604020202020204" pitchFamily="34" charset="0"/>
              <a:buChar char="•"/>
              <a:defRPr sz="1462"/>
            </a:lvl3pPr>
            <a:lvl4pPr marL="365015" indent="-148328">
              <a:buFont typeface="Arial" panose="020B0604020202020204" pitchFamily="34" charset="0"/>
              <a:buChar char="•"/>
              <a:defRPr sz="1462"/>
            </a:lvl4pPr>
            <a:lvl5pPr marL="439824" indent="-148328">
              <a:buFont typeface="Arial" panose="020B0604020202020204" pitchFamily="34" charset="0"/>
              <a:buChar char="•"/>
              <a:tabLst>
                <a:tab pos="439824" algn="l"/>
              </a:tabLst>
              <a:defRPr sz="1462"/>
            </a:lvl5pPr>
          </a:lstStyle>
          <a:p>
            <a:pPr lvl="0"/>
            <a:endParaRPr kumimoji="1" lang="ja-JP" altLang="en-US"/>
          </a:p>
        </p:txBody>
      </p:sp>
    </p:spTree>
    <p:extLst>
      <p:ext uri="{BB962C8B-B14F-4D97-AF65-F5344CB8AC3E}">
        <p14:creationId xmlns:p14="http://schemas.microsoft.com/office/powerpoint/2010/main" val="382708960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5" y="114300"/>
            <a:ext cx="8915399" cy="578870"/>
          </a:xfrm>
          <a:prstGeom prst="rect">
            <a:avLst/>
          </a:prstGeom>
        </p:spPr>
        <p:txBody>
          <a:bodyPr lIns="0" rIns="0" anchor="b" anchorCtr="0">
            <a:normAutofit/>
          </a:bodyPr>
          <a:lstStyle>
            <a:lvl1pPr algn="l">
              <a:defRPr sz="1847"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52"/>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6"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83"/>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52"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0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58"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1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761" algn="l" defTabSz="843906"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13" algn="l" defTabSz="843906"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666" algn="l" defTabSz="843906"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617" algn="l" defTabSz="843906"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fld id="{48F63A3B-78C7-47BE-AE5E-E10140E04643}" type="slidenum">
              <a:rPr lang="en-US" smtClean="0"/>
              <a:pPr/>
              <a:t>‹#›</a:t>
            </a:fld>
            <a:endParaRPr lang="en-US"/>
          </a:p>
        </p:txBody>
      </p:sp>
    </p:spTree>
    <p:extLst>
      <p:ext uri="{BB962C8B-B14F-4D97-AF65-F5344CB8AC3E}">
        <p14:creationId xmlns:p14="http://schemas.microsoft.com/office/powerpoint/2010/main" val="586319312"/>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198">
          <p15:clr>
            <a:srgbClr val="FBAE40"/>
          </p15:clr>
        </p15:guide>
        <p15:guide id="3" pos="5294">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52"/>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5" y="114300"/>
            <a:ext cx="8915399" cy="578870"/>
          </a:xfrm>
          <a:prstGeom prst="rect">
            <a:avLst/>
          </a:prstGeom>
        </p:spPr>
        <p:txBody>
          <a:bodyPr lIns="0" rIns="0" anchor="b" anchorCtr="0">
            <a:normAutofit/>
          </a:bodyPr>
          <a:lstStyle>
            <a:lvl1pPr algn="l">
              <a:defRPr sz="1847"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467904262"/>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5294">
          <p15:clr>
            <a:srgbClr val="FBAE40"/>
          </p15:clr>
        </p15:guide>
        <p15:guide id="3" pos="198">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7EC2B82C-1B59-4713-98A6-0A1BF535374F}"/>
              </a:ext>
            </a:extLst>
          </p:cNvPr>
          <p:cNvSpPr/>
          <p:nvPr/>
        </p:nvSpPr>
        <p:spPr>
          <a:xfrm>
            <a:off x="1" y="0"/>
            <a:ext cx="3671198" cy="330988"/>
          </a:xfrm>
          <a:prstGeom prst="rect">
            <a:avLst/>
          </a:prstGeom>
        </p:spPr>
        <p:txBody>
          <a:bodyPr wrap="none">
            <a:spAutoFit/>
          </a:bodyPr>
          <a:lstStyle/>
          <a:p>
            <a:pPr>
              <a:lnSpc>
                <a:spcPct val="80000"/>
              </a:lnSpc>
              <a:spcBef>
                <a:spcPts val="0"/>
              </a:spcBef>
            </a:pPr>
            <a:r>
              <a:rPr kumimoji="1" lang="en-US" altLang="ja-JP" sz="969" b="0" i="0" u="none" kern="1200">
                <a:solidFill>
                  <a:schemeClr val="tx1"/>
                </a:solidFill>
                <a:latin typeface="+mj-ea"/>
                <a:ea typeface="+mj-ea"/>
                <a:cs typeface="Angsana New" panose="020B0502040204020203" pitchFamily="18" charset="-34"/>
              </a:rPr>
              <a:t>Ⅱ</a:t>
            </a:r>
            <a:r>
              <a:rPr kumimoji="1" lang="ja-JP" altLang="en-US" sz="969" b="0" i="0" u="none" kern="1200">
                <a:solidFill>
                  <a:schemeClr val="tx1"/>
                </a:solidFill>
                <a:latin typeface="+mj-ea"/>
                <a:ea typeface="+mj-ea"/>
                <a:cs typeface="Angsana New" panose="020B0502040204020203" pitchFamily="18" charset="-34"/>
              </a:rPr>
              <a:t>章　救急時に医療情報閲覧可能な仕組みに関する調査 最終報告</a:t>
            </a:r>
          </a:p>
          <a:p>
            <a:pPr>
              <a:lnSpc>
                <a:spcPct val="80000"/>
              </a:lnSpc>
              <a:spcBef>
                <a:spcPts val="0"/>
              </a:spcBef>
            </a:pPr>
            <a:endParaRPr kumimoji="1" lang="ja-JP" altLang="en-US" sz="969" b="0" i="0" u="none" kern="1200">
              <a:solidFill>
                <a:schemeClr val="tx1"/>
              </a:solidFill>
              <a:latin typeface="+mj-ea"/>
              <a:ea typeface="+mj-ea"/>
              <a:cs typeface="Angsana New" panose="020B0502040204020203" pitchFamily="18" charset="-34"/>
            </a:endParaRPr>
          </a:p>
        </p:txBody>
      </p:sp>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52"/>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5" y="114300"/>
            <a:ext cx="8915399" cy="578870"/>
          </a:xfrm>
          <a:prstGeom prst="rect">
            <a:avLst/>
          </a:prstGeom>
        </p:spPr>
        <p:txBody>
          <a:bodyPr lIns="0" rIns="0" anchor="b" anchorCtr="0">
            <a:normAutofit/>
          </a:bodyPr>
          <a:lstStyle>
            <a:lvl1pPr algn="l">
              <a:defRPr sz="1847"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486269704"/>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5293">
          <p15:clr>
            <a:srgbClr val="FBAE40"/>
          </p15:clr>
        </p15:guide>
        <p15:guide id="3" pos="199">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15F364B1-A5EB-4038-AC1A-54F6EB26FC7D}"/>
              </a:ext>
            </a:extLst>
          </p:cNvPr>
          <p:cNvSpPr/>
          <p:nvPr/>
        </p:nvSpPr>
        <p:spPr>
          <a:xfrm>
            <a:off x="0" y="3"/>
            <a:ext cx="1579278" cy="241476"/>
          </a:xfrm>
          <a:prstGeom prst="rect">
            <a:avLst/>
          </a:prstGeom>
        </p:spPr>
        <p:txBody>
          <a:bodyPr wrap="none">
            <a:spAutoFit/>
          </a:bodyPr>
          <a:lstStyle/>
          <a:p>
            <a:r>
              <a:rPr lang="en-US" altLang="ja-JP" sz="969" i="0">
                <a:latin typeface="+mj-ea"/>
                <a:ea typeface="+mj-ea"/>
              </a:rPr>
              <a:t>Ⅲ</a:t>
            </a:r>
            <a:r>
              <a:rPr lang="ja-JP" altLang="en-US" sz="969" i="0">
                <a:latin typeface="+mj-ea"/>
                <a:ea typeface="+mj-ea"/>
              </a:rPr>
              <a:t>章　有用性・拡張性調査</a:t>
            </a:r>
          </a:p>
        </p:txBody>
      </p:sp>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52"/>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5" y="114300"/>
            <a:ext cx="8915399" cy="578870"/>
          </a:xfrm>
          <a:prstGeom prst="rect">
            <a:avLst/>
          </a:prstGeom>
        </p:spPr>
        <p:txBody>
          <a:bodyPr lIns="0" rIns="0" anchor="b" anchorCtr="0">
            <a:normAutofit/>
          </a:bodyPr>
          <a:lstStyle>
            <a:lvl1pPr algn="l">
              <a:defRPr sz="1847"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927417742"/>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198">
          <p15:clr>
            <a:srgbClr val="FBAE40"/>
          </p15:clr>
        </p15:guide>
        <p15:guide id="3" pos="5294">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27E7D07E-9116-4993-B7C0-E3FAD04071B3}"/>
              </a:ext>
            </a:extLst>
          </p:cNvPr>
          <p:cNvSpPr/>
          <p:nvPr/>
        </p:nvSpPr>
        <p:spPr>
          <a:xfrm>
            <a:off x="5" y="3"/>
            <a:ext cx="3009157" cy="241476"/>
          </a:xfrm>
          <a:prstGeom prst="rect">
            <a:avLst/>
          </a:prstGeom>
        </p:spPr>
        <p:txBody>
          <a:bodyPr wrap="none">
            <a:spAutoFit/>
          </a:bodyPr>
          <a:lstStyle/>
          <a:p>
            <a:r>
              <a:rPr lang="en-US" altLang="ja-JP" sz="969" i="0">
                <a:latin typeface="+mj-ea"/>
                <a:ea typeface="+mj-ea"/>
              </a:rPr>
              <a:t>Ⅳ</a:t>
            </a:r>
            <a:r>
              <a:rPr lang="ja-JP" altLang="en-US" sz="969" i="0">
                <a:latin typeface="+mj-ea"/>
                <a:ea typeface="+mj-ea"/>
              </a:rPr>
              <a:t>章　令和</a:t>
            </a:r>
            <a:r>
              <a:rPr lang="en-US" altLang="ja-JP" sz="969" i="0">
                <a:latin typeface="+mj-ea"/>
                <a:ea typeface="+mj-ea"/>
              </a:rPr>
              <a:t>5</a:t>
            </a:r>
            <a:r>
              <a:rPr lang="ja-JP" altLang="en-US" sz="969" i="0">
                <a:latin typeface="+mj-ea"/>
                <a:ea typeface="+mj-ea"/>
              </a:rPr>
              <a:t>年度以降のシステム構築に関する費用調査</a:t>
            </a:r>
          </a:p>
        </p:txBody>
      </p:sp>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52"/>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5" y="114300"/>
            <a:ext cx="8915399" cy="578870"/>
          </a:xfrm>
          <a:prstGeom prst="rect">
            <a:avLst/>
          </a:prstGeom>
        </p:spPr>
        <p:txBody>
          <a:bodyPr lIns="0" rIns="0" anchor="b" anchorCtr="0">
            <a:normAutofit/>
          </a:bodyPr>
          <a:lstStyle>
            <a:lvl1pPr algn="l">
              <a:defRPr sz="1847"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4101657025"/>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01">
          <p15:clr>
            <a:srgbClr val="FBAE40"/>
          </p15:clr>
        </p15:guide>
        <p15:guide id="3" pos="5293">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ED72128-C9EE-420D-A78C-918834957AEA}"/>
              </a:ext>
            </a:extLst>
          </p:cNvPr>
          <p:cNvSpPr/>
          <p:nvPr/>
        </p:nvSpPr>
        <p:spPr>
          <a:xfrm>
            <a:off x="1" y="8"/>
            <a:ext cx="3658374" cy="211661"/>
          </a:xfrm>
          <a:prstGeom prst="rect">
            <a:avLst/>
          </a:prstGeom>
        </p:spPr>
        <p:txBody>
          <a:bodyPr wrap="none">
            <a:spAutoFit/>
          </a:bodyPr>
          <a:lstStyle/>
          <a:p>
            <a:pPr>
              <a:lnSpc>
                <a:spcPct val="80000"/>
              </a:lnSpc>
              <a:spcBef>
                <a:spcPts val="0"/>
              </a:spcBef>
            </a:pPr>
            <a:r>
              <a:rPr lang="en-US" altLang="ja-JP" sz="969" b="0" i="0">
                <a:solidFill>
                  <a:schemeClr val="tx1"/>
                </a:solidFill>
                <a:latin typeface="+mn-ea"/>
                <a:ea typeface="+mn-ea"/>
              </a:rPr>
              <a:t>Ⅴ</a:t>
            </a:r>
            <a:r>
              <a:rPr lang="ja-JP" altLang="en-US" sz="969" b="0" i="0">
                <a:solidFill>
                  <a:schemeClr val="tx1"/>
                </a:solidFill>
                <a:latin typeface="+mn-ea"/>
                <a:ea typeface="+mn-ea"/>
              </a:rPr>
              <a:t>章　</a:t>
            </a:r>
            <a:r>
              <a:rPr kumimoji="1" lang="ja-JP" altLang="en-US" sz="969" b="0" i="0" kern="1200">
                <a:solidFill>
                  <a:schemeClr val="tx1"/>
                </a:solidFill>
                <a:latin typeface="+mn-ea"/>
                <a:ea typeface="+mn-ea"/>
                <a:cs typeface="+mn-cs"/>
              </a:rPr>
              <a:t>本仕組み導入時に検討が必要な事項および今後のスケジュール</a:t>
            </a:r>
          </a:p>
        </p:txBody>
      </p:sp>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52"/>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5" y="114300"/>
            <a:ext cx="8915399" cy="578870"/>
          </a:xfrm>
          <a:prstGeom prst="rect">
            <a:avLst/>
          </a:prstGeom>
        </p:spPr>
        <p:txBody>
          <a:bodyPr lIns="0" rIns="0" anchor="b" anchorCtr="0">
            <a:normAutofit/>
          </a:bodyPr>
          <a:lstStyle>
            <a:lvl1pPr algn="l">
              <a:defRPr sz="1847"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656104077"/>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01">
          <p15:clr>
            <a:srgbClr val="FBAE40"/>
          </p15:clr>
        </p15:guide>
        <p15:guide id="3" pos="5294">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5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94E39F2E-F1BF-4DB2-9DF4-4A5422AC0069}"/>
              </a:ext>
            </a:extLst>
          </p:cNvPr>
          <p:cNvSpPr/>
          <p:nvPr/>
        </p:nvSpPr>
        <p:spPr>
          <a:xfrm>
            <a:off x="2" y="3"/>
            <a:ext cx="1516762" cy="241476"/>
          </a:xfrm>
          <a:prstGeom prst="rect">
            <a:avLst/>
          </a:prstGeom>
        </p:spPr>
        <p:txBody>
          <a:bodyPr wrap="none">
            <a:spAutoFit/>
          </a:bodyPr>
          <a:lstStyle/>
          <a:p>
            <a:r>
              <a:rPr lang="en-US" altLang="ja-JP" sz="969" i="0">
                <a:latin typeface="+mj-ea"/>
                <a:ea typeface="+mj-ea"/>
              </a:rPr>
              <a:t>Ⅵ</a:t>
            </a:r>
            <a:r>
              <a:rPr lang="ja-JP" altLang="en-US" sz="969" i="0">
                <a:latin typeface="+mj-ea"/>
                <a:ea typeface="+mj-ea"/>
              </a:rPr>
              <a:t>章　要件定義書（案）</a:t>
            </a:r>
          </a:p>
        </p:txBody>
      </p:sp>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52"/>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248953587"/>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198">
          <p15:clr>
            <a:srgbClr val="FBAE40"/>
          </p15:clr>
        </p15:guide>
        <p15:guide id="3" pos="5294">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6_タイトルとコンテンツ">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4076A150-8BD9-46FA-9A3E-54EB933492D1}"/>
              </a:ext>
            </a:extLst>
          </p:cNvPr>
          <p:cNvSpPr/>
          <p:nvPr/>
        </p:nvSpPr>
        <p:spPr>
          <a:xfrm>
            <a:off x="2" y="3"/>
            <a:ext cx="1516762" cy="241476"/>
          </a:xfrm>
          <a:prstGeom prst="rect">
            <a:avLst/>
          </a:prstGeom>
        </p:spPr>
        <p:txBody>
          <a:bodyPr wrap="none">
            <a:spAutoFit/>
          </a:bodyPr>
          <a:lstStyle/>
          <a:p>
            <a:r>
              <a:rPr lang="en-US" altLang="ja-JP" sz="969" i="0">
                <a:latin typeface="+mj-ea"/>
                <a:ea typeface="+mj-ea"/>
              </a:rPr>
              <a:t>Ⅶ</a:t>
            </a:r>
            <a:r>
              <a:rPr lang="ja-JP" altLang="en-US" sz="969" i="0">
                <a:latin typeface="+mj-ea"/>
                <a:ea typeface="+mj-ea"/>
              </a:rPr>
              <a:t>章　技術解説書（案）</a:t>
            </a:r>
          </a:p>
        </p:txBody>
      </p:sp>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52"/>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5" y="114300"/>
            <a:ext cx="8915399" cy="578870"/>
          </a:xfrm>
          <a:prstGeom prst="rect">
            <a:avLst/>
          </a:prstGeom>
        </p:spPr>
        <p:txBody>
          <a:bodyPr lIns="0" rIns="0" anchor="b" anchorCtr="0">
            <a:normAutofit/>
          </a:bodyPr>
          <a:lstStyle>
            <a:lvl1pPr algn="l">
              <a:defRPr sz="1847"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598435549"/>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198">
          <p15:clr>
            <a:srgbClr val="FBAE40"/>
          </p15:clr>
        </p15:guide>
        <p15:guide id="3" pos="5294">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6" y="6645244"/>
            <a:ext cx="265144" cy="212756"/>
          </a:xfrm>
          <a:prstGeom prst="rect">
            <a:avLst/>
          </a:prstGeom>
          <a:solidFill>
            <a:srgbClr val="CBDDF5"/>
          </a:solidFill>
        </p:spPr>
        <p:txBody>
          <a:bodyPr wrap="none" lIns="33231" tIns="33231" rIns="33231" bIns="33231" rtlCol="0" anchor="ctr">
            <a:noAutofit/>
          </a:bodyPr>
          <a:lstStyle/>
          <a:p>
            <a:pPr algn="l"/>
            <a:endParaRPr kumimoji="1" lang="ja-JP" altLang="en-US" sz="1663"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4" y="606582"/>
            <a:ext cx="9795850" cy="624689"/>
          </a:xfrm>
          <a:prstGeom prst="rect">
            <a:avLst/>
          </a:prstGeom>
          <a:solidFill>
            <a:srgbClr val="CBDDF5"/>
          </a:solidFill>
        </p:spPr>
        <p:txBody>
          <a:bodyPr wrap="none" lIns="33231" tIns="33231" rIns="33231" bIns="33231" rtlCol="0" anchor="ctr">
            <a:noAutofit/>
          </a:bodyPr>
          <a:lstStyle/>
          <a:p>
            <a:pPr algn="l"/>
            <a:endParaRPr kumimoji="1" lang="ja-JP" altLang="en-US" sz="1663"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5" y="7"/>
            <a:ext cx="10076507" cy="6953061"/>
          </a:xfrm>
          <a:prstGeom prst="rect">
            <a:avLst/>
          </a:prstGeom>
        </p:spPr>
        <p:txBody>
          <a:bodyPr wrap="none" lIns="33231" tIns="33231" rIns="33231" bIns="33231" rtlCol="0" anchor="ctr">
            <a:noAutofit/>
          </a:bodyPr>
          <a:lstStyle/>
          <a:p>
            <a:pPr algn="l"/>
            <a:endParaRPr kumimoji="1" lang="ja-JP" altLang="en-US" sz="1663" i="0">
              <a:latin typeface="+mn-ea"/>
              <a:ea typeface="+mn-ea"/>
              <a:cs typeface="Arial" charset="0"/>
            </a:endParaRPr>
          </a:p>
        </p:txBody>
      </p:sp>
    </p:spTree>
    <p:extLst>
      <p:ext uri="{BB962C8B-B14F-4D97-AF65-F5344CB8AC3E}">
        <p14:creationId xmlns:p14="http://schemas.microsoft.com/office/powerpoint/2010/main" val="1994686157"/>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5294">
          <p15:clr>
            <a:srgbClr val="FBAE40"/>
          </p15:clr>
        </p15:guide>
        <p15:guide id="3" pos="198">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cSld name="表紙2">
    <p:spTree>
      <p:nvGrpSpPr>
        <p:cNvPr id="1" name=""/>
        <p:cNvGrpSpPr/>
        <p:nvPr/>
      </p:nvGrpSpPr>
      <p:grpSpPr>
        <a:xfrm>
          <a:off x="0" y="0"/>
          <a:ext cx="0" cy="0"/>
          <a:chOff x="0" y="0"/>
          <a:chExt cx="0" cy="0"/>
        </a:xfrm>
      </p:grpSpPr>
      <p:sp>
        <p:nvSpPr>
          <p:cNvPr id="8" name="テキスト プレースホルダー 14">
            <a:extLst>
              <a:ext uri="{FF2B5EF4-FFF2-40B4-BE49-F238E27FC236}">
                <a16:creationId xmlns:a16="http://schemas.microsoft.com/office/drawing/2014/main" id="{61738D56-6561-1C48-AB89-C7F65FB15878}"/>
              </a:ext>
            </a:extLst>
          </p:cNvPr>
          <p:cNvSpPr>
            <a:spLocks noGrp="1"/>
          </p:cNvSpPr>
          <p:nvPr>
            <p:ph type="body" sz="quarter" idx="12"/>
          </p:nvPr>
        </p:nvSpPr>
        <p:spPr>
          <a:xfrm>
            <a:off x="2362200" y="4042661"/>
            <a:ext cx="7534810" cy="1899288"/>
          </a:xfrm>
        </p:spPr>
        <p:txBody>
          <a:bodyPr wrap="square" lIns="288000">
            <a:spAutoFit/>
          </a:bodyPr>
          <a:lstStyle>
            <a:lvl1pPr marL="0" indent="0">
              <a:spcAft>
                <a:spcPts val="369"/>
              </a:spcAft>
              <a:buNone/>
              <a:defRPr lang="ja-JP" altLang="en-US" sz="1477" spc="137" smtClean="0">
                <a:solidFill>
                  <a:schemeClr val="tx1"/>
                </a:solidFill>
              </a:defRPr>
            </a:lvl1pPr>
            <a:lvl2pPr marL="211015" indent="0">
              <a:spcAft>
                <a:spcPts val="369"/>
              </a:spcAft>
              <a:buNone/>
              <a:defRPr lang="ja-JP" altLang="en-US" sz="1477" smtClean="0">
                <a:solidFill>
                  <a:schemeClr val="tx1"/>
                </a:solidFill>
                <a:latin typeface="+mn-lt"/>
                <a:ea typeface="+mn-ea"/>
              </a:defRPr>
            </a:lvl2pPr>
            <a:lvl3pPr marL="633044" indent="0">
              <a:spcAft>
                <a:spcPts val="369"/>
              </a:spcAft>
              <a:buNone/>
              <a:defRPr lang="ja-JP" altLang="en-US" sz="1477" smtClean="0">
                <a:solidFill>
                  <a:schemeClr val="tx1"/>
                </a:solidFill>
                <a:latin typeface="+mn-lt"/>
                <a:ea typeface="+mn-ea"/>
              </a:defRPr>
            </a:lvl3pPr>
            <a:lvl4pPr marL="1055071" indent="0">
              <a:spcAft>
                <a:spcPts val="369"/>
              </a:spcAft>
              <a:buNone/>
              <a:defRPr lang="ja-JP" altLang="en-US" sz="1477" smtClean="0">
                <a:solidFill>
                  <a:schemeClr val="tx1"/>
                </a:solidFill>
                <a:latin typeface="+mn-lt"/>
                <a:ea typeface="+mn-ea"/>
              </a:defRPr>
            </a:lvl4pPr>
            <a:lvl5pPr marL="1477100" indent="0">
              <a:spcAft>
                <a:spcPts val="369"/>
              </a:spcAft>
              <a:buNone/>
              <a:defRPr lang="ja-JP" altLang="en-US" sz="1477">
                <a:solidFill>
                  <a:schemeClr val="tx1"/>
                </a:solidFill>
                <a:latin typeface="+mn-lt"/>
                <a:ea typeface="+mn-ea"/>
              </a:defRPr>
            </a:lvl5pPr>
          </a:lstStyle>
          <a:p>
            <a:pPr marL="0" lvl="0" defTabSz="422028"/>
            <a:r>
              <a:rPr kumimoji="1" lang="ja-JP" altLang="en-US"/>
              <a:t>マスター テキストの書式設定</a:t>
            </a:r>
          </a:p>
        </p:txBody>
      </p:sp>
      <p:sp>
        <p:nvSpPr>
          <p:cNvPr id="14" name="Footer Placeholder 2">
            <a:extLst>
              <a:ext uri="{FF2B5EF4-FFF2-40B4-BE49-F238E27FC236}">
                <a16:creationId xmlns:a16="http://schemas.microsoft.com/office/drawing/2014/main" id="{00B915E3-9721-E14D-9069-1E3398AC9B47}"/>
              </a:ext>
            </a:extLst>
          </p:cNvPr>
          <p:cNvSpPr>
            <a:spLocks noGrp="1"/>
          </p:cNvSpPr>
          <p:nvPr>
            <p:ph type="ftr" sz="quarter" idx="11"/>
          </p:nvPr>
        </p:nvSpPr>
        <p:spPr>
          <a:xfrm>
            <a:off x="4450712" y="6379373"/>
            <a:ext cx="3757975" cy="263263"/>
          </a:xfrm>
        </p:spPr>
        <p:txBody>
          <a:bodyPr/>
          <a:lstStyle/>
          <a:p>
            <a:pPr>
              <a:defRPr/>
            </a:pPr>
            <a:r>
              <a:rPr lang="en-AU"/>
              <a:t>Copyright © 202</a:t>
            </a:r>
            <a:r>
              <a:rPr lang="en-US" altLang="ja-JP"/>
              <a:t>2</a:t>
            </a:r>
            <a:r>
              <a:rPr lang="en-AU"/>
              <a:t> Accenture All Rights Reserved.</a:t>
            </a:r>
          </a:p>
        </p:txBody>
      </p:sp>
      <p:sp>
        <p:nvSpPr>
          <p:cNvPr id="15" name="タイトル 17">
            <a:extLst>
              <a:ext uri="{FF2B5EF4-FFF2-40B4-BE49-F238E27FC236}">
                <a16:creationId xmlns:a16="http://schemas.microsoft.com/office/drawing/2014/main" id="{74E58C1A-9531-3C45-9E29-C7A0D7F2876F}"/>
              </a:ext>
            </a:extLst>
          </p:cNvPr>
          <p:cNvSpPr>
            <a:spLocks noGrp="1"/>
          </p:cNvSpPr>
          <p:nvPr>
            <p:ph type="title"/>
          </p:nvPr>
        </p:nvSpPr>
        <p:spPr>
          <a:xfrm>
            <a:off x="2362200" y="1447808"/>
            <a:ext cx="7534810" cy="2304191"/>
          </a:xfrm>
        </p:spPr>
        <p:txBody>
          <a:bodyPr lIns="288000" tIns="180000" rIns="360000" bIns="72000" anchor="b"/>
          <a:lstStyle>
            <a:lvl1pPr>
              <a:defRPr sz="2215">
                <a:solidFill>
                  <a:schemeClr val="tx1"/>
                </a:solidFill>
              </a:defRPr>
            </a:lvl1pPr>
          </a:lstStyle>
          <a:p>
            <a:r>
              <a:rPr kumimoji="1" lang="ja-JP" altLang="en-US"/>
              <a:t>マスター タイトルの書式設定</a:t>
            </a:r>
          </a:p>
        </p:txBody>
      </p:sp>
    </p:spTree>
    <p:extLst>
      <p:ext uri="{BB962C8B-B14F-4D97-AF65-F5344CB8AC3E}">
        <p14:creationId xmlns:p14="http://schemas.microsoft.com/office/powerpoint/2010/main" val="3589012094"/>
      </p:ext>
    </p:extLst>
  </p:cSld>
  <p:clrMapOvr>
    <a:masterClrMapping/>
  </p:clrMapOvr>
  <p:hf hdr="0" dt="0"/>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3_コンテンツ">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345B70C7-4EA4-614D-6AFA-B9134B8F0CA6}"/>
              </a:ext>
            </a:extLst>
          </p:cNvPr>
          <p:cNvSpPr>
            <a:spLocks noGrp="1"/>
          </p:cNvSpPr>
          <p:nvPr>
            <p:ph type="title"/>
          </p:nvPr>
        </p:nvSpPr>
        <p:spPr>
          <a:xfrm>
            <a:off x="507000" y="116696"/>
            <a:ext cx="8892000" cy="576000"/>
          </a:xfrm>
          <a:prstGeom prst="rect">
            <a:avLst/>
          </a:prstGeom>
        </p:spPr>
        <p:txBody>
          <a:bodyPr wrap="square" lIns="36000" tIns="36000" rIns="36000" bIns="36000" anchor="b" anchorCtr="0">
            <a:noAutofit/>
          </a:bodyPr>
          <a:lstStyle>
            <a:lvl1pPr algn="l">
              <a:defRPr sz="1847" b="1">
                <a:solidFill>
                  <a:srgbClr val="17375E"/>
                </a:solidFill>
                <a:latin typeface="+mj-ea"/>
                <a:ea typeface="+mj-ea"/>
              </a:defRPr>
            </a:lvl1pPr>
          </a:lstStyle>
          <a:p>
            <a:endParaRPr lang="ja-JP" altLang="en-US"/>
          </a:p>
        </p:txBody>
      </p:sp>
      <p:sp>
        <p:nvSpPr>
          <p:cNvPr id="8" name="Rectangle 26">
            <a:extLst>
              <a:ext uri="{FF2B5EF4-FFF2-40B4-BE49-F238E27FC236}">
                <a16:creationId xmlns:a16="http://schemas.microsoft.com/office/drawing/2014/main" id="{E534FE06-D9EA-B27F-CA29-36D6CDF62771}"/>
              </a:ext>
            </a:extLst>
          </p:cNvPr>
          <p:cNvSpPr>
            <a:spLocks noGrp="1" noChangeArrowheads="1"/>
          </p:cNvSpPr>
          <p:nvPr>
            <p:ph idx="1" hasCustomPrompt="1"/>
          </p:nvPr>
        </p:nvSpPr>
        <p:spPr bwMode="auto">
          <a:xfrm>
            <a:off x="507000" y="764824"/>
            <a:ext cx="8892000" cy="1080000"/>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algn="l">
              <a:spcBef>
                <a:spcPts val="0"/>
              </a:spcBef>
              <a:defRPr sz="1400">
                <a:latin typeface="+mj-ea"/>
                <a:ea typeface="+mj-ea"/>
              </a:defRPr>
            </a:lvl1pPr>
          </a:lstStyle>
          <a:p>
            <a:pPr marL="0" marR="0" lvl="0" indent="0" algn="l" defTabSz="914372" rtl="0" eaLnBrk="1" fontAlgn="base" latinLnBrk="0" hangingPunct="1">
              <a:lnSpc>
                <a:spcPct val="100000"/>
              </a:lnSpc>
              <a:spcBef>
                <a:spcPts val="0"/>
              </a:spcBef>
              <a:spcAft>
                <a:spcPct val="0"/>
              </a:spcAft>
              <a:buClrTx/>
              <a:buSzTx/>
              <a:buFontTx/>
              <a:buNone/>
              <a:tabLst/>
              <a:defRPr/>
            </a:pPr>
            <a:r>
              <a:rPr lang="en-US" altLang="ja-JP"/>
              <a:t>Click to edit Master text styles</a:t>
            </a:r>
          </a:p>
        </p:txBody>
      </p:sp>
    </p:spTree>
    <p:extLst>
      <p:ext uri="{BB962C8B-B14F-4D97-AF65-F5344CB8AC3E}">
        <p14:creationId xmlns:p14="http://schemas.microsoft.com/office/powerpoint/2010/main" val="3270347377"/>
      </p:ext>
    </p:extLst>
  </p:cSld>
  <p:clrMapOvr>
    <a:masterClrMapping/>
  </p:clrMapOvr>
  <p:extLst>
    <p:ext uri="{DCECCB84-F9BA-43D5-87BE-67443E8EF086}">
      <p15:sldGuideLst xmlns:p15="http://schemas.microsoft.com/office/powerpoint/2012/main">
        <p15:guide id="1" orient="horz" pos="2160">
          <p15:clr>
            <a:srgbClr val="FBAE40"/>
          </p15:clr>
        </p15:guide>
        <p15:guide id="2" pos="198">
          <p15:clr>
            <a:srgbClr val="FBAE40"/>
          </p15:clr>
        </p15:guide>
        <p15:guide id="3" pos="5294">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7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
        <p:nvSpPr>
          <p:cNvPr id="4" name="Rectangle 26"/>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292">
                <a:latin typeface="+mj-ea"/>
                <a:ea typeface="+mj-ea"/>
              </a:defRPr>
            </a:lvl1pPr>
          </a:lstStyle>
          <a:p>
            <a:pPr lvl="0"/>
            <a:r>
              <a:rPr lang="en-US" altLang="ja-JP"/>
              <a:t>Click to edit Master text styles</a:t>
            </a:r>
            <a:br>
              <a:rPr lang="en-US" altLang="ja-JP"/>
            </a:br>
            <a:endParaRPr lang="en-US" altLang="ja-JP"/>
          </a:p>
        </p:txBody>
      </p:sp>
      <p:cxnSp>
        <p:nvCxnSpPr>
          <p:cNvPr id="6" name="Straight Connector 7">
            <a:extLst>
              <a:ext uri="{FF2B5EF4-FFF2-40B4-BE49-F238E27FC236}">
                <a16:creationId xmlns:a16="http://schemas.microsoft.com/office/drawing/2014/main" id="{0ED6B4DE-8AA8-4FC8-8F65-BBDEB487BFC2}"/>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3" name="スライド番号プレースホルダー 2">
            <a:extLst>
              <a:ext uri="{FF2B5EF4-FFF2-40B4-BE49-F238E27FC236}">
                <a16:creationId xmlns:a16="http://schemas.microsoft.com/office/drawing/2014/main" id="{1A42FA20-0968-41F1-8905-F205AF41F70D}"/>
              </a:ext>
            </a:extLst>
          </p:cNvPr>
          <p:cNvSpPr>
            <a:spLocks noGrp="1"/>
          </p:cNvSpPr>
          <p:nvPr>
            <p:ph type="sldNum" sz="quarter" idx="10"/>
          </p:nvPr>
        </p:nvSpPr>
        <p:spPr>
          <a:xfrm>
            <a:off x="7670938" y="6492877"/>
            <a:ext cx="2228850" cy="365125"/>
          </a:xfrm>
          <a:prstGeom prst="rect">
            <a:avLst/>
          </a:prstGeom>
        </p:spPr>
        <p:txBody>
          <a:bodyPr vert="horz" lIns="91440" tIns="45720" rIns="91440" bIns="45720" rtlCol="0" anchor="ctr"/>
          <a:lstStyle>
            <a:defPPr>
              <a:defRPr lang="ja-JP"/>
            </a:defPPr>
            <a:lvl1pPr algn="r" rtl="0" fontAlgn="base">
              <a:lnSpc>
                <a:spcPct val="80000"/>
              </a:lnSpc>
              <a:spcBef>
                <a:spcPct val="0"/>
              </a:spcBef>
              <a:spcAft>
                <a:spcPct val="0"/>
              </a:spcAft>
              <a:defRPr kumimoji="1" sz="831" i="0" kern="1200">
                <a:solidFill>
                  <a:schemeClr val="tx1">
                    <a:tint val="75000"/>
                  </a:schemeClr>
                </a:solidFill>
                <a:latin typeface="ＭＳ Ｐゴシック" pitchFamily="50" charset="-128"/>
                <a:ea typeface="ＭＳ Ｐゴシック" pitchFamily="50" charset="-128"/>
                <a:cs typeface="+mn-cs"/>
              </a:defRPr>
            </a:lvl1pPr>
            <a:lvl2pPr marL="421965"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2pPr>
            <a:lvl3pPr marL="843930"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3pPr>
            <a:lvl4pPr marL="1265896"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4pPr>
            <a:lvl5pPr marL="1687861" algn="l" rtl="0" fontAlgn="base">
              <a:lnSpc>
                <a:spcPct val="80000"/>
              </a:lnSpc>
              <a:spcBef>
                <a:spcPct val="0"/>
              </a:spcBef>
              <a:spcAft>
                <a:spcPct val="0"/>
              </a:spcAft>
              <a:defRPr kumimoji="1" sz="1108" i="1" kern="1200">
                <a:solidFill>
                  <a:schemeClr val="tx1"/>
                </a:solidFill>
                <a:latin typeface="ＭＳ Ｐゴシック" pitchFamily="50" charset="-128"/>
                <a:ea typeface="ＭＳ Ｐゴシック" pitchFamily="50" charset="-128"/>
                <a:cs typeface="+mn-cs"/>
              </a:defRPr>
            </a:lvl5pPr>
            <a:lvl6pPr marL="2109826"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6pPr>
            <a:lvl7pPr marL="253179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7pPr>
            <a:lvl8pPr marL="2953757"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8pPr>
            <a:lvl9pPr marL="3375721" algn="l" defTabSz="843930" rtl="0" eaLnBrk="1" latinLnBrk="0" hangingPunct="1">
              <a:defRPr kumimoji="1" sz="1108" i="1" kern="1200">
                <a:solidFill>
                  <a:schemeClr val="tx1"/>
                </a:solidFill>
                <a:latin typeface="ＭＳ Ｐゴシック" pitchFamily="50" charset="-128"/>
                <a:ea typeface="ＭＳ Ｐゴシック" pitchFamily="50" charset="-128"/>
                <a:cs typeface="+mn-cs"/>
              </a:defRPr>
            </a:lvl9pPr>
          </a:lstStyle>
          <a:p>
            <a:r>
              <a:rPr lang="en-US" altLang="ja-JP"/>
              <a:t>Ⅵ- </a:t>
            </a:r>
            <a:fld id="{E3A1B1B9-DB5A-4A9C-982F-30AEF92F76F0}" type="slidenum">
              <a:rPr lang="ja-JP" altLang="en-US" smtClean="0"/>
              <a:pPr/>
              <a:t>‹#›</a:t>
            </a:fld>
            <a:endParaRPr lang="ja-JP" altLang="en-US"/>
          </a:p>
        </p:txBody>
      </p:sp>
    </p:spTree>
    <p:extLst>
      <p:ext uri="{BB962C8B-B14F-4D97-AF65-F5344CB8AC3E}">
        <p14:creationId xmlns:p14="http://schemas.microsoft.com/office/powerpoint/2010/main" val="2239011407"/>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1FA92748-A220-ECB0-D27F-0907C0967A74}"/>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4" name="タイトル 1">
            <a:extLst>
              <a:ext uri="{FF2B5EF4-FFF2-40B4-BE49-F238E27FC236}">
                <a16:creationId xmlns:a16="http://schemas.microsoft.com/office/drawing/2014/main" id="{10F07574-1D9F-E518-8644-08F3B14A6CCA}"/>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482289559"/>
      </p:ext>
    </p:extLst>
  </p:cSld>
  <p:clrMapOvr>
    <a:masterClrMapping/>
  </p:clrMapOvr>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1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F74427AD-E4EA-3B03-3923-4D9837B53A02}"/>
              </a:ext>
            </a:extLst>
          </p:cNvPr>
          <p:cNvSpPr>
            <a:spLocks noGrp="1" noChangeArrowheads="1"/>
          </p:cNvSpPr>
          <p:nvPr>
            <p:ph idx="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ja-JP" altLang="en-US"/>
              <a:t>マスター テキストの書式設定</a:t>
            </a:r>
          </a:p>
        </p:txBody>
      </p:sp>
      <p:sp>
        <p:nvSpPr>
          <p:cNvPr id="4" name="タイトル 1">
            <a:extLst>
              <a:ext uri="{FF2B5EF4-FFF2-40B4-BE49-F238E27FC236}">
                <a16:creationId xmlns:a16="http://schemas.microsoft.com/office/drawing/2014/main" id="{911702D0-66F3-E2E8-EED2-C5AF2063291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562042293"/>
      </p:ext>
    </p:extLst>
  </p:cSld>
  <p:clrMapOvr>
    <a:masterClrMapping/>
  </p:clrMapOvr>
  <p:extLst>
    <p:ext uri="{DCECCB84-F9BA-43D5-87BE-67443E8EF086}">
      <p15:sldGuideLst xmlns:p15="http://schemas.microsoft.com/office/powerpoint/2012/main">
        <p15:guide id="1" orient="horz" pos="2160">
          <p15:clr>
            <a:srgbClr val="FBAE40"/>
          </p15:clr>
        </p15:guide>
        <p15:guide id="2" pos="6515">
          <p15:clr>
            <a:srgbClr val="FBAE40"/>
          </p15:clr>
        </p15:guide>
        <p15:guide id="3" pos="245">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356F63C7-BB95-18BB-D0AA-36C7A3187DB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B70823C-2FF5-5D05-F25D-AD73205490AD}"/>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3663729729"/>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A2A1C25D-3AA2-CB76-3EF0-AB294AA06AFA}"/>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20229376-9BB1-7B82-A3F7-CC4ECB4AEA55}"/>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320791166"/>
      </p:ext>
    </p:extLst>
  </p:cSld>
  <p:clrMapOvr>
    <a:masterClrMapping/>
  </p:clrMapOvr>
  <p:extLst>
    <p:ext uri="{DCECCB84-F9BA-43D5-87BE-67443E8EF086}">
      <p15:sldGuideLst xmlns:p15="http://schemas.microsoft.com/office/powerpoint/2012/main">
        <p15:guide id="1" orient="horz" pos="2160">
          <p15:clr>
            <a:srgbClr val="FBAE40"/>
          </p15:clr>
        </p15:guide>
        <p15:guide id="2" pos="246">
          <p15:clr>
            <a:srgbClr val="FBAE40"/>
          </p15:clr>
        </p15:guide>
        <p15:guide id="3" pos="6515">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3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C0797BBB-B43F-C80D-D372-C2DAE37782B7}"/>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36DC018D-ED4D-4620-6B50-4894A600E134}"/>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1846095436"/>
      </p:ext>
    </p:extLst>
  </p:cSld>
  <p:clrMapOvr>
    <a:masterClrMapping/>
  </p:clrMapOvr>
  <p:extLst>
    <p:ext uri="{DCECCB84-F9BA-43D5-87BE-67443E8EF086}">
      <p15:sldGuideLst xmlns:p15="http://schemas.microsoft.com/office/powerpoint/2012/main">
        <p15:guide id="1" orient="horz" pos="2160">
          <p15:clr>
            <a:srgbClr val="FBAE40"/>
          </p15:clr>
        </p15:guide>
        <p15:guide id="2" pos="246">
          <p15:clr>
            <a:srgbClr val="FBAE40"/>
          </p15:clr>
        </p15:guide>
        <p15:guide id="3" pos="6516">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5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70972355-3B36-72A5-31C7-039F2915851D}"/>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Tree>
    <p:extLst>
      <p:ext uri="{BB962C8B-B14F-4D97-AF65-F5344CB8AC3E}">
        <p14:creationId xmlns:p14="http://schemas.microsoft.com/office/powerpoint/2010/main" val="3375996312"/>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6_タイトルとコンテンツ">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9AA6F63F-E983-139A-A268-007246DD5DBE}"/>
              </a:ext>
            </a:extLst>
          </p:cNvPr>
          <p:cNvSpPr>
            <a:spLocks noGrp="1" noChangeArrowheads="1"/>
          </p:cNvSpPr>
          <p:nvPr>
            <p:ph idx="1" hasCustomPrompt="1"/>
          </p:nvPr>
        </p:nvSpPr>
        <p:spPr bwMode="auto">
          <a:xfrm>
            <a:off x="493582" y="750546"/>
            <a:ext cx="8919900" cy="80901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algn="l">
              <a:spcBef>
                <a:spcPts val="0"/>
              </a:spcBef>
              <a:defRPr sz="1477">
                <a:latin typeface="+mj-ea"/>
                <a:ea typeface="+mj-ea"/>
              </a:defRPr>
            </a:lvl1pPr>
          </a:lstStyle>
          <a:p>
            <a:pPr lvl="0"/>
            <a:r>
              <a:rPr lang="en-US" altLang="ja-JP"/>
              <a:t>Click to edit Master text styles</a:t>
            </a:r>
            <a:br>
              <a:rPr lang="en-US" altLang="ja-JP"/>
            </a:br>
            <a:endParaRPr lang="en-US" altLang="ja-JP"/>
          </a:p>
        </p:txBody>
      </p:sp>
      <p:sp>
        <p:nvSpPr>
          <p:cNvPr id="3" name="タイトル 1">
            <a:extLst>
              <a:ext uri="{FF2B5EF4-FFF2-40B4-BE49-F238E27FC236}">
                <a16:creationId xmlns:a16="http://schemas.microsoft.com/office/drawing/2014/main" id="{5D776EE4-3C0B-38D4-3F25-C4A7EEFAD50B}"/>
              </a:ext>
            </a:extLst>
          </p:cNvPr>
          <p:cNvSpPr>
            <a:spLocks noGrp="1"/>
          </p:cNvSpPr>
          <p:nvPr>
            <p:ph type="title"/>
          </p:nvPr>
        </p:nvSpPr>
        <p:spPr>
          <a:xfrm>
            <a:off x="495302" y="114300"/>
            <a:ext cx="8915399" cy="578870"/>
          </a:xfrm>
          <a:prstGeom prst="rect">
            <a:avLst/>
          </a:prstGeom>
        </p:spPr>
        <p:txBody>
          <a:bodyPr lIns="0" rIns="0" anchor="b" anchorCtr="0">
            <a:normAutofit/>
          </a:bodyPr>
          <a:lstStyle>
            <a:lvl1pPr algn="l">
              <a:defRPr sz="1846" b="1">
                <a:solidFill>
                  <a:srgbClr val="17375E"/>
                </a:solidFill>
                <a:latin typeface="+mj-ea"/>
                <a:ea typeface="+mj-ea"/>
              </a:defRPr>
            </a:lvl1pPr>
          </a:lstStyle>
          <a:p>
            <a:r>
              <a:rPr lang="ja-JP" altLang="en-US"/>
              <a:t>マスター タイトルの書式設定</a:t>
            </a:r>
          </a:p>
        </p:txBody>
      </p:sp>
    </p:spTree>
    <p:extLst>
      <p:ext uri="{BB962C8B-B14F-4D97-AF65-F5344CB8AC3E}">
        <p14:creationId xmlns:p14="http://schemas.microsoft.com/office/powerpoint/2010/main" val="2909451778"/>
      </p:ext>
    </p:extLst>
  </p:cSld>
  <p:clrMapOvr>
    <a:masterClrMapping/>
  </p:clrMapOvr>
  <p:extLst>
    <p:ext uri="{DCECCB84-F9BA-43D5-87BE-67443E8EF086}">
      <p15:sldGuideLst xmlns:p15="http://schemas.microsoft.com/office/powerpoint/2012/main">
        <p15:guide id="1" orient="horz" pos="2160">
          <p15:clr>
            <a:srgbClr val="FBAE40"/>
          </p15:clr>
        </p15:guide>
        <p15:guide id="2" pos="244">
          <p15:clr>
            <a:srgbClr val="FBAE40"/>
          </p15:clr>
        </p15:guide>
        <p15:guide id="3" pos="6516">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8_タイトルとコンテンツ">
    <p:bg>
      <p:bgPr>
        <a:solidFill>
          <a:srgbClr val="CBDDF5"/>
        </a:solidFill>
        <a:effectLst/>
      </p:bgPr>
    </p:bg>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6F50F2D-E730-F8C4-F562-F9AB7A5169C2}"/>
              </a:ext>
            </a:extLst>
          </p:cNvPr>
          <p:cNvSpPr/>
          <p:nvPr/>
        </p:nvSpPr>
        <p:spPr>
          <a:xfrm>
            <a:off x="9548815" y="6645244"/>
            <a:ext cx="265143" cy="212756"/>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4" name="正方形/長方形 3">
            <a:extLst>
              <a:ext uri="{FF2B5EF4-FFF2-40B4-BE49-F238E27FC236}">
                <a16:creationId xmlns:a16="http://schemas.microsoft.com/office/drawing/2014/main" id="{6961E19B-A07D-8306-F59B-FF89AF5CCDF8}"/>
              </a:ext>
            </a:extLst>
          </p:cNvPr>
          <p:cNvSpPr/>
          <p:nvPr/>
        </p:nvSpPr>
        <p:spPr>
          <a:xfrm>
            <a:off x="110151" y="606582"/>
            <a:ext cx="9795849" cy="624689"/>
          </a:xfrm>
          <a:prstGeom prst="rect">
            <a:avLst/>
          </a:prstGeom>
          <a:solidFill>
            <a:srgbClr val="CBDDF5"/>
          </a:solidFill>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
        <p:nvSpPr>
          <p:cNvPr id="5" name="正方形/長方形 4">
            <a:extLst>
              <a:ext uri="{FF2B5EF4-FFF2-40B4-BE49-F238E27FC236}">
                <a16:creationId xmlns:a16="http://schemas.microsoft.com/office/drawing/2014/main" id="{6E4476CB-7EF6-66F2-8DBF-F580D39B3C73}"/>
              </a:ext>
            </a:extLst>
          </p:cNvPr>
          <p:cNvSpPr/>
          <p:nvPr/>
        </p:nvSpPr>
        <p:spPr>
          <a:xfrm>
            <a:off x="2" y="2"/>
            <a:ext cx="10076507" cy="6953061"/>
          </a:xfrm>
          <a:prstGeom prst="rect">
            <a:avLst/>
          </a:prstGeom>
        </p:spPr>
        <p:txBody>
          <a:bodyPr wrap="none" lIns="33231" tIns="33231" rIns="33231" bIns="33231" rtlCol="0" anchor="ctr">
            <a:noAutofit/>
          </a:bodyPr>
          <a:lstStyle/>
          <a:p>
            <a:pPr algn="l"/>
            <a:endParaRPr kumimoji="1" lang="ja-JP" altLang="en-US" sz="1662" i="0">
              <a:latin typeface="+mn-ea"/>
              <a:ea typeface="+mn-ea"/>
              <a:cs typeface="Arial" charset="0"/>
            </a:endParaRPr>
          </a:p>
        </p:txBody>
      </p:sp>
    </p:spTree>
    <p:extLst>
      <p:ext uri="{BB962C8B-B14F-4D97-AF65-F5344CB8AC3E}">
        <p14:creationId xmlns:p14="http://schemas.microsoft.com/office/powerpoint/2010/main" val="3019658011"/>
      </p:ext>
    </p:extLst>
  </p:cSld>
  <p:clrMapOvr>
    <a:masterClrMapping/>
  </p:clrMapOvr>
  <p:extLst>
    <p:ext uri="{DCECCB84-F9BA-43D5-87BE-67443E8EF086}">
      <p15:sldGuideLst xmlns:p15="http://schemas.microsoft.com/office/powerpoint/2012/main">
        <p15:guide id="1" orient="horz" pos="2160">
          <p15:clr>
            <a:srgbClr val="FBAE40"/>
          </p15:clr>
        </p15:guide>
        <p15:guide id="2" pos="6516">
          <p15:clr>
            <a:srgbClr val="FBAE40"/>
          </p15:clr>
        </p15:guide>
        <p15:guide id="3" pos="244">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ags" Target="../tags/tag5.xml"/><Relationship Id="rId13" Type="http://schemas.openxmlformats.org/officeDocument/2006/relationships/image" Target="../media/image1.emf"/><Relationship Id="rId3" Type="http://schemas.openxmlformats.org/officeDocument/2006/relationships/theme" Target="../theme/theme1.xml"/><Relationship Id="rId7" Type="http://schemas.openxmlformats.org/officeDocument/2006/relationships/tags" Target="../tags/tag4.xml"/><Relationship Id="rId12"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3.xml"/><Relationship Id="rId11" Type="http://schemas.openxmlformats.org/officeDocument/2006/relationships/tags" Target="../tags/tag8.xml"/><Relationship Id="rId5" Type="http://schemas.openxmlformats.org/officeDocument/2006/relationships/tags" Target="../tags/tag2.xml"/><Relationship Id="rId10" Type="http://schemas.openxmlformats.org/officeDocument/2006/relationships/tags" Target="../tags/tag7.xml"/><Relationship Id="rId4" Type="http://schemas.openxmlformats.org/officeDocument/2006/relationships/tags" Target="../tags/tag1.xml"/><Relationship Id="rId9" Type="http://schemas.openxmlformats.org/officeDocument/2006/relationships/tags" Target="../tags/tag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ags" Target="../tags/tag9.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image" Target="../media/image1.emf"/><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oleObject" Target="../embeddings/oleObject2.bin"/></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13" Type="http://schemas.openxmlformats.org/officeDocument/2006/relationships/image" Target="../media/image2.emf"/><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oleObject" Target="../embeddings/oleObject3.bin"/><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tags" Target="../tags/tag12.xml"/><Relationship Id="rId5" Type="http://schemas.openxmlformats.org/officeDocument/2006/relationships/slideLayout" Target="../slideLayouts/slideLayout18.xml"/><Relationship Id="rId10" Type="http://schemas.openxmlformats.org/officeDocument/2006/relationships/tags" Target="../tags/tag11.xml"/><Relationship Id="rId4" Type="http://schemas.openxmlformats.org/officeDocument/2006/relationships/slideLayout" Target="../slideLayouts/slideLayout17.xml"/><Relationship Id="rId9" Type="http://schemas.openxmlformats.org/officeDocument/2006/relationships/tags" Target="../tags/tag10.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emf"/><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oleObject" Target="../embeddings/oleObject4.bin"/><Relationship Id="rId5" Type="http://schemas.openxmlformats.org/officeDocument/2006/relationships/tags" Target="../tags/tag13.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tags" Target="../tags/tag14.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theme" Target="../theme/theme5.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slideLayout" Target="../slideLayouts/slideLayout47.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28" Type="http://schemas.openxmlformats.org/officeDocument/2006/relationships/image" Target="../media/image2.emf"/><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oleObject" Target="../embeddings/oleObject3.bin"/></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5.xml"/><Relationship Id="rId3" Type="http://schemas.openxmlformats.org/officeDocument/2006/relationships/slideLayout" Target="../slideLayouts/slideLayout50.xml"/><Relationship Id="rId7" Type="http://schemas.openxmlformats.org/officeDocument/2006/relationships/slideLayout" Target="../slideLayouts/slideLayout54.xml"/><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theme" Target="../theme/theme6.xml"/><Relationship Id="rId5" Type="http://schemas.openxmlformats.org/officeDocument/2006/relationships/slideLayout" Target="../slideLayouts/slideLayout52.xml"/><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s>
</file>

<file path=ppt/slideMasters/_rels/slideMaster7.xml.rels><?xml version="1.0" encoding="UTF-8" standalone="yes"?>
<Relationships xmlns="http://schemas.openxmlformats.org/package/2006/relationships"><Relationship Id="rId8" Type="http://schemas.openxmlformats.org/officeDocument/2006/relationships/theme" Target="../theme/theme7.xml"/><Relationship Id="rId13" Type="http://schemas.openxmlformats.org/officeDocument/2006/relationships/image" Target="../media/image2.emf"/><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oleObject" Target="../embeddings/oleObject3.bin"/><Relationship Id="rId2" Type="http://schemas.openxmlformats.org/officeDocument/2006/relationships/slideLayout" Target="../slideLayouts/slideLayout59.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tags" Target="../tags/tag17.xml"/><Relationship Id="rId5" Type="http://schemas.openxmlformats.org/officeDocument/2006/relationships/slideLayout" Target="../slideLayouts/slideLayout62.xml"/><Relationship Id="rId10" Type="http://schemas.openxmlformats.org/officeDocument/2006/relationships/tags" Target="../tags/tag16.xml"/><Relationship Id="rId4" Type="http://schemas.openxmlformats.org/officeDocument/2006/relationships/slideLayout" Target="../slideLayouts/slideLayout61.xml"/><Relationship Id="rId9" Type="http://schemas.openxmlformats.org/officeDocument/2006/relationships/tags" Target="../tags/tag1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72.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theme" Target="../theme/theme8.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83.xml"/><Relationship Id="rId3" Type="http://schemas.openxmlformats.org/officeDocument/2006/relationships/slideLayout" Target="../slideLayouts/slideLayout78.xml"/><Relationship Id="rId7" Type="http://schemas.openxmlformats.org/officeDocument/2006/relationships/slideLayout" Target="../slideLayouts/slideLayout82.xml"/><Relationship Id="rId2" Type="http://schemas.openxmlformats.org/officeDocument/2006/relationships/slideLayout" Target="../slideLayouts/slideLayout77.xml"/><Relationship Id="rId1" Type="http://schemas.openxmlformats.org/officeDocument/2006/relationships/slideLayout" Target="../slideLayouts/slideLayout76.xml"/><Relationship Id="rId6" Type="http://schemas.openxmlformats.org/officeDocument/2006/relationships/slideLayout" Target="../slideLayouts/slideLayout81.xml"/><Relationship Id="rId5" Type="http://schemas.openxmlformats.org/officeDocument/2006/relationships/slideLayout" Target="../slideLayouts/slideLayout80.xml"/><Relationship Id="rId10" Type="http://schemas.openxmlformats.org/officeDocument/2006/relationships/theme" Target="../theme/theme9.xml"/><Relationship Id="rId4" Type="http://schemas.openxmlformats.org/officeDocument/2006/relationships/slideLayout" Target="../slideLayouts/slideLayout79.xml"/><Relationship Id="rId9" Type="http://schemas.openxmlformats.org/officeDocument/2006/relationships/slideLayout" Target="../slideLayouts/slideLayout8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3315862-77AF-10D3-E173-27A949140C0B}"/>
              </a:ext>
            </a:extLst>
          </p:cNvPr>
          <p:cNvGraphicFramePr>
            <a:graphicFrameLocks noChangeAspect="1"/>
          </p:cNvGraphicFramePr>
          <p:nvPr userDrawn="1">
            <p:custDataLst>
              <p:tags r:id="rId4"/>
            </p:custDataLst>
            <p:extLst>
              <p:ext uri="{D42A27DB-BD31-4B8C-83A1-F6EECF244321}">
                <p14:modId xmlns:p14="http://schemas.microsoft.com/office/powerpoint/2010/main" val="41527835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2" imgW="405" imgH="405" progId="TCLayout.ActiveDocument.1">
                  <p:embed/>
                </p:oleObj>
              </mc:Choice>
              <mc:Fallback>
                <p:oleObj name="think-cellスライド" r:id="rId12" imgW="405" imgH="405" progId="TCLayout.ActiveDocument.1">
                  <p:embed/>
                  <p:pic>
                    <p:nvPicPr>
                      <p:cNvPr id="3" name="think-cell data - do not delete" hidden="1">
                        <a:extLst>
                          <a:ext uri="{FF2B5EF4-FFF2-40B4-BE49-F238E27FC236}">
                            <a16:creationId xmlns:a16="http://schemas.microsoft.com/office/drawing/2014/main" id="{23315862-77AF-10D3-E173-27A949140C0B}"/>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1027" name="Rectangle 29"/>
          <p:cNvSpPr>
            <a:spLocks noGrp="1" noChangeArrowheads="1"/>
          </p:cNvSpPr>
          <p:nvPr>
            <p:ph type="body" idx="1"/>
          </p:nvPr>
        </p:nvSpPr>
        <p:spPr bwMode="gray">
          <a:xfrm>
            <a:off x="156501" y="1429558"/>
            <a:ext cx="9562042" cy="5008823"/>
          </a:xfrm>
          <a:prstGeom prst="rect">
            <a:avLst/>
          </a:prstGeom>
          <a:noFill/>
          <a:ln w="12700">
            <a:noFill/>
            <a:miter lim="800000"/>
            <a:headEnd/>
            <a:tailEnd/>
          </a:ln>
        </p:spPr>
        <p:txBody>
          <a:bodyPr vert="horz" wrap="square" lIns="90488" tIns="44450" rIns="90488" bIns="4445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AU"/>
          </a:p>
        </p:txBody>
      </p:sp>
      <p:sp>
        <p:nvSpPr>
          <p:cNvPr id="1086" name="Rectangle 62"/>
          <p:cNvSpPr>
            <a:spLocks noGrp="1" noChangeArrowheads="1"/>
          </p:cNvSpPr>
          <p:nvPr>
            <p:ph type="ftr" sz="quarter" idx="3"/>
          </p:nvPr>
        </p:nvSpPr>
        <p:spPr bwMode="gray">
          <a:xfrm>
            <a:off x="156503" y="6563638"/>
            <a:ext cx="4863571" cy="218162"/>
          </a:xfrm>
          <a:prstGeom prst="rect">
            <a:avLst/>
          </a:prstGeom>
          <a:noFill/>
          <a:ln w="12700">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defRPr sz="675" b="0">
                <a:solidFill>
                  <a:schemeClr val="tx1"/>
                </a:solidFill>
                <a:latin typeface="Meiryo UI" panose="020B0604030504040204" pitchFamily="50" charset="-128"/>
                <a:ea typeface="Meiryo UI" panose="020B0604030504040204" pitchFamily="50" charset="-128"/>
              </a:defRPr>
            </a:lvl1pPr>
          </a:lstStyle>
          <a:p>
            <a:pPr>
              <a:defRPr/>
            </a:pPr>
            <a:r>
              <a:rPr lang="en-AU"/>
              <a:t>Copyright © 202</a:t>
            </a:r>
            <a:r>
              <a:rPr lang="en-US" altLang="ja-JP"/>
              <a:t>2</a:t>
            </a:r>
            <a:r>
              <a:rPr lang="en-AU"/>
              <a:t> Accenture All Rights Reserved.</a:t>
            </a:r>
          </a:p>
        </p:txBody>
      </p:sp>
      <p:sp>
        <p:nvSpPr>
          <p:cNvPr id="1030" name="Rectangle 65"/>
          <p:cNvSpPr>
            <a:spLocks noGrp="1" noChangeArrowheads="1"/>
          </p:cNvSpPr>
          <p:nvPr>
            <p:ph type="title"/>
          </p:nvPr>
        </p:nvSpPr>
        <p:spPr bwMode="gray">
          <a:xfrm>
            <a:off x="156503" y="250525"/>
            <a:ext cx="8571785" cy="380543"/>
          </a:xfrm>
          <a:prstGeom prst="rect">
            <a:avLst/>
          </a:prstGeom>
          <a:noFill/>
          <a:ln w="12700">
            <a:noFill/>
            <a:miter lim="800000"/>
            <a:headEnd/>
            <a:tailEnd/>
          </a:ln>
        </p:spPr>
        <p:txBody>
          <a:bodyPr vert="horz" wrap="square" lIns="90488" tIns="44450" rIns="90488" bIns="44450" numCol="1" anchor="t" anchorCtr="0" compatLnSpc="1">
            <a:prstTxWarp prst="textNoShape">
              <a:avLst/>
            </a:prstTxWarp>
          </a:bodyPr>
          <a:lstStyle/>
          <a:p>
            <a:pPr lvl="0"/>
            <a:r>
              <a:rPr lang="ja-JP" altLang="en-US"/>
              <a:t>マスタ タイトルの書式設定</a:t>
            </a:r>
            <a:endParaRPr lang="en-AU"/>
          </a:p>
        </p:txBody>
      </p:sp>
      <p:sp>
        <p:nvSpPr>
          <p:cNvPr id="10" name="AcnSubjectTitle_ID_10" hidden="1"/>
          <p:cNvSpPr txBox="1"/>
          <p:nvPr>
            <p:custDataLst>
              <p:tags r:id="rId5"/>
            </p:custDataLst>
          </p:nvPr>
        </p:nvSpPr>
        <p:spPr bwMode="gray">
          <a:xfrm>
            <a:off x="156501" y="756935"/>
            <a:ext cx="9555000" cy="184666"/>
          </a:xfrm>
          <a:prstGeom prst="rect">
            <a:avLst/>
          </a:prstGeom>
          <a:noFill/>
          <a:ln w="12700">
            <a:noFill/>
            <a:miter lim="800000"/>
            <a:headEnd/>
            <a:tailEnd/>
          </a:ln>
        </p:spPr>
        <p:txBody>
          <a:bodyPr vert="horz" wrap="square" lIns="0" tIns="0" rIns="0" bIns="0" numCol="1" anchor="t" anchorCtr="0" compatLnSpc="1">
            <a:prstTxWarp prst="textNoShape">
              <a:avLst/>
            </a:prstTxWarp>
            <a:spAutoFit/>
          </a:bodyPr>
          <a:lstStyle/>
          <a:p>
            <a:pPr marL="65485" indent="-65485" algn="l" rtl="0" eaLnBrk="1" fontAlgn="base" hangingPunct="1">
              <a:lnSpc>
                <a:spcPct val="100000"/>
              </a:lnSpc>
              <a:spcBef>
                <a:spcPct val="0"/>
              </a:spcBef>
              <a:spcAft>
                <a:spcPct val="0"/>
              </a:spcAft>
              <a:buClr>
                <a:schemeClr val="tx1"/>
              </a:buClr>
              <a:buFont typeface="Arial" pitchFamily="34" charset="0"/>
              <a:buNone/>
            </a:pPr>
            <a:r>
              <a:rPr lang="en-US" altLang="ja-JP" sz="1200" b="0" i="0">
                <a:solidFill>
                  <a:schemeClr val="tx1"/>
                </a:solidFill>
                <a:latin typeface="+mn-ea"/>
                <a:ea typeface="+mn-ea"/>
                <a:cs typeface="+mn-cs"/>
              </a:rPr>
              <a:t>Subject Title</a:t>
            </a:r>
            <a:endParaRPr lang="ja-JP" altLang="en-US" sz="1200" b="0" i="0">
              <a:solidFill>
                <a:schemeClr val="tx1"/>
              </a:solidFill>
              <a:latin typeface="+mn-ea"/>
              <a:ea typeface="+mn-ea"/>
              <a:cs typeface="+mn-cs"/>
            </a:endParaRPr>
          </a:p>
        </p:txBody>
      </p:sp>
      <p:sp>
        <p:nvSpPr>
          <p:cNvPr id="11" name="AcnUnitofMeasure_ID_11" hidden="1"/>
          <p:cNvSpPr txBox="1"/>
          <p:nvPr>
            <p:custDataLst>
              <p:tags r:id="rId6"/>
            </p:custDataLst>
          </p:nvPr>
        </p:nvSpPr>
        <p:spPr bwMode="gray">
          <a:xfrm>
            <a:off x="212310" y="1045687"/>
            <a:ext cx="7567083" cy="161583"/>
          </a:xfrm>
          <a:prstGeom prst="rect">
            <a:avLst/>
          </a:prstGeom>
          <a:noFill/>
          <a:ln w="12700">
            <a:noFill/>
            <a:miter lim="800000"/>
            <a:headEnd/>
            <a:tailEnd/>
          </a:ln>
        </p:spPr>
        <p:txBody>
          <a:bodyPr vert="horz" wrap="square" lIns="0" tIns="0" rIns="0" bIns="0" numCol="1" anchor="t" anchorCtr="0" compatLnSpc="1">
            <a:prstTxWarp prst="textNoShape">
              <a:avLst/>
            </a:prstTxWarp>
            <a:spAutoFit/>
          </a:bodyPr>
          <a:lstStyle/>
          <a:p>
            <a:pPr algn="l" rtl="0" eaLnBrk="1" fontAlgn="base" hangingPunct="1">
              <a:lnSpc>
                <a:spcPct val="100000"/>
              </a:lnSpc>
              <a:spcBef>
                <a:spcPct val="0"/>
              </a:spcBef>
              <a:spcAft>
                <a:spcPct val="0"/>
              </a:spcAft>
              <a:buClr>
                <a:schemeClr val="tx1"/>
              </a:buClr>
              <a:buNone/>
            </a:pPr>
            <a:r>
              <a:rPr lang="en-US" altLang="ja-JP" sz="1050" b="0" i="0">
                <a:solidFill>
                  <a:schemeClr val="tx1"/>
                </a:solidFill>
                <a:latin typeface="+mn-ea"/>
                <a:ea typeface="+mn-ea"/>
                <a:cs typeface="+mn-cs"/>
              </a:rPr>
              <a:t>Unit of Measure</a:t>
            </a:r>
            <a:endParaRPr lang="ja-JP" altLang="en-US" sz="1050" b="0" i="0">
              <a:solidFill>
                <a:schemeClr val="tx1"/>
              </a:solidFill>
              <a:latin typeface="+mn-ea"/>
              <a:ea typeface="+mn-ea"/>
              <a:cs typeface="+mn-cs"/>
            </a:endParaRPr>
          </a:p>
        </p:txBody>
      </p:sp>
      <p:sp>
        <p:nvSpPr>
          <p:cNvPr id="13" name="AcnRoadmap_ID_13" hidden="1"/>
          <p:cNvSpPr txBox="1"/>
          <p:nvPr>
            <p:custDataLst>
              <p:tags r:id="rId7"/>
            </p:custDataLst>
          </p:nvPr>
        </p:nvSpPr>
        <p:spPr bwMode="gray">
          <a:xfrm>
            <a:off x="8820297" y="88902"/>
            <a:ext cx="897000" cy="138499"/>
          </a:xfrm>
          <a:prstGeom prst="rect">
            <a:avLst/>
          </a:prstGeom>
          <a:noFill/>
          <a:ln w="12700">
            <a:noFill/>
            <a:miter lim="800000"/>
            <a:headEnd/>
            <a:tailEnd/>
          </a:ln>
        </p:spPr>
        <p:txBody>
          <a:bodyPr vert="horz" wrap="square" lIns="0" tIns="0" rIns="0" bIns="0" numCol="1" anchor="t" anchorCtr="0" compatLnSpc="1">
            <a:prstTxWarp prst="textNoShape">
              <a:avLst/>
            </a:prstTxWarp>
            <a:spAutoFit/>
          </a:bodyPr>
          <a:lstStyle/>
          <a:p>
            <a:pPr algn="r" rtl="0" eaLnBrk="1" fontAlgn="base" hangingPunct="1">
              <a:lnSpc>
                <a:spcPct val="100000"/>
              </a:lnSpc>
              <a:spcBef>
                <a:spcPct val="0"/>
              </a:spcBef>
              <a:spcAft>
                <a:spcPct val="0"/>
              </a:spcAft>
              <a:buClr>
                <a:schemeClr val="tx1"/>
              </a:buClr>
              <a:buNone/>
            </a:pPr>
            <a:r>
              <a:rPr lang="en-US" altLang="ja-JP" sz="900" b="1" i="1">
                <a:solidFill>
                  <a:schemeClr val="tx1"/>
                </a:solidFill>
                <a:latin typeface="+mn-lt"/>
                <a:ea typeface="+mn-ea"/>
                <a:cs typeface="+mn-cs"/>
              </a:rPr>
              <a:t>Roadmap</a:t>
            </a:r>
            <a:endParaRPr lang="ja-JP" altLang="en-US" sz="900" b="1" i="1">
              <a:solidFill>
                <a:schemeClr val="tx1"/>
              </a:solidFill>
              <a:latin typeface="+mn-lt"/>
              <a:ea typeface="+mn-ea"/>
              <a:cs typeface="+mn-cs"/>
            </a:endParaRPr>
          </a:p>
        </p:txBody>
      </p:sp>
      <p:sp>
        <p:nvSpPr>
          <p:cNvPr id="14" name="AcnStamp_ID_14" hidden="1"/>
          <p:cNvSpPr/>
          <p:nvPr>
            <p:custDataLst>
              <p:tags r:id="rId8"/>
            </p:custDataLst>
          </p:nvPr>
        </p:nvSpPr>
        <p:spPr bwMode="gray">
          <a:xfrm>
            <a:off x="8728287" y="880044"/>
            <a:ext cx="0" cy="0"/>
          </a:xfrm>
          <a:prstGeom prst="leftRightArrow">
            <a:avLst>
              <a:gd name="adj1" fmla="val 0"/>
              <a:gd name="adj2" fmla="val 0"/>
            </a:avLst>
          </a:prstGeom>
          <a:noFill/>
          <a:ln w="9525" cap="flat" cmpd="sng" algn="ctr">
            <a:noFill/>
            <a:prstDash val="solid"/>
            <a:round/>
            <a:headEnd type="none" w="med" len="med"/>
            <a:tailEnd type="none" w="med" len="med"/>
          </a:ln>
          <a:effectLst/>
        </p:spPr>
        <p:txBody>
          <a:bodyPr vert="horz" wrap="none" lIns="0" tIns="19050" rIns="0" bIns="19050" numCol="1" rtlCol="0" anchor="t" anchorCtr="0" compatLnSpc="1">
            <a:prstTxWarp prst="textNoShape">
              <a:avLst/>
            </a:prstTxWarp>
            <a:spAutoFit/>
          </a:bodyPr>
          <a:lstStyle/>
          <a:p>
            <a:pPr marL="0" marR="0" indent="0" algn="r" defTabSz="685800" rtl="0" eaLnBrk="0" fontAlgn="base" latinLnBrk="0" hangingPunct="0">
              <a:lnSpc>
                <a:spcPct val="100000"/>
              </a:lnSpc>
              <a:spcBef>
                <a:spcPct val="0"/>
              </a:spcBef>
              <a:spcAft>
                <a:spcPct val="0"/>
              </a:spcAft>
              <a:buClrTx/>
              <a:buSzTx/>
              <a:buFontTx/>
              <a:buNone/>
              <a:tabLst/>
            </a:pPr>
            <a:r>
              <a:rPr kumimoji="0" lang="en-US" altLang="ja-JP" sz="1050" b="1" i="0" u="none" strike="noStrike" cap="none" normalizeH="0" baseline="0">
                <a:ln>
                  <a:noFill/>
                </a:ln>
                <a:solidFill>
                  <a:schemeClr val="tx1"/>
                </a:solidFill>
                <a:effectLst/>
                <a:latin typeface="Arial" charset="0"/>
              </a:rPr>
              <a:t>MASTER STAMP</a:t>
            </a:r>
            <a:endParaRPr kumimoji="0" lang="ja-JP" altLang="en-US" sz="1050" b="1" i="0" u="none" strike="noStrike" cap="none" normalizeH="0" baseline="0">
              <a:ln>
                <a:noFill/>
              </a:ln>
              <a:solidFill>
                <a:schemeClr val="tx1"/>
              </a:solidFill>
              <a:effectLst/>
              <a:latin typeface="Arial" charset="0"/>
            </a:endParaRPr>
          </a:p>
        </p:txBody>
      </p:sp>
      <p:cxnSp>
        <p:nvCxnSpPr>
          <p:cNvPr id="15" name="AcnStpConnector_ID_15" hidden="1"/>
          <p:cNvCxnSpPr>
            <a:stCxn id="14" idx="2"/>
            <a:endCxn id="14" idx="0"/>
          </p:cNvCxnSpPr>
          <p:nvPr>
            <p:custDataLst>
              <p:tags r:id="rId9"/>
            </p:custDataLst>
          </p:nvPr>
        </p:nvCxnSpPr>
        <p:spPr bwMode="gray">
          <a:xfrm rot="5400000" flipH="1" flipV="1">
            <a:off x="8728353" y="879979"/>
            <a:ext cx="1588" cy="1720"/>
          </a:xfrm>
          <a:prstGeom prst="straightConnector1">
            <a:avLst/>
          </a:prstGeom>
          <a:solidFill>
            <a:schemeClr val="accent1"/>
          </a:solidFill>
          <a:ln w="9525" cap="flat" cmpd="sng" algn="ctr">
            <a:solidFill>
              <a:schemeClr val="tx1"/>
            </a:solidFill>
            <a:prstDash val="solid"/>
            <a:round/>
            <a:headEnd type="none" w="med" len="med"/>
            <a:tailEnd type="none" w="med" len="med"/>
          </a:ln>
          <a:effectLst/>
        </p:spPr>
      </p:cxnSp>
      <p:cxnSp>
        <p:nvCxnSpPr>
          <p:cNvPr id="16" name="AcnStpConnector_ID_16" hidden="1"/>
          <p:cNvCxnSpPr>
            <a:stCxn id="14" idx="4"/>
            <a:endCxn id="14" idx="6"/>
          </p:cNvCxnSpPr>
          <p:nvPr>
            <p:custDataLst>
              <p:tags r:id="rId10"/>
            </p:custDataLst>
          </p:nvPr>
        </p:nvCxnSpPr>
        <p:spPr bwMode="gray">
          <a:xfrm rot="5400000">
            <a:off x="8728353" y="879979"/>
            <a:ext cx="1588" cy="1720"/>
          </a:xfrm>
          <a:prstGeom prst="straightConnector1">
            <a:avLst/>
          </a:prstGeom>
          <a:solidFill>
            <a:schemeClr val="accent1"/>
          </a:solidFill>
          <a:ln w="9525" cap="flat" cmpd="sng" algn="ctr">
            <a:solidFill>
              <a:schemeClr val="tx1"/>
            </a:solidFill>
            <a:prstDash val="solid"/>
            <a:round/>
            <a:headEnd type="none" w="med" len="med"/>
            <a:tailEnd type="none" w="med" len="med"/>
          </a:ln>
          <a:effectLst/>
        </p:spPr>
      </p:cxnSp>
      <p:sp>
        <p:nvSpPr>
          <p:cNvPr id="17" name="AcnFootnote_ID_17" hidden="1"/>
          <p:cNvSpPr txBox="1"/>
          <p:nvPr>
            <p:custDataLst>
              <p:tags r:id="rId11"/>
            </p:custDataLst>
          </p:nvPr>
        </p:nvSpPr>
        <p:spPr bwMode="gray">
          <a:xfrm>
            <a:off x="164832" y="6300751"/>
            <a:ext cx="8571785" cy="253916"/>
          </a:xfrm>
          <a:prstGeom prst="rect">
            <a:avLst/>
          </a:prstGeom>
          <a:noFill/>
          <a:ln w="12700">
            <a:noFill/>
            <a:miter lim="800000"/>
            <a:headEnd/>
            <a:tailEnd/>
          </a:ln>
        </p:spPr>
        <p:txBody>
          <a:bodyPr vert="horz" wrap="square" lIns="0" tIns="0" rIns="0" bIns="0" numCol="1" anchor="b" anchorCtr="0" compatLnSpc="1">
            <a:prstTxWarp prst="textNoShape">
              <a:avLst/>
            </a:prstTxWarp>
            <a:spAutoFit/>
          </a:bodyPr>
          <a:lstStyle/>
          <a:p>
            <a:pPr marL="403622" indent="-403622" algn="l" rtl="0" eaLnBrk="1" fontAlgn="base" hangingPunct="1">
              <a:lnSpc>
                <a:spcPct val="100000"/>
              </a:lnSpc>
              <a:spcBef>
                <a:spcPct val="0"/>
              </a:spcBef>
              <a:spcAft>
                <a:spcPct val="0"/>
              </a:spcAft>
              <a:buClr>
                <a:schemeClr val="tx1"/>
              </a:buClr>
              <a:buNone/>
            </a:pPr>
            <a:r>
              <a:rPr lang="en-US" altLang="ja-JP" sz="750" b="0" i="0">
                <a:solidFill>
                  <a:schemeClr val="tx1"/>
                </a:solidFill>
                <a:latin typeface="+mn-lt"/>
                <a:ea typeface="+mn-ea"/>
                <a:cs typeface="+mn-cs"/>
              </a:rPr>
              <a:t>*Footnote</a:t>
            </a:r>
          </a:p>
          <a:p>
            <a:pPr marL="403622" indent="-403622" algn="l" rtl="0" eaLnBrk="1" fontAlgn="base" hangingPunct="1">
              <a:lnSpc>
                <a:spcPct val="100000"/>
              </a:lnSpc>
              <a:spcBef>
                <a:spcPct val="20000"/>
              </a:spcBef>
              <a:spcAft>
                <a:spcPct val="0"/>
              </a:spcAft>
              <a:buClr>
                <a:schemeClr val="tx1"/>
              </a:buClr>
              <a:buNone/>
            </a:pPr>
            <a:r>
              <a:rPr lang="en-US" altLang="ja-JP" sz="750" b="0" i="0">
                <a:solidFill>
                  <a:schemeClr val="tx1"/>
                </a:solidFill>
                <a:latin typeface="+mn-lt"/>
                <a:ea typeface="+mn-ea"/>
                <a:cs typeface="+mn-cs"/>
              </a:rPr>
              <a:t>Source:	Source</a:t>
            </a:r>
            <a:endParaRPr lang="ja-JP" altLang="en-US" sz="750" b="0" i="0">
              <a:solidFill>
                <a:schemeClr val="tx1"/>
              </a:solidFill>
              <a:latin typeface="+mn-lt"/>
              <a:ea typeface="+mn-ea"/>
              <a:cs typeface="+mn-cs"/>
            </a:endParaRPr>
          </a:p>
        </p:txBody>
      </p:sp>
    </p:spTree>
    <p:extLst>
      <p:ext uri="{BB962C8B-B14F-4D97-AF65-F5344CB8AC3E}">
        <p14:creationId xmlns:p14="http://schemas.microsoft.com/office/powerpoint/2010/main" val="3822481044"/>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dt="0"/>
  <p:txStyles>
    <p:titleStyle>
      <a:lvl1pPr algn="l" rtl="0" eaLnBrk="1" fontAlgn="base" hangingPunct="1">
        <a:spcBef>
          <a:spcPct val="0"/>
        </a:spcBef>
        <a:spcAft>
          <a:spcPct val="0"/>
        </a:spcAft>
        <a:defRPr kumimoji="1" sz="1350" b="1">
          <a:solidFill>
            <a:schemeClr val="tx1"/>
          </a:solidFill>
          <a:latin typeface="+mj-ea"/>
          <a:ea typeface="+mj-ea"/>
          <a:cs typeface="+mj-cs"/>
        </a:defRPr>
      </a:lvl1pPr>
      <a:lvl2pPr algn="l" rtl="0" eaLnBrk="1" fontAlgn="base" hangingPunct="1">
        <a:spcBef>
          <a:spcPct val="0"/>
        </a:spcBef>
        <a:spcAft>
          <a:spcPct val="0"/>
        </a:spcAft>
        <a:defRPr kumimoji="1" sz="2400" b="1">
          <a:solidFill>
            <a:schemeClr val="bg1"/>
          </a:solidFill>
          <a:latin typeface="Arial" charset="0"/>
        </a:defRPr>
      </a:lvl2pPr>
      <a:lvl3pPr algn="l" rtl="0" eaLnBrk="1" fontAlgn="base" hangingPunct="1">
        <a:spcBef>
          <a:spcPct val="0"/>
        </a:spcBef>
        <a:spcAft>
          <a:spcPct val="0"/>
        </a:spcAft>
        <a:defRPr kumimoji="1" sz="2400" b="1">
          <a:solidFill>
            <a:schemeClr val="bg1"/>
          </a:solidFill>
          <a:latin typeface="Arial" charset="0"/>
        </a:defRPr>
      </a:lvl3pPr>
      <a:lvl4pPr algn="l" rtl="0" eaLnBrk="1" fontAlgn="base" hangingPunct="1">
        <a:spcBef>
          <a:spcPct val="0"/>
        </a:spcBef>
        <a:spcAft>
          <a:spcPct val="0"/>
        </a:spcAft>
        <a:defRPr kumimoji="1" sz="2400" b="1">
          <a:solidFill>
            <a:schemeClr val="bg1"/>
          </a:solidFill>
          <a:latin typeface="Arial" charset="0"/>
        </a:defRPr>
      </a:lvl4pPr>
      <a:lvl5pPr algn="l" rtl="0" eaLnBrk="1" fontAlgn="base" hangingPunct="1">
        <a:spcBef>
          <a:spcPct val="0"/>
        </a:spcBef>
        <a:spcAft>
          <a:spcPct val="0"/>
        </a:spcAft>
        <a:defRPr kumimoji="1" sz="2400" b="1">
          <a:solidFill>
            <a:schemeClr val="bg1"/>
          </a:solidFill>
          <a:latin typeface="Arial" charset="0"/>
        </a:defRPr>
      </a:lvl5pPr>
      <a:lvl6pPr marL="342900" algn="l" rtl="0" eaLnBrk="1" fontAlgn="base" hangingPunct="1">
        <a:spcBef>
          <a:spcPct val="0"/>
        </a:spcBef>
        <a:spcAft>
          <a:spcPct val="0"/>
        </a:spcAft>
        <a:defRPr kumimoji="1" sz="2400" b="1">
          <a:solidFill>
            <a:schemeClr val="bg1"/>
          </a:solidFill>
          <a:latin typeface="Arial" charset="0"/>
        </a:defRPr>
      </a:lvl6pPr>
      <a:lvl7pPr marL="685800" algn="l" rtl="0" eaLnBrk="1" fontAlgn="base" hangingPunct="1">
        <a:spcBef>
          <a:spcPct val="0"/>
        </a:spcBef>
        <a:spcAft>
          <a:spcPct val="0"/>
        </a:spcAft>
        <a:defRPr kumimoji="1" sz="2400" b="1">
          <a:solidFill>
            <a:schemeClr val="bg1"/>
          </a:solidFill>
          <a:latin typeface="Arial" charset="0"/>
        </a:defRPr>
      </a:lvl7pPr>
      <a:lvl8pPr marL="1028700" algn="l" rtl="0" eaLnBrk="1" fontAlgn="base" hangingPunct="1">
        <a:spcBef>
          <a:spcPct val="0"/>
        </a:spcBef>
        <a:spcAft>
          <a:spcPct val="0"/>
        </a:spcAft>
        <a:defRPr kumimoji="1" sz="2400" b="1">
          <a:solidFill>
            <a:schemeClr val="bg1"/>
          </a:solidFill>
          <a:latin typeface="Arial" charset="0"/>
        </a:defRPr>
      </a:lvl8pPr>
      <a:lvl9pPr marL="1371600" algn="l" rtl="0" eaLnBrk="1" fontAlgn="base" hangingPunct="1">
        <a:spcBef>
          <a:spcPct val="0"/>
        </a:spcBef>
        <a:spcAft>
          <a:spcPct val="0"/>
        </a:spcAft>
        <a:defRPr kumimoji="1" sz="2400" b="1">
          <a:solidFill>
            <a:schemeClr val="bg1"/>
          </a:solidFill>
          <a:latin typeface="Arial" charset="0"/>
        </a:defRPr>
      </a:lvl9pPr>
    </p:titleStyle>
    <p:bodyStyle>
      <a:lvl1pPr marL="132160" indent="-132160" algn="l" rtl="0" eaLnBrk="1" fontAlgn="base" hangingPunct="1">
        <a:spcBef>
          <a:spcPct val="20000"/>
        </a:spcBef>
        <a:spcAft>
          <a:spcPct val="0"/>
        </a:spcAft>
        <a:buClr>
          <a:schemeClr val="tx1"/>
        </a:buClr>
        <a:buChar char="•"/>
        <a:defRPr kumimoji="1" sz="1050">
          <a:solidFill>
            <a:schemeClr val="tx1"/>
          </a:solidFill>
          <a:latin typeface="+mn-ea"/>
          <a:ea typeface="+mn-ea"/>
          <a:cs typeface="+mn-cs"/>
        </a:defRPr>
      </a:lvl1pPr>
      <a:lvl2pPr marL="432197" indent="-214313" algn="l" rtl="0" eaLnBrk="1" fontAlgn="base" hangingPunct="1">
        <a:spcBef>
          <a:spcPct val="20000"/>
        </a:spcBef>
        <a:spcAft>
          <a:spcPct val="0"/>
        </a:spcAft>
        <a:buClr>
          <a:schemeClr val="tx1"/>
        </a:buClr>
        <a:buChar char="–"/>
        <a:defRPr kumimoji="1" sz="1050">
          <a:solidFill>
            <a:schemeClr val="tx1"/>
          </a:solidFill>
          <a:latin typeface="+mn-ea"/>
          <a:ea typeface="+mn-ea"/>
        </a:defRPr>
      </a:lvl2pPr>
      <a:lvl3pPr marL="644129" indent="-126206" algn="l" rtl="0" eaLnBrk="1" fontAlgn="base" hangingPunct="1">
        <a:spcBef>
          <a:spcPct val="20000"/>
        </a:spcBef>
        <a:spcAft>
          <a:spcPct val="0"/>
        </a:spcAft>
        <a:buClr>
          <a:schemeClr val="tx1"/>
        </a:buClr>
        <a:buChar char="•"/>
        <a:defRPr kumimoji="1" sz="1050">
          <a:solidFill>
            <a:schemeClr val="tx1"/>
          </a:solidFill>
          <a:latin typeface="+mn-ea"/>
          <a:ea typeface="+mn-ea"/>
        </a:defRPr>
      </a:lvl3pPr>
      <a:lvl4pPr marL="900113" indent="-170260" algn="l" rtl="0" eaLnBrk="1" fontAlgn="base" hangingPunct="1">
        <a:spcBef>
          <a:spcPct val="20000"/>
        </a:spcBef>
        <a:spcAft>
          <a:spcPct val="0"/>
        </a:spcAft>
        <a:buClr>
          <a:schemeClr val="tx1"/>
        </a:buClr>
        <a:buChar char="–"/>
        <a:defRPr kumimoji="1" sz="1050">
          <a:solidFill>
            <a:schemeClr val="tx1"/>
          </a:solidFill>
          <a:latin typeface="+mn-ea"/>
          <a:ea typeface="+mn-ea"/>
        </a:defRPr>
      </a:lvl4pPr>
      <a:lvl5pPr marL="1110854" indent="-125016" algn="l" rtl="0" eaLnBrk="1" fontAlgn="base" hangingPunct="1">
        <a:spcBef>
          <a:spcPct val="20000"/>
        </a:spcBef>
        <a:spcAft>
          <a:spcPct val="0"/>
        </a:spcAft>
        <a:buClr>
          <a:schemeClr val="tx1"/>
        </a:buClr>
        <a:buChar char="•"/>
        <a:defRPr kumimoji="1" sz="1050">
          <a:solidFill>
            <a:schemeClr val="tx1"/>
          </a:solidFill>
          <a:latin typeface="+mn-ea"/>
          <a:ea typeface="+mn-ea"/>
        </a:defRPr>
      </a:lvl5pPr>
      <a:lvl6pPr marL="1453754" indent="-125016" algn="l" rtl="0" eaLnBrk="1" fontAlgn="base" hangingPunct="1">
        <a:spcBef>
          <a:spcPct val="20000"/>
        </a:spcBef>
        <a:spcAft>
          <a:spcPct val="0"/>
        </a:spcAft>
        <a:buClr>
          <a:schemeClr val="tx1"/>
        </a:buClr>
        <a:buChar char="•"/>
        <a:defRPr kumimoji="1" sz="1500">
          <a:solidFill>
            <a:schemeClr val="tx1"/>
          </a:solidFill>
          <a:latin typeface="+mn-lt"/>
        </a:defRPr>
      </a:lvl6pPr>
      <a:lvl7pPr marL="1796654" indent="-125016" algn="l" rtl="0" eaLnBrk="1" fontAlgn="base" hangingPunct="1">
        <a:spcBef>
          <a:spcPct val="20000"/>
        </a:spcBef>
        <a:spcAft>
          <a:spcPct val="0"/>
        </a:spcAft>
        <a:buClr>
          <a:schemeClr val="tx1"/>
        </a:buClr>
        <a:buChar char="•"/>
        <a:defRPr kumimoji="1" sz="1500">
          <a:solidFill>
            <a:schemeClr val="tx1"/>
          </a:solidFill>
          <a:latin typeface="+mn-lt"/>
        </a:defRPr>
      </a:lvl7pPr>
      <a:lvl8pPr marL="2139554" indent="-125016" algn="l" rtl="0" eaLnBrk="1" fontAlgn="base" hangingPunct="1">
        <a:spcBef>
          <a:spcPct val="20000"/>
        </a:spcBef>
        <a:spcAft>
          <a:spcPct val="0"/>
        </a:spcAft>
        <a:buClr>
          <a:schemeClr val="tx1"/>
        </a:buClr>
        <a:buChar char="•"/>
        <a:defRPr kumimoji="1" sz="1500">
          <a:solidFill>
            <a:schemeClr val="tx1"/>
          </a:solidFill>
          <a:latin typeface="+mn-lt"/>
        </a:defRPr>
      </a:lvl8pPr>
      <a:lvl9pPr marL="2482454" indent="-125016" algn="l" rtl="0" eaLnBrk="1" fontAlgn="base" hangingPunct="1">
        <a:spcBef>
          <a:spcPct val="20000"/>
        </a:spcBef>
        <a:spcAft>
          <a:spcPct val="0"/>
        </a:spcAft>
        <a:buClr>
          <a:schemeClr val="tx1"/>
        </a:buClr>
        <a:buChar char="•"/>
        <a:defRPr kumimoji="1" sz="1500">
          <a:solidFill>
            <a:schemeClr val="tx1"/>
          </a:solidFill>
          <a:latin typeface="+mn-lt"/>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3F7433F-0DE1-1F3D-B72B-3FEFF56AEC5F}"/>
              </a:ext>
            </a:extLst>
          </p:cNvPr>
          <p:cNvGraphicFramePr>
            <a:graphicFrameLocks noChangeAspect="1"/>
          </p:cNvGraphicFramePr>
          <p:nvPr userDrawn="1">
            <p:custDataLst>
              <p:tags r:id="rId13"/>
            </p:custDataLst>
            <p:extLst>
              <p:ext uri="{D42A27DB-BD31-4B8C-83A1-F6EECF244321}">
                <p14:modId xmlns:p14="http://schemas.microsoft.com/office/powerpoint/2010/main" val="32023631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4" imgW="405" imgH="405" progId="TCLayout.ActiveDocument.1">
                  <p:embed/>
                </p:oleObj>
              </mc:Choice>
              <mc:Fallback>
                <p:oleObj name="think-cellスライド" r:id="rId14" imgW="405" imgH="405" progId="TCLayout.ActiveDocument.1">
                  <p:embed/>
                  <p:pic>
                    <p:nvPicPr>
                      <p:cNvPr id="3" name="think-cell data - do not delete" hidden="1">
                        <a:extLst>
                          <a:ext uri="{FF2B5EF4-FFF2-40B4-BE49-F238E27FC236}">
                            <a16:creationId xmlns:a16="http://schemas.microsoft.com/office/drawing/2014/main" id="{E3F7433F-0DE1-1F3D-B72B-3FEFF56AEC5F}"/>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574907"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376518"/>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413558" y="-376518"/>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8"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p:nvSpPr>
        <p:spPr>
          <a:xfrm>
            <a:off x="-536528" y="1233656"/>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8" y="1628308"/>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8" y="2022960"/>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8" y="2417612"/>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6" tIns="42203" rIns="84406" bIns="42203" numCol="1" spcCol="0" rtlCol="0" fromWordArt="0" anchor="ctr" anchorCtr="0" forceAA="0" compatLnSpc="1">
            <a:prstTxWarp prst="textNoShape">
              <a:avLst/>
            </a:prstTxWarp>
            <a:noAutofit/>
          </a:bodyPr>
          <a:lstStyle/>
          <a:p>
            <a:pPr defTabSz="843987"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2"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Tree>
    <p:extLst>
      <p:ext uri="{BB962C8B-B14F-4D97-AF65-F5344CB8AC3E}">
        <p14:creationId xmlns:p14="http://schemas.microsoft.com/office/powerpoint/2010/main" val="2694554898"/>
      </p:ext>
    </p:extLst>
  </p:cSld>
  <p:clrMap bg1="lt1" tx1="dk1" bg2="lt2" tx2="dk2" accent1="accent1" accent2="accent2" accent3="accent3" accent4="accent4" accent5="accent5" accent6="accent6" hlink="hlink" folHlink="folHlink"/>
  <p:sldLayoutIdLst>
    <p:sldLayoutId id="2147485366" r:id="rId1"/>
    <p:sldLayoutId id="2147485367" r:id="rId2"/>
    <p:sldLayoutId id="2147485368" r:id="rId3"/>
    <p:sldLayoutId id="2147485369" r:id="rId4"/>
    <p:sldLayoutId id="2147485370" r:id="rId5"/>
    <p:sldLayoutId id="2147485371" r:id="rId6"/>
    <p:sldLayoutId id="2147485372" r:id="rId7"/>
    <p:sldLayoutId id="2147485373" r:id="rId8"/>
    <p:sldLayoutId id="2147485374" r:id="rId9"/>
    <p:sldLayoutId id="2147485375" r:id="rId10"/>
    <p:sldLayoutId id="2147485567" r:id="rId11"/>
  </p:sldLayoutIdLst>
  <p:hf hd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D37800-827B-46F8-DF58-F3EAC1F7B0AA}"/>
              </a:ext>
            </a:extLst>
          </p:cNvPr>
          <p:cNvGraphicFramePr>
            <a:graphicFrameLocks noChangeAspect="1"/>
          </p:cNvGraphicFramePr>
          <p:nvPr userDrawn="1">
            <p:custDataLst>
              <p:tags r:id="rId9"/>
            </p:custDataLst>
            <p:extLst>
              <p:ext uri="{D42A27DB-BD31-4B8C-83A1-F6EECF244321}">
                <p14:modId xmlns:p14="http://schemas.microsoft.com/office/powerpoint/2010/main" val="1457617614"/>
              </p:ext>
            </p:ext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スライド" r:id="rId12" imgW="360" imgH="360" progId="TCLayout.ActiveDocument.1">
                  <p:embed/>
                </p:oleObj>
              </mc:Choice>
              <mc:Fallback>
                <p:oleObj name="think-cellスライド" r:id="rId12" imgW="360" imgH="360" progId="TCLayout.ActiveDocument.1">
                  <p:embed/>
                  <p:pic>
                    <p:nvPicPr>
                      <p:cNvPr id="3" name="think-cell data - do not delete" hidden="1">
                        <a:extLst>
                          <a:ext uri="{FF2B5EF4-FFF2-40B4-BE49-F238E27FC236}">
                            <a16:creationId xmlns:a16="http://schemas.microsoft.com/office/drawing/2014/main" id="{58D37800-827B-46F8-DF58-F3EAC1F7B0AA}"/>
                          </a:ext>
                        </a:extLst>
                      </p:cNvPr>
                      <p:cNvPicPr/>
                      <p:nvPr/>
                    </p:nvPicPr>
                    <p:blipFill>
                      <a:blip r:embed="rId13"/>
                      <a:stretch>
                        <a:fillRect/>
                      </a:stretch>
                    </p:blipFill>
                    <p:spPr>
                      <a:xfrm>
                        <a:off x="1588" y="1589"/>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009450" y="6453376"/>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796" rtl="0" eaLnBrk="1" fontAlgn="auto" latinLnBrk="0" hangingPunct="1">
              <a:lnSpc>
                <a:spcPct val="100000"/>
              </a:lnSpc>
              <a:spcBef>
                <a:spcPts val="0"/>
              </a:spcBef>
              <a:spcAft>
                <a:spcPts val="0"/>
              </a:spcAft>
              <a:buClrTx/>
              <a:buSzTx/>
              <a:buFontTx/>
              <a:buNone/>
              <a:tabLst/>
              <a:defRPr/>
            </a:pPr>
            <a:fld id="{EF2F7A32-C1EA-4F7E-B0A2-7FCB5BFE90DE}" type="slidenum">
              <a:rPr kumimoji="0" lang="en-GB" sz="7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685796" rtl="0" eaLnBrk="1" fontAlgn="auto" latinLnBrk="0" hangingPunct="1">
                <a:lnSpc>
                  <a:spcPct val="100000"/>
                </a:lnSpc>
                <a:spcBef>
                  <a:spcPts val="0"/>
                </a:spcBef>
                <a:spcAft>
                  <a:spcPts val="0"/>
                </a:spcAft>
                <a:buClrTx/>
                <a:buSzTx/>
                <a:buFontTx/>
                <a:buNone/>
                <a:tabLst/>
                <a:defRPr/>
              </a:pPr>
              <a:t>‹#›</a:t>
            </a:fld>
            <a:endParaRPr kumimoji="0" lang="en-GB" sz="675" b="0" i="0" u="none" strike="noStrike" kern="1200" cap="none" spc="0" normalizeH="0" baseline="0" noProof="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3" y="-447501"/>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8" y="-447501"/>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3" y="7012040"/>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9" y="7012040"/>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userDrawn="1"/>
        </p:nvSpPr>
        <p:spPr>
          <a:xfrm>
            <a:off x="495303" y="266705"/>
            <a:ext cx="8915399"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userDrawn="1"/>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1"/>
            <a:ext cx="8892000"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grpSp>
      <p:sp>
        <p:nvSpPr>
          <p:cNvPr id="13" name="AcnSubjectTitle_ID_13" hidden="1">
            <a:extLst>
              <a:ext uri="{FF2B5EF4-FFF2-40B4-BE49-F238E27FC236}">
                <a16:creationId xmlns:a16="http://schemas.microsoft.com/office/drawing/2014/main" id="{80CE973F-CC52-F6DE-E743-68E029CAB8DA}"/>
              </a:ext>
            </a:extLst>
          </p:cNvPr>
          <p:cNvSpPr txBox="1"/>
          <p:nvPr userDrawn="1">
            <p:custDataLst>
              <p:tags r:id="rId10"/>
            </p:custDataLst>
          </p:nvPr>
        </p:nvSpPr>
        <p:spPr bwMode="gray">
          <a:xfrm>
            <a:off x="179388" y="1420813"/>
            <a:ext cx="6985000" cy="269680"/>
          </a:xfrm>
          <a:prstGeom prst="rect">
            <a:avLst/>
          </a:prstGeom>
          <a:noFill/>
        </p:spPr>
        <p:txBody>
          <a:bodyPr vert="horz" wrap="square" lIns="36000" tIns="36000" rIns="36000" bIns="36000" rtlCol="0" anchor="ctr">
            <a:spAutoFit/>
          </a:bodyPr>
          <a:lstStyle/>
          <a:p>
            <a:pPr algn="l" defTabSz="914400" fontAlgn="base">
              <a:lnSpc>
                <a:spcPct val="80000"/>
              </a:lnSpc>
              <a:spcBef>
                <a:spcPct val="0"/>
              </a:spcBef>
              <a:spcAft>
                <a:spcPct val="0"/>
              </a:spcAft>
              <a:buFontTx/>
              <a:buNone/>
            </a:pPr>
            <a:r>
              <a:rPr kumimoji="1" lang="en-US" altLang="ja-JP" sz="1600" b="1" i="0">
                <a:solidFill>
                  <a:schemeClr val="tx1"/>
                </a:solidFill>
                <a:latin typeface="Meiryo UI" panose="020B0604030504040204" pitchFamily="50" charset="-128"/>
                <a:ea typeface="Meiryo UI" panose="020B0604030504040204" pitchFamily="50" charset="-128"/>
              </a:rPr>
              <a:t>Subject Title</a:t>
            </a:r>
            <a:endParaRPr kumimoji="1" lang="ja-JP" altLang="en-US" sz="1600" b="1" i="0">
              <a:solidFill>
                <a:schemeClr val="tx1"/>
              </a:solidFill>
              <a:latin typeface="Meiryo UI" panose="020B0604030504040204" pitchFamily="50" charset="-128"/>
              <a:ea typeface="Meiryo UI" panose="020B0604030504040204" pitchFamily="50" charset="-128"/>
            </a:endParaRPr>
          </a:p>
        </p:txBody>
      </p:sp>
      <p:sp>
        <p:nvSpPr>
          <p:cNvPr id="17" name="AcnFootnote_ID_17" hidden="1">
            <a:extLst>
              <a:ext uri="{FF2B5EF4-FFF2-40B4-BE49-F238E27FC236}">
                <a16:creationId xmlns:a16="http://schemas.microsoft.com/office/drawing/2014/main" id="{8766CB3F-02BB-8D4F-CC0C-78CAF99C6587}"/>
              </a:ext>
            </a:extLst>
          </p:cNvPr>
          <p:cNvSpPr txBox="1"/>
          <p:nvPr userDrawn="1">
            <p:custDataLst>
              <p:tags r:id="rId11"/>
            </p:custDataLst>
          </p:nvPr>
        </p:nvSpPr>
        <p:spPr bwMode="gray">
          <a:xfrm>
            <a:off x="179388" y="6254750"/>
            <a:ext cx="8780463" cy="349702"/>
          </a:xfrm>
          <a:prstGeom prst="rect">
            <a:avLst/>
          </a:prstGeom>
          <a:noFill/>
        </p:spPr>
        <p:txBody>
          <a:bodyPr vert="horz" wrap="square" lIns="36000" tIns="36000" rIns="36000" bIns="36000" rtlCol="0" anchor="b">
            <a:spAutoFit/>
          </a:bodyPr>
          <a:lstStyle/>
          <a:p>
            <a:pPr marL="538163" indent="-538163" algn="l" defTabSz="914400" fontAlgn="base">
              <a:lnSpc>
                <a:spcPct val="80000"/>
              </a:lnSpc>
              <a:spcBef>
                <a:spcPct val="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	Footnote</a:t>
            </a:r>
          </a:p>
          <a:p>
            <a:pPr marL="538163" indent="-538163" algn="l" defTabSz="914400" fontAlgn="base">
              <a:lnSpc>
                <a:spcPct val="80000"/>
              </a:lnSpc>
              <a:spcBef>
                <a:spcPct val="2000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Source:	Source</a:t>
            </a:r>
            <a:endParaRPr kumimoji="1" lang="ja-JP" altLang="en-US" sz="1000" b="0" i="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777533317"/>
      </p:ext>
    </p:extLst>
  </p:cSld>
  <p:clrMap bg1="lt1" tx1="dk1" bg2="lt2" tx2="dk2" accent1="accent1" accent2="accent2" accent3="accent3" accent4="accent4" accent5="accent5" accent6="accent6" hlink="hlink" folHlink="folHlink"/>
  <p:sldLayoutIdLst>
    <p:sldLayoutId id="2147485501" r:id="rId1"/>
    <p:sldLayoutId id="2147485502" r:id="rId2"/>
    <p:sldLayoutId id="2147485503" r:id="rId3"/>
    <p:sldLayoutId id="2147485504" r:id="rId4"/>
    <p:sldLayoutId id="2147485505" r:id="rId5"/>
    <p:sldLayoutId id="2147485506" r:id="rId6"/>
    <p:sldLayoutId id="2147485507" r:id="rId7"/>
  </p:sldLayoutIdLst>
  <p:hf sldNum="0" hdr="0" dt="0"/>
  <p:txStyles>
    <p:titleStyle>
      <a:lvl1pPr algn="ctr" defTabSz="571394" rtl="0" eaLnBrk="1" fontAlgn="base" hangingPunct="1">
        <a:spcBef>
          <a:spcPct val="0"/>
        </a:spcBef>
        <a:spcAft>
          <a:spcPct val="0"/>
        </a:spcAft>
        <a:defRPr kumimoji="1" sz="1200">
          <a:solidFill>
            <a:schemeClr val="bg1"/>
          </a:solidFill>
          <a:latin typeface="+mj-ea"/>
          <a:ea typeface="+mj-ea"/>
          <a:cs typeface="+mj-cs"/>
        </a:defRPr>
      </a:lvl1pPr>
      <a:lvl2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2pPr>
      <a:lvl3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3pPr>
      <a:lvl4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4pPr>
      <a:lvl5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5pPr>
      <a:lvl6pPr marL="342836"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685673"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028509"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371345"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050">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p:bodyStyle>
    <p:otherStyle>
      <a:defPPr>
        <a:defRPr lang="ja-JP"/>
      </a:defPPr>
      <a:lvl1pPr marL="0" algn="l" defTabSz="685673" rtl="0" eaLnBrk="1" latinLnBrk="0" hangingPunct="1">
        <a:defRPr kumimoji="1" sz="1351" kern="1200">
          <a:solidFill>
            <a:schemeClr val="tx1"/>
          </a:solidFill>
          <a:latin typeface="+mn-lt"/>
          <a:ea typeface="+mn-ea"/>
          <a:cs typeface="+mn-cs"/>
        </a:defRPr>
      </a:lvl1pPr>
      <a:lvl2pPr marL="342836" algn="l" defTabSz="685673" rtl="0" eaLnBrk="1" latinLnBrk="0" hangingPunct="1">
        <a:defRPr kumimoji="1" sz="1351" kern="1200">
          <a:solidFill>
            <a:schemeClr val="tx1"/>
          </a:solidFill>
          <a:latin typeface="+mn-lt"/>
          <a:ea typeface="+mn-ea"/>
          <a:cs typeface="+mn-cs"/>
        </a:defRPr>
      </a:lvl2pPr>
      <a:lvl3pPr marL="685673" algn="l" defTabSz="685673" rtl="0" eaLnBrk="1" latinLnBrk="0" hangingPunct="1">
        <a:defRPr kumimoji="1" sz="1351" kern="1200">
          <a:solidFill>
            <a:schemeClr val="tx1"/>
          </a:solidFill>
          <a:latin typeface="+mn-lt"/>
          <a:ea typeface="+mn-ea"/>
          <a:cs typeface="+mn-cs"/>
        </a:defRPr>
      </a:lvl3pPr>
      <a:lvl4pPr marL="1028509" algn="l" defTabSz="685673" rtl="0" eaLnBrk="1" latinLnBrk="0" hangingPunct="1">
        <a:defRPr kumimoji="1" sz="1351" kern="1200">
          <a:solidFill>
            <a:schemeClr val="tx1"/>
          </a:solidFill>
          <a:latin typeface="+mn-lt"/>
          <a:ea typeface="+mn-ea"/>
          <a:cs typeface="+mn-cs"/>
        </a:defRPr>
      </a:lvl4pPr>
      <a:lvl5pPr marL="1371345" algn="l" defTabSz="685673" rtl="0" eaLnBrk="1" latinLnBrk="0" hangingPunct="1">
        <a:defRPr kumimoji="1" sz="1351" kern="1200">
          <a:solidFill>
            <a:schemeClr val="tx1"/>
          </a:solidFill>
          <a:latin typeface="+mn-lt"/>
          <a:ea typeface="+mn-ea"/>
          <a:cs typeface="+mn-cs"/>
        </a:defRPr>
      </a:lvl5pPr>
      <a:lvl6pPr marL="1714181" algn="l" defTabSz="685673" rtl="0" eaLnBrk="1" latinLnBrk="0" hangingPunct="1">
        <a:defRPr kumimoji="1" sz="1351" kern="1200">
          <a:solidFill>
            <a:schemeClr val="tx1"/>
          </a:solidFill>
          <a:latin typeface="+mn-lt"/>
          <a:ea typeface="+mn-ea"/>
          <a:cs typeface="+mn-cs"/>
        </a:defRPr>
      </a:lvl6pPr>
      <a:lvl7pPr marL="2057017" algn="l" defTabSz="685673" rtl="0" eaLnBrk="1" latinLnBrk="0" hangingPunct="1">
        <a:defRPr kumimoji="1" sz="1351" kern="1200">
          <a:solidFill>
            <a:schemeClr val="tx1"/>
          </a:solidFill>
          <a:latin typeface="+mn-lt"/>
          <a:ea typeface="+mn-ea"/>
          <a:cs typeface="+mn-cs"/>
        </a:defRPr>
      </a:lvl7pPr>
      <a:lvl8pPr marL="2399854" algn="l" defTabSz="685673" rtl="0" eaLnBrk="1" latinLnBrk="0" hangingPunct="1">
        <a:defRPr kumimoji="1" sz="1351" kern="1200">
          <a:solidFill>
            <a:schemeClr val="tx1"/>
          </a:solidFill>
          <a:latin typeface="+mn-lt"/>
          <a:ea typeface="+mn-ea"/>
          <a:cs typeface="+mn-cs"/>
        </a:defRPr>
      </a:lvl8pPr>
      <a:lvl9pPr marL="2742689" algn="l" defTabSz="685673" rtl="0" eaLnBrk="1" latinLnBrk="0" hangingPunct="1">
        <a:defRPr kumimoji="1"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12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A3C7E29-81B3-D0EB-3901-9FD8B70B0C1D}"/>
              </a:ext>
            </a:extLst>
          </p:cNvPr>
          <p:cNvGraphicFramePr>
            <a:graphicFrameLocks noChangeAspect="1"/>
          </p:cNvGraphicFramePr>
          <p:nvPr userDrawn="1">
            <p:custDataLst>
              <p:tags r:id="rId5"/>
            </p:custDataLst>
            <p:extLst>
              <p:ext uri="{D42A27DB-BD31-4B8C-83A1-F6EECF244321}">
                <p14:modId xmlns:p14="http://schemas.microsoft.com/office/powerpoint/2010/main" val="31275839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6" imgW="405" imgH="405" progId="TCLayout.ActiveDocument.1">
                  <p:embed/>
                </p:oleObj>
              </mc:Choice>
              <mc:Fallback>
                <p:oleObj name="think-cellスライド" r:id="rId6" imgW="405" imgH="405" progId="TCLayout.ActiveDocument.1">
                  <p:embed/>
                  <p:pic>
                    <p:nvPicPr>
                      <p:cNvPr id="3" name="think-cell data - do not delete" hidden="1">
                        <a:extLst>
                          <a:ext uri="{FF2B5EF4-FFF2-40B4-BE49-F238E27FC236}">
                            <a16:creationId xmlns:a16="http://schemas.microsoft.com/office/drawing/2014/main" id="{4A3C7E29-81B3-D0EB-3901-9FD8B70B0C1D}"/>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userDrawn="1"/>
        </p:nvSpPr>
        <p:spPr>
          <a:xfrm>
            <a:off x="9271620" y="6521052"/>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900"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447501"/>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7" y="-447501"/>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a:cxnSpLocks/>
          </p:cNvCxnSpPr>
          <p:nvPr userDrawn="1"/>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a:cxnSpLocks/>
          </p:cNvCxnSpPr>
          <p:nvPr userDrawn="1"/>
        </p:nvCxnSpPr>
        <p:spPr bwMode="auto">
          <a:xfrm>
            <a:off x="9412426"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userDrawn="1"/>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userDrawn="1"/>
        </p:nvSpPr>
        <p:spPr>
          <a:xfrm>
            <a:off x="9243477"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a:cxnSpLocks/>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0"/>
            <a:ext cx="8892000"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grpSp>
    </p:spTree>
    <p:extLst>
      <p:ext uri="{BB962C8B-B14F-4D97-AF65-F5344CB8AC3E}">
        <p14:creationId xmlns:p14="http://schemas.microsoft.com/office/powerpoint/2010/main" val="1333020650"/>
      </p:ext>
    </p:extLst>
  </p:cSld>
  <p:clrMap bg1="lt1" tx1="dk1" bg2="lt2" tx2="dk2" accent1="accent1" accent2="accent2" accent3="accent3" accent4="accent4" accent5="accent5" accent6="accent6" hlink="hlink" folHlink="folHlink"/>
  <p:sldLayoutIdLst>
    <p:sldLayoutId id="2147485527" r:id="rId1"/>
    <p:sldLayoutId id="2147485528" r:id="rId2"/>
    <p:sldLayoutId id="2147485529" r:id="rId3"/>
  </p:sldLayoutIdLst>
  <p:hf sldNum="0" hd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D37800-827B-46F8-DF58-F3EAC1F7B0AA}"/>
              </a:ext>
            </a:extLst>
          </p:cNvPr>
          <p:cNvGraphicFramePr>
            <a:graphicFrameLocks noChangeAspect="1"/>
          </p:cNvGraphicFramePr>
          <p:nvPr userDrawn="1">
            <p:custDataLst>
              <p:tags r:id="rId26"/>
            </p:custDataLst>
            <p:extLst>
              <p:ext uri="{D42A27DB-BD31-4B8C-83A1-F6EECF244321}">
                <p14:modId xmlns:p14="http://schemas.microsoft.com/office/powerpoint/2010/main" val="1457617614"/>
              </p:ext>
            </p:ext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スライド" r:id="rId27" imgW="360" imgH="360" progId="TCLayout.ActiveDocument.1">
                  <p:embed/>
                </p:oleObj>
              </mc:Choice>
              <mc:Fallback>
                <p:oleObj name="think-cellスライド" r:id="rId27" imgW="360" imgH="360" progId="TCLayout.ActiveDocument.1">
                  <p:embed/>
                  <p:pic>
                    <p:nvPicPr>
                      <p:cNvPr id="3" name="think-cell data - do not delete" hidden="1">
                        <a:extLst>
                          <a:ext uri="{FF2B5EF4-FFF2-40B4-BE49-F238E27FC236}">
                            <a16:creationId xmlns:a16="http://schemas.microsoft.com/office/drawing/2014/main" id="{58D37800-827B-46F8-DF58-F3EAC1F7B0AA}"/>
                          </a:ext>
                        </a:extLst>
                      </p:cNvPr>
                      <p:cNvPicPr/>
                      <p:nvPr/>
                    </p:nvPicPr>
                    <p:blipFill>
                      <a:blip r:embed="rId28"/>
                      <a:stretch>
                        <a:fillRect/>
                      </a:stretch>
                    </p:blipFill>
                    <p:spPr>
                      <a:xfrm>
                        <a:off x="1588" y="1589"/>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009450" y="6453376"/>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796" rtl="0" eaLnBrk="1" fontAlgn="auto" latinLnBrk="0" hangingPunct="1">
              <a:lnSpc>
                <a:spcPct val="100000"/>
              </a:lnSpc>
              <a:spcBef>
                <a:spcPts val="0"/>
              </a:spcBef>
              <a:spcAft>
                <a:spcPts val="0"/>
              </a:spcAft>
              <a:buClrTx/>
              <a:buSzTx/>
              <a:buFontTx/>
              <a:buNone/>
              <a:tabLst/>
              <a:defRPr/>
            </a:pPr>
            <a:fld id="{EF2F7A32-C1EA-4F7E-B0A2-7FCB5BFE90DE}" type="slidenum">
              <a:rPr kumimoji="0" lang="en-GB" sz="7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685796" rtl="0" eaLnBrk="1" fontAlgn="auto" latinLnBrk="0" hangingPunct="1">
                <a:lnSpc>
                  <a:spcPct val="100000"/>
                </a:lnSpc>
                <a:spcBef>
                  <a:spcPts val="0"/>
                </a:spcBef>
                <a:spcAft>
                  <a:spcPts val="0"/>
                </a:spcAft>
                <a:buClrTx/>
                <a:buSzTx/>
                <a:buFontTx/>
                <a:buNone/>
                <a:tabLst/>
                <a:defRPr/>
              </a:pPr>
              <a:t>‹#›</a:t>
            </a:fld>
            <a:endParaRPr kumimoji="0" lang="en-GB" sz="675" b="0" i="0" u="none" strike="noStrike" kern="1200" cap="none" spc="0" normalizeH="0" baseline="0" noProof="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3" y="-447501"/>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8" y="-447501"/>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3" y="7012040"/>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9" y="7012040"/>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3" y="266705"/>
            <a:ext cx="8915399"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1"/>
            <a:ext cx="8892000"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grpSp>
    </p:spTree>
    <p:extLst>
      <p:ext uri="{BB962C8B-B14F-4D97-AF65-F5344CB8AC3E}">
        <p14:creationId xmlns:p14="http://schemas.microsoft.com/office/powerpoint/2010/main" val="2054244123"/>
      </p:ext>
    </p:extLst>
  </p:cSld>
  <p:clrMap bg1="lt1" tx1="dk1" bg2="lt2" tx2="dk2" accent1="accent1" accent2="accent2" accent3="accent3" accent4="accent4" accent5="accent5" accent6="accent6" hlink="hlink" folHlink="folHlink"/>
  <p:sldLayoutIdLst>
    <p:sldLayoutId id="2147485531" r:id="rId1"/>
    <p:sldLayoutId id="2147485532" r:id="rId2"/>
    <p:sldLayoutId id="2147485533" r:id="rId3"/>
    <p:sldLayoutId id="2147485538" r:id="rId4"/>
    <p:sldLayoutId id="2147485542" r:id="rId5"/>
    <p:sldLayoutId id="2147485543" r:id="rId6"/>
    <p:sldLayoutId id="2147485613" r:id="rId7"/>
    <p:sldLayoutId id="2147485622" r:id="rId8"/>
    <p:sldLayoutId id="2147485659" r:id="rId9"/>
    <p:sldLayoutId id="2147485660" r:id="rId10"/>
    <p:sldLayoutId id="2147485661" r:id="rId11"/>
    <p:sldLayoutId id="2147485662" r:id="rId12"/>
    <p:sldLayoutId id="2147485663" r:id="rId13"/>
    <p:sldLayoutId id="2147485664" r:id="rId14"/>
    <p:sldLayoutId id="2147485665" r:id="rId15"/>
    <p:sldLayoutId id="2147485666" r:id="rId16"/>
    <p:sldLayoutId id="2147485667" r:id="rId17"/>
    <p:sldLayoutId id="2147485668" r:id="rId18"/>
    <p:sldLayoutId id="2147485669" r:id="rId19"/>
    <p:sldLayoutId id="2147485670" r:id="rId20"/>
    <p:sldLayoutId id="2147485671" r:id="rId21"/>
    <p:sldLayoutId id="2147485672" r:id="rId22"/>
    <p:sldLayoutId id="2147485673" r:id="rId23"/>
    <p:sldLayoutId id="2147485674" r:id="rId24"/>
  </p:sldLayoutIdLst>
  <p:hf sldNum="0" hdr="0" dt="0"/>
  <p:txStyles>
    <p:titleStyle>
      <a:lvl1pPr algn="ctr" defTabSz="571394" rtl="0" eaLnBrk="1" fontAlgn="base" hangingPunct="1">
        <a:spcBef>
          <a:spcPct val="0"/>
        </a:spcBef>
        <a:spcAft>
          <a:spcPct val="0"/>
        </a:spcAft>
        <a:defRPr kumimoji="1" sz="1200">
          <a:solidFill>
            <a:schemeClr val="bg1"/>
          </a:solidFill>
          <a:latin typeface="+mj-ea"/>
          <a:ea typeface="+mj-ea"/>
          <a:cs typeface="+mj-cs"/>
        </a:defRPr>
      </a:lvl1pPr>
      <a:lvl2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2pPr>
      <a:lvl3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3pPr>
      <a:lvl4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4pPr>
      <a:lvl5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5pPr>
      <a:lvl6pPr marL="342836"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685673"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028509"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371345"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050">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p:bodyStyle>
    <p:otherStyle>
      <a:defPPr>
        <a:defRPr lang="ja-JP"/>
      </a:defPPr>
      <a:lvl1pPr marL="0" algn="l" defTabSz="685673" rtl="0" eaLnBrk="1" latinLnBrk="0" hangingPunct="1">
        <a:defRPr kumimoji="1" sz="1351" kern="1200">
          <a:solidFill>
            <a:schemeClr val="tx1"/>
          </a:solidFill>
          <a:latin typeface="+mn-lt"/>
          <a:ea typeface="+mn-ea"/>
          <a:cs typeface="+mn-cs"/>
        </a:defRPr>
      </a:lvl1pPr>
      <a:lvl2pPr marL="342836" algn="l" defTabSz="685673" rtl="0" eaLnBrk="1" latinLnBrk="0" hangingPunct="1">
        <a:defRPr kumimoji="1" sz="1351" kern="1200">
          <a:solidFill>
            <a:schemeClr val="tx1"/>
          </a:solidFill>
          <a:latin typeface="+mn-lt"/>
          <a:ea typeface="+mn-ea"/>
          <a:cs typeface="+mn-cs"/>
        </a:defRPr>
      </a:lvl2pPr>
      <a:lvl3pPr marL="685673" algn="l" defTabSz="685673" rtl="0" eaLnBrk="1" latinLnBrk="0" hangingPunct="1">
        <a:defRPr kumimoji="1" sz="1351" kern="1200">
          <a:solidFill>
            <a:schemeClr val="tx1"/>
          </a:solidFill>
          <a:latin typeface="+mn-lt"/>
          <a:ea typeface="+mn-ea"/>
          <a:cs typeface="+mn-cs"/>
        </a:defRPr>
      </a:lvl3pPr>
      <a:lvl4pPr marL="1028509" algn="l" defTabSz="685673" rtl="0" eaLnBrk="1" latinLnBrk="0" hangingPunct="1">
        <a:defRPr kumimoji="1" sz="1351" kern="1200">
          <a:solidFill>
            <a:schemeClr val="tx1"/>
          </a:solidFill>
          <a:latin typeface="+mn-lt"/>
          <a:ea typeface="+mn-ea"/>
          <a:cs typeface="+mn-cs"/>
        </a:defRPr>
      </a:lvl4pPr>
      <a:lvl5pPr marL="1371345" algn="l" defTabSz="685673" rtl="0" eaLnBrk="1" latinLnBrk="0" hangingPunct="1">
        <a:defRPr kumimoji="1" sz="1351" kern="1200">
          <a:solidFill>
            <a:schemeClr val="tx1"/>
          </a:solidFill>
          <a:latin typeface="+mn-lt"/>
          <a:ea typeface="+mn-ea"/>
          <a:cs typeface="+mn-cs"/>
        </a:defRPr>
      </a:lvl5pPr>
      <a:lvl6pPr marL="1714181" algn="l" defTabSz="685673" rtl="0" eaLnBrk="1" latinLnBrk="0" hangingPunct="1">
        <a:defRPr kumimoji="1" sz="1351" kern="1200">
          <a:solidFill>
            <a:schemeClr val="tx1"/>
          </a:solidFill>
          <a:latin typeface="+mn-lt"/>
          <a:ea typeface="+mn-ea"/>
          <a:cs typeface="+mn-cs"/>
        </a:defRPr>
      </a:lvl6pPr>
      <a:lvl7pPr marL="2057017" algn="l" defTabSz="685673" rtl="0" eaLnBrk="1" latinLnBrk="0" hangingPunct="1">
        <a:defRPr kumimoji="1" sz="1351" kern="1200">
          <a:solidFill>
            <a:schemeClr val="tx1"/>
          </a:solidFill>
          <a:latin typeface="+mn-lt"/>
          <a:ea typeface="+mn-ea"/>
          <a:cs typeface="+mn-cs"/>
        </a:defRPr>
      </a:lvl7pPr>
      <a:lvl8pPr marL="2399854" algn="l" defTabSz="685673" rtl="0" eaLnBrk="1" latinLnBrk="0" hangingPunct="1">
        <a:defRPr kumimoji="1" sz="1351" kern="1200">
          <a:solidFill>
            <a:schemeClr val="tx1"/>
          </a:solidFill>
          <a:latin typeface="+mn-lt"/>
          <a:ea typeface="+mn-ea"/>
          <a:cs typeface="+mn-cs"/>
        </a:defRPr>
      </a:lvl8pPr>
      <a:lvl9pPr marL="2742689" algn="l" defTabSz="685673" rtl="0" eaLnBrk="1" latinLnBrk="0" hangingPunct="1">
        <a:defRPr kumimoji="1"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120">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527282"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376518"/>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413558" y="-376518"/>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12426"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8"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p:nvSpPr>
        <p:spPr>
          <a:xfrm>
            <a:off x="-536528" y="1233656"/>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8" y="1628308"/>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8" y="2022960"/>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8" y="2417612"/>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6" tIns="42203" rIns="84406" bIns="42203" numCol="1" spcCol="0" rtlCol="0" fromWordArt="0" anchor="ctr" anchorCtr="0" forceAA="0" compatLnSpc="1">
            <a:prstTxWarp prst="textNoShape">
              <a:avLst/>
            </a:prstTxWarp>
            <a:noAutofit/>
          </a:bodyPr>
          <a:lstStyle/>
          <a:p>
            <a:pPr defTabSz="843987"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2"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Tree>
    <p:extLst>
      <p:ext uri="{BB962C8B-B14F-4D97-AF65-F5344CB8AC3E}">
        <p14:creationId xmlns:p14="http://schemas.microsoft.com/office/powerpoint/2010/main" val="3247456050"/>
      </p:ext>
    </p:extLst>
  </p:cSld>
  <p:clrMap bg1="lt1" tx1="dk1" bg2="lt2" tx2="dk2" accent1="accent1" accent2="accent2" accent3="accent3" accent4="accent4" accent5="accent5" accent6="accent6" hlink="hlink" folHlink="folHlink"/>
  <p:sldLayoutIdLst>
    <p:sldLayoutId id="2147485588" r:id="rId1"/>
    <p:sldLayoutId id="2147485589" r:id="rId2"/>
    <p:sldLayoutId id="2147485590" r:id="rId3"/>
    <p:sldLayoutId id="2147485591" r:id="rId4"/>
    <p:sldLayoutId id="2147485592" r:id="rId5"/>
    <p:sldLayoutId id="2147485593" r:id="rId6"/>
    <p:sldLayoutId id="2147485594" r:id="rId7"/>
    <p:sldLayoutId id="2147485595" r:id="rId8"/>
    <p:sldLayoutId id="2147485596" r:id="rId9"/>
    <p:sldLayoutId id="2147485598" r:id="rId10"/>
  </p:sldLayoutIdLst>
  <p:hf hdr="0" ft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D37800-827B-46F8-DF58-F3EAC1F7B0AA}"/>
              </a:ext>
            </a:extLst>
          </p:cNvPr>
          <p:cNvGraphicFramePr>
            <a:graphicFrameLocks noChangeAspect="1"/>
          </p:cNvGraphicFramePr>
          <p:nvPr userDrawn="1">
            <p:custDataLst>
              <p:tags r:id="rId9"/>
            </p:custDataLst>
            <p:extLst>
              <p:ext uri="{D42A27DB-BD31-4B8C-83A1-F6EECF244321}">
                <p14:modId xmlns:p14="http://schemas.microsoft.com/office/powerpoint/2010/main" val="1457617614"/>
              </p:ext>
            </p:extLst>
          </p:nvPr>
        </p:nvGraphicFramePr>
        <p:xfrm>
          <a:off x="1588" y="1589"/>
          <a:ext cx="1588" cy="1588"/>
        </p:xfrm>
        <a:graphic>
          <a:graphicData uri="http://schemas.openxmlformats.org/presentationml/2006/ole">
            <mc:AlternateContent xmlns:mc="http://schemas.openxmlformats.org/markup-compatibility/2006">
              <mc:Choice xmlns:v="urn:schemas-microsoft-com:vml" Requires="v">
                <p:oleObj name="think-cellスライド" r:id="rId12" imgW="360" imgH="360" progId="TCLayout.ActiveDocument.1">
                  <p:embed/>
                </p:oleObj>
              </mc:Choice>
              <mc:Fallback>
                <p:oleObj name="think-cellスライド" r:id="rId12" imgW="360" imgH="360" progId="TCLayout.ActiveDocument.1">
                  <p:embed/>
                  <p:pic>
                    <p:nvPicPr>
                      <p:cNvPr id="3" name="think-cell data - do not delete" hidden="1">
                        <a:extLst>
                          <a:ext uri="{FF2B5EF4-FFF2-40B4-BE49-F238E27FC236}">
                            <a16:creationId xmlns:a16="http://schemas.microsoft.com/office/drawing/2014/main" id="{58D37800-827B-46F8-DF58-F3EAC1F7B0AA}"/>
                          </a:ext>
                        </a:extLst>
                      </p:cNvPr>
                      <p:cNvPicPr/>
                      <p:nvPr/>
                    </p:nvPicPr>
                    <p:blipFill>
                      <a:blip r:embed="rId13"/>
                      <a:stretch>
                        <a:fillRect/>
                      </a:stretch>
                    </p:blipFill>
                    <p:spPr>
                      <a:xfrm>
                        <a:off x="1588" y="1589"/>
                        <a:ext cx="1588" cy="1588"/>
                      </a:xfrm>
                      <a:prstGeom prst="rect">
                        <a:avLst/>
                      </a:prstGeom>
                    </p:spPr>
                  </p:pic>
                </p:oleObj>
              </mc:Fallback>
            </mc:AlternateContent>
          </a:graphicData>
        </a:graphic>
      </p:graphicFrame>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009450" y="6453376"/>
            <a:ext cx="357572" cy="360000"/>
          </a:xfrm>
          <a:prstGeom prst="rect">
            <a:avLst/>
          </a:prstGeom>
        </p:spPr>
        <p:txBody>
          <a:bodyPr vert="horz" lIns="0" tIns="0" rIns="0" bIns="0" rtlCol="0" anchor="ctr"/>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796" rtl="0" eaLnBrk="1" fontAlgn="auto" latinLnBrk="0" hangingPunct="1">
              <a:lnSpc>
                <a:spcPct val="100000"/>
              </a:lnSpc>
              <a:spcBef>
                <a:spcPts val="0"/>
              </a:spcBef>
              <a:spcAft>
                <a:spcPts val="0"/>
              </a:spcAft>
              <a:buClrTx/>
              <a:buSzTx/>
              <a:buFontTx/>
              <a:buNone/>
              <a:tabLst/>
              <a:defRPr/>
            </a:pPr>
            <a:fld id="{EF2F7A32-C1EA-4F7E-B0A2-7FCB5BFE90DE}" type="slidenum">
              <a:rPr kumimoji="0" lang="en-GB" sz="731" b="0" i="0" u="none" strike="noStrike" kern="1200" cap="none" spc="0" normalizeH="0" baseline="0" noProof="0" smtClean="0">
                <a:ln>
                  <a:noFill/>
                </a:ln>
                <a:solidFill>
                  <a:schemeClr val="tx1">
                    <a:alpha val="50000"/>
                  </a:schemeClr>
                </a:solidFill>
                <a:effectLst/>
                <a:uLnTx/>
                <a:uFillTx/>
                <a:latin typeface="+mn-ea"/>
                <a:ea typeface="+mn-ea"/>
                <a:cs typeface="+mn-cs"/>
              </a:rPr>
              <a:pPr marL="0" marR="0" lvl="0" indent="0" algn="ctr" defTabSz="685796" rtl="0" eaLnBrk="1" fontAlgn="auto" latinLnBrk="0" hangingPunct="1">
                <a:lnSpc>
                  <a:spcPct val="100000"/>
                </a:lnSpc>
                <a:spcBef>
                  <a:spcPts val="0"/>
                </a:spcBef>
                <a:spcAft>
                  <a:spcPts val="0"/>
                </a:spcAft>
                <a:buClrTx/>
                <a:buSzTx/>
                <a:buFontTx/>
                <a:buNone/>
                <a:tabLst/>
                <a:defRPr/>
              </a:pPr>
              <a:t>‹#›</a:t>
            </a:fld>
            <a:endParaRPr kumimoji="0" lang="en-GB" sz="675" b="0" i="0" u="none" strike="noStrike" kern="1200" cap="none" spc="0" normalizeH="0" baseline="0" noProof="0">
              <a:ln>
                <a:noFill/>
              </a:ln>
              <a:solidFill>
                <a:schemeClr val="tx1">
                  <a:alpha val="50000"/>
                </a:scheme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3" y="-447501"/>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243478" y="-447501"/>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3" y="7012040"/>
            <a:ext cx="530915" cy="300210"/>
          </a:xfrm>
          <a:prstGeom prst="rect">
            <a:avLst/>
          </a:prstGeom>
          <a:noFill/>
        </p:spPr>
        <p:txBody>
          <a:bodyPr wrap="none" rtlCol="0">
            <a:spAutoFit/>
          </a:bodyPr>
          <a:lstStyle/>
          <a:p>
            <a:r>
              <a:rPr kumimoji="1" lang="ja-JP" altLang="en-US" sz="1351"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9" y="7012040"/>
            <a:ext cx="530915" cy="300210"/>
          </a:xfrm>
          <a:prstGeom prst="rect">
            <a:avLst/>
          </a:prstGeom>
          <a:noFill/>
        </p:spPr>
        <p:txBody>
          <a:bodyPr wrap="none" rtlCol="0">
            <a:spAutoFit/>
          </a:bodyPr>
          <a:lstStyle/>
          <a:p>
            <a:r>
              <a:rPr kumimoji="1" lang="ja-JP" altLang="en-US" sz="1351"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3" y="266705"/>
            <a:ext cx="8915399"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cxnSp>
        <p:nvCxnSpPr>
          <p:cNvPr id="18" name="Straight Connector 7">
            <a:extLst>
              <a:ext uri="{FF2B5EF4-FFF2-40B4-BE49-F238E27FC236}">
                <a16:creationId xmlns:a16="http://schemas.microsoft.com/office/drawing/2014/main" id="{3426408B-7E00-884B-2AE7-3F477FF5C006}"/>
              </a:ext>
            </a:extLst>
          </p:cNvPr>
          <p:cNvCxnSpPr>
            <a:cxnSpLocks/>
          </p:cNvCxnSpPr>
          <p:nvPr/>
        </p:nvCxnSpPr>
        <p:spPr>
          <a:xfrm>
            <a:off x="507000" y="701780"/>
            <a:ext cx="8892000"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507000" y="114301"/>
            <a:ext cx="8892000" cy="578871"/>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500" i="0" kern="0"/>
          </a:p>
        </p:txBody>
      </p:sp>
      <p:grpSp>
        <p:nvGrpSpPr>
          <p:cNvPr id="40" name="グループ化 39">
            <a:extLst>
              <a:ext uri="{FF2B5EF4-FFF2-40B4-BE49-F238E27FC236}">
                <a16:creationId xmlns:a16="http://schemas.microsoft.com/office/drawing/2014/main" id="{9FD378DF-57D9-D612-3D63-536FE3AF1FE8}"/>
              </a:ext>
            </a:extLst>
          </p:cNvPr>
          <p:cNvGrpSpPr/>
          <p:nvPr userDrawn="1"/>
        </p:nvGrpSpPr>
        <p:grpSpPr>
          <a:xfrm>
            <a:off x="-507607" y="548680"/>
            <a:ext cx="390000" cy="4032448"/>
            <a:chOff x="-468560" y="548680"/>
            <a:chExt cx="360000" cy="4032448"/>
          </a:xfrm>
        </p:grpSpPr>
        <p:sp>
          <p:nvSpPr>
            <p:cNvPr id="14" name="正方形/長方形 13">
              <a:extLst>
                <a:ext uri="{FF2B5EF4-FFF2-40B4-BE49-F238E27FC236}">
                  <a16:creationId xmlns:a16="http://schemas.microsoft.com/office/drawing/2014/main" id="{1084623F-472B-4E76-893D-31861E01631F}"/>
                </a:ext>
              </a:extLst>
            </p:cNvPr>
            <p:cNvSpPr/>
            <p:nvPr/>
          </p:nvSpPr>
          <p:spPr>
            <a:xfrm>
              <a:off x="-468560" y="797555"/>
              <a:ext cx="360000" cy="255181"/>
            </a:xfrm>
            <a:prstGeom prst="rect">
              <a:avLst/>
            </a:prstGeom>
            <a:solidFill>
              <a:schemeClr val="accent1"/>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468560" y="1052736"/>
              <a:ext cx="360000" cy="255181"/>
            </a:xfrm>
            <a:prstGeom prst="rect">
              <a:avLst/>
            </a:prstGeom>
            <a:solidFill>
              <a:schemeClr val="accent1">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468560" y="1301611"/>
              <a:ext cx="360000" cy="255181"/>
            </a:xfrm>
            <a:prstGeom prst="rect">
              <a:avLst/>
            </a:prstGeom>
            <a:solidFill>
              <a:schemeClr val="accent1">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4" name="正方形/長方形 23">
              <a:extLst>
                <a:ext uri="{FF2B5EF4-FFF2-40B4-BE49-F238E27FC236}">
                  <a16:creationId xmlns:a16="http://schemas.microsoft.com/office/drawing/2014/main" id="{F3255A27-50AB-F603-2B49-04397972DA8E}"/>
                </a:ext>
              </a:extLst>
            </p:cNvPr>
            <p:cNvSpPr/>
            <p:nvPr userDrawn="1"/>
          </p:nvSpPr>
          <p:spPr>
            <a:xfrm>
              <a:off x="-468560" y="1556792"/>
              <a:ext cx="360000" cy="255181"/>
            </a:xfrm>
            <a:prstGeom prst="rect">
              <a:avLst/>
            </a:prstGeom>
            <a:solidFill>
              <a:schemeClr val="accent6"/>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5" name="正方形/長方形 24">
              <a:extLst>
                <a:ext uri="{FF2B5EF4-FFF2-40B4-BE49-F238E27FC236}">
                  <a16:creationId xmlns:a16="http://schemas.microsoft.com/office/drawing/2014/main" id="{A1389B1E-3E28-7827-05D4-F3114F4B3A5C}"/>
                </a:ext>
              </a:extLst>
            </p:cNvPr>
            <p:cNvSpPr/>
            <p:nvPr userDrawn="1"/>
          </p:nvSpPr>
          <p:spPr>
            <a:xfrm>
              <a:off x="-468560" y="1811973"/>
              <a:ext cx="360000" cy="255181"/>
            </a:xfrm>
            <a:prstGeom prst="rect">
              <a:avLst/>
            </a:prstGeom>
            <a:solidFill>
              <a:schemeClr val="accent6">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6" name="正方形/長方形 25">
              <a:extLst>
                <a:ext uri="{FF2B5EF4-FFF2-40B4-BE49-F238E27FC236}">
                  <a16:creationId xmlns:a16="http://schemas.microsoft.com/office/drawing/2014/main" id="{273F9646-BA2E-BAD7-1125-3F4E82800C4D}"/>
                </a:ext>
              </a:extLst>
            </p:cNvPr>
            <p:cNvSpPr/>
            <p:nvPr userDrawn="1"/>
          </p:nvSpPr>
          <p:spPr>
            <a:xfrm>
              <a:off x="-468560" y="2060848"/>
              <a:ext cx="360000" cy="255181"/>
            </a:xfrm>
            <a:prstGeom prst="rect">
              <a:avLst/>
            </a:prstGeom>
            <a:solidFill>
              <a:schemeClr val="accent6">
                <a:lumMod val="20000"/>
                <a:lumOff val="8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chemeClr val="accent6">
                    <a:lumMod val="20000"/>
                    <a:lumOff val="80000"/>
                  </a:schemeClr>
                </a:solidFill>
                <a:effectLst/>
                <a:uLnTx/>
                <a:uFillTx/>
                <a:latin typeface="Meiryo UI"/>
                <a:ea typeface="Meiryo UI"/>
                <a:cs typeface="+mn-cs"/>
              </a:endParaRPr>
            </a:p>
          </p:txBody>
        </p:sp>
        <p:sp>
          <p:nvSpPr>
            <p:cNvPr id="27" name="正方形/長方形 26">
              <a:extLst>
                <a:ext uri="{FF2B5EF4-FFF2-40B4-BE49-F238E27FC236}">
                  <a16:creationId xmlns:a16="http://schemas.microsoft.com/office/drawing/2014/main" id="{C9BB485A-EF71-D4FE-6D50-DF33FCD4C80F}"/>
                </a:ext>
              </a:extLst>
            </p:cNvPr>
            <p:cNvSpPr/>
            <p:nvPr userDrawn="1"/>
          </p:nvSpPr>
          <p:spPr>
            <a:xfrm>
              <a:off x="-468560" y="2309723"/>
              <a:ext cx="360000" cy="255181"/>
            </a:xfrm>
            <a:prstGeom prst="rect">
              <a:avLst/>
            </a:prstGeom>
            <a:solidFill>
              <a:srgbClr val="A100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8" name="正方形/長方形 27">
              <a:extLst>
                <a:ext uri="{FF2B5EF4-FFF2-40B4-BE49-F238E27FC236}">
                  <a16:creationId xmlns:a16="http://schemas.microsoft.com/office/drawing/2014/main" id="{D854FA00-FD22-6B32-8117-DC2BFE2194A3}"/>
                </a:ext>
              </a:extLst>
            </p:cNvPr>
            <p:cNvSpPr/>
            <p:nvPr userDrawn="1"/>
          </p:nvSpPr>
          <p:spPr>
            <a:xfrm>
              <a:off x="-468560" y="2564904"/>
              <a:ext cx="360000" cy="255181"/>
            </a:xfrm>
            <a:prstGeom prst="rect">
              <a:avLst/>
            </a:prstGeom>
            <a:solidFill>
              <a:srgbClr val="7500C0"/>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29" name="正方形/長方形 28">
              <a:extLst>
                <a:ext uri="{FF2B5EF4-FFF2-40B4-BE49-F238E27FC236}">
                  <a16:creationId xmlns:a16="http://schemas.microsoft.com/office/drawing/2014/main" id="{47C2F065-C0EE-4C36-17C6-1BB775DA8CC7}"/>
                </a:ext>
              </a:extLst>
            </p:cNvPr>
            <p:cNvSpPr/>
            <p:nvPr userDrawn="1"/>
          </p:nvSpPr>
          <p:spPr>
            <a:xfrm>
              <a:off x="-468560" y="2813779"/>
              <a:ext cx="360000" cy="255181"/>
            </a:xfrm>
            <a:prstGeom prst="rect">
              <a:avLst/>
            </a:prstGeom>
            <a:solidFill>
              <a:srgbClr val="46007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2" name="正方形/長方形 31">
              <a:extLst>
                <a:ext uri="{FF2B5EF4-FFF2-40B4-BE49-F238E27FC236}">
                  <a16:creationId xmlns:a16="http://schemas.microsoft.com/office/drawing/2014/main" id="{FA427F8F-034A-C8CE-FB31-80683E31646D}"/>
                </a:ext>
              </a:extLst>
            </p:cNvPr>
            <p:cNvSpPr/>
            <p:nvPr userDrawn="1"/>
          </p:nvSpPr>
          <p:spPr>
            <a:xfrm>
              <a:off x="-468560" y="548680"/>
              <a:ext cx="360000" cy="255181"/>
            </a:xfrm>
            <a:prstGeom prst="rect">
              <a:avLst/>
            </a:prstGeom>
            <a:solidFill>
              <a:srgbClr val="1F497D"/>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3" name="正方形/長方形 32">
              <a:extLst>
                <a:ext uri="{FF2B5EF4-FFF2-40B4-BE49-F238E27FC236}">
                  <a16:creationId xmlns:a16="http://schemas.microsoft.com/office/drawing/2014/main" id="{3F4D2071-2AAB-243A-219E-800E2328E759}"/>
                </a:ext>
              </a:extLst>
            </p:cNvPr>
            <p:cNvSpPr/>
            <p:nvPr userDrawn="1"/>
          </p:nvSpPr>
          <p:spPr>
            <a:xfrm>
              <a:off x="-468560" y="3821891"/>
              <a:ext cx="360000" cy="255181"/>
            </a:xfrm>
            <a:prstGeom prst="rect">
              <a:avLst/>
            </a:prstGeom>
            <a:solidFill>
              <a:schemeClr val="accent3"/>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EF72A469-E039-4FBB-F68B-7DDDABA2D130}"/>
                </a:ext>
              </a:extLst>
            </p:cNvPr>
            <p:cNvSpPr/>
            <p:nvPr userDrawn="1"/>
          </p:nvSpPr>
          <p:spPr>
            <a:xfrm>
              <a:off x="-468560" y="4077072"/>
              <a:ext cx="360000" cy="255181"/>
            </a:xfrm>
            <a:prstGeom prst="rect">
              <a:avLst/>
            </a:prstGeom>
            <a:solidFill>
              <a:schemeClr val="accent3">
                <a:lumMod val="60000"/>
                <a:lumOff val="40000"/>
              </a:schemeClr>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5" name="正方形/長方形 34">
              <a:extLst>
                <a:ext uri="{FF2B5EF4-FFF2-40B4-BE49-F238E27FC236}">
                  <a16:creationId xmlns:a16="http://schemas.microsoft.com/office/drawing/2014/main" id="{982AC493-1077-4B89-AD8B-36894A8279AA}"/>
                </a:ext>
              </a:extLst>
            </p:cNvPr>
            <p:cNvSpPr/>
            <p:nvPr userDrawn="1"/>
          </p:nvSpPr>
          <p:spPr>
            <a:xfrm>
              <a:off x="-468560" y="4325947"/>
              <a:ext cx="360000" cy="255181"/>
            </a:xfrm>
            <a:prstGeom prst="rect">
              <a:avLst/>
            </a:prstGeom>
            <a:solidFill>
              <a:srgbClr val="EBF1DE"/>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09204845-F824-001D-18E4-F77E79B0B6CA}"/>
                </a:ext>
              </a:extLst>
            </p:cNvPr>
            <p:cNvSpPr/>
            <p:nvPr userDrawn="1"/>
          </p:nvSpPr>
          <p:spPr>
            <a:xfrm>
              <a:off x="-468560" y="3062654"/>
              <a:ext cx="360000" cy="255181"/>
            </a:xfrm>
            <a:prstGeom prst="rect">
              <a:avLst/>
            </a:prstGeom>
            <a:solidFill>
              <a:srgbClr val="B455AA"/>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7" name="正方形/長方形 36">
              <a:extLst>
                <a:ext uri="{FF2B5EF4-FFF2-40B4-BE49-F238E27FC236}">
                  <a16:creationId xmlns:a16="http://schemas.microsoft.com/office/drawing/2014/main" id="{890F08C9-C527-B1F8-956A-B0AF58F0E1A7}"/>
                </a:ext>
              </a:extLst>
            </p:cNvPr>
            <p:cNvSpPr/>
            <p:nvPr userDrawn="1"/>
          </p:nvSpPr>
          <p:spPr>
            <a:xfrm>
              <a:off x="-468560" y="3317835"/>
              <a:ext cx="360000" cy="255181"/>
            </a:xfrm>
            <a:prstGeom prst="rect">
              <a:avLst/>
            </a:prstGeom>
            <a:solidFill>
              <a:srgbClr val="BE82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sp>
          <p:nvSpPr>
            <p:cNvPr id="38" name="正方形/長方形 37">
              <a:extLst>
                <a:ext uri="{FF2B5EF4-FFF2-40B4-BE49-F238E27FC236}">
                  <a16:creationId xmlns:a16="http://schemas.microsoft.com/office/drawing/2014/main" id="{D1A03161-765D-E1D4-C19D-3434F0B407A2}"/>
                </a:ext>
              </a:extLst>
            </p:cNvPr>
            <p:cNvSpPr/>
            <p:nvPr userDrawn="1"/>
          </p:nvSpPr>
          <p:spPr>
            <a:xfrm>
              <a:off x="-468560" y="3566710"/>
              <a:ext cx="360000" cy="255181"/>
            </a:xfrm>
            <a:prstGeom prst="rect">
              <a:avLst/>
            </a:prstGeom>
            <a:solidFill>
              <a:srgbClr val="DCAFFF"/>
            </a:solidFill>
            <a:ln w="9525" cap="flat" cmpd="sng" algn="ctr">
              <a:noFill/>
              <a:prstDash val="solid"/>
            </a:ln>
            <a:effectLst/>
          </p:spPr>
          <p:txBody>
            <a:bodyPr rtlCol="0" anchor="t"/>
            <a:lstStyle/>
            <a:p>
              <a:pPr marL="0" marR="0" lvl="0" indent="0" algn="ctr" defTabSz="685718" eaLnBrk="1" fontAlgn="auto" latinLnBrk="0" hangingPunct="1">
                <a:lnSpc>
                  <a:spcPct val="100000"/>
                </a:lnSpc>
                <a:spcBef>
                  <a:spcPts val="0"/>
                </a:spcBef>
                <a:spcAft>
                  <a:spcPts val="0"/>
                </a:spcAft>
                <a:buClrTx/>
                <a:buSzTx/>
                <a:buFontTx/>
                <a:buNone/>
                <a:tabLst/>
                <a:defRPr/>
              </a:pPr>
              <a:endParaRPr kumimoji="0" lang="ja-JP" altLang="en-US" sz="1351" i="0" u="none" strike="noStrike" kern="0" cap="none" spc="0" normalizeH="0" baseline="0" noProof="0">
                <a:ln>
                  <a:noFill/>
                </a:ln>
                <a:solidFill>
                  <a:srgbClr val="000000"/>
                </a:solidFill>
                <a:effectLst/>
                <a:uLnTx/>
                <a:uFillTx/>
                <a:latin typeface="Meiryo UI"/>
                <a:ea typeface="Meiryo UI"/>
                <a:cs typeface="+mn-cs"/>
              </a:endParaRPr>
            </a:p>
          </p:txBody>
        </p:sp>
      </p:grpSp>
      <p:sp>
        <p:nvSpPr>
          <p:cNvPr id="13" name="AcnSubjectTitle_ID_13" hidden="1">
            <a:extLst>
              <a:ext uri="{FF2B5EF4-FFF2-40B4-BE49-F238E27FC236}">
                <a16:creationId xmlns:a16="http://schemas.microsoft.com/office/drawing/2014/main" id="{80CE973F-CC52-F6DE-E743-68E029CAB8DA}"/>
              </a:ext>
            </a:extLst>
          </p:cNvPr>
          <p:cNvSpPr txBox="1"/>
          <p:nvPr userDrawn="1">
            <p:custDataLst>
              <p:tags r:id="rId10"/>
            </p:custDataLst>
          </p:nvPr>
        </p:nvSpPr>
        <p:spPr bwMode="gray">
          <a:xfrm>
            <a:off x="179388" y="1420813"/>
            <a:ext cx="6985000" cy="269680"/>
          </a:xfrm>
          <a:prstGeom prst="rect">
            <a:avLst/>
          </a:prstGeom>
          <a:noFill/>
        </p:spPr>
        <p:txBody>
          <a:bodyPr vert="horz" wrap="square" lIns="36000" tIns="36000" rIns="36000" bIns="36000" rtlCol="0" anchor="ctr">
            <a:spAutoFit/>
          </a:bodyPr>
          <a:lstStyle/>
          <a:p>
            <a:pPr algn="l" defTabSz="914400" fontAlgn="base">
              <a:lnSpc>
                <a:spcPct val="80000"/>
              </a:lnSpc>
              <a:spcBef>
                <a:spcPct val="0"/>
              </a:spcBef>
              <a:spcAft>
                <a:spcPct val="0"/>
              </a:spcAft>
              <a:buFontTx/>
              <a:buNone/>
            </a:pPr>
            <a:r>
              <a:rPr kumimoji="1" lang="en-US" altLang="ja-JP" sz="1600" b="1" i="0">
                <a:solidFill>
                  <a:schemeClr val="tx1"/>
                </a:solidFill>
                <a:latin typeface="Meiryo UI" panose="020B0604030504040204" pitchFamily="50" charset="-128"/>
                <a:ea typeface="Meiryo UI" panose="020B0604030504040204" pitchFamily="50" charset="-128"/>
              </a:rPr>
              <a:t>Subject Title</a:t>
            </a:r>
            <a:endParaRPr kumimoji="1" lang="ja-JP" altLang="en-US" sz="1600" b="1" i="0">
              <a:solidFill>
                <a:schemeClr val="tx1"/>
              </a:solidFill>
              <a:latin typeface="Meiryo UI" panose="020B0604030504040204" pitchFamily="50" charset="-128"/>
              <a:ea typeface="Meiryo UI" panose="020B0604030504040204" pitchFamily="50" charset="-128"/>
            </a:endParaRPr>
          </a:p>
        </p:txBody>
      </p:sp>
      <p:sp>
        <p:nvSpPr>
          <p:cNvPr id="17" name="AcnFootnote_ID_17" hidden="1">
            <a:extLst>
              <a:ext uri="{FF2B5EF4-FFF2-40B4-BE49-F238E27FC236}">
                <a16:creationId xmlns:a16="http://schemas.microsoft.com/office/drawing/2014/main" id="{8766CB3F-02BB-8D4F-CC0C-78CAF99C6587}"/>
              </a:ext>
            </a:extLst>
          </p:cNvPr>
          <p:cNvSpPr txBox="1"/>
          <p:nvPr userDrawn="1">
            <p:custDataLst>
              <p:tags r:id="rId11"/>
            </p:custDataLst>
          </p:nvPr>
        </p:nvSpPr>
        <p:spPr bwMode="gray">
          <a:xfrm>
            <a:off x="179388" y="6254750"/>
            <a:ext cx="8780463" cy="349702"/>
          </a:xfrm>
          <a:prstGeom prst="rect">
            <a:avLst/>
          </a:prstGeom>
          <a:noFill/>
        </p:spPr>
        <p:txBody>
          <a:bodyPr vert="horz" wrap="square" lIns="36000" tIns="36000" rIns="36000" bIns="36000" rtlCol="0" anchor="b">
            <a:spAutoFit/>
          </a:bodyPr>
          <a:lstStyle/>
          <a:p>
            <a:pPr marL="538163" indent="-538163" algn="l" defTabSz="914400" fontAlgn="base">
              <a:lnSpc>
                <a:spcPct val="80000"/>
              </a:lnSpc>
              <a:spcBef>
                <a:spcPct val="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	Footnote</a:t>
            </a:r>
          </a:p>
          <a:p>
            <a:pPr marL="538163" indent="-538163" algn="l" defTabSz="914400" fontAlgn="base">
              <a:lnSpc>
                <a:spcPct val="80000"/>
              </a:lnSpc>
              <a:spcBef>
                <a:spcPct val="20000"/>
              </a:spcBef>
              <a:spcAft>
                <a:spcPct val="0"/>
              </a:spcAft>
              <a:buFontTx/>
              <a:buNone/>
            </a:pPr>
            <a:r>
              <a:rPr kumimoji="1" lang="en-US" altLang="ja-JP" sz="1000" b="0" i="0">
                <a:solidFill>
                  <a:schemeClr val="tx1"/>
                </a:solidFill>
                <a:latin typeface="Meiryo UI" panose="020B0604030504040204" pitchFamily="50" charset="-128"/>
                <a:ea typeface="Meiryo UI" panose="020B0604030504040204" pitchFamily="50" charset="-128"/>
              </a:rPr>
              <a:t>Source:	Source</a:t>
            </a:r>
            <a:endParaRPr kumimoji="1" lang="ja-JP" altLang="en-US" sz="1000" b="0" i="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356051744"/>
      </p:ext>
    </p:extLst>
  </p:cSld>
  <p:clrMap bg1="lt1" tx1="dk1" bg2="lt2" tx2="dk2" accent1="accent1" accent2="accent2" accent3="accent3" accent4="accent4" accent5="accent5" accent6="accent6" hlink="hlink" folHlink="folHlink"/>
  <p:sldLayoutIdLst>
    <p:sldLayoutId id="2147485630" r:id="rId1"/>
    <p:sldLayoutId id="2147485631" r:id="rId2"/>
    <p:sldLayoutId id="2147485632" r:id="rId3"/>
    <p:sldLayoutId id="2147485633" r:id="rId4"/>
    <p:sldLayoutId id="2147485634" r:id="rId5"/>
    <p:sldLayoutId id="2147485635" r:id="rId6"/>
    <p:sldLayoutId id="2147485636" r:id="rId7"/>
  </p:sldLayoutIdLst>
  <p:hf sldNum="0" hdr="0" dt="0"/>
  <p:txStyles>
    <p:titleStyle>
      <a:lvl1pPr algn="ctr" defTabSz="571394" rtl="0" eaLnBrk="1" fontAlgn="base" hangingPunct="1">
        <a:spcBef>
          <a:spcPct val="0"/>
        </a:spcBef>
        <a:spcAft>
          <a:spcPct val="0"/>
        </a:spcAft>
        <a:defRPr kumimoji="1" sz="1200">
          <a:solidFill>
            <a:schemeClr val="bg1"/>
          </a:solidFill>
          <a:latin typeface="+mj-ea"/>
          <a:ea typeface="+mj-ea"/>
          <a:cs typeface="+mj-cs"/>
        </a:defRPr>
      </a:lvl1pPr>
      <a:lvl2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2pPr>
      <a:lvl3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3pPr>
      <a:lvl4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4pPr>
      <a:lvl5pPr algn="ctr" defTabSz="571394" rtl="0" eaLnBrk="1" fontAlgn="base" hangingPunct="1">
        <a:spcBef>
          <a:spcPct val="0"/>
        </a:spcBef>
        <a:spcAft>
          <a:spcPct val="0"/>
        </a:spcAft>
        <a:defRPr kumimoji="1" sz="1200">
          <a:solidFill>
            <a:schemeClr val="bg1"/>
          </a:solidFill>
          <a:latin typeface="Calibri" pitchFamily="34" charset="0"/>
          <a:ea typeface="ＭＳ Ｐゴシック" pitchFamily="50" charset="-128"/>
        </a:defRPr>
      </a:lvl5pPr>
      <a:lvl6pPr marL="342836"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685673"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028509"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371345" algn="ctr" defTabSz="57139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050">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a:solidFill>
            <a:schemeClr val="tx1"/>
          </a:solidFill>
          <a:latin typeface="Times New Roman" pitchFamily="18" charset="0"/>
          <a:ea typeface="+mn-ea"/>
        </a:defRPr>
      </a:lvl2pPr>
      <a:lvl3pPr marL="888042" indent="-171418" algn="l" rtl="0" eaLnBrk="1" fontAlgn="base" hangingPunct="1">
        <a:spcBef>
          <a:spcPct val="20000"/>
        </a:spcBef>
        <a:spcAft>
          <a:spcPct val="0"/>
        </a:spcAft>
        <a:buChar char="•"/>
        <a:defRPr kumimoji="1" sz="1799">
          <a:solidFill>
            <a:schemeClr val="tx1"/>
          </a:solidFill>
          <a:latin typeface="Times New Roman" pitchFamily="18" charset="0"/>
          <a:ea typeface="+mn-ea"/>
        </a:defRPr>
      </a:lvl3pPr>
      <a:lvl4pPr marL="1202308"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4pPr>
      <a:lvl5pPr marL="1542762" indent="-172609" algn="l" rtl="0" eaLnBrk="1" fontAlgn="base" hangingPunct="1">
        <a:spcBef>
          <a:spcPct val="20000"/>
        </a:spcBef>
        <a:spcAft>
          <a:spcPct val="0"/>
        </a:spcAft>
        <a:buChar char="»"/>
        <a:defRPr kumimoji="1" sz="1500">
          <a:solidFill>
            <a:schemeClr val="tx1"/>
          </a:solidFill>
          <a:latin typeface="Times New Roman" pitchFamily="18" charset="0"/>
          <a:ea typeface="+mn-ea"/>
        </a:defRPr>
      </a:lvl5pPr>
      <a:lvl6pPr marL="1885600"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6pPr>
      <a:lvl7pPr marL="2228436"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7pPr>
      <a:lvl8pPr marL="2571271"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8pPr>
      <a:lvl9pPr marL="2914107" indent="-171418" algn="l" rtl="0" eaLnBrk="1" fontAlgn="base" hangingPunct="1">
        <a:spcBef>
          <a:spcPct val="20000"/>
        </a:spcBef>
        <a:spcAft>
          <a:spcPct val="0"/>
        </a:spcAft>
        <a:buChar char="»"/>
        <a:defRPr kumimoji="1" sz="1500">
          <a:solidFill>
            <a:schemeClr val="tx1"/>
          </a:solidFill>
          <a:latin typeface="Times New Roman" pitchFamily="18" charset="0"/>
          <a:ea typeface="+mn-ea"/>
        </a:defRPr>
      </a:lvl9pPr>
    </p:bodyStyle>
    <p:otherStyle>
      <a:defPPr>
        <a:defRPr lang="ja-JP"/>
      </a:defPPr>
      <a:lvl1pPr marL="0" algn="l" defTabSz="685673" rtl="0" eaLnBrk="1" latinLnBrk="0" hangingPunct="1">
        <a:defRPr kumimoji="1" sz="1351" kern="1200">
          <a:solidFill>
            <a:schemeClr val="tx1"/>
          </a:solidFill>
          <a:latin typeface="+mn-lt"/>
          <a:ea typeface="+mn-ea"/>
          <a:cs typeface="+mn-cs"/>
        </a:defRPr>
      </a:lvl1pPr>
      <a:lvl2pPr marL="342836" algn="l" defTabSz="685673" rtl="0" eaLnBrk="1" latinLnBrk="0" hangingPunct="1">
        <a:defRPr kumimoji="1" sz="1351" kern="1200">
          <a:solidFill>
            <a:schemeClr val="tx1"/>
          </a:solidFill>
          <a:latin typeface="+mn-lt"/>
          <a:ea typeface="+mn-ea"/>
          <a:cs typeface="+mn-cs"/>
        </a:defRPr>
      </a:lvl2pPr>
      <a:lvl3pPr marL="685673" algn="l" defTabSz="685673" rtl="0" eaLnBrk="1" latinLnBrk="0" hangingPunct="1">
        <a:defRPr kumimoji="1" sz="1351" kern="1200">
          <a:solidFill>
            <a:schemeClr val="tx1"/>
          </a:solidFill>
          <a:latin typeface="+mn-lt"/>
          <a:ea typeface="+mn-ea"/>
          <a:cs typeface="+mn-cs"/>
        </a:defRPr>
      </a:lvl3pPr>
      <a:lvl4pPr marL="1028509" algn="l" defTabSz="685673" rtl="0" eaLnBrk="1" latinLnBrk="0" hangingPunct="1">
        <a:defRPr kumimoji="1" sz="1351" kern="1200">
          <a:solidFill>
            <a:schemeClr val="tx1"/>
          </a:solidFill>
          <a:latin typeface="+mn-lt"/>
          <a:ea typeface="+mn-ea"/>
          <a:cs typeface="+mn-cs"/>
        </a:defRPr>
      </a:lvl4pPr>
      <a:lvl5pPr marL="1371345" algn="l" defTabSz="685673" rtl="0" eaLnBrk="1" latinLnBrk="0" hangingPunct="1">
        <a:defRPr kumimoji="1" sz="1351" kern="1200">
          <a:solidFill>
            <a:schemeClr val="tx1"/>
          </a:solidFill>
          <a:latin typeface="+mn-lt"/>
          <a:ea typeface="+mn-ea"/>
          <a:cs typeface="+mn-cs"/>
        </a:defRPr>
      </a:lvl5pPr>
      <a:lvl6pPr marL="1714181" algn="l" defTabSz="685673" rtl="0" eaLnBrk="1" latinLnBrk="0" hangingPunct="1">
        <a:defRPr kumimoji="1" sz="1351" kern="1200">
          <a:solidFill>
            <a:schemeClr val="tx1"/>
          </a:solidFill>
          <a:latin typeface="+mn-lt"/>
          <a:ea typeface="+mn-ea"/>
          <a:cs typeface="+mn-cs"/>
        </a:defRPr>
      </a:lvl6pPr>
      <a:lvl7pPr marL="2057017" algn="l" defTabSz="685673" rtl="0" eaLnBrk="1" latinLnBrk="0" hangingPunct="1">
        <a:defRPr kumimoji="1" sz="1351" kern="1200">
          <a:solidFill>
            <a:schemeClr val="tx1"/>
          </a:solidFill>
          <a:latin typeface="+mn-lt"/>
          <a:ea typeface="+mn-ea"/>
          <a:cs typeface="+mn-cs"/>
        </a:defRPr>
      </a:lvl7pPr>
      <a:lvl8pPr marL="2399854" algn="l" defTabSz="685673" rtl="0" eaLnBrk="1" latinLnBrk="0" hangingPunct="1">
        <a:defRPr kumimoji="1" sz="1351" kern="1200">
          <a:solidFill>
            <a:schemeClr val="tx1"/>
          </a:solidFill>
          <a:latin typeface="+mn-lt"/>
          <a:ea typeface="+mn-ea"/>
          <a:cs typeface="+mn-cs"/>
        </a:defRPr>
      </a:lvl8pPr>
      <a:lvl9pPr marL="2742689" algn="l" defTabSz="685673" rtl="0" eaLnBrk="1" latinLnBrk="0" hangingPunct="1">
        <a:defRPr kumimoji="1"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120">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574910"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56"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56"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6" y="-376518"/>
            <a:ext cx="611065" cy="348237"/>
          </a:xfrm>
          <a:prstGeom prst="rect">
            <a:avLst/>
          </a:prstGeom>
          <a:noFill/>
        </p:spPr>
        <p:txBody>
          <a:bodyPr wrap="none" rtlCol="0">
            <a:spAutoFit/>
          </a:bodyPr>
          <a:lstStyle/>
          <a:p>
            <a:r>
              <a:rPr kumimoji="1" lang="ja-JP" altLang="en-US" sz="1663"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413561" y="-376518"/>
            <a:ext cx="611065" cy="348237"/>
          </a:xfrm>
          <a:prstGeom prst="rect">
            <a:avLst/>
          </a:prstGeom>
          <a:noFill/>
        </p:spPr>
        <p:txBody>
          <a:bodyPr wrap="none" rtlCol="0">
            <a:spAutoFit/>
          </a:bodyPr>
          <a:lstStyle/>
          <a:p>
            <a:r>
              <a:rPr kumimoji="1" lang="ja-JP" altLang="en-US" sz="1663"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2"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60053"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6" y="7012044"/>
            <a:ext cx="611065" cy="348237"/>
          </a:xfrm>
          <a:prstGeom prst="rect">
            <a:avLst/>
          </a:prstGeom>
          <a:noFill/>
        </p:spPr>
        <p:txBody>
          <a:bodyPr wrap="none" rtlCol="0">
            <a:spAutoFit/>
          </a:bodyPr>
          <a:lstStyle/>
          <a:p>
            <a:r>
              <a:rPr kumimoji="1" lang="ja-JP" altLang="en-US" sz="1663"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61" y="7012044"/>
            <a:ext cx="611065" cy="348237"/>
          </a:xfrm>
          <a:prstGeom prst="rect">
            <a:avLst/>
          </a:prstGeom>
          <a:noFill/>
        </p:spPr>
        <p:txBody>
          <a:bodyPr wrap="none" rtlCol="0">
            <a:spAutoFit/>
          </a:bodyPr>
          <a:lstStyle/>
          <a:p>
            <a:r>
              <a:rPr kumimoji="1" lang="ja-JP" altLang="en-US" sz="1663"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2"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8"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p:nvSpPr>
        <p:spPr>
          <a:xfrm>
            <a:off x="-536527" y="1233662"/>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60" eaLnBrk="1" fontAlgn="auto" latinLnBrk="0" hangingPunct="1">
              <a:lnSpc>
                <a:spcPct val="100000"/>
              </a:lnSpc>
              <a:spcBef>
                <a:spcPts val="0"/>
              </a:spcBef>
              <a:spcAft>
                <a:spcPts val="0"/>
              </a:spcAft>
              <a:buClrTx/>
              <a:buSzTx/>
              <a:buFontTx/>
              <a:buNone/>
              <a:tabLst/>
              <a:defRPr/>
            </a:pPr>
            <a:endParaRPr kumimoji="0" lang="ja-JP" altLang="en-US" sz="1663"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7" y="1628310"/>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60" eaLnBrk="1" fontAlgn="auto" latinLnBrk="0" hangingPunct="1">
              <a:lnSpc>
                <a:spcPct val="100000"/>
              </a:lnSpc>
              <a:spcBef>
                <a:spcPts val="0"/>
              </a:spcBef>
              <a:spcAft>
                <a:spcPts val="0"/>
              </a:spcAft>
              <a:buClrTx/>
              <a:buSzTx/>
              <a:buFontTx/>
              <a:buNone/>
              <a:tabLst/>
              <a:defRPr/>
            </a:pPr>
            <a:endParaRPr kumimoji="0" lang="ja-JP" altLang="en-US" sz="1663"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7" y="2022966"/>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60" eaLnBrk="1" fontAlgn="auto" latinLnBrk="0" hangingPunct="1">
              <a:lnSpc>
                <a:spcPct val="100000"/>
              </a:lnSpc>
              <a:spcBef>
                <a:spcPts val="0"/>
              </a:spcBef>
              <a:spcAft>
                <a:spcPts val="0"/>
              </a:spcAft>
              <a:buClrTx/>
              <a:buSzTx/>
              <a:buFontTx/>
              <a:buNone/>
              <a:tabLst/>
              <a:defRPr/>
            </a:pPr>
            <a:endParaRPr kumimoji="0" lang="ja-JP" altLang="en-US" sz="1663"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7" y="2417618"/>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7" tIns="42203" rIns="84407" bIns="42203" numCol="1" spcCol="0" rtlCol="0" fromWordArt="0" anchor="ctr" anchorCtr="0" forceAA="0" compatLnSpc="1">
            <a:prstTxWarp prst="textNoShape">
              <a:avLst/>
            </a:prstTxWarp>
            <a:noAutofit/>
          </a:bodyPr>
          <a:lstStyle/>
          <a:p>
            <a:pPr defTabSz="843960"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5"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7" i="0" kern="0"/>
          </a:p>
        </p:txBody>
      </p:sp>
      <p:cxnSp>
        <p:nvCxnSpPr>
          <p:cNvPr id="18" name="Straight Connector 7">
            <a:extLst>
              <a:ext uri="{FF2B5EF4-FFF2-40B4-BE49-F238E27FC236}">
                <a16:creationId xmlns:a16="http://schemas.microsoft.com/office/drawing/2014/main" id="{3426408B-7E00-884B-2AE7-3F477FF5C006}"/>
              </a:ext>
            </a:extLst>
          </p:cNvPr>
          <p:cNvCxnSpPr/>
          <p:nvPr/>
        </p:nvCxnSpPr>
        <p:spPr>
          <a:xfrm>
            <a:off x="493586" y="701780"/>
            <a:ext cx="9412419"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5"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7" i="0" kern="0"/>
          </a:p>
        </p:txBody>
      </p:sp>
    </p:spTree>
    <p:extLst>
      <p:ext uri="{BB962C8B-B14F-4D97-AF65-F5344CB8AC3E}">
        <p14:creationId xmlns:p14="http://schemas.microsoft.com/office/powerpoint/2010/main" val="2560230274"/>
      </p:ext>
    </p:extLst>
  </p:cSld>
  <p:clrMap bg1="lt1" tx1="dk1" bg2="lt2" tx2="dk2" accent1="accent1" accent2="accent2" accent3="accent3" accent4="accent4" accent5="accent5" accent6="accent6" hlink="hlink" folHlink="folHlink"/>
  <p:sldLayoutIdLst>
    <p:sldLayoutId id="2147485638" r:id="rId1"/>
    <p:sldLayoutId id="2147485639" r:id="rId2"/>
    <p:sldLayoutId id="2147485640" r:id="rId3"/>
    <p:sldLayoutId id="2147485641" r:id="rId4"/>
    <p:sldLayoutId id="2147485642" r:id="rId5"/>
    <p:sldLayoutId id="2147485643" r:id="rId6"/>
    <p:sldLayoutId id="2147485644" r:id="rId7"/>
    <p:sldLayoutId id="2147485645" r:id="rId8"/>
    <p:sldLayoutId id="2147485646" r:id="rId9"/>
    <p:sldLayoutId id="2147485647" r:id="rId10"/>
    <p:sldLayoutId id="2147485648" r:id="rId11"/>
  </p:sldLayoutIdLst>
  <p:hf hdr="0" dt="0"/>
  <p:txStyles>
    <p:titleStyle>
      <a:lvl1pPr algn="ctr" defTabSz="703254" rtl="0" eaLnBrk="1" fontAlgn="base" hangingPunct="1">
        <a:spcBef>
          <a:spcPct val="0"/>
        </a:spcBef>
        <a:spcAft>
          <a:spcPct val="0"/>
        </a:spcAft>
        <a:defRPr kumimoji="1" sz="1477">
          <a:solidFill>
            <a:schemeClr val="bg1"/>
          </a:solidFill>
          <a:latin typeface="+mj-ea"/>
          <a:ea typeface="+mj-ea"/>
          <a:cs typeface="+mj-cs"/>
        </a:defRPr>
      </a:lvl1pPr>
      <a:lvl2pPr algn="ctr" defTabSz="703254"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54"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54"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54"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52" algn="ctr" defTabSz="70325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06" algn="ctr" defTabSz="70325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58" algn="ctr" defTabSz="70325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10" algn="ctr" defTabSz="703254"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185" indent="-263720"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2975" indent="-210976"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764" indent="-210976" algn="l" rtl="0" eaLnBrk="1" fontAlgn="base" hangingPunct="1">
        <a:spcBef>
          <a:spcPct val="20000"/>
        </a:spcBef>
        <a:spcAft>
          <a:spcPct val="0"/>
        </a:spcAft>
        <a:buChar char="–"/>
        <a:defRPr kumimoji="1" sz="1847">
          <a:solidFill>
            <a:schemeClr val="tx1"/>
          </a:solidFill>
          <a:latin typeface="Times New Roman" pitchFamily="18" charset="0"/>
          <a:ea typeface="+mn-ea"/>
        </a:defRPr>
      </a:lvl4pPr>
      <a:lvl5pPr marL="1898785" indent="-212441" algn="l" rtl="0" eaLnBrk="1" fontAlgn="base" hangingPunct="1">
        <a:spcBef>
          <a:spcPct val="20000"/>
        </a:spcBef>
        <a:spcAft>
          <a:spcPct val="0"/>
        </a:spcAft>
        <a:buChar char="»"/>
        <a:defRPr kumimoji="1" sz="1847">
          <a:solidFill>
            <a:schemeClr val="tx1"/>
          </a:solidFill>
          <a:latin typeface="Times New Roman" pitchFamily="18" charset="0"/>
          <a:ea typeface="+mn-ea"/>
        </a:defRPr>
      </a:lvl5pPr>
      <a:lvl6pPr marL="2320738" indent="-210976" algn="l" rtl="0" eaLnBrk="1" fontAlgn="base" hangingPunct="1">
        <a:spcBef>
          <a:spcPct val="20000"/>
        </a:spcBef>
        <a:spcAft>
          <a:spcPct val="0"/>
        </a:spcAft>
        <a:buChar char="»"/>
        <a:defRPr kumimoji="1" sz="1847">
          <a:solidFill>
            <a:schemeClr val="tx1"/>
          </a:solidFill>
          <a:latin typeface="Times New Roman" pitchFamily="18" charset="0"/>
          <a:ea typeface="+mn-ea"/>
        </a:defRPr>
      </a:lvl6pPr>
      <a:lvl7pPr marL="2742690" indent="-210976" algn="l" rtl="0" eaLnBrk="1" fontAlgn="base" hangingPunct="1">
        <a:spcBef>
          <a:spcPct val="20000"/>
        </a:spcBef>
        <a:spcAft>
          <a:spcPct val="0"/>
        </a:spcAft>
        <a:buChar char="»"/>
        <a:defRPr kumimoji="1" sz="1847">
          <a:solidFill>
            <a:schemeClr val="tx1"/>
          </a:solidFill>
          <a:latin typeface="Times New Roman" pitchFamily="18" charset="0"/>
          <a:ea typeface="+mn-ea"/>
        </a:defRPr>
      </a:lvl7pPr>
      <a:lvl8pPr marL="3164641" indent="-210976" algn="l" rtl="0" eaLnBrk="1" fontAlgn="base" hangingPunct="1">
        <a:spcBef>
          <a:spcPct val="20000"/>
        </a:spcBef>
        <a:spcAft>
          <a:spcPct val="0"/>
        </a:spcAft>
        <a:buChar char="»"/>
        <a:defRPr kumimoji="1" sz="1847">
          <a:solidFill>
            <a:schemeClr val="tx1"/>
          </a:solidFill>
          <a:latin typeface="Times New Roman" pitchFamily="18" charset="0"/>
          <a:ea typeface="+mn-ea"/>
        </a:defRPr>
      </a:lvl8pPr>
      <a:lvl9pPr marL="3586593" indent="-210976" algn="l" rtl="0" eaLnBrk="1" fontAlgn="base" hangingPunct="1">
        <a:spcBef>
          <a:spcPct val="20000"/>
        </a:spcBef>
        <a:spcAft>
          <a:spcPct val="0"/>
        </a:spcAft>
        <a:buChar char="»"/>
        <a:defRPr kumimoji="1" sz="1847">
          <a:solidFill>
            <a:schemeClr val="tx1"/>
          </a:solidFill>
          <a:latin typeface="Times New Roman" pitchFamily="18" charset="0"/>
          <a:ea typeface="+mn-ea"/>
        </a:defRPr>
      </a:lvl9pPr>
    </p:bodyStyle>
    <p:otherStyle>
      <a:defPPr>
        <a:defRPr lang="ja-JP"/>
      </a:defPPr>
      <a:lvl1pPr marL="0" algn="l" defTabSz="843906" rtl="0" eaLnBrk="1" latinLnBrk="0" hangingPunct="1">
        <a:defRPr kumimoji="1" sz="1663" kern="1200">
          <a:solidFill>
            <a:schemeClr val="tx1"/>
          </a:solidFill>
          <a:latin typeface="+mn-lt"/>
          <a:ea typeface="+mn-ea"/>
          <a:cs typeface="+mn-cs"/>
        </a:defRPr>
      </a:lvl1pPr>
      <a:lvl2pPr marL="421952" algn="l" defTabSz="843906" rtl="0" eaLnBrk="1" latinLnBrk="0" hangingPunct="1">
        <a:defRPr kumimoji="1" sz="1663" kern="1200">
          <a:solidFill>
            <a:schemeClr val="tx1"/>
          </a:solidFill>
          <a:latin typeface="+mn-lt"/>
          <a:ea typeface="+mn-ea"/>
          <a:cs typeface="+mn-cs"/>
        </a:defRPr>
      </a:lvl2pPr>
      <a:lvl3pPr marL="843906" algn="l" defTabSz="843906" rtl="0" eaLnBrk="1" latinLnBrk="0" hangingPunct="1">
        <a:defRPr kumimoji="1" sz="1663" kern="1200">
          <a:solidFill>
            <a:schemeClr val="tx1"/>
          </a:solidFill>
          <a:latin typeface="+mn-lt"/>
          <a:ea typeface="+mn-ea"/>
          <a:cs typeface="+mn-cs"/>
        </a:defRPr>
      </a:lvl3pPr>
      <a:lvl4pPr marL="1265858" algn="l" defTabSz="843906" rtl="0" eaLnBrk="1" latinLnBrk="0" hangingPunct="1">
        <a:defRPr kumimoji="1" sz="1663" kern="1200">
          <a:solidFill>
            <a:schemeClr val="tx1"/>
          </a:solidFill>
          <a:latin typeface="+mn-lt"/>
          <a:ea typeface="+mn-ea"/>
          <a:cs typeface="+mn-cs"/>
        </a:defRPr>
      </a:lvl4pPr>
      <a:lvl5pPr marL="1687810" algn="l" defTabSz="843906" rtl="0" eaLnBrk="1" latinLnBrk="0" hangingPunct="1">
        <a:defRPr kumimoji="1" sz="1663" kern="1200">
          <a:solidFill>
            <a:schemeClr val="tx1"/>
          </a:solidFill>
          <a:latin typeface="+mn-lt"/>
          <a:ea typeface="+mn-ea"/>
          <a:cs typeface="+mn-cs"/>
        </a:defRPr>
      </a:lvl5pPr>
      <a:lvl6pPr marL="2109761" algn="l" defTabSz="843906" rtl="0" eaLnBrk="1" latinLnBrk="0" hangingPunct="1">
        <a:defRPr kumimoji="1" sz="1663" kern="1200">
          <a:solidFill>
            <a:schemeClr val="tx1"/>
          </a:solidFill>
          <a:latin typeface="+mn-lt"/>
          <a:ea typeface="+mn-ea"/>
          <a:cs typeface="+mn-cs"/>
        </a:defRPr>
      </a:lvl6pPr>
      <a:lvl7pPr marL="2531713" algn="l" defTabSz="843906" rtl="0" eaLnBrk="1" latinLnBrk="0" hangingPunct="1">
        <a:defRPr kumimoji="1" sz="1663" kern="1200">
          <a:solidFill>
            <a:schemeClr val="tx1"/>
          </a:solidFill>
          <a:latin typeface="+mn-lt"/>
          <a:ea typeface="+mn-ea"/>
          <a:cs typeface="+mn-cs"/>
        </a:defRPr>
      </a:lvl7pPr>
      <a:lvl8pPr marL="2953666" algn="l" defTabSz="843906" rtl="0" eaLnBrk="1" latinLnBrk="0" hangingPunct="1">
        <a:defRPr kumimoji="1" sz="1663" kern="1200">
          <a:solidFill>
            <a:schemeClr val="tx1"/>
          </a:solidFill>
          <a:latin typeface="+mn-lt"/>
          <a:ea typeface="+mn-ea"/>
          <a:cs typeface="+mn-cs"/>
        </a:defRPr>
      </a:lvl8pPr>
      <a:lvl9pPr marL="3375617" algn="l" defTabSz="843906" rtl="0" eaLnBrk="1" latinLnBrk="0" hangingPunct="1">
        <a:defRPr kumimoji="1" sz="1663"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Slide Number Placeholder 5">
            <a:extLst>
              <a:ext uri="{FF2B5EF4-FFF2-40B4-BE49-F238E27FC236}">
                <a16:creationId xmlns:a16="http://schemas.microsoft.com/office/drawing/2014/main" id="{5FAB5873-FF1D-4113-8282-0EA44741E4D1}"/>
              </a:ext>
            </a:extLst>
          </p:cNvPr>
          <p:cNvSpPr txBox="1">
            <a:spLocks/>
          </p:cNvSpPr>
          <p:nvPr/>
        </p:nvSpPr>
        <p:spPr>
          <a:xfrm>
            <a:off x="9527282" y="6709482"/>
            <a:ext cx="357572" cy="133268"/>
          </a:xfrm>
          <a:prstGeom prst="rect">
            <a:avLst/>
          </a:prstGeom>
        </p:spPr>
        <p:txBody>
          <a:bodyPr vert="horz" lIns="0" tIns="0" rIns="0" bIns="0" rtlCol="0" anchor="b"/>
          <a:lstStyle>
            <a:defPPr>
              <a:defRPr lang="en-US"/>
            </a:defPPr>
            <a:lvl1pPr marL="0" algn="r" defTabSz="914400" rtl="0" eaLnBrk="1" latinLnBrk="0" hangingPunct="1">
              <a:defRPr sz="800" kern="1200">
                <a:solidFill>
                  <a:schemeClr val="tx1">
                    <a:alpha val="5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844083" rtl="0" eaLnBrk="1" fontAlgn="auto" latinLnBrk="0" hangingPunct="1">
              <a:lnSpc>
                <a:spcPct val="100000"/>
              </a:lnSpc>
              <a:spcBef>
                <a:spcPts val="0"/>
              </a:spcBef>
              <a:spcAft>
                <a:spcPts val="0"/>
              </a:spcAft>
              <a:buClrTx/>
              <a:buSzTx/>
              <a:buFontTx/>
              <a:buNone/>
              <a:tabLst/>
              <a:defRPr/>
            </a:pPr>
            <a:fld id="{EF2F7A32-C1EA-4F7E-B0A2-7FCB5BFE90DE}" type="slidenum">
              <a:rPr kumimoji="0" lang="en-GB" sz="831" b="0" i="0" u="none" strike="noStrike" kern="1200" cap="none" spc="0" normalizeH="0" baseline="0" noProof="0" smtClean="0">
                <a:ln>
                  <a:noFill/>
                </a:ln>
                <a:solidFill>
                  <a:srgbClr val="000000">
                    <a:alpha val="50000"/>
                  </a:srgbClr>
                </a:solidFill>
                <a:effectLst/>
                <a:uLnTx/>
                <a:uFillTx/>
                <a:latin typeface="+mn-ea"/>
                <a:ea typeface="+mn-ea"/>
                <a:cs typeface="+mn-cs"/>
              </a:rPr>
              <a:pPr marL="0" marR="0" lvl="0" indent="0" algn="ctr" defTabSz="844083" rtl="0" eaLnBrk="1" fontAlgn="auto" latinLnBrk="0" hangingPunct="1">
                <a:lnSpc>
                  <a:spcPct val="100000"/>
                </a:lnSpc>
                <a:spcBef>
                  <a:spcPts val="0"/>
                </a:spcBef>
                <a:spcAft>
                  <a:spcPts val="0"/>
                </a:spcAft>
                <a:buClrTx/>
                <a:buSzTx/>
                <a:buFontTx/>
                <a:buNone/>
                <a:tabLst/>
                <a:defRPr/>
              </a:pPr>
              <a:t>‹#›</a:t>
            </a:fld>
            <a:endParaRPr kumimoji="0" lang="en-GB" sz="831" b="0" i="0" u="none" strike="noStrike" kern="1200" cap="none" spc="0" normalizeH="0" baseline="0" noProof="0">
              <a:ln>
                <a:noFill/>
              </a:ln>
              <a:solidFill>
                <a:srgbClr val="000000">
                  <a:alpha val="50000"/>
                </a:srgbClr>
              </a:solidFill>
              <a:effectLst/>
              <a:uLnTx/>
              <a:uFillTx/>
              <a:latin typeface="+mn-ea"/>
              <a:ea typeface="+mn-ea"/>
              <a:cs typeface="+mn-cs"/>
            </a:endParaRPr>
          </a:p>
        </p:txBody>
      </p:sp>
      <p:sp>
        <p:nvSpPr>
          <p:cNvPr id="5" name="TextBox 8">
            <a:extLst>
              <a:ext uri="{FF2B5EF4-FFF2-40B4-BE49-F238E27FC236}">
                <a16:creationId xmlns:a16="http://schemas.microsoft.com/office/drawing/2014/main" id="{9A96C9F6-D9DC-44C1-B0C7-F7614BA17A05}"/>
              </a:ext>
            </a:extLst>
          </p:cNvPr>
          <p:cNvSpPr txBox="1"/>
          <p:nvPr/>
        </p:nvSpPr>
        <p:spPr>
          <a:xfrm>
            <a:off x="4322" y="-376518"/>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6" name="TextBox 10">
            <a:extLst>
              <a:ext uri="{FF2B5EF4-FFF2-40B4-BE49-F238E27FC236}">
                <a16:creationId xmlns:a16="http://schemas.microsoft.com/office/drawing/2014/main" id="{7B42833E-2079-4A23-A77B-7C695389DE91}"/>
              </a:ext>
            </a:extLst>
          </p:cNvPr>
          <p:cNvSpPr txBox="1"/>
          <p:nvPr/>
        </p:nvSpPr>
        <p:spPr>
          <a:xfrm>
            <a:off x="9413558" y="-376518"/>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7" name="Straight Arrow Connector 11">
            <a:extLst>
              <a:ext uri="{FF2B5EF4-FFF2-40B4-BE49-F238E27FC236}">
                <a16:creationId xmlns:a16="http://schemas.microsoft.com/office/drawing/2014/main" id="{D2FBD531-3F38-4BA5-9EFE-B5E75F813729}"/>
              </a:ext>
            </a:extLst>
          </p:cNvPr>
          <p:cNvCxnSpPr/>
          <p:nvPr/>
        </p:nvCxnSpPr>
        <p:spPr bwMode="auto">
          <a:xfrm>
            <a:off x="0"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8" name="Straight Arrow Connector 13">
            <a:extLst>
              <a:ext uri="{FF2B5EF4-FFF2-40B4-BE49-F238E27FC236}">
                <a16:creationId xmlns:a16="http://schemas.microsoft.com/office/drawing/2014/main" id="{22773943-4C21-42DE-A105-DA36EDCFB0A2}"/>
              </a:ext>
            </a:extLst>
          </p:cNvPr>
          <p:cNvCxnSpPr/>
          <p:nvPr/>
        </p:nvCxnSpPr>
        <p:spPr bwMode="auto">
          <a:xfrm>
            <a:off x="9412426" y="6961684"/>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9" name="TextBox 14">
            <a:extLst>
              <a:ext uri="{FF2B5EF4-FFF2-40B4-BE49-F238E27FC236}">
                <a16:creationId xmlns:a16="http://schemas.microsoft.com/office/drawing/2014/main" id="{7530D86E-33A3-4186-942E-50D4DA8CD8FE}"/>
              </a:ext>
            </a:extLst>
          </p:cNvPr>
          <p:cNvSpPr txBox="1"/>
          <p:nvPr/>
        </p:nvSpPr>
        <p:spPr>
          <a:xfrm>
            <a:off x="4322" y="7012040"/>
            <a:ext cx="611065" cy="348109"/>
          </a:xfrm>
          <a:prstGeom prst="rect">
            <a:avLst/>
          </a:prstGeom>
          <a:noFill/>
        </p:spPr>
        <p:txBody>
          <a:bodyPr wrap="none" rtlCol="0">
            <a:spAutoFit/>
          </a:bodyPr>
          <a:lstStyle/>
          <a:p>
            <a:r>
              <a:rPr kumimoji="1" lang="ja-JP" altLang="en-US" sz="1662" i="0">
                <a:latin typeface="+mn-ea"/>
                <a:ea typeface="+mn-ea"/>
              </a:rPr>
              <a:t>余白</a:t>
            </a:r>
          </a:p>
        </p:txBody>
      </p:sp>
      <p:sp>
        <p:nvSpPr>
          <p:cNvPr id="10" name="TextBox 15">
            <a:extLst>
              <a:ext uri="{FF2B5EF4-FFF2-40B4-BE49-F238E27FC236}">
                <a16:creationId xmlns:a16="http://schemas.microsoft.com/office/drawing/2014/main" id="{D54BA6F4-6BE8-4CA0-8113-D7A6218BDC06}"/>
              </a:ext>
            </a:extLst>
          </p:cNvPr>
          <p:cNvSpPr txBox="1"/>
          <p:nvPr/>
        </p:nvSpPr>
        <p:spPr>
          <a:xfrm>
            <a:off x="9413558" y="7012040"/>
            <a:ext cx="611065" cy="348109"/>
          </a:xfrm>
          <a:prstGeom prst="rect">
            <a:avLst/>
          </a:prstGeom>
          <a:noFill/>
        </p:spPr>
        <p:txBody>
          <a:bodyPr wrap="none" rtlCol="0">
            <a:spAutoFit/>
          </a:bodyPr>
          <a:lstStyle/>
          <a:p>
            <a:r>
              <a:rPr kumimoji="1" lang="ja-JP" altLang="en-US" sz="1662" i="0">
                <a:latin typeface="+mn-ea"/>
                <a:ea typeface="+mn-ea"/>
              </a:rPr>
              <a:t>余白</a:t>
            </a:r>
          </a:p>
        </p:txBody>
      </p:sp>
      <p:cxnSp>
        <p:nvCxnSpPr>
          <p:cNvPr id="11" name="Straight Arrow Connector 11">
            <a:extLst>
              <a:ext uri="{FF2B5EF4-FFF2-40B4-BE49-F238E27FC236}">
                <a16:creationId xmlns:a16="http://schemas.microsoft.com/office/drawing/2014/main" id="{176FE566-97D8-402E-BD62-CD986199EBA1}"/>
              </a:ext>
            </a:extLst>
          </p:cNvPr>
          <p:cNvCxnSpPr/>
          <p:nvPr/>
        </p:nvCxnSpPr>
        <p:spPr bwMode="auto">
          <a:xfrm>
            <a:off x="0"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cxnSp>
        <p:nvCxnSpPr>
          <p:cNvPr id="12" name="Straight Arrow Connector 13">
            <a:extLst>
              <a:ext uri="{FF2B5EF4-FFF2-40B4-BE49-F238E27FC236}">
                <a16:creationId xmlns:a16="http://schemas.microsoft.com/office/drawing/2014/main" id="{B45263A9-24EB-4223-AE35-F346398448B6}"/>
              </a:ext>
            </a:extLst>
          </p:cNvPr>
          <p:cNvCxnSpPr/>
          <p:nvPr/>
        </p:nvCxnSpPr>
        <p:spPr bwMode="auto">
          <a:xfrm>
            <a:off x="9412426" y="-112907"/>
            <a:ext cx="487364" cy="0"/>
          </a:xfrm>
          <a:prstGeom prst="straightConnector1">
            <a:avLst/>
          </a:prstGeom>
          <a:solidFill>
            <a:schemeClr val="bg1"/>
          </a:solidFill>
          <a:ln w="19050" cap="flat" cmpd="sng" algn="ctr">
            <a:solidFill>
              <a:schemeClr val="tx1"/>
            </a:solidFill>
            <a:prstDash val="solid"/>
            <a:round/>
            <a:headEnd type="arrow"/>
            <a:tailEnd type="arrow"/>
          </a:ln>
          <a:effectLst/>
        </p:spPr>
      </p:cxnSp>
      <p:sp>
        <p:nvSpPr>
          <p:cNvPr id="14" name="正方形/長方形 13">
            <a:extLst>
              <a:ext uri="{FF2B5EF4-FFF2-40B4-BE49-F238E27FC236}">
                <a16:creationId xmlns:a16="http://schemas.microsoft.com/office/drawing/2014/main" id="{1084623F-472B-4E76-893D-31861E01631F}"/>
              </a:ext>
            </a:extLst>
          </p:cNvPr>
          <p:cNvSpPr/>
          <p:nvPr/>
        </p:nvSpPr>
        <p:spPr>
          <a:xfrm>
            <a:off x="-536528" y="1233656"/>
            <a:ext cx="261827" cy="255181"/>
          </a:xfrm>
          <a:prstGeom prst="rect">
            <a:avLst/>
          </a:prstGeom>
          <a:solidFill>
            <a:srgbClr val="205AAB">
              <a:lumMod val="60000"/>
              <a:lumOff val="40000"/>
            </a:srgbClr>
          </a:solidFill>
          <a:ln w="9525" cap="flat" cmpd="sng" algn="ctr">
            <a:solidFill>
              <a:srgbClr val="205AAB">
                <a:lumMod val="60000"/>
                <a:lumOff val="4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5" name="正方形/長方形 14">
            <a:extLst>
              <a:ext uri="{FF2B5EF4-FFF2-40B4-BE49-F238E27FC236}">
                <a16:creationId xmlns:a16="http://schemas.microsoft.com/office/drawing/2014/main" id="{8D38DB0C-F3DE-4081-8960-F5189F0589B2}"/>
              </a:ext>
            </a:extLst>
          </p:cNvPr>
          <p:cNvSpPr/>
          <p:nvPr/>
        </p:nvSpPr>
        <p:spPr>
          <a:xfrm>
            <a:off x="-536528" y="1628308"/>
            <a:ext cx="261827" cy="255181"/>
          </a:xfrm>
          <a:prstGeom prst="rect">
            <a:avLst/>
          </a:prstGeom>
          <a:solidFill>
            <a:srgbClr val="205AAB">
              <a:lumMod val="40000"/>
              <a:lumOff val="60000"/>
            </a:srgbClr>
          </a:solidFill>
          <a:ln w="9525" cap="flat" cmpd="sng" algn="ctr">
            <a:solidFill>
              <a:srgbClr val="205AAB">
                <a:lumMod val="40000"/>
                <a:lumOff val="6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96CBEA32-BE5D-4E8B-AA83-FA83FE9C6463}"/>
              </a:ext>
            </a:extLst>
          </p:cNvPr>
          <p:cNvSpPr/>
          <p:nvPr/>
        </p:nvSpPr>
        <p:spPr>
          <a:xfrm>
            <a:off x="-536528" y="2022960"/>
            <a:ext cx="261827" cy="255181"/>
          </a:xfrm>
          <a:prstGeom prst="rect">
            <a:avLst/>
          </a:prstGeom>
          <a:solidFill>
            <a:srgbClr val="205AAB">
              <a:lumMod val="20000"/>
              <a:lumOff val="80000"/>
            </a:srgbClr>
          </a:solidFill>
          <a:ln w="9525" cap="flat" cmpd="sng" algn="ctr">
            <a:solidFill>
              <a:srgbClr val="205AAB">
                <a:lumMod val="20000"/>
                <a:lumOff val="80000"/>
              </a:srgbClr>
            </a:solidFill>
            <a:prstDash val="solid"/>
          </a:ln>
          <a:effectLst/>
        </p:spPr>
        <p:txBody>
          <a:bodyPr rtlCol="0" anchor="t"/>
          <a:lstStyle/>
          <a:p>
            <a:pPr marL="0" marR="0" lvl="0" indent="0" algn="ctr" defTabSz="843987" eaLnBrk="1" fontAlgn="auto" latinLnBrk="0" hangingPunct="1">
              <a:lnSpc>
                <a:spcPct val="100000"/>
              </a:lnSpc>
              <a:spcBef>
                <a:spcPts val="0"/>
              </a:spcBef>
              <a:spcAft>
                <a:spcPts val="0"/>
              </a:spcAft>
              <a:buClrTx/>
              <a:buSzTx/>
              <a:buFontTx/>
              <a:buNone/>
              <a:tabLst/>
              <a:defRPr/>
            </a:pPr>
            <a:endParaRPr kumimoji="0" lang="ja-JP" altLang="en-US" sz="1662" i="0" u="none" strike="noStrike" kern="0" cap="none" spc="0" normalizeH="0" baseline="0" noProof="0">
              <a:ln>
                <a:noFill/>
              </a:ln>
              <a:solidFill>
                <a:srgbClr val="000000"/>
              </a:solidFill>
              <a:effectLst/>
              <a:uLnTx/>
              <a:uFillTx/>
              <a:latin typeface="Meiryo UI"/>
              <a:ea typeface="Meiryo UI"/>
              <a:cs typeface="+mn-cs"/>
            </a:endParaRPr>
          </a:p>
        </p:txBody>
      </p:sp>
      <p:sp>
        <p:nvSpPr>
          <p:cNvPr id="17" name="正方形/長方形 16">
            <a:extLst>
              <a:ext uri="{FF2B5EF4-FFF2-40B4-BE49-F238E27FC236}">
                <a16:creationId xmlns:a16="http://schemas.microsoft.com/office/drawing/2014/main" id="{5A219C3C-F311-4895-B2E5-B4DAC43A190F}"/>
              </a:ext>
            </a:extLst>
          </p:cNvPr>
          <p:cNvSpPr/>
          <p:nvPr/>
        </p:nvSpPr>
        <p:spPr>
          <a:xfrm>
            <a:off x="-536528" y="2417612"/>
            <a:ext cx="261827" cy="255181"/>
          </a:xfrm>
          <a:prstGeom prst="rect">
            <a:avLst/>
          </a:prstGeom>
          <a:solidFill>
            <a:srgbClr val="205AAB">
              <a:lumMod val="10000"/>
              <a:lumOff val="90000"/>
            </a:srgbClr>
          </a:solidFill>
          <a:ln w="57150" cap="flat" cmpd="sng" algn="ctr">
            <a:noFill/>
            <a:prstDash val="solid"/>
          </a:ln>
          <a:effectLst/>
        </p:spPr>
        <p:txBody>
          <a:bodyPr rot="0" spcFirstLastPara="0" vertOverflow="overflow" horzOverflow="overflow" vert="horz" wrap="none" lIns="84406" tIns="42203" rIns="84406" bIns="42203" numCol="1" spcCol="0" rtlCol="0" fromWordArt="0" anchor="ctr" anchorCtr="0" forceAA="0" compatLnSpc="1">
            <a:prstTxWarp prst="textNoShape">
              <a:avLst/>
            </a:prstTxWarp>
            <a:noAutofit/>
          </a:bodyPr>
          <a:lstStyle/>
          <a:p>
            <a:pPr defTabSz="843987" fontAlgn="auto">
              <a:lnSpc>
                <a:spcPct val="100000"/>
              </a:lnSpc>
              <a:spcBef>
                <a:spcPts val="0"/>
              </a:spcBef>
              <a:spcAft>
                <a:spcPts val="0"/>
              </a:spcAft>
            </a:pPr>
            <a:endParaRPr kumimoji="0" lang="ja-JP" altLang="en-US" sz="1292" i="0" kern="0">
              <a:solidFill>
                <a:srgbClr val="002060"/>
              </a:solidFill>
              <a:latin typeface="Meiryo UI"/>
              <a:ea typeface="Meiryo UI"/>
            </a:endParaRPr>
          </a:p>
        </p:txBody>
      </p:sp>
      <p:sp>
        <p:nvSpPr>
          <p:cNvPr id="4" name="タイトル 1">
            <a:extLst>
              <a:ext uri="{FF2B5EF4-FFF2-40B4-BE49-F238E27FC236}">
                <a16:creationId xmlns:a16="http://schemas.microsoft.com/office/drawing/2014/main" id="{A7F2A3BE-9640-18A3-71A2-0B99996952BB}"/>
              </a:ext>
            </a:extLst>
          </p:cNvPr>
          <p:cNvSpPr txBox="1">
            <a:spLocks/>
          </p:cNvSpPr>
          <p:nvPr/>
        </p:nvSpPr>
        <p:spPr>
          <a:xfrm>
            <a:off x="495302" y="266704"/>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cxnSp>
        <p:nvCxnSpPr>
          <p:cNvPr id="18" name="Straight Connector 7">
            <a:extLst>
              <a:ext uri="{FF2B5EF4-FFF2-40B4-BE49-F238E27FC236}">
                <a16:creationId xmlns:a16="http://schemas.microsoft.com/office/drawing/2014/main" id="{3426408B-7E00-884B-2AE7-3F477FF5C006}"/>
              </a:ext>
            </a:extLst>
          </p:cNvPr>
          <p:cNvCxnSpPr/>
          <p:nvPr/>
        </p:nvCxnSpPr>
        <p:spPr>
          <a:xfrm>
            <a:off x="493584" y="701780"/>
            <a:ext cx="9412419" cy="0"/>
          </a:xfrm>
          <a:prstGeom prst="line">
            <a:avLst/>
          </a:prstGeom>
          <a:noFill/>
          <a:ln w="12700" cap="flat" cmpd="sng" algn="ctr">
            <a:solidFill>
              <a:srgbClr val="008899"/>
            </a:solidFill>
            <a:prstDash val="solid"/>
          </a:ln>
          <a:effectLst/>
        </p:spPr>
      </p:cxnSp>
      <p:sp>
        <p:nvSpPr>
          <p:cNvPr id="2" name="タイトル 1">
            <a:extLst>
              <a:ext uri="{FF2B5EF4-FFF2-40B4-BE49-F238E27FC236}">
                <a16:creationId xmlns:a16="http://schemas.microsoft.com/office/drawing/2014/main" id="{30B03D4E-B211-A343-2849-522D51276924}"/>
              </a:ext>
            </a:extLst>
          </p:cNvPr>
          <p:cNvSpPr txBox="1">
            <a:spLocks/>
          </p:cNvSpPr>
          <p:nvPr/>
        </p:nvSpPr>
        <p:spPr>
          <a:xfrm>
            <a:off x="495302" y="114300"/>
            <a:ext cx="8915399" cy="578870"/>
          </a:xfrm>
          <a:prstGeom prst="rect">
            <a:avLst/>
          </a:prstGeom>
        </p:spPr>
        <p:txBody>
          <a:bodyPr lIns="0" rIns="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a:lnSpc>
                <a:spcPct val="100000"/>
              </a:lnSpc>
            </a:pPr>
            <a:endParaRPr kumimoji="0" lang="ja-JP" altLang="en-US" sz="1846" i="0" kern="0"/>
          </a:p>
        </p:txBody>
      </p:sp>
    </p:spTree>
    <p:extLst>
      <p:ext uri="{BB962C8B-B14F-4D97-AF65-F5344CB8AC3E}">
        <p14:creationId xmlns:p14="http://schemas.microsoft.com/office/powerpoint/2010/main" val="1167593043"/>
      </p:ext>
    </p:extLst>
  </p:cSld>
  <p:clrMap bg1="lt1" tx1="dk1" bg2="lt2" tx2="dk2" accent1="accent1" accent2="accent2" accent3="accent3" accent4="accent4" accent5="accent5" accent6="accent6" hlink="hlink" folHlink="folHlink"/>
  <p:sldLayoutIdLst>
    <p:sldLayoutId id="2147485650" r:id="rId1"/>
    <p:sldLayoutId id="2147485651" r:id="rId2"/>
    <p:sldLayoutId id="2147485652" r:id="rId3"/>
    <p:sldLayoutId id="2147485653" r:id="rId4"/>
    <p:sldLayoutId id="2147485654" r:id="rId5"/>
    <p:sldLayoutId id="2147485655" r:id="rId6"/>
    <p:sldLayoutId id="2147485656" r:id="rId7"/>
    <p:sldLayoutId id="2147485657" r:id="rId8"/>
    <p:sldLayoutId id="2147485658" r:id="rId9"/>
  </p:sldLayoutIdLst>
  <p:hf hdr="0" ftr="0" dt="0"/>
  <p:txStyles>
    <p:titleStyle>
      <a:lvl1pPr algn="ctr" defTabSz="703276" rtl="0" eaLnBrk="1" fontAlgn="base" hangingPunct="1">
        <a:spcBef>
          <a:spcPct val="0"/>
        </a:spcBef>
        <a:spcAft>
          <a:spcPct val="0"/>
        </a:spcAft>
        <a:defRPr kumimoji="1" sz="1477">
          <a:solidFill>
            <a:schemeClr val="bg1"/>
          </a:solidFill>
          <a:latin typeface="+mj-ea"/>
          <a:ea typeface="+mj-ea"/>
          <a:cs typeface="+mj-cs"/>
        </a:defRPr>
      </a:lvl1pPr>
      <a:lvl2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2pPr>
      <a:lvl3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3pPr>
      <a:lvl4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4pPr>
      <a:lvl5pPr algn="ctr" defTabSz="703276" rtl="0" eaLnBrk="1" fontAlgn="base" hangingPunct="1">
        <a:spcBef>
          <a:spcPct val="0"/>
        </a:spcBef>
        <a:spcAft>
          <a:spcPct val="0"/>
        </a:spcAft>
        <a:defRPr kumimoji="1" sz="1477">
          <a:solidFill>
            <a:schemeClr val="bg1"/>
          </a:solidFill>
          <a:latin typeface="Calibri" pitchFamily="34" charset="0"/>
          <a:ea typeface="ＭＳ Ｐゴシック" pitchFamily="50" charset="-128"/>
        </a:defRPr>
      </a:lvl5pPr>
      <a:lvl6pPr marL="421965"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6pPr>
      <a:lvl7pPr marL="843930"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7pPr>
      <a:lvl8pPr marL="1265896"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8pPr>
      <a:lvl9pPr marL="1687861" algn="ctr" defTabSz="703276" rtl="0" eaLnBrk="1" fontAlgn="base" hangingPunct="1">
        <a:spcBef>
          <a:spcPct val="0"/>
        </a:spcBef>
        <a:spcAft>
          <a:spcPct val="0"/>
        </a:spcAft>
        <a:defRPr kumimoji="1">
          <a:solidFill>
            <a:schemeClr val="bg1"/>
          </a:solidFill>
          <a:latin typeface="ＭＳ Ｐゴシック" pitchFamily="50" charset="-128"/>
          <a:ea typeface="ＭＳ Ｐゴシック" pitchFamily="50" charset="-128"/>
        </a:defRPr>
      </a:lvl9pPr>
    </p:titleStyle>
    <p:bodyStyle>
      <a:lvl1pPr marL="0" indent="0" algn="l" rtl="0" eaLnBrk="1" fontAlgn="base" hangingPunct="1">
        <a:spcBef>
          <a:spcPct val="20000"/>
        </a:spcBef>
        <a:spcAft>
          <a:spcPct val="0"/>
        </a:spcAft>
        <a:defRPr kumimoji="1" sz="1292">
          <a:solidFill>
            <a:schemeClr val="tx1"/>
          </a:solidFill>
          <a:latin typeface="+mj-ea"/>
          <a:ea typeface="+mj-ea"/>
          <a:cs typeface="+mn-cs"/>
        </a:defRPr>
      </a:lvl1pPr>
      <a:lvl2pPr marL="706206" indent="-263729" algn="l" rtl="0" eaLnBrk="1" fontAlgn="base" hangingPunct="1">
        <a:spcBef>
          <a:spcPct val="20000"/>
        </a:spcBef>
        <a:spcAft>
          <a:spcPct val="0"/>
        </a:spcAft>
        <a:buChar char="–"/>
        <a:defRPr kumimoji="1" sz="2585">
          <a:solidFill>
            <a:schemeClr val="tx1"/>
          </a:solidFill>
          <a:latin typeface="Times New Roman" pitchFamily="18" charset="0"/>
          <a:ea typeface="+mn-ea"/>
        </a:defRPr>
      </a:lvl2pPr>
      <a:lvl3pPr marL="1093008" indent="-210983" algn="l" rtl="0" eaLnBrk="1" fontAlgn="base" hangingPunct="1">
        <a:spcBef>
          <a:spcPct val="20000"/>
        </a:spcBef>
        <a:spcAft>
          <a:spcPct val="0"/>
        </a:spcAft>
        <a:buChar char="•"/>
        <a:defRPr kumimoji="1" sz="2215">
          <a:solidFill>
            <a:schemeClr val="tx1"/>
          </a:solidFill>
          <a:latin typeface="Times New Roman" pitchFamily="18" charset="0"/>
          <a:ea typeface="+mn-ea"/>
        </a:defRPr>
      </a:lvl3pPr>
      <a:lvl4pPr marL="1479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4pPr>
      <a:lvl5pPr marL="1898843" indent="-212448" algn="l" rtl="0" eaLnBrk="1" fontAlgn="base" hangingPunct="1">
        <a:spcBef>
          <a:spcPct val="20000"/>
        </a:spcBef>
        <a:spcAft>
          <a:spcPct val="0"/>
        </a:spcAft>
        <a:buChar char="»"/>
        <a:defRPr kumimoji="1" sz="1846">
          <a:solidFill>
            <a:schemeClr val="tx1"/>
          </a:solidFill>
          <a:latin typeface="Times New Roman" pitchFamily="18" charset="0"/>
          <a:ea typeface="+mn-ea"/>
        </a:defRPr>
      </a:lvl5pPr>
      <a:lvl6pPr marL="232080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6pPr>
      <a:lvl7pPr marL="274277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7pPr>
      <a:lvl8pPr marL="3164739"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8pPr>
      <a:lvl9pPr marL="3586704" indent="-210983" algn="l" rtl="0" eaLnBrk="1" fontAlgn="base" hangingPunct="1">
        <a:spcBef>
          <a:spcPct val="20000"/>
        </a:spcBef>
        <a:spcAft>
          <a:spcPct val="0"/>
        </a:spcAft>
        <a:buChar char="»"/>
        <a:defRPr kumimoji="1" sz="1846">
          <a:solidFill>
            <a:schemeClr val="tx1"/>
          </a:solidFill>
          <a:latin typeface="Times New Roman" pitchFamily="18" charset="0"/>
          <a:ea typeface="+mn-ea"/>
        </a:defRPr>
      </a:lvl9pPr>
    </p:bodyStyle>
    <p:otherStyle>
      <a:defPPr>
        <a:defRPr lang="ja-JP"/>
      </a:defPPr>
      <a:lvl1pPr marL="0" algn="l" defTabSz="843930" rtl="0" eaLnBrk="1" latinLnBrk="0" hangingPunct="1">
        <a:defRPr kumimoji="1" sz="1662" kern="1200">
          <a:solidFill>
            <a:schemeClr val="tx1"/>
          </a:solidFill>
          <a:latin typeface="+mn-lt"/>
          <a:ea typeface="+mn-ea"/>
          <a:cs typeface="+mn-cs"/>
        </a:defRPr>
      </a:lvl1pPr>
      <a:lvl2pPr marL="421965" algn="l" defTabSz="843930" rtl="0" eaLnBrk="1" latinLnBrk="0" hangingPunct="1">
        <a:defRPr kumimoji="1" sz="1662" kern="1200">
          <a:solidFill>
            <a:schemeClr val="tx1"/>
          </a:solidFill>
          <a:latin typeface="+mn-lt"/>
          <a:ea typeface="+mn-ea"/>
          <a:cs typeface="+mn-cs"/>
        </a:defRPr>
      </a:lvl2pPr>
      <a:lvl3pPr marL="843930" algn="l" defTabSz="843930" rtl="0" eaLnBrk="1" latinLnBrk="0" hangingPunct="1">
        <a:defRPr kumimoji="1" sz="1662" kern="1200">
          <a:solidFill>
            <a:schemeClr val="tx1"/>
          </a:solidFill>
          <a:latin typeface="+mn-lt"/>
          <a:ea typeface="+mn-ea"/>
          <a:cs typeface="+mn-cs"/>
        </a:defRPr>
      </a:lvl3pPr>
      <a:lvl4pPr marL="1265896" algn="l" defTabSz="843930" rtl="0" eaLnBrk="1" latinLnBrk="0" hangingPunct="1">
        <a:defRPr kumimoji="1" sz="1662" kern="1200">
          <a:solidFill>
            <a:schemeClr val="tx1"/>
          </a:solidFill>
          <a:latin typeface="+mn-lt"/>
          <a:ea typeface="+mn-ea"/>
          <a:cs typeface="+mn-cs"/>
        </a:defRPr>
      </a:lvl4pPr>
      <a:lvl5pPr marL="1687861" algn="l" defTabSz="843930" rtl="0" eaLnBrk="1" latinLnBrk="0" hangingPunct="1">
        <a:defRPr kumimoji="1" sz="1662" kern="1200">
          <a:solidFill>
            <a:schemeClr val="tx1"/>
          </a:solidFill>
          <a:latin typeface="+mn-lt"/>
          <a:ea typeface="+mn-ea"/>
          <a:cs typeface="+mn-cs"/>
        </a:defRPr>
      </a:lvl5pPr>
      <a:lvl6pPr marL="2109826" algn="l" defTabSz="843930" rtl="0" eaLnBrk="1" latinLnBrk="0" hangingPunct="1">
        <a:defRPr kumimoji="1" sz="1662" kern="1200">
          <a:solidFill>
            <a:schemeClr val="tx1"/>
          </a:solidFill>
          <a:latin typeface="+mn-lt"/>
          <a:ea typeface="+mn-ea"/>
          <a:cs typeface="+mn-cs"/>
        </a:defRPr>
      </a:lvl6pPr>
      <a:lvl7pPr marL="2531791" algn="l" defTabSz="843930" rtl="0" eaLnBrk="1" latinLnBrk="0" hangingPunct="1">
        <a:defRPr kumimoji="1" sz="1662" kern="1200">
          <a:solidFill>
            <a:schemeClr val="tx1"/>
          </a:solidFill>
          <a:latin typeface="+mn-lt"/>
          <a:ea typeface="+mn-ea"/>
          <a:cs typeface="+mn-cs"/>
        </a:defRPr>
      </a:lvl7pPr>
      <a:lvl8pPr marL="2953757" algn="l" defTabSz="843930" rtl="0" eaLnBrk="1" latinLnBrk="0" hangingPunct="1">
        <a:defRPr kumimoji="1" sz="1662" kern="1200">
          <a:solidFill>
            <a:schemeClr val="tx1"/>
          </a:solidFill>
          <a:latin typeface="+mn-lt"/>
          <a:ea typeface="+mn-ea"/>
          <a:cs typeface="+mn-cs"/>
        </a:defRPr>
      </a:lvl8pPr>
      <a:lvl9pPr marL="3375721" algn="l" defTabSz="843930" rtl="0" eaLnBrk="1" latinLnBrk="0" hangingPunct="1">
        <a:defRPr kumimoji="1" sz="16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18.xml"/><Relationship Id="rId5" Type="http://schemas.openxmlformats.org/officeDocument/2006/relationships/image" Target="../media/image1.emf"/><Relationship Id="rId4" Type="http://schemas.openxmlformats.org/officeDocument/2006/relationships/oleObject" Target="../embeddings/oleObject5.bin"/></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image" Target="../media/image4.emf"/><Relationship Id="rId5" Type="http://schemas.openxmlformats.org/officeDocument/2006/relationships/oleObject" Target="../embeddings/oleObject6.bin"/><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117" Type="http://schemas.openxmlformats.org/officeDocument/2006/relationships/tags" Target="../tags/tag137.xml"/><Relationship Id="rId21" Type="http://schemas.openxmlformats.org/officeDocument/2006/relationships/tags" Target="../tags/tag41.xml"/><Relationship Id="rId42" Type="http://schemas.openxmlformats.org/officeDocument/2006/relationships/tags" Target="../tags/tag62.xml"/><Relationship Id="rId63" Type="http://schemas.openxmlformats.org/officeDocument/2006/relationships/tags" Target="../tags/tag83.xml"/><Relationship Id="rId84" Type="http://schemas.openxmlformats.org/officeDocument/2006/relationships/tags" Target="../tags/tag104.xml"/><Relationship Id="rId138" Type="http://schemas.openxmlformats.org/officeDocument/2006/relationships/tags" Target="../tags/tag158.xml"/><Relationship Id="rId159" Type="http://schemas.openxmlformats.org/officeDocument/2006/relationships/tags" Target="../tags/tag179.xml"/><Relationship Id="rId170" Type="http://schemas.openxmlformats.org/officeDocument/2006/relationships/tags" Target="../tags/tag190.xml"/><Relationship Id="rId191" Type="http://schemas.openxmlformats.org/officeDocument/2006/relationships/tags" Target="../tags/tag211.xml"/><Relationship Id="rId205" Type="http://schemas.openxmlformats.org/officeDocument/2006/relationships/tags" Target="../tags/tag225.xml"/><Relationship Id="rId107" Type="http://schemas.openxmlformats.org/officeDocument/2006/relationships/tags" Target="../tags/tag127.xml"/><Relationship Id="rId11" Type="http://schemas.openxmlformats.org/officeDocument/2006/relationships/tags" Target="../tags/tag31.xml"/><Relationship Id="rId32" Type="http://schemas.openxmlformats.org/officeDocument/2006/relationships/tags" Target="../tags/tag52.xml"/><Relationship Id="rId53" Type="http://schemas.openxmlformats.org/officeDocument/2006/relationships/tags" Target="../tags/tag73.xml"/><Relationship Id="rId74" Type="http://schemas.openxmlformats.org/officeDocument/2006/relationships/tags" Target="../tags/tag94.xml"/><Relationship Id="rId128" Type="http://schemas.openxmlformats.org/officeDocument/2006/relationships/tags" Target="../tags/tag148.xml"/><Relationship Id="rId149" Type="http://schemas.openxmlformats.org/officeDocument/2006/relationships/tags" Target="../tags/tag169.xml"/><Relationship Id="rId5" Type="http://schemas.openxmlformats.org/officeDocument/2006/relationships/tags" Target="../tags/tag25.xml"/><Relationship Id="rId95" Type="http://schemas.openxmlformats.org/officeDocument/2006/relationships/tags" Target="../tags/tag115.xml"/><Relationship Id="rId160" Type="http://schemas.openxmlformats.org/officeDocument/2006/relationships/tags" Target="../tags/tag180.xml"/><Relationship Id="rId181" Type="http://schemas.openxmlformats.org/officeDocument/2006/relationships/tags" Target="../tags/tag201.xml"/><Relationship Id="rId22" Type="http://schemas.openxmlformats.org/officeDocument/2006/relationships/tags" Target="../tags/tag42.xml"/><Relationship Id="rId43" Type="http://schemas.openxmlformats.org/officeDocument/2006/relationships/tags" Target="../tags/tag63.xml"/><Relationship Id="rId64" Type="http://schemas.openxmlformats.org/officeDocument/2006/relationships/tags" Target="../tags/tag84.xml"/><Relationship Id="rId118" Type="http://schemas.openxmlformats.org/officeDocument/2006/relationships/tags" Target="../tags/tag138.xml"/><Relationship Id="rId139" Type="http://schemas.openxmlformats.org/officeDocument/2006/relationships/tags" Target="../tags/tag159.xml"/><Relationship Id="rId85" Type="http://schemas.openxmlformats.org/officeDocument/2006/relationships/tags" Target="../tags/tag105.xml"/><Relationship Id="rId150" Type="http://schemas.openxmlformats.org/officeDocument/2006/relationships/tags" Target="../tags/tag170.xml"/><Relationship Id="rId171" Type="http://schemas.openxmlformats.org/officeDocument/2006/relationships/tags" Target="../tags/tag191.xml"/><Relationship Id="rId192" Type="http://schemas.openxmlformats.org/officeDocument/2006/relationships/tags" Target="../tags/tag212.xml"/><Relationship Id="rId206" Type="http://schemas.openxmlformats.org/officeDocument/2006/relationships/tags" Target="../tags/tag226.xml"/><Relationship Id="rId12" Type="http://schemas.openxmlformats.org/officeDocument/2006/relationships/tags" Target="../tags/tag32.xml"/><Relationship Id="rId33" Type="http://schemas.openxmlformats.org/officeDocument/2006/relationships/tags" Target="../tags/tag53.xml"/><Relationship Id="rId108" Type="http://schemas.openxmlformats.org/officeDocument/2006/relationships/tags" Target="../tags/tag128.xml"/><Relationship Id="rId129" Type="http://schemas.openxmlformats.org/officeDocument/2006/relationships/tags" Target="../tags/tag149.xml"/><Relationship Id="rId54" Type="http://schemas.openxmlformats.org/officeDocument/2006/relationships/tags" Target="../tags/tag74.xml"/><Relationship Id="rId75" Type="http://schemas.openxmlformats.org/officeDocument/2006/relationships/tags" Target="../tags/tag95.xml"/><Relationship Id="rId96" Type="http://schemas.openxmlformats.org/officeDocument/2006/relationships/tags" Target="../tags/tag116.xml"/><Relationship Id="rId140" Type="http://schemas.openxmlformats.org/officeDocument/2006/relationships/tags" Target="../tags/tag160.xml"/><Relationship Id="rId161" Type="http://schemas.openxmlformats.org/officeDocument/2006/relationships/tags" Target="../tags/tag181.xml"/><Relationship Id="rId182" Type="http://schemas.openxmlformats.org/officeDocument/2006/relationships/tags" Target="../tags/tag202.xml"/><Relationship Id="rId6" Type="http://schemas.openxmlformats.org/officeDocument/2006/relationships/tags" Target="../tags/tag26.xml"/><Relationship Id="rId23" Type="http://schemas.openxmlformats.org/officeDocument/2006/relationships/tags" Target="../tags/tag43.xml"/><Relationship Id="rId119" Type="http://schemas.openxmlformats.org/officeDocument/2006/relationships/tags" Target="../tags/tag139.xml"/><Relationship Id="rId44" Type="http://schemas.openxmlformats.org/officeDocument/2006/relationships/tags" Target="../tags/tag64.xml"/><Relationship Id="rId65" Type="http://schemas.openxmlformats.org/officeDocument/2006/relationships/tags" Target="../tags/tag85.xml"/><Relationship Id="rId86" Type="http://schemas.openxmlformats.org/officeDocument/2006/relationships/tags" Target="../tags/tag106.xml"/><Relationship Id="rId130" Type="http://schemas.openxmlformats.org/officeDocument/2006/relationships/tags" Target="../tags/tag150.xml"/><Relationship Id="rId151" Type="http://schemas.openxmlformats.org/officeDocument/2006/relationships/tags" Target="../tags/tag171.xml"/><Relationship Id="rId172" Type="http://schemas.openxmlformats.org/officeDocument/2006/relationships/tags" Target="../tags/tag192.xml"/><Relationship Id="rId193" Type="http://schemas.openxmlformats.org/officeDocument/2006/relationships/tags" Target="../tags/tag213.xml"/><Relationship Id="rId207" Type="http://schemas.openxmlformats.org/officeDocument/2006/relationships/tags" Target="../tags/tag227.xml"/><Relationship Id="rId13" Type="http://schemas.openxmlformats.org/officeDocument/2006/relationships/tags" Target="../tags/tag33.xml"/><Relationship Id="rId109" Type="http://schemas.openxmlformats.org/officeDocument/2006/relationships/tags" Target="../tags/tag129.xml"/><Relationship Id="rId34" Type="http://schemas.openxmlformats.org/officeDocument/2006/relationships/tags" Target="../tags/tag54.xml"/><Relationship Id="rId55" Type="http://schemas.openxmlformats.org/officeDocument/2006/relationships/tags" Target="../tags/tag75.xml"/><Relationship Id="rId76" Type="http://schemas.openxmlformats.org/officeDocument/2006/relationships/tags" Target="../tags/tag96.xml"/><Relationship Id="rId97" Type="http://schemas.openxmlformats.org/officeDocument/2006/relationships/tags" Target="../tags/tag117.xml"/><Relationship Id="rId120" Type="http://schemas.openxmlformats.org/officeDocument/2006/relationships/tags" Target="../tags/tag140.xml"/><Relationship Id="rId141" Type="http://schemas.openxmlformats.org/officeDocument/2006/relationships/tags" Target="../tags/tag161.xml"/><Relationship Id="rId7" Type="http://schemas.openxmlformats.org/officeDocument/2006/relationships/tags" Target="../tags/tag27.xml"/><Relationship Id="rId162" Type="http://schemas.openxmlformats.org/officeDocument/2006/relationships/tags" Target="../tags/tag182.xml"/><Relationship Id="rId183" Type="http://schemas.openxmlformats.org/officeDocument/2006/relationships/tags" Target="../tags/tag203.xml"/><Relationship Id="rId24" Type="http://schemas.openxmlformats.org/officeDocument/2006/relationships/tags" Target="../tags/tag44.xml"/><Relationship Id="rId45" Type="http://schemas.openxmlformats.org/officeDocument/2006/relationships/tags" Target="../tags/tag65.xml"/><Relationship Id="rId66" Type="http://schemas.openxmlformats.org/officeDocument/2006/relationships/tags" Target="../tags/tag86.xml"/><Relationship Id="rId87" Type="http://schemas.openxmlformats.org/officeDocument/2006/relationships/tags" Target="../tags/tag107.xml"/><Relationship Id="rId110" Type="http://schemas.openxmlformats.org/officeDocument/2006/relationships/tags" Target="../tags/tag130.xml"/><Relationship Id="rId131" Type="http://schemas.openxmlformats.org/officeDocument/2006/relationships/tags" Target="../tags/tag151.xml"/><Relationship Id="rId61" Type="http://schemas.openxmlformats.org/officeDocument/2006/relationships/tags" Target="../tags/tag81.xml"/><Relationship Id="rId82" Type="http://schemas.openxmlformats.org/officeDocument/2006/relationships/tags" Target="../tags/tag102.xml"/><Relationship Id="rId152" Type="http://schemas.openxmlformats.org/officeDocument/2006/relationships/tags" Target="../tags/tag172.xml"/><Relationship Id="rId173" Type="http://schemas.openxmlformats.org/officeDocument/2006/relationships/tags" Target="../tags/tag193.xml"/><Relationship Id="rId194" Type="http://schemas.openxmlformats.org/officeDocument/2006/relationships/tags" Target="../tags/tag214.xml"/><Relationship Id="rId199" Type="http://schemas.openxmlformats.org/officeDocument/2006/relationships/tags" Target="../tags/tag219.xml"/><Relationship Id="rId203" Type="http://schemas.openxmlformats.org/officeDocument/2006/relationships/tags" Target="../tags/tag223.xml"/><Relationship Id="rId208" Type="http://schemas.openxmlformats.org/officeDocument/2006/relationships/tags" Target="../tags/tag228.xml"/><Relationship Id="rId19" Type="http://schemas.openxmlformats.org/officeDocument/2006/relationships/tags" Target="../tags/tag39.xml"/><Relationship Id="rId14" Type="http://schemas.openxmlformats.org/officeDocument/2006/relationships/tags" Target="../tags/tag34.xml"/><Relationship Id="rId30" Type="http://schemas.openxmlformats.org/officeDocument/2006/relationships/tags" Target="../tags/tag50.xml"/><Relationship Id="rId35" Type="http://schemas.openxmlformats.org/officeDocument/2006/relationships/tags" Target="../tags/tag55.xml"/><Relationship Id="rId56" Type="http://schemas.openxmlformats.org/officeDocument/2006/relationships/tags" Target="../tags/tag76.xml"/><Relationship Id="rId77" Type="http://schemas.openxmlformats.org/officeDocument/2006/relationships/tags" Target="../tags/tag97.xml"/><Relationship Id="rId100" Type="http://schemas.openxmlformats.org/officeDocument/2006/relationships/tags" Target="../tags/tag120.xml"/><Relationship Id="rId105" Type="http://schemas.openxmlformats.org/officeDocument/2006/relationships/tags" Target="../tags/tag125.xml"/><Relationship Id="rId126" Type="http://schemas.openxmlformats.org/officeDocument/2006/relationships/tags" Target="../tags/tag146.xml"/><Relationship Id="rId147" Type="http://schemas.openxmlformats.org/officeDocument/2006/relationships/tags" Target="../tags/tag167.xml"/><Relationship Id="rId168" Type="http://schemas.openxmlformats.org/officeDocument/2006/relationships/tags" Target="../tags/tag188.xml"/><Relationship Id="rId8" Type="http://schemas.openxmlformats.org/officeDocument/2006/relationships/tags" Target="../tags/tag28.xml"/><Relationship Id="rId51" Type="http://schemas.openxmlformats.org/officeDocument/2006/relationships/tags" Target="../tags/tag71.xml"/><Relationship Id="rId72" Type="http://schemas.openxmlformats.org/officeDocument/2006/relationships/tags" Target="../tags/tag92.xml"/><Relationship Id="rId93" Type="http://schemas.openxmlformats.org/officeDocument/2006/relationships/tags" Target="../tags/tag113.xml"/><Relationship Id="rId98" Type="http://schemas.openxmlformats.org/officeDocument/2006/relationships/tags" Target="../tags/tag118.xml"/><Relationship Id="rId121" Type="http://schemas.openxmlformats.org/officeDocument/2006/relationships/tags" Target="../tags/tag141.xml"/><Relationship Id="rId142" Type="http://schemas.openxmlformats.org/officeDocument/2006/relationships/tags" Target="../tags/tag162.xml"/><Relationship Id="rId163" Type="http://schemas.openxmlformats.org/officeDocument/2006/relationships/tags" Target="../tags/tag183.xml"/><Relationship Id="rId184" Type="http://schemas.openxmlformats.org/officeDocument/2006/relationships/tags" Target="../tags/tag204.xml"/><Relationship Id="rId189" Type="http://schemas.openxmlformats.org/officeDocument/2006/relationships/tags" Target="../tags/tag209.xml"/><Relationship Id="rId3" Type="http://schemas.openxmlformats.org/officeDocument/2006/relationships/tags" Target="../tags/tag23.xml"/><Relationship Id="rId25" Type="http://schemas.openxmlformats.org/officeDocument/2006/relationships/tags" Target="../tags/tag45.xml"/><Relationship Id="rId46" Type="http://schemas.openxmlformats.org/officeDocument/2006/relationships/tags" Target="../tags/tag66.xml"/><Relationship Id="rId67" Type="http://schemas.openxmlformats.org/officeDocument/2006/relationships/tags" Target="../tags/tag87.xml"/><Relationship Id="rId116" Type="http://schemas.openxmlformats.org/officeDocument/2006/relationships/tags" Target="../tags/tag136.xml"/><Relationship Id="rId137" Type="http://schemas.openxmlformats.org/officeDocument/2006/relationships/tags" Target="../tags/tag157.xml"/><Relationship Id="rId158" Type="http://schemas.openxmlformats.org/officeDocument/2006/relationships/tags" Target="../tags/tag178.xml"/><Relationship Id="rId20" Type="http://schemas.openxmlformats.org/officeDocument/2006/relationships/tags" Target="../tags/tag40.xml"/><Relationship Id="rId41" Type="http://schemas.openxmlformats.org/officeDocument/2006/relationships/tags" Target="../tags/tag61.xml"/><Relationship Id="rId62" Type="http://schemas.openxmlformats.org/officeDocument/2006/relationships/tags" Target="../tags/tag82.xml"/><Relationship Id="rId83" Type="http://schemas.openxmlformats.org/officeDocument/2006/relationships/tags" Target="../tags/tag103.xml"/><Relationship Id="rId88" Type="http://schemas.openxmlformats.org/officeDocument/2006/relationships/tags" Target="../tags/tag108.xml"/><Relationship Id="rId111" Type="http://schemas.openxmlformats.org/officeDocument/2006/relationships/tags" Target="../tags/tag131.xml"/><Relationship Id="rId132" Type="http://schemas.openxmlformats.org/officeDocument/2006/relationships/tags" Target="../tags/tag152.xml"/><Relationship Id="rId153" Type="http://schemas.openxmlformats.org/officeDocument/2006/relationships/tags" Target="../tags/tag173.xml"/><Relationship Id="rId174" Type="http://schemas.openxmlformats.org/officeDocument/2006/relationships/tags" Target="../tags/tag194.xml"/><Relationship Id="rId179" Type="http://schemas.openxmlformats.org/officeDocument/2006/relationships/tags" Target="../tags/tag199.xml"/><Relationship Id="rId195" Type="http://schemas.openxmlformats.org/officeDocument/2006/relationships/tags" Target="../tags/tag215.xml"/><Relationship Id="rId209" Type="http://schemas.openxmlformats.org/officeDocument/2006/relationships/tags" Target="../tags/tag229.xml"/><Relationship Id="rId190" Type="http://schemas.openxmlformats.org/officeDocument/2006/relationships/tags" Target="../tags/tag210.xml"/><Relationship Id="rId204" Type="http://schemas.openxmlformats.org/officeDocument/2006/relationships/tags" Target="../tags/tag224.xml"/><Relationship Id="rId15" Type="http://schemas.openxmlformats.org/officeDocument/2006/relationships/tags" Target="../tags/tag35.xml"/><Relationship Id="rId36" Type="http://schemas.openxmlformats.org/officeDocument/2006/relationships/tags" Target="../tags/tag56.xml"/><Relationship Id="rId57" Type="http://schemas.openxmlformats.org/officeDocument/2006/relationships/tags" Target="../tags/tag77.xml"/><Relationship Id="rId106" Type="http://schemas.openxmlformats.org/officeDocument/2006/relationships/tags" Target="../tags/tag126.xml"/><Relationship Id="rId127" Type="http://schemas.openxmlformats.org/officeDocument/2006/relationships/tags" Target="../tags/tag147.xml"/><Relationship Id="rId10" Type="http://schemas.openxmlformats.org/officeDocument/2006/relationships/tags" Target="../tags/tag30.xml"/><Relationship Id="rId31" Type="http://schemas.openxmlformats.org/officeDocument/2006/relationships/tags" Target="../tags/tag51.xml"/><Relationship Id="rId52" Type="http://schemas.openxmlformats.org/officeDocument/2006/relationships/tags" Target="../tags/tag72.xml"/><Relationship Id="rId73" Type="http://schemas.openxmlformats.org/officeDocument/2006/relationships/tags" Target="../tags/tag93.xml"/><Relationship Id="rId78" Type="http://schemas.openxmlformats.org/officeDocument/2006/relationships/tags" Target="../tags/tag98.xml"/><Relationship Id="rId94" Type="http://schemas.openxmlformats.org/officeDocument/2006/relationships/tags" Target="../tags/tag114.xml"/><Relationship Id="rId99" Type="http://schemas.openxmlformats.org/officeDocument/2006/relationships/tags" Target="../tags/tag119.xml"/><Relationship Id="rId101" Type="http://schemas.openxmlformats.org/officeDocument/2006/relationships/tags" Target="../tags/tag121.xml"/><Relationship Id="rId122" Type="http://schemas.openxmlformats.org/officeDocument/2006/relationships/tags" Target="../tags/tag142.xml"/><Relationship Id="rId143" Type="http://schemas.openxmlformats.org/officeDocument/2006/relationships/tags" Target="../tags/tag163.xml"/><Relationship Id="rId148" Type="http://schemas.openxmlformats.org/officeDocument/2006/relationships/tags" Target="../tags/tag168.xml"/><Relationship Id="rId164" Type="http://schemas.openxmlformats.org/officeDocument/2006/relationships/tags" Target="../tags/tag184.xml"/><Relationship Id="rId169" Type="http://schemas.openxmlformats.org/officeDocument/2006/relationships/tags" Target="../tags/tag189.xml"/><Relationship Id="rId185" Type="http://schemas.openxmlformats.org/officeDocument/2006/relationships/tags" Target="../tags/tag205.xml"/><Relationship Id="rId4" Type="http://schemas.openxmlformats.org/officeDocument/2006/relationships/tags" Target="../tags/tag24.xml"/><Relationship Id="rId9" Type="http://schemas.openxmlformats.org/officeDocument/2006/relationships/tags" Target="../tags/tag29.xml"/><Relationship Id="rId180" Type="http://schemas.openxmlformats.org/officeDocument/2006/relationships/tags" Target="../tags/tag200.xml"/><Relationship Id="rId210" Type="http://schemas.openxmlformats.org/officeDocument/2006/relationships/slideLayout" Target="../slideLayouts/slideLayout17.xml"/><Relationship Id="rId26" Type="http://schemas.openxmlformats.org/officeDocument/2006/relationships/tags" Target="../tags/tag46.xml"/><Relationship Id="rId47" Type="http://schemas.openxmlformats.org/officeDocument/2006/relationships/tags" Target="../tags/tag67.xml"/><Relationship Id="rId68" Type="http://schemas.openxmlformats.org/officeDocument/2006/relationships/tags" Target="../tags/tag88.xml"/><Relationship Id="rId89" Type="http://schemas.openxmlformats.org/officeDocument/2006/relationships/tags" Target="../tags/tag109.xml"/><Relationship Id="rId112" Type="http://schemas.openxmlformats.org/officeDocument/2006/relationships/tags" Target="../tags/tag132.xml"/><Relationship Id="rId133" Type="http://schemas.openxmlformats.org/officeDocument/2006/relationships/tags" Target="../tags/tag153.xml"/><Relationship Id="rId154" Type="http://schemas.openxmlformats.org/officeDocument/2006/relationships/tags" Target="../tags/tag174.xml"/><Relationship Id="rId175" Type="http://schemas.openxmlformats.org/officeDocument/2006/relationships/tags" Target="../tags/tag195.xml"/><Relationship Id="rId196" Type="http://schemas.openxmlformats.org/officeDocument/2006/relationships/tags" Target="../tags/tag216.xml"/><Relationship Id="rId200" Type="http://schemas.openxmlformats.org/officeDocument/2006/relationships/tags" Target="../tags/tag220.xml"/><Relationship Id="rId16" Type="http://schemas.openxmlformats.org/officeDocument/2006/relationships/tags" Target="../tags/tag36.xml"/><Relationship Id="rId37" Type="http://schemas.openxmlformats.org/officeDocument/2006/relationships/tags" Target="../tags/tag57.xml"/><Relationship Id="rId58" Type="http://schemas.openxmlformats.org/officeDocument/2006/relationships/tags" Target="../tags/tag78.xml"/><Relationship Id="rId79" Type="http://schemas.openxmlformats.org/officeDocument/2006/relationships/tags" Target="../tags/tag99.xml"/><Relationship Id="rId102" Type="http://schemas.openxmlformats.org/officeDocument/2006/relationships/tags" Target="../tags/tag122.xml"/><Relationship Id="rId123" Type="http://schemas.openxmlformats.org/officeDocument/2006/relationships/tags" Target="../tags/tag143.xml"/><Relationship Id="rId144" Type="http://schemas.openxmlformats.org/officeDocument/2006/relationships/tags" Target="../tags/tag164.xml"/><Relationship Id="rId90" Type="http://schemas.openxmlformats.org/officeDocument/2006/relationships/tags" Target="../tags/tag110.xml"/><Relationship Id="rId165" Type="http://schemas.openxmlformats.org/officeDocument/2006/relationships/tags" Target="../tags/tag185.xml"/><Relationship Id="rId186" Type="http://schemas.openxmlformats.org/officeDocument/2006/relationships/tags" Target="../tags/tag206.xml"/><Relationship Id="rId211" Type="http://schemas.openxmlformats.org/officeDocument/2006/relationships/notesSlide" Target="../notesSlides/notesSlide11.xml"/><Relationship Id="rId27" Type="http://schemas.openxmlformats.org/officeDocument/2006/relationships/tags" Target="../tags/tag47.xml"/><Relationship Id="rId48" Type="http://schemas.openxmlformats.org/officeDocument/2006/relationships/tags" Target="../tags/tag68.xml"/><Relationship Id="rId69" Type="http://schemas.openxmlformats.org/officeDocument/2006/relationships/tags" Target="../tags/tag89.xml"/><Relationship Id="rId113" Type="http://schemas.openxmlformats.org/officeDocument/2006/relationships/tags" Target="../tags/tag133.xml"/><Relationship Id="rId134" Type="http://schemas.openxmlformats.org/officeDocument/2006/relationships/tags" Target="../tags/tag154.xml"/><Relationship Id="rId80" Type="http://schemas.openxmlformats.org/officeDocument/2006/relationships/tags" Target="../tags/tag100.xml"/><Relationship Id="rId155" Type="http://schemas.openxmlformats.org/officeDocument/2006/relationships/tags" Target="../tags/tag175.xml"/><Relationship Id="rId176" Type="http://schemas.openxmlformats.org/officeDocument/2006/relationships/tags" Target="../tags/tag196.xml"/><Relationship Id="rId197" Type="http://schemas.openxmlformats.org/officeDocument/2006/relationships/tags" Target="../tags/tag217.xml"/><Relationship Id="rId201" Type="http://schemas.openxmlformats.org/officeDocument/2006/relationships/tags" Target="../tags/tag221.xml"/><Relationship Id="rId17" Type="http://schemas.openxmlformats.org/officeDocument/2006/relationships/tags" Target="../tags/tag37.xml"/><Relationship Id="rId38" Type="http://schemas.openxmlformats.org/officeDocument/2006/relationships/tags" Target="../tags/tag58.xml"/><Relationship Id="rId59" Type="http://schemas.openxmlformats.org/officeDocument/2006/relationships/tags" Target="../tags/tag79.xml"/><Relationship Id="rId103" Type="http://schemas.openxmlformats.org/officeDocument/2006/relationships/tags" Target="../tags/tag123.xml"/><Relationship Id="rId124" Type="http://schemas.openxmlformats.org/officeDocument/2006/relationships/tags" Target="../tags/tag144.xml"/><Relationship Id="rId70" Type="http://schemas.openxmlformats.org/officeDocument/2006/relationships/tags" Target="../tags/tag90.xml"/><Relationship Id="rId91" Type="http://schemas.openxmlformats.org/officeDocument/2006/relationships/tags" Target="../tags/tag111.xml"/><Relationship Id="rId145" Type="http://schemas.openxmlformats.org/officeDocument/2006/relationships/tags" Target="../tags/tag165.xml"/><Relationship Id="rId166" Type="http://schemas.openxmlformats.org/officeDocument/2006/relationships/tags" Target="../tags/tag186.xml"/><Relationship Id="rId187" Type="http://schemas.openxmlformats.org/officeDocument/2006/relationships/tags" Target="../tags/tag207.xml"/><Relationship Id="rId1" Type="http://schemas.openxmlformats.org/officeDocument/2006/relationships/tags" Target="../tags/tag21.xml"/><Relationship Id="rId28" Type="http://schemas.openxmlformats.org/officeDocument/2006/relationships/tags" Target="../tags/tag48.xml"/><Relationship Id="rId49" Type="http://schemas.openxmlformats.org/officeDocument/2006/relationships/tags" Target="../tags/tag69.xml"/><Relationship Id="rId114" Type="http://schemas.openxmlformats.org/officeDocument/2006/relationships/tags" Target="../tags/tag134.xml"/><Relationship Id="rId60" Type="http://schemas.openxmlformats.org/officeDocument/2006/relationships/tags" Target="../tags/tag80.xml"/><Relationship Id="rId81" Type="http://schemas.openxmlformats.org/officeDocument/2006/relationships/tags" Target="../tags/tag101.xml"/><Relationship Id="rId135" Type="http://schemas.openxmlformats.org/officeDocument/2006/relationships/tags" Target="../tags/tag155.xml"/><Relationship Id="rId156" Type="http://schemas.openxmlformats.org/officeDocument/2006/relationships/tags" Target="../tags/tag176.xml"/><Relationship Id="rId177" Type="http://schemas.openxmlformats.org/officeDocument/2006/relationships/tags" Target="../tags/tag197.xml"/><Relationship Id="rId198" Type="http://schemas.openxmlformats.org/officeDocument/2006/relationships/tags" Target="../tags/tag218.xml"/><Relationship Id="rId202" Type="http://schemas.openxmlformats.org/officeDocument/2006/relationships/tags" Target="../tags/tag222.xml"/><Relationship Id="rId18" Type="http://schemas.openxmlformats.org/officeDocument/2006/relationships/tags" Target="../tags/tag38.xml"/><Relationship Id="rId39" Type="http://schemas.openxmlformats.org/officeDocument/2006/relationships/tags" Target="../tags/tag59.xml"/><Relationship Id="rId50" Type="http://schemas.openxmlformats.org/officeDocument/2006/relationships/tags" Target="../tags/tag70.xml"/><Relationship Id="rId104" Type="http://schemas.openxmlformats.org/officeDocument/2006/relationships/tags" Target="../tags/tag124.xml"/><Relationship Id="rId125" Type="http://schemas.openxmlformats.org/officeDocument/2006/relationships/tags" Target="../tags/tag145.xml"/><Relationship Id="rId146" Type="http://schemas.openxmlformats.org/officeDocument/2006/relationships/tags" Target="../tags/tag166.xml"/><Relationship Id="rId167" Type="http://schemas.openxmlformats.org/officeDocument/2006/relationships/tags" Target="../tags/tag187.xml"/><Relationship Id="rId188" Type="http://schemas.openxmlformats.org/officeDocument/2006/relationships/tags" Target="../tags/tag208.xml"/><Relationship Id="rId71" Type="http://schemas.openxmlformats.org/officeDocument/2006/relationships/tags" Target="../tags/tag91.xml"/><Relationship Id="rId92" Type="http://schemas.openxmlformats.org/officeDocument/2006/relationships/tags" Target="../tags/tag112.xml"/><Relationship Id="rId2" Type="http://schemas.openxmlformats.org/officeDocument/2006/relationships/tags" Target="../tags/tag22.xml"/><Relationship Id="rId29" Type="http://schemas.openxmlformats.org/officeDocument/2006/relationships/tags" Target="../tags/tag49.xml"/><Relationship Id="rId40" Type="http://schemas.openxmlformats.org/officeDocument/2006/relationships/tags" Target="../tags/tag60.xml"/><Relationship Id="rId115" Type="http://schemas.openxmlformats.org/officeDocument/2006/relationships/tags" Target="../tags/tag135.xml"/><Relationship Id="rId136" Type="http://schemas.openxmlformats.org/officeDocument/2006/relationships/tags" Target="../tags/tag156.xml"/><Relationship Id="rId157" Type="http://schemas.openxmlformats.org/officeDocument/2006/relationships/tags" Target="../tags/tag177.xml"/><Relationship Id="rId178" Type="http://schemas.openxmlformats.org/officeDocument/2006/relationships/tags" Target="../tags/tag19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3" Type="http://schemas.openxmlformats.org/officeDocument/2006/relationships/tags" Target="../tags/tag242.xml"/><Relationship Id="rId18" Type="http://schemas.openxmlformats.org/officeDocument/2006/relationships/tags" Target="../tags/tag247.xml"/><Relationship Id="rId26" Type="http://schemas.openxmlformats.org/officeDocument/2006/relationships/tags" Target="../tags/tag255.xml"/><Relationship Id="rId39" Type="http://schemas.openxmlformats.org/officeDocument/2006/relationships/tags" Target="../tags/tag268.xml"/><Relationship Id="rId21" Type="http://schemas.openxmlformats.org/officeDocument/2006/relationships/tags" Target="../tags/tag250.xml"/><Relationship Id="rId34" Type="http://schemas.openxmlformats.org/officeDocument/2006/relationships/tags" Target="../tags/tag263.xml"/><Relationship Id="rId42" Type="http://schemas.openxmlformats.org/officeDocument/2006/relationships/tags" Target="../tags/tag271.xml"/><Relationship Id="rId47" Type="http://schemas.openxmlformats.org/officeDocument/2006/relationships/tags" Target="../tags/tag276.xml"/><Relationship Id="rId50" Type="http://schemas.openxmlformats.org/officeDocument/2006/relationships/tags" Target="../tags/tag279.xml"/><Relationship Id="rId7" Type="http://schemas.openxmlformats.org/officeDocument/2006/relationships/tags" Target="../tags/tag236.xml"/><Relationship Id="rId2" Type="http://schemas.openxmlformats.org/officeDocument/2006/relationships/tags" Target="../tags/tag231.xml"/><Relationship Id="rId16" Type="http://schemas.openxmlformats.org/officeDocument/2006/relationships/tags" Target="../tags/tag245.xml"/><Relationship Id="rId29" Type="http://schemas.openxmlformats.org/officeDocument/2006/relationships/tags" Target="../tags/tag258.xml"/><Relationship Id="rId11" Type="http://schemas.openxmlformats.org/officeDocument/2006/relationships/tags" Target="../tags/tag240.xml"/><Relationship Id="rId24" Type="http://schemas.openxmlformats.org/officeDocument/2006/relationships/tags" Target="../tags/tag253.xml"/><Relationship Id="rId32" Type="http://schemas.openxmlformats.org/officeDocument/2006/relationships/tags" Target="../tags/tag261.xml"/><Relationship Id="rId37" Type="http://schemas.openxmlformats.org/officeDocument/2006/relationships/tags" Target="../tags/tag266.xml"/><Relationship Id="rId40" Type="http://schemas.openxmlformats.org/officeDocument/2006/relationships/tags" Target="../tags/tag269.xml"/><Relationship Id="rId45" Type="http://schemas.openxmlformats.org/officeDocument/2006/relationships/tags" Target="../tags/tag274.xml"/><Relationship Id="rId5" Type="http://schemas.openxmlformats.org/officeDocument/2006/relationships/tags" Target="../tags/tag234.xml"/><Relationship Id="rId15" Type="http://schemas.openxmlformats.org/officeDocument/2006/relationships/tags" Target="../tags/tag244.xml"/><Relationship Id="rId23" Type="http://schemas.openxmlformats.org/officeDocument/2006/relationships/tags" Target="../tags/tag252.xml"/><Relationship Id="rId28" Type="http://schemas.openxmlformats.org/officeDocument/2006/relationships/tags" Target="../tags/tag257.xml"/><Relationship Id="rId36" Type="http://schemas.openxmlformats.org/officeDocument/2006/relationships/tags" Target="../tags/tag265.xml"/><Relationship Id="rId49" Type="http://schemas.openxmlformats.org/officeDocument/2006/relationships/tags" Target="../tags/tag278.xml"/><Relationship Id="rId10" Type="http://schemas.openxmlformats.org/officeDocument/2006/relationships/tags" Target="../tags/tag239.xml"/><Relationship Id="rId19" Type="http://schemas.openxmlformats.org/officeDocument/2006/relationships/tags" Target="../tags/tag248.xml"/><Relationship Id="rId31" Type="http://schemas.openxmlformats.org/officeDocument/2006/relationships/tags" Target="../tags/tag260.xml"/><Relationship Id="rId44" Type="http://schemas.openxmlformats.org/officeDocument/2006/relationships/tags" Target="../tags/tag273.xml"/><Relationship Id="rId4" Type="http://schemas.openxmlformats.org/officeDocument/2006/relationships/tags" Target="../tags/tag233.xml"/><Relationship Id="rId9" Type="http://schemas.openxmlformats.org/officeDocument/2006/relationships/tags" Target="../tags/tag238.xml"/><Relationship Id="rId14" Type="http://schemas.openxmlformats.org/officeDocument/2006/relationships/tags" Target="../tags/tag243.xml"/><Relationship Id="rId22" Type="http://schemas.openxmlformats.org/officeDocument/2006/relationships/tags" Target="../tags/tag251.xml"/><Relationship Id="rId27" Type="http://schemas.openxmlformats.org/officeDocument/2006/relationships/tags" Target="../tags/tag256.xml"/><Relationship Id="rId30" Type="http://schemas.openxmlformats.org/officeDocument/2006/relationships/tags" Target="../tags/tag259.xml"/><Relationship Id="rId35" Type="http://schemas.openxmlformats.org/officeDocument/2006/relationships/tags" Target="../tags/tag264.xml"/><Relationship Id="rId43" Type="http://schemas.openxmlformats.org/officeDocument/2006/relationships/tags" Target="../tags/tag272.xml"/><Relationship Id="rId48" Type="http://schemas.openxmlformats.org/officeDocument/2006/relationships/tags" Target="../tags/tag277.xml"/><Relationship Id="rId8" Type="http://schemas.openxmlformats.org/officeDocument/2006/relationships/tags" Target="../tags/tag237.xml"/><Relationship Id="rId51" Type="http://schemas.openxmlformats.org/officeDocument/2006/relationships/slideLayout" Target="../slideLayouts/slideLayout17.xml"/><Relationship Id="rId3" Type="http://schemas.openxmlformats.org/officeDocument/2006/relationships/tags" Target="../tags/tag232.xml"/><Relationship Id="rId12" Type="http://schemas.openxmlformats.org/officeDocument/2006/relationships/tags" Target="../tags/tag241.xml"/><Relationship Id="rId17" Type="http://schemas.openxmlformats.org/officeDocument/2006/relationships/tags" Target="../tags/tag246.xml"/><Relationship Id="rId25" Type="http://schemas.openxmlformats.org/officeDocument/2006/relationships/tags" Target="../tags/tag254.xml"/><Relationship Id="rId33" Type="http://schemas.openxmlformats.org/officeDocument/2006/relationships/tags" Target="../tags/tag262.xml"/><Relationship Id="rId38" Type="http://schemas.openxmlformats.org/officeDocument/2006/relationships/tags" Target="../tags/tag267.xml"/><Relationship Id="rId46" Type="http://schemas.openxmlformats.org/officeDocument/2006/relationships/tags" Target="../tags/tag275.xml"/><Relationship Id="rId20" Type="http://schemas.openxmlformats.org/officeDocument/2006/relationships/tags" Target="../tags/tag249.xml"/><Relationship Id="rId41" Type="http://schemas.openxmlformats.org/officeDocument/2006/relationships/tags" Target="../tags/tag270.xml"/><Relationship Id="rId1" Type="http://schemas.openxmlformats.org/officeDocument/2006/relationships/tags" Target="../tags/tag230.xml"/><Relationship Id="rId6" Type="http://schemas.openxmlformats.org/officeDocument/2006/relationships/tags" Target="../tags/tag23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5.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3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20.xml"/><Relationship Id="rId1" Type="http://schemas.openxmlformats.org/officeDocument/2006/relationships/slideLayout" Target="../slideLayouts/slideLayout31.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49.xml"/><Relationship Id="rId4" Type="http://schemas.openxmlformats.org/officeDocument/2006/relationships/image" Target="../media/image9.png"/></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49.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49.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4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8.xml"/></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76.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4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Layout" Target="../slideLayouts/slideLayout77.xml"/><Relationship Id="rId5" Type="http://schemas.openxmlformats.org/officeDocument/2006/relationships/image" Target="../media/image16.svg"/><Relationship Id="rId4" Type="http://schemas.openxmlformats.org/officeDocument/2006/relationships/image" Target="../media/image15.svg"/></Relationships>
</file>

<file path=ppt/slides/_rels/slide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7.xml"/></Relationships>
</file>

<file path=ppt/slides/_rels/slide4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7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7.xml"/></Relationships>
</file>

<file path=ppt/slides/_rels/slide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77.xml"/><Relationship Id="rId5" Type="http://schemas.openxmlformats.org/officeDocument/2006/relationships/image" Target="../media/image22.png"/><Relationship Id="rId4" Type="http://schemas.openxmlformats.org/officeDocument/2006/relationships/image" Target="../media/image21.png"/></Relationships>
</file>

<file path=ppt/slides/_rels/slide5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31.xml"/><Relationship Id="rId1" Type="http://schemas.openxmlformats.org/officeDocument/2006/relationships/slideLayout" Target="../slideLayouts/slideLayout77.xml"/><Relationship Id="rId6" Type="http://schemas.openxmlformats.org/officeDocument/2006/relationships/image" Target="../media/image26.svg"/><Relationship Id="rId5" Type="http://schemas.openxmlformats.org/officeDocument/2006/relationships/image" Target="../media/image25.svg"/><Relationship Id="rId4" Type="http://schemas.openxmlformats.org/officeDocument/2006/relationships/image" Target="../media/image24.emf"/></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5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4.xml"/><Relationship Id="rId1" Type="http://schemas.openxmlformats.org/officeDocument/2006/relationships/slideLayout" Target="../slideLayouts/slideLayout32.xml"/></Relationships>
</file>

<file path=ppt/slides/_rels/slide59.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35.xml"/><Relationship Id="rId1" Type="http://schemas.openxmlformats.org/officeDocument/2006/relationships/slideLayout" Target="../slideLayouts/slideLayout32.xml"/><Relationship Id="rId4" Type="http://schemas.openxmlformats.org/officeDocument/2006/relationships/image" Target="../media/image29.e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2.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3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3.xml.rels><?xml version="1.0" encoding="UTF-8" standalone="yes"?>
<Relationships xmlns="http://schemas.openxmlformats.org/package/2006/relationships"><Relationship Id="rId2" Type="http://schemas.openxmlformats.org/officeDocument/2006/relationships/hyperlink" Target="https://vendorons.service-now.com/sp?id=kb_article_view&amp;sysparm_article=KB0010323" TargetMode="External"/><Relationship Id="rId1" Type="http://schemas.openxmlformats.org/officeDocument/2006/relationships/slideLayout" Target="../slideLayouts/slideLayout32.xml"/></Relationships>
</file>

<file path=ppt/slides/_rels/slide7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タイトル 7">
            <a:extLst>
              <a:ext uri="{FF2B5EF4-FFF2-40B4-BE49-F238E27FC236}">
                <a16:creationId xmlns:a16="http://schemas.microsoft.com/office/drawing/2014/main" id="{FFFFCC68-9FC8-4D57-B850-48D7C2E56BEA}"/>
              </a:ext>
            </a:extLst>
          </p:cNvPr>
          <p:cNvSpPr txBox="1">
            <a:spLocks/>
          </p:cNvSpPr>
          <p:nvPr/>
        </p:nvSpPr>
        <p:spPr>
          <a:xfrm>
            <a:off x="4232801" y="2606622"/>
            <a:ext cx="4757664" cy="1914525"/>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a:lstStyle>
          <a:p>
            <a:pPr marL="0" marR="0" lvl="0" indent="0" algn="ctr" defTabSz="685800" rtl="0" eaLnBrk="1" fontAlgn="auto" latinLnBrk="0" hangingPunct="1">
              <a:lnSpc>
                <a:spcPct val="100000"/>
              </a:lnSpc>
              <a:spcBef>
                <a:spcPct val="0"/>
              </a:spcBef>
              <a:spcAft>
                <a:spcPts val="0"/>
              </a:spcAft>
              <a:buClrTx/>
              <a:buSzTx/>
              <a:buFontTx/>
              <a:buNone/>
              <a:tabLst/>
              <a:defRPr/>
            </a:pPr>
            <a:endParaRPr kumimoji="1" lang="en-US" altLang="ja-JP" sz="4000" b="1" i="0" u="none" strike="noStrike" kern="1200" cap="none" spc="0" normalizeH="0" baseline="0" noProof="0">
              <a:ln>
                <a:noFill/>
              </a:ln>
              <a:solidFill>
                <a:srgbClr val="7500C0"/>
              </a:solidFill>
              <a:effectLst/>
              <a:uLnTx/>
              <a:uFillTx/>
              <a:latin typeface="Meiryo UI" panose="020B0604030504040204" pitchFamily="50" charset="-128"/>
              <a:ea typeface="Meiryo UI" panose="020B0604030504040204" pitchFamily="50" charset="-128"/>
              <a:cs typeface="+mj-cs"/>
            </a:endParaRPr>
          </a:p>
        </p:txBody>
      </p:sp>
      <p:sp>
        <p:nvSpPr>
          <p:cNvPr id="13" name="サブタイトル 2">
            <a:extLst>
              <a:ext uri="{FF2B5EF4-FFF2-40B4-BE49-F238E27FC236}">
                <a16:creationId xmlns:a16="http://schemas.microsoft.com/office/drawing/2014/main" id="{983C13E4-AA94-48A1-8349-A705211E48A3}"/>
              </a:ext>
            </a:extLst>
          </p:cNvPr>
          <p:cNvSpPr txBox="1">
            <a:spLocks/>
          </p:cNvSpPr>
          <p:nvPr/>
        </p:nvSpPr>
        <p:spPr bwMode="gray">
          <a:xfrm>
            <a:off x="6589635" y="5373313"/>
            <a:ext cx="2809173"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0" tIns="0" rIns="0" bIns="0" numCol="1" anchor="t" anchorCtr="0" compatLnSpc="1">
            <a:prstTxWarp prst="textNoShape">
              <a:avLst/>
            </a:prstTxWarp>
            <a:spAutoFit/>
          </a:bodyPr>
          <a:lstStyle>
            <a:lvl1pPr algn="l" rtl="0" eaLnBrk="1" fontAlgn="base" hangingPunct="1">
              <a:spcBef>
                <a:spcPct val="0"/>
              </a:spcBef>
              <a:spcAft>
                <a:spcPct val="0"/>
              </a:spcAft>
              <a:buClrTx/>
              <a:defRPr kumimoji="1" sz="2000">
                <a:solidFill>
                  <a:schemeClr val="tx1"/>
                </a:solidFill>
                <a:latin typeface="+mn-lt"/>
                <a:ea typeface="+mn-ea"/>
                <a:cs typeface="+mn-cs"/>
              </a:defRPr>
            </a:lvl1pPr>
            <a:lvl2pPr marL="533400" indent="-266700" algn="l" rtl="0" eaLnBrk="1" fontAlgn="base" hangingPunct="1">
              <a:spcBef>
                <a:spcPct val="20000"/>
              </a:spcBef>
              <a:spcAft>
                <a:spcPct val="0"/>
              </a:spcAft>
              <a:buClr>
                <a:schemeClr val="tx1"/>
              </a:buClr>
              <a:buFont typeface="Wingdings" pitchFamily="2" charset="2"/>
              <a:buChar char="l"/>
              <a:defRPr kumimoji="1" sz="1600">
                <a:solidFill>
                  <a:schemeClr val="tx1"/>
                </a:solidFill>
                <a:latin typeface="+mn-lt"/>
                <a:ea typeface="+mn-ea"/>
                <a:cs typeface="+mn-cs"/>
              </a:defRPr>
            </a:lvl2pPr>
            <a:lvl3pPr marL="900113"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3pPr>
            <a:lvl4pPr marL="1255713" indent="-176213" algn="l" rtl="0" eaLnBrk="1" fontAlgn="base" hangingPunct="1">
              <a:spcBef>
                <a:spcPct val="20000"/>
              </a:spcBef>
              <a:spcAft>
                <a:spcPct val="0"/>
              </a:spcAft>
              <a:buClr>
                <a:schemeClr val="tx1"/>
              </a:buClr>
              <a:buFont typeface="Wingdings" pitchFamily="2" charset="2"/>
              <a:buChar char="l"/>
              <a:defRPr kumimoji="1" sz="1400">
                <a:solidFill>
                  <a:schemeClr val="tx1"/>
                </a:solidFill>
                <a:latin typeface="+mn-lt"/>
                <a:ea typeface="+mn-ea"/>
                <a:cs typeface="+mn-cs"/>
              </a:defRPr>
            </a:lvl4pPr>
            <a:lvl5pPr marL="16129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5pPr>
            <a:lvl6pPr marL="20701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6pPr>
            <a:lvl7pPr marL="25273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7pPr>
            <a:lvl8pPr marL="29845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8pPr>
            <a:lvl9pPr marL="3441700" indent="-177800" algn="l" rtl="0" eaLnBrk="1" fontAlgn="base" hangingPunct="1">
              <a:spcBef>
                <a:spcPct val="20000"/>
              </a:spcBef>
              <a:spcAft>
                <a:spcPct val="0"/>
              </a:spcAft>
              <a:buClr>
                <a:schemeClr val="tx1"/>
              </a:buClr>
              <a:buFont typeface="Arial" pitchFamily="34" charset="0"/>
              <a:buChar char="–"/>
              <a:defRPr kumimoji="1" sz="1400">
                <a:solidFill>
                  <a:schemeClr val="tx1"/>
                </a:solidFill>
                <a:latin typeface="+mn-lt"/>
                <a:ea typeface="+mn-ea"/>
                <a:cs typeface="+mn-cs"/>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1" lang="en-US" altLang="ja-JP" sz="2000" b="0" i="0" u="none" strike="noStrike" kern="0" cap="none" spc="0" normalizeH="0" baseline="0" noProof="0">
                <a:ln>
                  <a:noFill/>
                </a:ln>
                <a:solidFill>
                  <a:srgbClr val="000000"/>
                </a:solidFill>
                <a:effectLst/>
                <a:uLnTx/>
                <a:uFillTx/>
                <a:latin typeface="Meiryo UI"/>
                <a:ea typeface="Meiryo UI"/>
                <a:cs typeface="+mn-cs"/>
              </a:rPr>
              <a:t>2026</a:t>
            </a:r>
            <a:r>
              <a:rPr kumimoji="1" lang="ja-JP" altLang="en-US" sz="2000" b="0" i="0" u="none" strike="noStrike" kern="0" cap="none" spc="0" normalizeH="0" baseline="0" noProof="0">
                <a:ln>
                  <a:noFill/>
                </a:ln>
                <a:solidFill>
                  <a:srgbClr val="000000"/>
                </a:solidFill>
                <a:effectLst/>
                <a:uLnTx/>
                <a:uFillTx/>
                <a:latin typeface="Meiryo UI"/>
                <a:ea typeface="Meiryo UI"/>
                <a:cs typeface="+mn-cs"/>
              </a:rPr>
              <a:t>年</a:t>
            </a:r>
            <a:r>
              <a:rPr kumimoji="1" lang="en-US" altLang="ja-JP" sz="2000" b="0" i="0" u="none" strike="noStrike" kern="0" cap="none" spc="0" normalizeH="0" baseline="0" noProof="0">
                <a:ln>
                  <a:noFill/>
                </a:ln>
                <a:solidFill>
                  <a:srgbClr val="000000"/>
                </a:solidFill>
                <a:effectLst/>
                <a:uLnTx/>
                <a:uFillTx/>
                <a:latin typeface="Meiryo UI"/>
                <a:ea typeface="Meiryo UI"/>
                <a:cs typeface="+mn-cs"/>
              </a:rPr>
              <a:t>10</a:t>
            </a:r>
            <a:r>
              <a:rPr kumimoji="1" lang="ja-JP" altLang="en-US" sz="2000" b="0" i="0" u="none" strike="noStrike" kern="0" cap="none" spc="0" normalizeH="0" baseline="0" noProof="0">
                <a:ln>
                  <a:noFill/>
                </a:ln>
                <a:solidFill>
                  <a:srgbClr val="000000"/>
                </a:solidFill>
                <a:effectLst/>
                <a:uLnTx/>
                <a:uFillTx/>
                <a:latin typeface="Meiryo UI"/>
                <a:ea typeface="Meiryo UI"/>
                <a:cs typeface="+mn-cs"/>
              </a:rPr>
              <a:t>月</a:t>
            </a:r>
            <a:r>
              <a:rPr lang="ja-JP" altLang="en-US" kern="0">
                <a:solidFill>
                  <a:srgbClr val="000000"/>
                </a:solidFill>
                <a:latin typeface="Meiryo UI"/>
                <a:ea typeface="Meiryo UI"/>
              </a:rPr>
              <a:t>9</a:t>
            </a:r>
            <a:r>
              <a:rPr kumimoji="1" lang="ja-JP" altLang="en-US" sz="2000" b="0" i="0" u="none" strike="noStrike" kern="0" cap="none" spc="0" normalizeH="0" baseline="0" noProof="0">
                <a:ln>
                  <a:noFill/>
                </a:ln>
                <a:solidFill>
                  <a:srgbClr val="000000"/>
                </a:solidFill>
                <a:effectLst/>
                <a:uLnTx/>
                <a:uFillTx/>
                <a:latin typeface="Meiryo UI"/>
                <a:ea typeface="Meiryo UI"/>
                <a:cs typeface="+mn-cs"/>
              </a:rPr>
              <a:t>日</a:t>
            </a:r>
            <a:r>
              <a:rPr kumimoji="1" lang="en-US" altLang="ja-JP" sz="2000" b="0" i="0" u="none" strike="noStrike" kern="0" cap="none" spc="0" normalizeH="0" baseline="0" noProof="0">
                <a:ln>
                  <a:noFill/>
                </a:ln>
                <a:solidFill>
                  <a:srgbClr val="000000"/>
                </a:solidFill>
                <a:effectLst/>
                <a:uLnTx/>
                <a:uFillTx/>
                <a:latin typeface="Meiryo UI"/>
                <a:ea typeface="Meiryo UI"/>
                <a:cs typeface="+mn-cs"/>
              </a:rPr>
              <a:t>(</a:t>
            </a:r>
            <a:r>
              <a:rPr kumimoji="1" lang="ja-JP" altLang="en-US" sz="2000" b="0" i="0" u="none" strike="noStrike" kern="0" cap="none" spc="0" normalizeH="0" baseline="0" noProof="0">
                <a:ln>
                  <a:noFill/>
                </a:ln>
                <a:solidFill>
                  <a:srgbClr val="000000"/>
                </a:solidFill>
                <a:effectLst/>
                <a:uLnTx/>
                <a:uFillTx/>
                <a:latin typeface="Meiryo UI"/>
                <a:ea typeface="Meiryo UI"/>
                <a:cs typeface="+mn-cs"/>
              </a:rPr>
              <a:t>金</a:t>
            </a:r>
            <a:r>
              <a:rPr kumimoji="1" lang="en-US" altLang="ja-JP" sz="2000" b="0" i="0" u="none" strike="noStrike" kern="0" cap="none" spc="0" normalizeH="0" baseline="0" noProof="0">
                <a:ln>
                  <a:noFill/>
                </a:ln>
                <a:solidFill>
                  <a:srgbClr val="000000"/>
                </a:solidFill>
                <a:effectLst/>
                <a:uLnTx/>
                <a:uFillTx/>
                <a:latin typeface="Meiryo UI"/>
                <a:ea typeface="Meiryo UI"/>
                <a:cs typeface="+mn-cs"/>
              </a:rPr>
              <a:t>)</a:t>
            </a:r>
            <a:endParaRPr kumimoji="1" lang="en-US" sz="2000" b="0" i="0" u="none" strike="noStrike" kern="1200" cap="none" spc="0" normalizeH="0" baseline="0" noProof="0">
              <a:ln>
                <a:noFill/>
              </a:ln>
              <a:solidFill>
                <a:prstClr val="black"/>
              </a:solidFill>
              <a:effectLst/>
              <a:uLnTx/>
              <a:uFillTx/>
              <a:latin typeface="Arial"/>
              <a:ea typeface="Meiryo UI"/>
              <a:cs typeface="Arial"/>
            </a:endParaRPr>
          </a:p>
          <a:p>
            <a:pPr marL="0" marR="0" lvl="0" indent="0" algn="r" defTabSz="914400" rtl="0" eaLnBrk="1" fontAlgn="base" latinLnBrk="0" hangingPunct="1">
              <a:lnSpc>
                <a:spcPct val="100000"/>
              </a:lnSpc>
              <a:spcBef>
                <a:spcPct val="0"/>
              </a:spcBef>
              <a:spcAft>
                <a:spcPct val="0"/>
              </a:spcAft>
              <a:buClrTx/>
              <a:buSzTx/>
              <a:buFontTx/>
              <a:buNone/>
              <a:tabLst/>
              <a:defRPr/>
            </a:pPr>
            <a:r>
              <a:rPr kumimoji="1" lang="ja-JP" altLang="en-US" sz="2000" b="0" i="0" u="none" strike="noStrike" kern="0" cap="none" spc="0" normalizeH="0" baseline="0" noProof="0">
                <a:ln>
                  <a:noFill/>
                </a:ln>
                <a:solidFill>
                  <a:srgbClr val="000000">
                    <a:lumMod val="85000"/>
                    <a:lumOff val="15000"/>
                  </a:srgbClr>
                </a:solidFill>
                <a:effectLst/>
                <a:uLnTx/>
                <a:uFillTx/>
                <a:latin typeface="Meiryo UI"/>
                <a:ea typeface="Meiryo UI"/>
                <a:cs typeface="+mn-cs"/>
              </a:rPr>
              <a:t>アクセンチュア株式会社</a:t>
            </a:r>
          </a:p>
        </p:txBody>
      </p:sp>
      <p:sp>
        <p:nvSpPr>
          <p:cNvPr id="4" name="タイトル 3">
            <a:extLst>
              <a:ext uri="{FF2B5EF4-FFF2-40B4-BE49-F238E27FC236}">
                <a16:creationId xmlns:a16="http://schemas.microsoft.com/office/drawing/2014/main" id="{C806DF4C-3E9B-0802-9F2A-1E9E7B0D8E55}"/>
              </a:ext>
            </a:extLst>
          </p:cNvPr>
          <p:cNvSpPr>
            <a:spLocks noGrp="1"/>
          </p:cNvSpPr>
          <p:nvPr>
            <p:ph type="title"/>
          </p:nvPr>
        </p:nvSpPr>
        <p:spPr>
          <a:xfrm>
            <a:off x="309979" y="1454526"/>
            <a:ext cx="8229595" cy="2304191"/>
          </a:xfrm>
        </p:spPr>
        <p:txBody>
          <a:bodyPr/>
          <a:lstStyle/>
          <a:p>
            <a:pPr algn="l"/>
            <a:r>
              <a:rPr lang="ja-JP" altLang="en-US" sz="2400" b="1"/>
              <a:t>　三者定例</a:t>
            </a:r>
            <a:br>
              <a:rPr lang="en-US" altLang="ja-JP" sz="2400" b="1"/>
            </a:br>
            <a:r>
              <a:rPr lang="ja-JP" altLang="en-US" sz="2400" b="1"/>
              <a:t>（厚労省医政局、支払基金、アクセンチュア）</a:t>
            </a:r>
            <a:endParaRPr lang="en-US" altLang="ja-JP" sz="2400" b="1"/>
          </a:p>
        </p:txBody>
      </p:sp>
      <p:pic>
        <p:nvPicPr>
          <p:cNvPr id="2" name="Picture 9">
            <a:extLst>
              <a:ext uri="{FF2B5EF4-FFF2-40B4-BE49-F238E27FC236}">
                <a16:creationId xmlns:a16="http://schemas.microsoft.com/office/drawing/2014/main" id="{CD3850FA-3FCE-0481-5A2C-DE8AC8693C22}"/>
              </a:ext>
            </a:extLst>
          </p:cNvPr>
          <p:cNvPicPr>
            <a:picLocks noChangeAspect="1"/>
          </p:cNvPicPr>
          <p:nvPr/>
        </p:nvPicPr>
        <p:blipFill rotWithShape="1">
          <a:blip r:embed="rId3"/>
          <a:srcRect r="47683"/>
          <a:stretch/>
        </p:blipFill>
        <p:spPr>
          <a:xfrm>
            <a:off x="7927365" y="229898"/>
            <a:ext cx="1510302" cy="453911"/>
          </a:xfrm>
          <a:prstGeom prst="rect">
            <a:avLst/>
          </a:prstGeom>
        </p:spPr>
      </p:pic>
      <p:sp>
        <p:nvSpPr>
          <p:cNvPr id="8" name="テキスト ボックス 7">
            <a:extLst>
              <a:ext uri="{FF2B5EF4-FFF2-40B4-BE49-F238E27FC236}">
                <a16:creationId xmlns:a16="http://schemas.microsoft.com/office/drawing/2014/main" id="{C3BF3415-8DC0-6D3A-D62B-F877D64DB502}"/>
              </a:ext>
            </a:extLst>
          </p:cNvPr>
          <p:cNvSpPr txBox="1"/>
          <p:nvPr/>
        </p:nvSpPr>
        <p:spPr>
          <a:xfrm>
            <a:off x="233038" y="2421955"/>
            <a:ext cx="529553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800" b="1" i="0" u="none" strike="noStrike" kern="1200" cap="none" spc="0" normalizeH="0" baseline="0" noProof="0">
                <a:ln>
                  <a:noFill/>
                </a:ln>
                <a:solidFill>
                  <a:prstClr val="black"/>
                </a:solidFill>
                <a:effectLst/>
                <a:uLnTx/>
                <a:uFillTx/>
                <a:latin typeface="Arial"/>
                <a:ea typeface="Meiryo UI"/>
                <a:cs typeface="+mn-cs"/>
              </a:rPr>
              <a:t>電子カルテ情報共有サービス</a:t>
            </a: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Tree>
    <p:extLst>
      <p:ext uri="{BB962C8B-B14F-4D97-AF65-F5344CB8AC3E}">
        <p14:creationId xmlns:p14="http://schemas.microsoft.com/office/powerpoint/2010/main" val="30545136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A1FCC-D7AD-A850-D95A-10668C56EA25}"/>
            </a:ext>
          </a:extLst>
        </p:cNvPr>
        <p:cNvGrpSpPr/>
        <p:nvPr/>
      </p:nvGrpSpPr>
      <p:grpSpPr>
        <a:xfrm>
          <a:off x="0" y="0"/>
          <a:ext cx="0" cy="0"/>
          <a:chOff x="0" y="0"/>
          <a:chExt cx="0" cy="0"/>
        </a:xfrm>
      </p:grpSpPr>
      <p:sp>
        <p:nvSpPr>
          <p:cNvPr id="7" name="タイトル 6">
            <a:extLst>
              <a:ext uri="{FF2B5EF4-FFF2-40B4-BE49-F238E27FC236}">
                <a16:creationId xmlns:a16="http://schemas.microsoft.com/office/drawing/2014/main" id="{07BA68C0-937C-6105-2E58-ADE4BFD1A3A8}"/>
              </a:ext>
            </a:extLst>
          </p:cNvPr>
          <p:cNvSpPr>
            <a:spLocks noGrp="1"/>
          </p:cNvSpPr>
          <p:nvPr>
            <p:ph type="title"/>
          </p:nvPr>
        </p:nvSpPr>
        <p:spPr/>
        <p:txBody>
          <a:bodyPr lIns="0" tIns="45720" rIns="0" bIns="45720" anchor="b" anchorCtr="0">
            <a:normAutofit/>
          </a:bodyPr>
          <a:lstStyle/>
          <a:p>
            <a:r>
              <a:rPr lang="en-US" altLang="ja-JP" sz="1800"/>
              <a:t>10/9(</a:t>
            </a:r>
            <a:r>
              <a:rPr lang="ja-JP" altLang="en-US" sz="1800"/>
              <a:t>金</a:t>
            </a:r>
            <a:r>
              <a:rPr lang="en-US" altLang="ja-JP" sz="1800"/>
              <a:t>)</a:t>
            </a:r>
            <a:r>
              <a:rPr lang="ja-JP" altLang="en-US" sz="1800"/>
              <a:t>アジェンダ</a:t>
            </a:r>
          </a:p>
        </p:txBody>
      </p:sp>
      <p:pic>
        <p:nvPicPr>
          <p:cNvPr id="2" name="Picture 9">
            <a:extLst>
              <a:ext uri="{FF2B5EF4-FFF2-40B4-BE49-F238E27FC236}">
                <a16:creationId xmlns:a16="http://schemas.microsoft.com/office/drawing/2014/main" id="{97EFD14D-20DD-AB4B-C755-38BB2133F45C}"/>
              </a:ext>
            </a:extLst>
          </p:cNvPr>
          <p:cNvPicPr>
            <a:picLocks noChangeAspect="1"/>
          </p:cNvPicPr>
          <p:nvPr/>
        </p:nvPicPr>
        <p:blipFill rotWithShape="1">
          <a:blip r:embed="rId2"/>
          <a:srcRect r="47683"/>
          <a:stretch/>
        </p:blipFill>
        <p:spPr>
          <a:xfrm>
            <a:off x="7927365" y="229898"/>
            <a:ext cx="1510302" cy="453911"/>
          </a:xfrm>
          <a:prstGeom prst="rect">
            <a:avLst/>
          </a:prstGeom>
        </p:spPr>
      </p:pic>
      <p:sp>
        <p:nvSpPr>
          <p:cNvPr id="5" name="テキスト ボックス 4">
            <a:extLst>
              <a:ext uri="{FF2B5EF4-FFF2-40B4-BE49-F238E27FC236}">
                <a16:creationId xmlns:a16="http://schemas.microsoft.com/office/drawing/2014/main" id="{17524AC3-088B-C049-A14A-8E2B1D55A119}"/>
              </a:ext>
            </a:extLst>
          </p:cNvPr>
          <p:cNvSpPr txBox="1"/>
          <p:nvPr/>
        </p:nvSpPr>
        <p:spPr>
          <a:xfrm>
            <a:off x="406717" y="668789"/>
            <a:ext cx="3579656" cy="461665"/>
          </a:xfrm>
          <a:prstGeom prst="rect">
            <a:avLst/>
          </a:prstGeom>
          <a:noFill/>
        </p:spPr>
        <p:txBody>
          <a:bodyPr wrap="square" lIns="91440" tIns="45720" rIns="91440" bIns="45720" rtlCol="0" anchor="t">
            <a:spAutoFit/>
          </a:bodyPr>
          <a:lstStyle/>
          <a:p>
            <a:r>
              <a:rPr lang="ja-JP" altLang="en-US" sz="1200">
                <a:latin typeface="Meiryo UI"/>
                <a:ea typeface="Meiryo UI"/>
              </a:rPr>
              <a:t>＜会議時間＞</a:t>
            </a:r>
          </a:p>
          <a:p>
            <a:r>
              <a:rPr lang="en-US" altLang="ja-JP" sz="1200">
                <a:latin typeface="Meiryo UI"/>
                <a:ea typeface="Meiryo UI"/>
              </a:rPr>
              <a:t>10/9(</a:t>
            </a:r>
            <a:r>
              <a:rPr lang="ja-JP" altLang="en-US" sz="1200">
                <a:latin typeface="Meiryo UI"/>
                <a:ea typeface="Meiryo UI"/>
              </a:rPr>
              <a:t>金</a:t>
            </a:r>
            <a:r>
              <a:rPr lang="en-US" altLang="ja-JP" sz="1200">
                <a:latin typeface="Meiryo UI"/>
                <a:ea typeface="Meiryo UI"/>
              </a:rPr>
              <a:t>)</a:t>
            </a:r>
            <a:r>
              <a:rPr lang="ja-JP" altLang="en-US" sz="1200">
                <a:latin typeface="Meiryo UI"/>
                <a:ea typeface="Meiryo UI"/>
              </a:rPr>
              <a:t> </a:t>
            </a:r>
            <a:r>
              <a:rPr lang="en-US" altLang="ja-JP" sz="1200">
                <a:solidFill>
                  <a:prstClr val="black"/>
                </a:solidFill>
                <a:latin typeface="Meiryo UI"/>
              </a:rPr>
              <a:t>13:30-14:00</a:t>
            </a:r>
          </a:p>
        </p:txBody>
      </p:sp>
      <p:graphicFrame>
        <p:nvGraphicFramePr>
          <p:cNvPr id="6" name="表 5">
            <a:extLst>
              <a:ext uri="{FF2B5EF4-FFF2-40B4-BE49-F238E27FC236}">
                <a16:creationId xmlns:a16="http://schemas.microsoft.com/office/drawing/2014/main" id="{64D86CCC-5DF1-4A13-AFCE-E1F50E2E2AB7}"/>
              </a:ext>
            </a:extLst>
          </p:cNvPr>
          <p:cNvGraphicFramePr>
            <a:graphicFrameLocks noGrp="1"/>
          </p:cNvGraphicFramePr>
          <p:nvPr>
            <p:extLst>
              <p:ext uri="{D42A27DB-BD31-4B8C-83A1-F6EECF244321}">
                <p14:modId xmlns:p14="http://schemas.microsoft.com/office/powerpoint/2010/main" val="3333539886"/>
              </p:ext>
            </p:extLst>
          </p:nvPr>
        </p:nvGraphicFramePr>
        <p:xfrm>
          <a:off x="682946" y="1247659"/>
          <a:ext cx="8540108" cy="1640690"/>
        </p:xfrm>
        <a:graphic>
          <a:graphicData uri="http://schemas.openxmlformats.org/drawingml/2006/table">
            <a:tbl>
              <a:tblPr/>
              <a:tblGrid>
                <a:gridCol w="392313">
                  <a:extLst>
                    <a:ext uri="{9D8B030D-6E8A-4147-A177-3AD203B41FA5}">
                      <a16:colId xmlns:a16="http://schemas.microsoft.com/office/drawing/2014/main" val="3484704196"/>
                    </a:ext>
                  </a:extLst>
                </a:gridCol>
                <a:gridCol w="862566">
                  <a:extLst>
                    <a:ext uri="{9D8B030D-6E8A-4147-A177-3AD203B41FA5}">
                      <a16:colId xmlns:a16="http://schemas.microsoft.com/office/drawing/2014/main" val="2661341001"/>
                    </a:ext>
                  </a:extLst>
                </a:gridCol>
                <a:gridCol w="2082240">
                  <a:extLst>
                    <a:ext uri="{9D8B030D-6E8A-4147-A177-3AD203B41FA5}">
                      <a16:colId xmlns:a16="http://schemas.microsoft.com/office/drawing/2014/main" val="3863879091"/>
                    </a:ext>
                  </a:extLst>
                </a:gridCol>
                <a:gridCol w="3783597">
                  <a:extLst>
                    <a:ext uri="{9D8B030D-6E8A-4147-A177-3AD203B41FA5}">
                      <a16:colId xmlns:a16="http://schemas.microsoft.com/office/drawing/2014/main" val="1374113706"/>
                    </a:ext>
                  </a:extLst>
                </a:gridCol>
                <a:gridCol w="660598">
                  <a:extLst>
                    <a:ext uri="{9D8B030D-6E8A-4147-A177-3AD203B41FA5}">
                      <a16:colId xmlns:a16="http://schemas.microsoft.com/office/drawing/2014/main" val="99914978"/>
                    </a:ext>
                  </a:extLst>
                </a:gridCol>
                <a:gridCol w="758794">
                  <a:extLst>
                    <a:ext uri="{9D8B030D-6E8A-4147-A177-3AD203B41FA5}">
                      <a16:colId xmlns:a16="http://schemas.microsoft.com/office/drawing/2014/main" val="2028788276"/>
                    </a:ext>
                  </a:extLst>
                </a:gridCol>
              </a:tblGrid>
              <a:tr h="306729">
                <a:tc>
                  <a:txBody>
                    <a:bodyPr/>
                    <a:lstStyle/>
                    <a:p>
                      <a:pPr algn="l" fontAlgn="base">
                        <a:lnSpc>
                          <a:spcPts val="1200"/>
                        </a:lnSpc>
                      </a:pPr>
                      <a:r>
                        <a:rPr lang="en-US" sz="1000" b="0" i="0">
                          <a:solidFill>
                            <a:srgbClr val="000000"/>
                          </a:solidFill>
                          <a:effectLst/>
                          <a:latin typeface="+mj-ea"/>
                          <a:ea typeface="+mj-ea"/>
                        </a:rPr>
                        <a:t>No.</a:t>
                      </a:r>
                      <a:r>
                        <a:rPr lang="en-US" sz="1000" b="1" i="0">
                          <a:solidFill>
                            <a:srgbClr val="000000"/>
                          </a:solidFill>
                          <a:effectLst/>
                          <a:latin typeface="+mj-ea"/>
                          <a:ea typeface="+mj-ea"/>
                        </a:rPr>
                        <a:t>​</a:t>
                      </a:r>
                      <a:r>
                        <a:rPr lang="en-US" sz="1000" b="0" i="0">
                          <a:solidFill>
                            <a:srgbClr val="000000"/>
                          </a:solidFill>
                          <a:effectLst/>
                          <a:latin typeface="+mj-ea"/>
                          <a:ea typeface="+mj-ea"/>
                        </a:rPr>
                        <a:t>​</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rgbClr val="FFFF99"/>
                    </a:solidFill>
                  </a:tcPr>
                </a:tc>
                <a:tc>
                  <a:txBody>
                    <a:bodyPr/>
                    <a:lstStyle/>
                    <a:p>
                      <a:pPr algn="l" fontAlgn="base">
                        <a:lnSpc>
                          <a:spcPts val="1200"/>
                        </a:lnSpc>
                      </a:pPr>
                      <a:r>
                        <a:rPr lang="ja-JP" altLang="en-US" sz="1000" b="0" i="0">
                          <a:solidFill>
                            <a:srgbClr val="000000"/>
                          </a:solidFill>
                          <a:effectLst/>
                          <a:latin typeface="+mj-ea"/>
                          <a:ea typeface="+mj-ea"/>
                        </a:rPr>
                        <a:t>テーマ</a:t>
                      </a:r>
                      <a:r>
                        <a:rPr lang="ja-JP" altLang="en-US" sz="1000" b="1" i="0">
                          <a:solidFill>
                            <a:srgbClr val="000000"/>
                          </a:solidFill>
                          <a:effectLst/>
                          <a:latin typeface="+mj-ea"/>
                          <a:ea typeface="+mj-ea"/>
                        </a:rPr>
                        <a:t>​</a:t>
                      </a:r>
                      <a:r>
                        <a:rPr lang="ja-JP" altLang="en-US" sz="1000" b="0" i="0">
                          <a:solidFill>
                            <a:srgbClr val="000000"/>
                          </a:solidFill>
                          <a:effectLst/>
                          <a:latin typeface="+mj-ea"/>
                          <a:ea typeface="+mj-ea"/>
                        </a:rPr>
                        <a:t>​</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rgbClr val="FFFF99"/>
                    </a:solidFill>
                  </a:tcPr>
                </a:tc>
                <a:tc>
                  <a:txBody>
                    <a:bodyPr/>
                    <a:lstStyle/>
                    <a:p>
                      <a:pPr algn="l" fontAlgn="base">
                        <a:lnSpc>
                          <a:spcPts val="1200"/>
                        </a:lnSpc>
                      </a:pPr>
                      <a:r>
                        <a:rPr lang="ja-JP" altLang="en-US" sz="1000" b="0" i="0">
                          <a:solidFill>
                            <a:srgbClr val="000000"/>
                          </a:solidFill>
                          <a:effectLst/>
                          <a:latin typeface="+mj-ea"/>
                          <a:ea typeface="+mj-ea"/>
                        </a:rPr>
                        <a:t>アジェンダ</a:t>
                      </a:r>
                      <a:r>
                        <a:rPr lang="ja-JP" altLang="en-US" sz="1000" b="1" i="0">
                          <a:solidFill>
                            <a:srgbClr val="000000"/>
                          </a:solidFill>
                          <a:effectLst/>
                          <a:latin typeface="+mj-ea"/>
                          <a:ea typeface="+mj-ea"/>
                        </a:rPr>
                        <a:t>​</a:t>
                      </a:r>
                      <a:r>
                        <a:rPr lang="ja-JP" altLang="en-US" sz="1000" b="0" i="0">
                          <a:solidFill>
                            <a:srgbClr val="000000"/>
                          </a:solidFill>
                          <a:effectLst/>
                          <a:latin typeface="+mj-ea"/>
                          <a:ea typeface="+mj-ea"/>
                        </a:rPr>
                        <a:t>​</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rgbClr val="FFFF99"/>
                    </a:solidFill>
                  </a:tcPr>
                </a:tc>
                <a:tc>
                  <a:txBody>
                    <a:bodyPr/>
                    <a:lstStyle/>
                    <a:p>
                      <a:pPr algn="l" fontAlgn="base">
                        <a:lnSpc>
                          <a:spcPts val="1200"/>
                        </a:lnSpc>
                      </a:pPr>
                      <a:r>
                        <a:rPr lang="ja-JP" altLang="en-US" sz="1000" b="0" i="0">
                          <a:solidFill>
                            <a:srgbClr val="000000"/>
                          </a:solidFill>
                          <a:effectLst/>
                          <a:latin typeface="+mj-ea"/>
                          <a:ea typeface="+mj-ea"/>
                        </a:rPr>
                        <a:t>会議の目的</a:t>
                      </a:r>
                      <a:r>
                        <a:rPr lang="ja-JP" altLang="en-US" sz="1000" b="1" i="0">
                          <a:solidFill>
                            <a:srgbClr val="000000"/>
                          </a:solidFill>
                          <a:effectLst/>
                          <a:latin typeface="+mj-ea"/>
                          <a:ea typeface="+mj-ea"/>
                        </a:rPr>
                        <a:t>​</a:t>
                      </a:r>
                      <a:r>
                        <a:rPr lang="ja-JP" altLang="en-US" sz="1000" b="0" i="0">
                          <a:solidFill>
                            <a:srgbClr val="000000"/>
                          </a:solidFill>
                          <a:effectLst/>
                          <a:latin typeface="+mj-ea"/>
                          <a:ea typeface="+mj-ea"/>
                        </a:rPr>
                        <a:t>​</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rgbClr val="FFFF99"/>
                    </a:solidFill>
                  </a:tcPr>
                </a:tc>
                <a:tc>
                  <a:txBody>
                    <a:bodyPr/>
                    <a:lstStyle/>
                    <a:p>
                      <a:pPr algn="l" fontAlgn="base">
                        <a:lnSpc>
                          <a:spcPts val="1200"/>
                        </a:lnSpc>
                      </a:pPr>
                      <a:r>
                        <a:rPr lang="ja-JP" altLang="en-US" sz="1000" b="0" i="0">
                          <a:solidFill>
                            <a:srgbClr val="000000"/>
                          </a:solidFill>
                          <a:effectLst/>
                          <a:latin typeface="+mj-ea"/>
                          <a:ea typeface="+mj-ea"/>
                        </a:rPr>
                        <a:t>時間</a:t>
                      </a:r>
                      <a:r>
                        <a:rPr lang="ja-JP" altLang="en-US" sz="1000" b="1" i="0">
                          <a:solidFill>
                            <a:srgbClr val="000000"/>
                          </a:solidFill>
                          <a:effectLst/>
                          <a:latin typeface="+mj-ea"/>
                          <a:ea typeface="+mj-ea"/>
                        </a:rPr>
                        <a:t>​</a:t>
                      </a:r>
                      <a:r>
                        <a:rPr lang="ja-JP" altLang="en-US" sz="1000" b="0" i="0">
                          <a:solidFill>
                            <a:srgbClr val="000000"/>
                          </a:solidFill>
                          <a:effectLst/>
                          <a:latin typeface="+mj-ea"/>
                          <a:ea typeface="+mj-ea"/>
                        </a:rPr>
                        <a:t>​</a:t>
                      </a:r>
                    </a:p>
                    <a:p>
                      <a:pPr algn="l" fontAlgn="base">
                        <a:lnSpc>
                          <a:spcPts val="1200"/>
                        </a:lnSpc>
                      </a:pPr>
                      <a:r>
                        <a:rPr lang="en-US" altLang="ja-JP" sz="1000" b="0" i="0">
                          <a:solidFill>
                            <a:srgbClr val="000000"/>
                          </a:solidFill>
                          <a:effectLst/>
                          <a:latin typeface="+mj-ea"/>
                          <a:ea typeface="+mj-ea"/>
                        </a:rPr>
                        <a:t>(</a:t>
                      </a:r>
                      <a:r>
                        <a:rPr lang="ja-JP" altLang="en-US" sz="1000" b="0" i="0">
                          <a:solidFill>
                            <a:srgbClr val="000000"/>
                          </a:solidFill>
                          <a:effectLst/>
                          <a:latin typeface="+mj-ea"/>
                          <a:ea typeface="+mj-ea"/>
                        </a:rPr>
                        <a:t>予定</a:t>
                      </a:r>
                      <a:r>
                        <a:rPr lang="en-US" altLang="ja-JP" sz="1000" b="0" i="0">
                          <a:solidFill>
                            <a:srgbClr val="000000"/>
                          </a:solidFill>
                          <a:effectLst/>
                          <a:latin typeface="+mj-ea"/>
                          <a:ea typeface="+mj-ea"/>
                        </a:rPr>
                        <a:t>)</a:t>
                      </a:r>
                      <a:r>
                        <a:rPr lang="ja-JP" altLang="en-US" sz="1000" b="1" i="0">
                          <a:solidFill>
                            <a:srgbClr val="000000"/>
                          </a:solidFill>
                          <a:effectLst/>
                          <a:latin typeface="+mj-ea"/>
                          <a:ea typeface="+mj-ea"/>
                        </a:rPr>
                        <a:t>​</a:t>
                      </a:r>
                      <a:r>
                        <a:rPr lang="ja-JP" altLang="en-US" sz="1000" b="0" i="0">
                          <a:solidFill>
                            <a:srgbClr val="000000"/>
                          </a:solidFill>
                          <a:effectLst/>
                          <a:latin typeface="+mj-ea"/>
                          <a:ea typeface="+mj-ea"/>
                        </a:rPr>
                        <a:t>​</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rgbClr val="FFFF99"/>
                    </a:solidFill>
                  </a:tcPr>
                </a:tc>
                <a:tc>
                  <a:txBody>
                    <a:bodyPr/>
                    <a:lstStyle/>
                    <a:p>
                      <a:pPr algn="l" fontAlgn="base">
                        <a:lnSpc>
                          <a:spcPts val="1200"/>
                        </a:lnSpc>
                      </a:pPr>
                      <a:r>
                        <a:rPr lang="ja-JP" altLang="en-US" sz="1000" b="0" i="0">
                          <a:solidFill>
                            <a:srgbClr val="000000"/>
                          </a:solidFill>
                          <a:effectLst/>
                          <a:latin typeface="+mj-ea"/>
                          <a:ea typeface="+mj-ea"/>
                        </a:rPr>
                        <a:t>説明者</a:t>
                      </a:r>
                      <a:r>
                        <a:rPr lang="ja-JP" altLang="en-US" sz="1000" b="1" i="0">
                          <a:solidFill>
                            <a:srgbClr val="000000"/>
                          </a:solidFill>
                          <a:effectLst/>
                          <a:latin typeface="+mj-ea"/>
                          <a:ea typeface="+mj-ea"/>
                        </a:rPr>
                        <a:t>​</a:t>
                      </a:r>
                      <a:r>
                        <a:rPr lang="ja-JP" altLang="en-US" sz="1000" b="0" i="0">
                          <a:solidFill>
                            <a:srgbClr val="000000"/>
                          </a:solidFill>
                          <a:effectLst/>
                          <a:latin typeface="+mj-ea"/>
                          <a:ea typeface="+mj-ea"/>
                        </a:rPr>
                        <a:t>​</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rgbClr val="FFFF99"/>
                    </a:solidFill>
                  </a:tcPr>
                </a:tc>
                <a:extLst>
                  <a:ext uri="{0D108BD9-81ED-4DB2-BD59-A6C34878D82A}">
                    <a16:rowId xmlns:a16="http://schemas.microsoft.com/office/drawing/2014/main" val="746781126"/>
                  </a:ext>
                </a:extLst>
              </a:tr>
              <a:tr h="156927">
                <a:tc>
                  <a:txBody>
                    <a:bodyPr/>
                    <a:lstStyle/>
                    <a:p>
                      <a:pPr algn="l" fontAlgn="base">
                        <a:lnSpc>
                          <a:spcPts val="1200"/>
                        </a:lnSpc>
                      </a:pPr>
                      <a:r>
                        <a:rPr kumimoji="1" lang="en-US" sz="1000" b="0" i="0" kern="1200">
                          <a:solidFill>
                            <a:srgbClr val="000000"/>
                          </a:solidFill>
                          <a:effectLst/>
                          <a:latin typeface="+mj-ea"/>
                          <a:ea typeface="+mj-ea"/>
                          <a:cs typeface="+mn-cs"/>
                        </a:rPr>
                        <a:t>1</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rowSpan="2">
                  <a:txBody>
                    <a:bodyPr/>
                    <a:lstStyle/>
                    <a:p>
                      <a:pPr marL="0" lvl="0" indent="88900">
                        <a:spcBef>
                          <a:spcPts val="1200"/>
                        </a:spcBef>
                        <a:spcAft>
                          <a:spcPts val="600"/>
                        </a:spcAft>
                        <a:buNone/>
                      </a:pPr>
                      <a:r>
                        <a:rPr kumimoji="1" lang="ja-JP" altLang="en-US" sz="1000" b="0" i="0" kern="1200">
                          <a:solidFill>
                            <a:srgbClr val="000000"/>
                          </a:solidFill>
                          <a:effectLst/>
                          <a:latin typeface="+mj-ea"/>
                          <a:ea typeface="+mj-ea"/>
                          <a:cs typeface="+mn-cs"/>
                        </a:rPr>
                        <a:t>開発</a:t>
                      </a:r>
                      <a:endParaRPr kumimoji="1" lang="en-US" altLang="ja-JP" sz="1000" b="0" i="0" kern="1200">
                        <a:solidFill>
                          <a:srgbClr val="000000"/>
                        </a:solidFill>
                        <a:effectLst/>
                        <a:latin typeface="+mj-ea"/>
                        <a:ea typeface="+mj-ea"/>
                        <a:cs typeface="+mn-cs"/>
                      </a:endParaRPr>
                    </a:p>
                  </a:txBody>
                  <a:tcPr marL="0" marR="0" marT="0" marB="0" horzOverflow="overflow">
                    <a:lnL w="10658" cap="flat" cmpd="sng" algn="ctr">
                      <a:solidFill>
                        <a:srgbClr val="000000"/>
                      </a:solidFill>
                      <a:prstDash val="solid"/>
                      <a:round/>
                      <a:headEnd type="none" w="med" len="med"/>
                      <a:tailEnd type="none" w="med" len="med"/>
                    </a:lnL>
                    <a:lnT w="10658" cap="flat" cmpd="sng" algn="ctr">
                      <a:solidFill>
                        <a:srgbClr val="000000"/>
                      </a:solidFill>
                      <a:prstDash val="solid"/>
                      <a:round/>
                      <a:headEnd type="none" w="med" len="med"/>
                      <a:tailEnd type="none" w="med" len="med"/>
                    </a:lnT>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1000" b="0" i="0" kern="1200">
                          <a:solidFill>
                            <a:srgbClr val="000000"/>
                          </a:solidFill>
                          <a:effectLst/>
                          <a:latin typeface="+mj-ea"/>
                          <a:ea typeface="+mn-ea"/>
                          <a:cs typeface="+mn-cs"/>
                        </a:rPr>
                        <a:t>開発課題検討会の共有</a:t>
                      </a:r>
                    </a:p>
                  </a:txBody>
                  <a:tcPr marL="84298" marR="84298" marT="42149" marB="42149">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1000" b="0" i="0" kern="1200">
                          <a:solidFill>
                            <a:srgbClr val="000000"/>
                          </a:solidFill>
                          <a:effectLst/>
                          <a:latin typeface="+mj-ea"/>
                          <a:ea typeface="+mn-ea"/>
                          <a:cs typeface="+mn-cs"/>
                        </a:rPr>
                        <a:t>決定事項・</a:t>
                      </a:r>
                      <a:r>
                        <a:rPr kumimoji="1" lang="en-US" altLang="ja-JP" sz="1000" b="0" i="0" kern="1200" err="1">
                          <a:solidFill>
                            <a:srgbClr val="000000"/>
                          </a:solidFill>
                          <a:effectLst/>
                          <a:latin typeface="+mj-ea"/>
                          <a:ea typeface="+mn-ea"/>
                          <a:cs typeface="+mn-cs"/>
                        </a:rPr>
                        <a:t>ToDo</a:t>
                      </a:r>
                      <a:r>
                        <a:rPr kumimoji="1" lang="ja-JP" altLang="en-US" sz="1000" b="0" i="0" kern="1200">
                          <a:solidFill>
                            <a:srgbClr val="000000"/>
                          </a:solidFill>
                          <a:effectLst/>
                          <a:latin typeface="+mj-ea"/>
                          <a:ea typeface="+mn-ea"/>
                          <a:cs typeface="+mn-cs"/>
                        </a:rPr>
                        <a:t>について共有する</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base" latinLnBrk="0" hangingPunct="1">
                        <a:lnSpc>
                          <a:spcPts val="12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a:ea typeface="Meiryo UI"/>
                          <a:cs typeface="+mn-cs"/>
                        </a:rPr>
                        <a:t>15</a:t>
                      </a:r>
                      <a:r>
                        <a:rPr kumimoji="1" lang="ja-JP" altLang="en-US" sz="1000" b="0" i="0" u="none" strike="noStrike" kern="1200" cap="none" spc="0" normalizeH="0" baseline="0" noProof="0">
                          <a:ln>
                            <a:noFill/>
                          </a:ln>
                          <a:solidFill>
                            <a:srgbClr val="000000"/>
                          </a:solidFill>
                          <a:effectLst/>
                          <a:uLnTx/>
                          <a:uFillTx/>
                          <a:latin typeface="Meiryo UI"/>
                          <a:ea typeface="Meiryo UI"/>
                          <a:cs typeface="+mn-cs"/>
                        </a:rPr>
                        <a:t>分</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base" latinLnBrk="0" hangingPunct="1">
                        <a:lnSpc>
                          <a:spcPts val="12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solidFill>
                          <a:effectLst/>
                          <a:uLnTx/>
                          <a:uFillTx/>
                          <a:latin typeface="Meiryo UI"/>
                          <a:ea typeface="+mn-ea"/>
                          <a:cs typeface="+mn-cs"/>
                        </a:rPr>
                        <a:t>宮本</a:t>
                      </a:r>
                      <a:endParaRPr kumimoji="1" lang="ja-JP" altLang="en-US" sz="1000" b="0" i="0" u="none" strike="noStrike" kern="1200" cap="none" spc="0" normalizeH="0" baseline="0" noProof="0">
                        <a:ln>
                          <a:noFill/>
                        </a:ln>
                        <a:solidFill>
                          <a:srgbClr val="000000"/>
                        </a:solidFill>
                        <a:effectLst/>
                        <a:uLnTx/>
                        <a:uFillTx/>
                        <a:latin typeface="Meiryo UI"/>
                        <a:ea typeface="Meiryo UI"/>
                        <a:cs typeface="+mn-cs"/>
                      </a:endParaRP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19843010"/>
                  </a:ext>
                </a:extLst>
              </a:tr>
              <a:tr h="156927">
                <a:tc>
                  <a:txBody>
                    <a:bodyPr/>
                    <a:lstStyle/>
                    <a:p>
                      <a:pPr algn="l" fontAlgn="base">
                        <a:lnSpc>
                          <a:spcPts val="1200"/>
                        </a:lnSpc>
                      </a:pPr>
                      <a:r>
                        <a:rPr kumimoji="1" lang="en-US" sz="1000" b="0" i="0" kern="1200">
                          <a:solidFill>
                            <a:srgbClr val="000000"/>
                          </a:solidFill>
                          <a:effectLst/>
                          <a:latin typeface="+mj-ea"/>
                          <a:ea typeface="+mj-ea"/>
                          <a:cs typeface="+mn-cs"/>
                        </a:rPr>
                        <a:t>2</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p>
                  </a:txBody>
                  <a:tcPr>
                    <a:lnL w="10658" cap="flat" cmpd="sng" algn="ctr">
                      <a:solidFill>
                        <a:srgbClr val="000000"/>
                      </a:solidFill>
                      <a:prstDash val="solid"/>
                      <a:round/>
                      <a:headEnd type="none" w="med" len="med"/>
                      <a:tailEnd type="none" w="med" len="med"/>
                    </a:lnL>
                    <a:lnT w="10658" cap="flat" cmpd="sng" algn="ctr">
                      <a:solidFill>
                        <a:srgbClr val="000000"/>
                      </a:solidFill>
                      <a:prstDash val="solid"/>
                      <a:round/>
                      <a:headEnd type="none" w="med" len="med"/>
                      <a:tailEnd type="none" w="med" len="med"/>
                    </a:lnT>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solidFill>
                          <a:effectLst/>
                          <a:uLnTx/>
                          <a:uFillTx/>
                          <a:latin typeface="+mj-ea"/>
                          <a:ea typeface="+mj-ea"/>
                          <a:cs typeface="+mn-cs"/>
                        </a:rPr>
                        <a:t>開発案件の課題共有</a:t>
                      </a:r>
                    </a:p>
                  </a:txBody>
                  <a:tcPr marL="84298" marR="84298" marT="42149" marB="42149">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solidFill>
                          <a:effectLst/>
                          <a:uLnTx/>
                          <a:uFillTx/>
                          <a:latin typeface="+mj-ea"/>
                          <a:ea typeface="+mj-ea"/>
                          <a:cs typeface="+mn-cs"/>
                        </a:rPr>
                        <a:t>案件の進捗課題を共有する</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base" latinLnBrk="0" hangingPunct="1">
                        <a:lnSpc>
                          <a:spcPts val="1200"/>
                        </a:lnSpc>
                        <a:spcBef>
                          <a:spcPts val="0"/>
                        </a:spcBef>
                        <a:spcAft>
                          <a:spcPts val="0"/>
                        </a:spcAft>
                        <a:buClrTx/>
                        <a:buSzTx/>
                        <a:buFontTx/>
                        <a:buNone/>
                        <a:tabLst/>
                        <a:defRPr/>
                      </a:pPr>
                      <a:r>
                        <a:rPr lang="ja-JP" altLang="en-US" sz="1000" b="0" i="0" u="none" strike="noStrike" kern="1200" cap="none" spc="0" normalizeH="0" baseline="0" noProof="0">
                          <a:ln>
                            <a:noFill/>
                          </a:ln>
                          <a:solidFill>
                            <a:srgbClr val="000000"/>
                          </a:solidFill>
                          <a:effectLst/>
                          <a:uLnTx/>
                          <a:uFillTx/>
                          <a:latin typeface="Meiryo UI"/>
                          <a:ea typeface="+mn-ea"/>
                          <a:cs typeface="+mn-cs"/>
                        </a:rPr>
                        <a:t>5分</a:t>
                      </a:r>
                      <a:endParaRPr kumimoji="1" lang="ja-JP" altLang="en-US" sz="1000" b="0" i="0" u="none" strike="noStrike" kern="1200" cap="none" spc="0" normalizeH="0" baseline="0" noProof="0">
                        <a:ln>
                          <a:noFill/>
                        </a:ln>
                        <a:solidFill>
                          <a:srgbClr val="000000"/>
                        </a:solidFill>
                        <a:effectLst/>
                        <a:uLnTx/>
                        <a:uFillTx/>
                        <a:latin typeface="Meiryo UI"/>
                        <a:ea typeface="+mn-ea"/>
                        <a:cs typeface="+mn-cs"/>
                      </a:endParaRP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base" latinLnBrk="0" hangingPunct="1">
                        <a:lnSpc>
                          <a:spcPts val="12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solidFill>
                          <a:effectLst/>
                          <a:uLnTx/>
                          <a:uFillTx/>
                          <a:latin typeface="Meiryo UI"/>
                          <a:ea typeface="+mn-ea"/>
                          <a:cs typeface="+mn-cs"/>
                        </a:rPr>
                        <a:t>宮本</a:t>
                      </a:r>
                      <a:endParaRPr kumimoji="1" lang="ja-JP" altLang="en-US" sz="1000" b="0" i="0" u="none" strike="noStrike" kern="1200" cap="none" spc="0" normalizeH="0" baseline="0" noProof="0">
                        <a:ln>
                          <a:noFill/>
                        </a:ln>
                        <a:solidFill>
                          <a:srgbClr val="000000"/>
                        </a:solidFill>
                        <a:effectLst/>
                        <a:uLnTx/>
                        <a:uFillTx/>
                        <a:latin typeface="Meiryo UI"/>
                        <a:ea typeface="Meiryo UI"/>
                        <a:cs typeface="+mn-cs"/>
                      </a:endParaRP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29173875"/>
                  </a:ext>
                </a:extLst>
              </a:tr>
              <a:tr h="314461">
                <a:tc>
                  <a:txBody>
                    <a:bodyPr/>
                    <a:lstStyle/>
                    <a:p>
                      <a:pPr algn="l" fontAlgn="base">
                        <a:lnSpc>
                          <a:spcPts val="1200"/>
                        </a:lnSpc>
                      </a:pPr>
                      <a:r>
                        <a:rPr lang="en-US" sz="1000" b="0" i="0">
                          <a:solidFill>
                            <a:srgbClr val="000000"/>
                          </a:solidFill>
                          <a:effectLst/>
                          <a:latin typeface="+mj-ea"/>
                          <a:ea typeface="+mj-ea"/>
                        </a:rPr>
                        <a:t>3</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algn="l" defTabSz="843930" rtl="0" eaLnBrk="1" fontAlgn="base" latinLnBrk="0" hangingPunct="1">
                        <a:lnSpc>
                          <a:spcPts val="1200"/>
                        </a:lnSpc>
                      </a:pPr>
                      <a:r>
                        <a:rPr kumimoji="1" lang="ja-JP" altLang="en-US" sz="1000" kern="1200">
                          <a:solidFill>
                            <a:schemeClr val="tx1"/>
                          </a:solidFill>
                          <a:latin typeface="+mj-ea"/>
                          <a:ea typeface="+mj-ea"/>
                          <a:cs typeface="+mn-cs"/>
                        </a:rPr>
                        <a:t>既存</a:t>
                      </a:r>
                      <a:r>
                        <a:rPr kumimoji="1" lang="en-US" altLang="ja-JP" sz="1000" kern="1200">
                          <a:solidFill>
                            <a:schemeClr val="tx1"/>
                          </a:solidFill>
                          <a:latin typeface="+mj-ea"/>
                          <a:ea typeface="+mj-ea"/>
                          <a:cs typeface="+mn-cs"/>
                        </a:rPr>
                        <a:t>ToDo</a:t>
                      </a:r>
                      <a:r>
                        <a:rPr kumimoji="1" lang="ja-JP" altLang="en-US" sz="1000" kern="1200">
                          <a:solidFill>
                            <a:schemeClr val="tx1"/>
                          </a:solidFill>
                          <a:latin typeface="+mj-ea"/>
                          <a:ea typeface="+mj-ea"/>
                          <a:cs typeface="+mn-cs"/>
                        </a:rPr>
                        <a:t>確認</a:t>
                      </a:r>
                    </a:p>
                  </a:txBody>
                  <a:tcPr marL="84298" marR="84298" marT="42149" marB="42149">
                    <a:lnL w="10658" cap="flat" cmpd="sng" algn="ctr">
                      <a:solidFill>
                        <a:srgbClr val="000000"/>
                      </a:solidFill>
                      <a:prstDash val="solid"/>
                      <a:round/>
                      <a:headEnd type="none" w="med" len="med"/>
                      <a:tailEnd type="none" w="med" len="med"/>
                    </a:lnL>
                    <a:lnR w="11601" cap="flat" cmpd="sng" algn="ctr">
                      <a:solidFill>
                        <a:srgbClr val="000000"/>
                      </a:solidFill>
                      <a:prstDash val="solid"/>
                      <a:round/>
                      <a:headEnd type="none" w="med" len="med"/>
                      <a:tailEnd type="none" w="med" len="med"/>
                    </a:lnR>
                    <a:lnB w="11601"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1000" b="0" i="0" kern="1200">
                          <a:solidFill>
                            <a:srgbClr val="000000"/>
                          </a:solidFill>
                          <a:effectLst/>
                          <a:latin typeface="+mj-ea"/>
                          <a:ea typeface="+mj-ea"/>
                          <a:cs typeface="+mn-cs"/>
                        </a:rPr>
                        <a:t>既存</a:t>
                      </a:r>
                      <a:r>
                        <a:rPr kumimoji="1" lang="en-US" altLang="ja-JP" sz="1000" b="0" i="0" kern="1200" err="1">
                          <a:solidFill>
                            <a:srgbClr val="000000"/>
                          </a:solidFill>
                          <a:effectLst/>
                          <a:latin typeface="+mj-ea"/>
                          <a:ea typeface="+mj-ea"/>
                          <a:cs typeface="+mn-cs"/>
                        </a:rPr>
                        <a:t>ToDo</a:t>
                      </a:r>
                      <a:r>
                        <a:rPr kumimoji="1" lang="ja-JP" altLang="en-US" sz="1000" b="0" i="0" kern="1200">
                          <a:solidFill>
                            <a:srgbClr val="000000"/>
                          </a:solidFill>
                          <a:effectLst/>
                          <a:latin typeface="+mj-ea"/>
                          <a:ea typeface="+mj-ea"/>
                          <a:cs typeface="+mn-cs"/>
                        </a:rPr>
                        <a:t>の状況確認・クローズ確認</a:t>
                      </a:r>
                    </a:p>
                  </a:txBody>
                  <a:tcPr marL="84298" marR="84298" marT="42149" marB="42149">
                    <a:lnL w="11601"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1000" b="0" i="0" kern="1200">
                          <a:solidFill>
                            <a:srgbClr val="000000"/>
                          </a:solidFill>
                          <a:effectLst/>
                          <a:latin typeface="+mj-ea"/>
                          <a:ea typeface="+mj-ea"/>
                          <a:cs typeface="+mn-cs"/>
                        </a:rPr>
                        <a:t>前回までの三者定例で発生した</a:t>
                      </a:r>
                      <a:r>
                        <a:rPr kumimoji="1" lang="en-US" altLang="ja-JP" sz="1000" b="0" i="0" kern="1200">
                          <a:solidFill>
                            <a:srgbClr val="000000"/>
                          </a:solidFill>
                          <a:effectLst/>
                          <a:latin typeface="+mj-ea"/>
                          <a:ea typeface="+mj-ea"/>
                          <a:cs typeface="+mn-cs"/>
                        </a:rPr>
                        <a:t>ToDo</a:t>
                      </a:r>
                      <a:r>
                        <a:rPr kumimoji="1" lang="ja-JP" altLang="en-US" sz="1000" b="0" i="0" kern="1200">
                          <a:solidFill>
                            <a:srgbClr val="000000"/>
                          </a:solidFill>
                          <a:effectLst/>
                          <a:latin typeface="+mj-ea"/>
                          <a:ea typeface="+mj-ea"/>
                          <a:cs typeface="+mn-cs"/>
                        </a:rPr>
                        <a:t>のうち、本定例で進捗が確認できなかったものの状況を確認する</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base" latinLnBrk="0" hangingPunct="1">
                        <a:lnSpc>
                          <a:spcPts val="12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a:ea typeface="Meiryo UI"/>
                          <a:cs typeface="+mn-cs"/>
                        </a:rPr>
                        <a:t>-</a:t>
                      </a:r>
                      <a:endParaRPr kumimoji="1" lang="ja-JP" altLang="en-US" sz="1000" b="0" i="0" u="none" strike="noStrike" kern="1200" cap="none" spc="0" normalizeH="0" baseline="0" noProof="0">
                        <a:ln>
                          <a:noFill/>
                        </a:ln>
                        <a:solidFill>
                          <a:srgbClr val="000000"/>
                        </a:solidFill>
                        <a:effectLst/>
                        <a:uLnTx/>
                        <a:uFillTx/>
                        <a:latin typeface="Meiryo UI"/>
                        <a:ea typeface="Meiryo UI"/>
                        <a:cs typeface="+mn-cs"/>
                      </a:endParaRP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base" latinLnBrk="0" hangingPunct="1">
                        <a:lnSpc>
                          <a:spcPts val="12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solidFill>
                          <a:effectLst/>
                          <a:uLnTx/>
                          <a:uFillTx/>
                          <a:latin typeface="Meiryo UI"/>
                          <a:ea typeface="Meiryo UI"/>
                          <a:cs typeface="+mn-cs"/>
                        </a:rPr>
                        <a:t>本田</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8703630"/>
                  </a:ext>
                </a:extLst>
              </a:tr>
              <a:tr h="388584">
                <a:tc>
                  <a:txBody>
                    <a:bodyPr/>
                    <a:lstStyle/>
                    <a:p>
                      <a:pPr algn="l" fontAlgn="base">
                        <a:lnSpc>
                          <a:spcPts val="1200"/>
                        </a:lnSpc>
                      </a:pPr>
                      <a:r>
                        <a:rPr lang="en-US" sz="1000" b="0" i="0">
                          <a:solidFill>
                            <a:srgbClr val="000000"/>
                          </a:solidFill>
                          <a:effectLst/>
                          <a:latin typeface="+mj-ea"/>
                          <a:ea typeface="+mj-ea"/>
                        </a:rPr>
                        <a:t>4</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algn="l" fontAlgn="base">
                        <a:lnSpc>
                          <a:spcPts val="1200"/>
                        </a:lnSpc>
                      </a:pPr>
                      <a:r>
                        <a:rPr kumimoji="1" lang="ja-JP" altLang="en-US" sz="1000" kern="1200">
                          <a:solidFill>
                            <a:schemeClr val="tx1"/>
                          </a:solidFill>
                          <a:latin typeface="+mj-ea"/>
                          <a:ea typeface="+mj-ea"/>
                          <a:cs typeface="+mn-cs"/>
                        </a:rPr>
                        <a:t>ラップアップ</a:t>
                      </a:r>
                      <a:endParaRPr kumimoji="1" lang="en-US" altLang="ja-JP" sz="1000" kern="1200">
                        <a:solidFill>
                          <a:schemeClr val="tx1"/>
                        </a:solidFill>
                        <a:latin typeface="+mj-ea"/>
                        <a:ea typeface="+mj-ea"/>
                        <a:cs typeface="+mn-cs"/>
                      </a:endParaRPr>
                    </a:p>
                    <a:p>
                      <a:pPr algn="l" fontAlgn="base">
                        <a:lnSpc>
                          <a:spcPts val="1200"/>
                        </a:lnSpc>
                      </a:pPr>
                      <a:endParaRPr kumimoji="1" lang="ja-JP" altLang="en-US" sz="1000" kern="1200">
                        <a:solidFill>
                          <a:schemeClr val="tx1"/>
                        </a:solidFill>
                        <a:latin typeface="+mj-ea"/>
                        <a:ea typeface="+mj-ea"/>
                        <a:cs typeface="+mn-cs"/>
                      </a:endParaRP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1601"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algn="l" defTabSz="843930" rtl="0" eaLnBrk="1" fontAlgn="base" latinLnBrk="0" hangingPunct="1">
                        <a:lnSpc>
                          <a:spcPts val="1200"/>
                        </a:lnSpc>
                      </a:pPr>
                      <a:endParaRPr kumimoji="1" lang="ja-JP" altLang="en-US" sz="1000" b="0" i="0" kern="1200">
                        <a:solidFill>
                          <a:srgbClr val="000000"/>
                        </a:solidFill>
                        <a:effectLst/>
                        <a:latin typeface="+mj-ea"/>
                        <a:ea typeface="+mj-ea"/>
                        <a:cs typeface="+mn-cs"/>
                      </a:endParaRP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algn="l" defTabSz="843930" rtl="0" eaLnBrk="1" fontAlgn="base" latinLnBrk="0" hangingPunct="1">
                        <a:lnSpc>
                          <a:spcPts val="1200"/>
                        </a:lnSpc>
                      </a:pPr>
                      <a:endParaRPr kumimoji="1" lang="ja-JP" altLang="en-US" sz="1000" b="0" i="0" kern="1200">
                        <a:solidFill>
                          <a:srgbClr val="000000"/>
                        </a:solidFill>
                        <a:effectLst/>
                        <a:latin typeface="+mj-ea"/>
                        <a:ea typeface="+mj-ea"/>
                        <a:cs typeface="+mn-cs"/>
                      </a:endParaRP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base" latinLnBrk="0" hangingPunct="1">
                        <a:lnSpc>
                          <a:spcPts val="1200"/>
                        </a:lnSpc>
                        <a:spcBef>
                          <a:spcPts val="0"/>
                        </a:spcBef>
                        <a:spcAft>
                          <a:spcPts val="0"/>
                        </a:spcAft>
                        <a:buClrTx/>
                        <a:buSzTx/>
                        <a:buFontTx/>
                        <a:buNone/>
                        <a:tabLst/>
                        <a:defRPr/>
                      </a:pPr>
                      <a:r>
                        <a:rPr lang="en-US" altLang="ja-JP" sz="1000" b="0" i="0" u="none" strike="noStrike" kern="1200" cap="none" spc="0" normalizeH="0" baseline="0" noProof="0">
                          <a:ln>
                            <a:noFill/>
                          </a:ln>
                          <a:solidFill>
                            <a:srgbClr val="000000"/>
                          </a:solidFill>
                          <a:effectLst/>
                          <a:uLnTx/>
                          <a:uFillTx/>
                          <a:latin typeface="Meiryo UI"/>
                          <a:ea typeface="Meiryo UI"/>
                          <a:cs typeface="+mn-cs"/>
                        </a:rPr>
                        <a:t>5</a:t>
                      </a:r>
                      <a:r>
                        <a:rPr lang="ja-JP" altLang="en-US" sz="1000" b="0" i="0" u="none" strike="noStrike" kern="1200" cap="none" spc="0" normalizeH="0" baseline="0" noProof="0">
                          <a:ln>
                            <a:noFill/>
                          </a:ln>
                          <a:solidFill>
                            <a:srgbClr val="000000"/>
                          </a:solidFill>
                          <a:effectLst/>
                          <a:uLnTx/>
                          <a:uFillTx/>
                          <a:latin typeface="Meiryo UI"/>
                          <a:ea typeface="Meiryo UI"/>
                          <a:cs typeface="+mn-cs"/>
                        </a:rPr>
                        <a:t>分</a:t>
                      </a:r>
                      <a:endParaRPr kumimoji="1" lang="ja-JP" altLang="en-US" sz="1000" b="0" i="0" u="none" strike="noStrike" kern="1200" cap="none" spc="0" normalizeH="0" baseline="0" noProof="0">
                        <a:ln>
                          <a:noFill/>
                        </a:ln>
                        <a:solidFill>
                          <a:srgbClr val="000000"/>
                        </a:solidFill>
                        <a:effectLst/>
                        <a:uLnTx/>
                        <a:uFillTx/>
                        <a:latin typeface="Meiryo UI"/>
                        <a:ea typeface="Meiryo UI"/>
                        <a:cs typeface="+mn-cs"/>
                      </a:endParaRP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base" latinLnBrk="0" hangingPunct="1">
                        <a:lnSpc>
                          <a:spcPts val="12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solidFill>
                          <a:effectLst/>
                          <a:uLnTx/>
                          <a:uFillTx/>
                          <a:latin typeface="Meiryo UI"/>
                          <a:ea typeface="Meiryo UI"/>
                          <a:cs typeface="+mn-cs"/>
                        </a:rPr>
                        <a:t>本田</a:t>
                      </a:r>
                      <a:endParaRPr kumimoji="1" lang="ja-JP" altLang="en-US" sz="1000" b="0" i="0" u="none" strike="noStrike" kern="1200" cap="none" spc="0" normalizeH="0" baseline="0" noProof="0">
                        <a:ln>
                          <a:noFill/>
                        </a:ln>
                        <a:solidFill>
                          <a:srgbClr val="000000"/>
                        </a:solidFill>
                        <a:effectLst/>
                        <a:uLnTx/>
                        <a:uFillTx/>
                        <a:latin typeface="+mn-ea"/>
                        <a:ea typeface="+mn-ea"/>
                        <a:cs typeface="+mn-cs"/>
                      </a:endParaRP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22506056"/>
                  </a:ext>
                </a:extLst>
              </a:tr>
            </a:tbl>
          </a:graphicData>
        </a:graphic>
      </p:graphicFrame>
      <p:sp>
        <p:nvSpPr>
          <p:cNvPr id="8" name="正方形/長方形 7">
            <a:extLst>
              <a:ext uri="{FF2B5EF4-FFF2-40B4-BE49-F238E27FC236}">
                <a16:creationId xmlns:a16="http://schemas.microsoft.com/office/drawing/2014/main" id="{E53A86DB-740C-4CE3-CF45-CBB6A24DE0BA}"/>
              </a:ext>
            </a:extLst>
          </p:cNvPr>
          <p:cNvSpPr/>
          <p:nvPr/>
        </p:nvSpPr>
        <p:spPr>
          <a:xfrm>
            <a:off x="567956" y="3811623"/>
            <a:ext cx="2902026" cy="296026"/>
          </a:xfrm>
          <a:prstGeom prst="rect">
            <a:avLst/>
          </a:prstGeom>
          <a:solidFill>
            <a:sysClr val="window" lastClr="FFFFFF"/>
          </a:solidFill>
          <a:ln>
            <a:noFill/>
          </a:ln>
        </p:spPr>
        <p:txBody>
          <a:bodyPr lIns="91440" tIns="45720" rIns="91440" bIns="45720" rtlCol="0" anchor="ctr"/>
          <a:lstStyle>
            <a:defPPr>
              <a:defRPr lang="ja-JP"/>
            </a:defPPr>
            <a:lvl1pPr marL="0" algn="l" defTabSz="914400" rtl="0" eaLnBrk="1" latinLnBrk="0" hangingPunct="1">
              <a:defRPr kumimoji="1" sz="1800" kern="1200">
                <a:solidFill>
                  <a:sysClr val="windowText" lastClr="000000"/>
                </a:solidFill>
                <a:latin typeface="Arial"/>
                <a:ea typeface="Meiryo UI"/>
              </a:defRPr>
            </a:lvl1pPr>
            <a:lvl2pPr marL="457200" algn="l" defTabSz="914400" rtl="0" eaLnBrk="1" latinLnBrk="0" hangingPunct="1">
              <a:defRPr kumimoji="1" sz="1800" kern="1200">
                <a:solidFill>
                  <a:sysClr val="windowText" lastClr="000000"/>
                </a:solidFill>
                <a:latin typeface="Arial"/>
                <a:ea typeface="Meiryo UI"/>
              </a:defRPr>
            </a:lvl2pPr>
            <a:lvl3pPr marL="914400" algn="l" defTabSz="914400" rtl="0" eaLnBrk="1" latinLnBrk="0" hangingPunct="1">
              <a:defRPr kumimoji="1" sz="1800" kern="1200">
                <a:solidFill>
                  <a:sysClr val="windowText" lastClr="000000"/>
                </a:solidFill>
                <a:latin typeface="Arial"/>
                <a:ea typeface="Meiryo UI"/>
              </a:defRPr>
            </a:lvl3pPr>
            <a:lvl4pPr marL="1371600" algn="l" defTabSz="914400" rtl="0" eaLnBrk="1" latinLnBrk="0" hangingPunct="1">
              <a:defRPr kumimoji="1" sz="1800" kern="1200">
                <a:solidFill>
                  <a:sysClr val="windowText" lastClr="000000"/>
                </a:solidFill>
                <a:latin typeface="Arial"/>
                <a:ea typeface="Meiryo UI"/>
              </a:defRPr>
            </a:lvl4pPr>
            <a:lvl5pPr marL="1828800" algn="l" defTabSz="914400" rtl="0" eaLnBrk="1" latinLnBrk="0" hangingPunct="1">
              <a:defRPr kumimoji="1" sz="1800" kern="1200">
                <a:solidFill>
                  <a:sysClr val="windowText" lastClr="000000"/>
                </a:solidFill>
                <a:latin typeface="Arial"/>
                <a:ea typeface="Meiryo UI"/>
              </a:defRPr>
            </a:lvl5pPr>
            <a:lvl6pPr marL="2286000" algn="l" defTabSz="914400" rtl="0" eaLnBrk="1" latinLnBrk="0" hangingPunct="1">
              <a:defRPr kumimoji="1" sz="1800" kern="1200">
                <a:solidFill>
                  <a:sysClr val="windowText" lastClr="000000"/>
                </a:solidFill>
                <a:latin typeface="Arial"/>
                <a:ea typeface="Meiryo UI"/>
              </a:defRPr>
            </a:lvl6pPr>
            <a:lvl7pPr marL="2743200" algn="l" defTabSz="914400" rtl="0" eaLnBrk="1" latinLnBrk="0" hangingPunct="1">
              <a:defRPr kumimoji="1" sz="1800" kern="1200">
                <a:solidFill>
                  <a:sysClr val="windowText" lastClr="000000"/>
                </a:solidFill>
                <a:latin typeface="Arial"/>
                <a:ea typeface="Meiryo UI"/>
              </a:defRPr>
            </a:lvl7pPr>
            <a:lvl8pPr marL="3200400" algn="l" defTabSz="914400" rtl="0" eaLnBrk="1" latinLnBrk="0" hangingPunct="1">
              <a:defRPr kumimoji="1" sz="1800" kern="1200">
                <a:solidFill>
                  <a:sysClr val="windowText" lastClr="000000"/>
                </a:solidFill>
                <a:latin typeface="Arial"/>
                <a:ea typeface="Meiryo UI"/>
              </a:defRPr>
            </a:lvl8pPr>
            <a:lvl9pPr marL="3657600" algn="l" defTabSz="914400" rtl="0" eaLnBrk="1" latinLnBrk="0" hangingPunct="1">
              <a:defRPr kumimoji="1" sz="1800" kern="1200">
                <a:solidFill>
                  <a:sysClr val="windowText" lastClr="000000"/>
                </a:solidFill>
                <a:latin typeface="Arial"/>
                <a:ea typeface="Meiryo UI"/>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ja-JP" altLang="en-US" sz="1400" b="0" i="0" u="none" strike="noStrike" kern="1200" cap="none" spc="0" normalizeH="0" baseline="0" noProof="0">
                <a:ln>
                  <a:noFill/>
                </a:ln>
                <a:solidFill>
                  <a:prstClr val="white">
                    <a:lumMod val="49000"/>
                  </a:prstClr>
                </a:solidFill>
                <a:effectLst/>
                <a:uLnTx/>
                <a:uFillTx/>
                <a:latin typeface="Meiryo UI"/>
                <a:ea typeface="Meiryo UI"/>
              </a:rPr>
              <a:t>■書面開催の対象となる議題</a:t>
            </a:r>
          </a:p>
        </p:txBody>
      </p:sp>
      <p:graphicFrame>
        <p:nvGraphicFramePr>
          <p:cNvPr id="10" name="表 9">
            <a:extLst>
              <a:ext uri="{FF2B5EF4-FFF2-40B4-BE49-F238E27FC236}">
                <a16:creationId xmlns:a16="http://schemas.microsoft.com/office/drawing/2014/main" id="{252B74D6-4C96-8350-F081-A3F74E13E646}"/>
              </a:ext>
            </a:extLst>
          </p:cNvPr>
          <p:cNvGraphicFramePr>
            <a:graphicFrameLocks noGrp="1"/>
          </p:cNvGraphicFramePr>
          <p:nvPr>
            <p:extLst>
              <p:ext uri="{D42A27DB-BD31-4B8C-83A1-F6EECF244321}">
                <p14:modId xmlns:p14="http://schemas.microsoft.com/office/powerpoint/2010/main" val="1047574481"/>
              </p:ext>
            </p:extLst>
          </p:nvPr>
        </p:nvGraphicFramePr>
        <p:xfrm>
          <a:off x="682945" y="4107649"/>
          <a:ext cx="8540106" cy="543427"/>
        </p:xfrm>
        <a:graphic>
          <a:graphicData uri="http://schemas.openxmlformats.org/drawingml/2006/table">
            <a:tbl>
              <a:tblPr/>
              <a:tblGrid>
                <a:gridCol w="425203">
                  <a:extLst>
                    <a:ext uri="{9D8B030D-6E8A-4147-A177-3AD203B41FA5}">
                      <a16:colId xmlns:a16="http://schemas.microsoft.com/office/drawing/2014/main" val="1946520702"/>
                    </a:ext>
                  </a:extLst>
                </a:gridCol>
                <a:gridCol w="831970">
                  <a:extLst>
                    <a:ext uri="{9D8B030D-6E8A-4147-A177-3AD203B41FA5}">
                      <a16:colId xmlns:a16="http://schemas.microsoft.com/office/drawing/2014/main" val="3252172840"/>
                    </a:ext>
                  </a:extLst>
                </a:gridCol>
                <a:gridCol w="2099145">
                  <a:extLst>
                    <a:ext uri="{9D8B030D-6E8A-4147-A177-3AD203B41FA5}">
                      <a16:colId xmlns:a16="http://schemas.microsoft.com/office/drawing/2014/main" val="1346268267"/>
                    </a:ext>
                  </a:extLst>
                </a:gridCol>
                <a:gridCol w="3792772">
                  <a:extLst>
                    <a:ext uri="{9D8B030D-6E8A-4147-A177-3AD203B41FA5}">
                      <a16:colId xmlns:a16="http://schemas.microsoft.com/office/drawing/2014/main" val="3703309044"/>
                    </a:ext>
                  </a:extLst>
                </a:gridCol>
                <a:gridCol w="1391016">
                  <a:extLst>
                    <a:ext uri="{9D8B030D-6E8A-4147-A177-3AD203B41FA5}">
                      <a16:colId xmlns:a16="http://schemas.microsoft.com/office/drawing/2014/main" val="3189296444"/>
                    </a:ext>
                  </a:extLst>
                </a:gridCol>
              </a:tblGrid>
              <a:tr h="306729">
                <a:tc>
                  <a:txBody>
                    <a:bodyPr/>
                    <a:lstStyle/>
                    <a:p>
                      <a:pPr algn="l" fontAlgn="base">
                        <a:lnSpc>
                          <a:spcPts val="1200"/>
                        </a:lnSpc>
                      </a:pPr>
                      <a:r>
                        <a:rPr lang="en-US" sz="1000" b="0" i="0">
                          <a:solidFill>
                            <a:srgbClr val="000000"/>
                          </a:solidFill>
                          <a:effectLst/>
                          <a:latin typeface="+mj-ea"/>
                          <a:ea typeface="+mj-ea"/>
                        </a:rPr>
                        <a:t>No.</a:t>
                      </a:r>
                      <a:r>
                        <a:rPr lang="en-US" sz="1000" b="1" i="0">
                          <a:solidFill>
                            <a:srgbClr val="000000"/>
                          </a:solidFill>
                          <a:effectLst/>
                          <a:latin typeface="+mj-ea"/>
                          <a:ea typeface="+mj-ea"/>
                        </a:rPr>
                        <a:t>​</a:t>
                      </a:r>
                      <a:r>
                        <a:rPr lang="en-US" sz="1000" b="0" i="0">
                          <a:solidFill>
                            <a:srgbClr val="000000"/>
                          </a:solidFill>
                          <a:effectLst/>
                          <a:latin typeface="+mj-ea"/>
                          <a:ea typeface="+mj-ea"/>
                        </a:rPr>
                        <a:t>​</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ase">
                        <a:lnSpc>
                          <a:spcPts val="1200"/>
                        </a:lnSpc>
                      </a:pPr>
                      <a:r>
                        <a:rPr lang="ja-JP" altLang="en-US" sz="1000" b="0" i="0">
                          <a:solidFill>
                            <a:srgbClr val="000000"/>
                          </a:solidFill>
                          <a:effectLst/>
                          <a:latin typeface="+mj-ea"/>
                          <a:ea typeface="+mj-ea"/>
                        </a:rPr>
                        <a:t>テーマ</a:t>
                      </a:r>
                      <a:r>
                        <a:rPr lang="ja-JP" altLang="en-US" sz="1000" b="1" i="0">
                          <a:solidFill>
                            <a:srgbClr val="000000"/>
                          </a:solidFill>
                          <a:effectLst/>
                          <a:latin typeface="+mj-ea"/>
                          <a:ea typeface="+mj-ea"/>
                        </a:rPr>
                        <a:t>​</a:t>
                      </a:r>
                      <a:r>
                        <a:rPr lang="ja-JP" altLang="en-US" sz="1000" b="0" i="0">
                          <a:solidFill>
                            <a:srgbClr val="000000"/>
                          </a:solidFill>
                          <a:effectLst/>
                          <a:latin typeface="+mj-ea"/>
                          <a:ea typeface="+mj-ea"/>
                        </a:rPr>
                        <a:t>​</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ase">
                        <a:lnSpc>
                          <a:spcPts val="1200"/>
                        </a:lnSpc>
                      </a:pPr>
                      <a:r>
                        <a:rPr lang="ja-JP" altLang="en-US" sz="1000" b="0" i="0">
                          <a:solidFill>
                            <a:srgbClr val="000000"/>
                          </a:solidFill>
                          <a:effectLst/>
                          <a:latin typeface="+mj-ea"/>
                          <a:ea typeface="+mj-ea"/>
                        </a:rPr>
                        <a:t>アジェンダ</a:t>
                      </a:r>
                      <a:r>
                        <a:rPr lang="ja-JP" altLang="en-US" sz="1000" b="1" i="0">
                          <a:solidFill>
                            <a:srgbClr val="000000"/>
                          </a:solidFill>
                          <a:effectLst/>
                          <a:latin typeface="+mj-ea"/>
                          <a:ea typeface="+mj-ea"/>
                        </a:rPr>
                        <a:t>​</a:t>
                      </a:r>
                      <a:r>
                        <a:rPr lang="ja-JP" altLang="en-US" sz="1000" b="0" i="0">
                          <a:solidFill>
                            <a:srgbClr val="000000"/>
                          </a:solidFill>
                          <a:effectLst/>
                          <a:latin typeface="+mj-ea"/>
                          <a:ea typeface="+mj-ea"/>
                        </a:rPr>
                        <a:t>​</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ase">
                        <a:lnSpc>
                          <a:spcPts val="1200"/>
                        </a:lnSpc>
                      </a:pPr>
                      <a:r>
                        <a:rPr lang="ja-JP" altLang="en-US" sz="1000" b="0" i="0">
                          <a:solidFill>
                            <a:srgbClr val="000000"/>
                          </a:solidFill>
                          <a:effectLst/>
                          <a:latin typeface="+mj-ea"/>
                          <a:ea typeface="+mj-ea"/>
                        </a:rPr>
                        <a:t>会議の目的</a:t>
                      </a:r>
                      <a:r>
                        <a:rPr lang="ja-JP" altLang="en-US" sz="1000" b="1" i="0">
                          <a:solidFill>
                            <a:srgbClr val="000000"/>
                          </a:solidFill>
                          <a:effectLst/>
                          <a:latin typeface="+mj-ea"/>
                          <a:ea typeface="+mj-ea"/>
                        </a:rPr>
                        <a:t>​</a:t>
                      </a:r>
                      <a:r>
                        <a:rPr lang="ja-JP" altLang="en-US" sz="1000" b="0" i="0">
                          <a:solidFill>
                            <a:srgbClr val="000000"/>
                          </a:solidFill>
                          <a:effectLst/>
                          <a:latin typeface="+mj-ea"/>
                          <a:ea typeface="+mj-ea"/>
                        </a:rPr>
                        <a:t>​</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l" fontAlgn="base">
                        <a:lnSpc>
                          <a:spcPts val="1200"/>
                        </a:lnSpc>
                      </a:pPr>
                      <a:r>
                        <a:rPr lang="ja-JP" altLang="en-US" sz="1000" b="0" i="0">
                          <a:solidFill>
                            <a:srgbClr val="000000"/>
                          </a:solidFill>
                          <a:effectLst/>
                          <a:latin typeface="+mj-ea"/>
                          <a:ea typeface="+mj-ea"/>
                        </a:rPr>
                        <a:t>担当者</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795818448"/>
                  </a:ext>
                </a:extLst>
              </a:tr>
              <a:tr h="186591">
                <a:tc>
                  <a:txBody>
                    <a:bodyPr/>
                    <a:lstStyle/>
                    <a:p>
                      <a:pPr algn="l" fontAlgn="base">
                        <a:lnSpc>
                          <a:spcPts val="1200"/>
                        </a:lnSpc>
                      </a:pPr>
                      <a:r>
                        <a:rPr lang="en-US" altLang="ja-JP" sz="1000" b="0" i="0">
                          <a:solidFill>
                            <a:srgbClr val="000000"/>
                          </a:solidFill>
                          <a:effectLst/>
                          <a:latin typeface="+mj-ea"/>
                          <a:ea typeface="+mj-ea"/>
                        </a:rPr>
                        <a:t>1</a:t>
                      </a:r>
                      <a:endParaRPr lang="en-US" sz="1000" b="0" i="0">
                        <a:solidFill>
                          <a:srgbClr val="000000"/>
                        </a:solidFill>
                        <a:effectLst/>
                        <a:latin typeface="+mj-ea"/>
                        <a:ea typeface="+mj-ea"/>
                      </a:endParaRP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algn="l" fontAlgn="base">
                        <a:lnSpc>
                          <a:spcPts val="1200"/>
                        </a:lnSpc>
                      </a:pPr>
                      <a:r>
                        <a:rPr lang="ja-JP" altLang="en-US" sz="1000" b="0" i="0">
                          <a:solidFill>
                            <a:srgbClr val="000000"/>
                          </a:solidFill>
                          <a:effectLst/>
                          <a:latin typeface="+mj-ea"/>
                          <a:ea typeface="+mj-ea"/>
                        </a:rPr>
                        <a:t>開発​​</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algn="l" defTabSz="843930" rtl="0" eaLnBrk="1" fontAlgn="base" latinLnBrk="0" hangingPunct="1">
                        <a:lnSpc>
                          <a:spcPts val="1200"/>
                        </a:lnSpc>
                      </a:pPr>
                      <a:r>
                        <a:rPr kumimoji="1" lang="en-US" altLang="ja-JP" sz="1000" b="0" i="0" kern="1200">
                          <a:solidFill>
                            <a:srgbClr val="000000"/>
                          </a:solidFill>
                          <a:effectLst/>
                          <a:latin typeface="+mj-ea"/>
                          <a:ea typeface="+mj-ea"/>
                          <a:cs typeface="+mn-cs"/>
                        </a:rPr>
                        <a:t>ONS</a:t>
                      </a:r>
                      <a:r>
                        <a:rPr kumimoji="1" lang="ja-JP" altLang="en-US" sz="1000" b="0" i="0" kern="1200">
                          <a:solidFill>
                            <a:srgbClr val="000000"/>
                          </a:solidFill>
                          <a:effectLst/>
                          <a:latin typeface="+mj-ea"/>
                          <a:ea typeface="+mj-ea"/>
                          <a:cs typeface="+mn-cs"/>
                        </a:rPr>
                        <a:t>問い合わせ月次報告</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algn="l" defTabSz="843930" rtl="0" eaLnBrk="1" fontAlgn="base" latinLnBrk="0" hangingPunct="1">
                        <a:lnSpc>
                          <a:spcPts val="1200"/>
                        </a:lnSpc>
                      </a:pPr>
                      <a:r>
                        <a:rPr kumimoji="1" lang="en-US" altLang="ja-JP" sz="1000" b="0" i="0" kern="1200">
                          <a:solidFill>
                            <a:srgbClr val="000000"/>
                          </a:solidFill>
                          <a:effectLst/>
                          <a:latin typeface="+mj-ea"/>
                          <a:ea typeface="+mj-ea"/>
                          <a:cs typeface="+mn-cs"/>
                        </a:rPr>
                        <a:t>9</a:t>
                      </a:r>
                      <a:r>
                        <a:rPr kumimoji="1" lang="ja-JP" altLang="en-US" sz="1000" b="0" i="0" kern="1200">
                          <a:solidFill>
                            <a:srgbClr val="000000"/>
                          </a:solidFill>
                          <a:effectLst/>
                          <a:latin typeface="+mj-ea"/>
                          <a:ea typeface="+mj-ea"/>
                          <a:cs typeface="+mn-cs"/>
                        </a:rPr>
                        <a:t>月度の</a:t>
                      </a:r>
                      <a:r>
                        <a:rPr kumimoji="1" lang="en-US" altLang="ja-JP" sz="1000" b="0" i="0" kern="1200">
                          <a:solidFill>
                            <a:srgbClr val="000000"/>
                          </a:solidFill>
                          <a:effectLst/>
                          <a:latin typeface="+mj-ea"/>
                          <a:ea typeface="+mj-ea"/>
                          <a:cs typeface="+mn-cs"/>
                        </a:rPr>
                        <a:t>ONS</a:t>
                      </a:r>
                      <a:r>
                        <a:rPr kumimoji="1" lang="ja-JP" altLang="en-US" sz="1000" b="0" i="0" kern="1200">
                          <a:solidFill>
                            <a:srgbClr val="000000"/>
                          </a:solidFill>
                          <a:effectLst/>
                          <a:latin typeface="+mj-ea"/>
                          <a:ea typeface="+mj-ea"/>
                          <a:cs typeface="+mn-cs"/>
                        </a:rPr>
                        <a:t>の問い合わせ状況を共有する​​</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base" latinLnBrk="0" hangingPunct="1">
                        <a:lnSpc>
                          <a:spcPts val="12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solidFill>
                          <a:effectLst/>
                          <a:uLnTx/>
                          <a:uFillTx/>
                          <a:latin typeface="Meiryo UI"/>
                          <a:ea typeface="Meiryo UI"/>
                          <a:cs typeface="+mn-cs"/>
                        </a:rPr>
                        <a:t>基金</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20897457"/>
                  </a:ext>
                </a:extLst>
              </a:tr>
            </a:tbl>
          </a:graphicData>
        </a:graphic>
      </p:graphicFrame>
    </p:spTree>
    <p:extLst>
      <p:ext uri="{BB962C8B-B14F-4D97-AF65-F5344CB8AC3E}">
        <p14:creationId xmlns:p14="http://schemas.microsoft.com/office/powerpoint/2010/main" val="249918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122CA-B7AE-BA0D-C7F0-C3764D62675C}"/>
            </a:ext>
          </a:extLst>
        </p:cNvPr>
        <p:cNvGrpSpPr/>
        <p:nvPr/>
      </p:nvGrpSpPr>
      <p:grpSpPr>
        <a:xfrm>
          <a:off x="0" y="0"/>
          <a:ext cx="0" cy="0"/>
          <a:chOff x="0" y="0"/>
          <a:chExt cx="0" cy="0"/>
        </a:xfrm>
      </p:grpSpPr>
      <p:graphicFrame>
        <p:nvGraphicFramePr>
          <p:cNvPr id="23" name="表 22">
            <a:extLst>
              <a:ext uri="{FF2B5EF4-FFF2-40B4-BE49-F238E27FC236}">
                <a16:creationId xmlns:a16="http://schemas.microsoft.com/office/drawing/2014/main" id="{4D4E842B-5C88-2840-EE19-19EA0660A3A5}"/>
              </a:ext>
            </a:extLst>
          </p:cNvPr>
          <p:cNvGraphicFramePr>
            <a:graphicFrameLocks noGrp="1"/>
          </p:cNvGraphicFramePr>
          <p:nvPr>
            <p:extLst>
              <p:ext uri="{D42A27DB-BD31-4B8C-83A1-F6EECF244321}">
                <p14:modId xmlns:p14="http://schemas.microsoft.com/office/powerpoint/2010/main" val="892051188"/>
              </p:ext>
            </p:extLst>
          </p:nvPr>
        </p:nvGraphicFramePr>
        <p:xfrm>
          <a:off x="624020" y="682725"/>
          <a:ext cx="8546429" cy="5664019"/>
        </p:xfrm>
        <a:graphic>
          <a:graphicData uri="http://schemas.openxmlformats.org/drawingml/2006/table">
            <a:tbl>
              <a:tblPr/>
              <a:tblGrid>
                <a:gridCol w="1391313">
                  <a:extLst>
                    <a:ext uri="{9D8B030D-6E8A-4147-A177-3AD203B41FA5}">
                      <a16:colId xmlns:a16="http://schemas.microsoft.com/office/drawing/2014/main" val="3682396966"/>
                    </a:ext>
                  </a:extLst>
                </a:gridCol>
                <a:gridCol w="1425600">
                  <a:extLst>
                    <a:ext uri="{9D8B030D-6E8A-4147-A177-3AD203B41FA5}">
                      <a16:colId xmlns:a16="http://schemas.microsoft.com/office/drawing/2014/main" val="3749838626"/>
                    </a:ext>
                  </a:extLst>
                </a:gridCol>
                <a:gridCol w="1425677">
                  <a:extLst>
                    <a:ext uri="{9D8B030D-6E8A-4147-A177-3AD203B41FA5}">
                      <a16:colId xmlns:a16="http://schemas.microsoft.com/office/drawing/2014/main" val="3966519068"/>
                    </a:ext>
                  </a:extLst>
                </a:gridCol>
                <a:gridCol w="1435510">
                  <a:extLst>
                    <a:ext uri="{9D8B030D-6E8A-4147-A177-3AD203B41FA5}">
                      <a16:colId xmlns:a16="http://schemas.microsoft.com/office/drawing/2014/main" val="3189747245"/>
                    </a:ext>
                  </a:extLst>
                </a:gridCol>
                <a:gridCol w="1412465">
                  <a:extLst>
                    <a:ext uri="{9D8B030D-6E8A-4147-A177-3AD203B41FA5}">
                      <a16:colId xmlns:a16="http://schemas.microsoft.com/office/drawing/2014/main" val="282402055"/>
                    </a:ext>
                  </a:extLst>
                </a:gridCol>
                <a:gridCol w="1455864">
                  <a:extLst>
                    <a:ext uri="{9D8B030D-6E8A-4147-A177-3AD203B41FA5}">
                      <a16:colId xmlns:a16="http://schemas.microsoft.com/office/drawing/2014/main" val="3406946783"/>
                    </a:ext>
                  </a:extLst>
                </a:gridCol>
              </a:tblGrid>
              <a:tr h="494619">
                <a:tc>
                  <a:txBody>
                    <a:bodyPr/>
                    <a:lstStyle/>
                    <a:p>
                      <a:pPr algn="l" rtl="0" fontAlgn="t"/>
                      <a:r>
                        <a:rPr lang="ja-JP" altLang="en-US" sz="1800" b="0" i="0" u="none" strike="noStrike">
                          <a:solidFill>
                            <a:srgbClr val="000000"/>
                          </a:solidFill>
                          <a:effectLst/>
                          <a:latin typeface="游ゴシック"/>
                          <a:ea typeface="游ゴシック"/>
                        </a:rPr>
                        <a:t>　</a:t>
                      </a: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BACC6"/>
                    </a:solidFill>
                  </a:tcPr>
                </a:tc>
                <a:tc>
                  <a:txBody>
                    <a:bodyPr/>
                    <a:lstStyle/>
                    <a:p>
                      <a:pPr algn="ctr" rtl="0" fontAlgn="ctr"/>
                      <a:r>
                        <a:rPr lang="ja-JP" altLang="en-US" sz="1660" b="1" i="0" u="none" strike="noStrike">
                          <a:solidFill>
                            <a:srgbClr val="FFFFFF"/>
                          </a:solidFill>
                          <a:effectLst/>
                          <a:latin typeface="Meiryo UI" panose="020B0604030504040204" pitchFamily="50" charset="-128"/>
                          <a:ea typeface="Meiryo UI" panose="020B0604030504040204" pitchFamily="50" charset="-128"/>
                        </a:rPr>
                        <a:t>月</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BACC6"/>
                    </a:solidFill>
                  </a:tcPr>
                </a:tc>
                <a:tc>
                  <a:txBody>
                    <a:bodyPr/>
                    <a:lstStyle/>
                    <a:p>
                      <a:pPr algn="ctr" rtl="0" fontAlgn="ctr"/>
                      <a:r>
                        <a:rPr lang="ja-JP" altLang="en-US" sz="1660" b="1" i="0" u="none" strike="noStrike">
                          <a:solidFill>
                            <a:srgbClr val="FFFFFF"/>
                          </a:solidFill>
                          <a:effectLst/>
                          <a:latin typeface="Meiryo UI" panose="020B0604030504040204" pitchFamily="50" charset="-128"/>
                          <a:ea typeface="Meiryo UI" panose="020B0604030504040204" pitchFamily="50" charset="-128"/>
                        </a:rPr>
                        <a:t>火</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BACC6"/>
                    </a:solidFill>
                  </a:tcPr>
                </a:tc>
                <a:tc>
                  <a:txBody>
                    <a:bodyPr/>
                    <a:lstStyle/>
                    <a:p>
                      <a:pPr algn="ctr" rtl="0" fontAlgn="ctr"/>
                      <a:r>
                        <a:rPr lang="ja-JP" altLang="en-US" sz="1660" b="1" i="0" u="none" strike="noStrike">
                          <a:solidFill>
                            <a:srgbClr val="FFFFFF"/>
                          </a:solidFill>
                          <a:effectLst/>
                          <a:latin typeface="Meiryo UI" panose="020B0604030504040204" pitchFamily="50" charset="-128"/>
                          <a:ea typeface="Meiryo UI" panose="020B0604030504040204" pitchFamily="50" charset="-128"/>
                        </a:rPr>
                        <a:t>水</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BACC6"/>
                    </a:solidFill>
                  </a:tcPr>
                </a:tc>
                <a:tc>
                  <a:txBody>
                    <a:bodyPr/>
                    <a:lstStyle/>
                    <a:p>
                      <a:pPr algn="ctr" rtl="0" fontAlgn="ctr"/>
                      <a:r>
                        <a:rPr lang="ja-JP" altLang="en-US" sz="1660" b="1" i="0" u="none" strike="noStrike">
                          <a:solidFill>
                            <a:srgbClr val="FFFFFF"/>
                          </a:solidFill>
                          <a:effectLst/>
                          <a:latin typeface="Meiryo UI" panose="020B0604030504040204" pitchFamily="50" charset="-128"/>
                          <a:ea typeface="Meiryo UI" panose="020B0604030504040204" pitchFamily="50" charset="-128"/>
                        </a:rPr>
                        <a:t>木</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BACC6"/>
                    </a:solidFill>
                  </a:tcPr>
                </a:tc>
                <a:tc>
                  <a:txBody>
                    <a:bodyPr/>
                    <a:lstStyle/>
                    <a:p>
                      <a:pPr algn="ctr" rtl="0" fontAlgn="ctr"/>
                      <a:r>
                        <a:rPr lang="ja-JP" altLang="en-US" sz="1660" b="1" i="0" u="none" strike="noStrike">
                          <a:solidFill>
                            <a:srgbClr val="FFFFFF"/>
                          </a:solidFill>
                          <a:effectLst/>
                          <a:latin typeface="Meiryo UI" panose="020B0604030504040204" pitchFamily="50" charset="-128"/>
                          <a:ea typeface="Meiryo UI" panose="020B0604030504040204" pitchFamily="50" charset="-128"/>
                        </a:rPr>
                        <a:t>金</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BACC6"/>
                    </a:solidFill>
                  </a:tcPr>
                </a:tc>
                <a:extLst>
                  <a:ext uri="{0D108BD9-81ED-4DB2-BD59-A6C34878D82A}">
                    <a16:rowId xmlns:a16="http://schemas.microsoft.com/office/drawing/2014/main" val="2680279209"/>
                  </a:ext>
                </a:extLst>
              </a:tr>
              <a:tr h="1871210">
                <a:tc>
                  <a:txBody>
                    <a:bodyPr/>
                    <a:lstStyle/>
                    <a:p>
                      <a:pPr lvl="0" algn="ctr" rtl="0">
                        <a:buNone/>
                      </a:pPr>
                      <a:r>
                        <a:rPr lang="ja-JP" altLang="en-US" sz="1800" b="1" i="0" u="none" strike="noStrike">
                          <a:solidFill>
                            <a:schemeClr val="bg1"/>
                          </a:solidFill>
                          <a:effectLst/>
                          <a:latin typeface="Meiryo UI"/>
                          <a:ea typeface="Meiryo UI"/>
                        </a:rPr>
                        <a:t>今週</a:t>
                      </a:r>
                      <a:br>
                        <a:rPr lang="en-US" altLang="ja-JP" sz="1800" b="1" i="0" u="none" strike="noStrike">
                          <a:solidFill>
                            <a:srgbClr val="FFFFFF"/>
                          </a:solidFill>
                          <a:effectLst/>
                          <a:latin typeface="Meiryo UI"/>
                          <a:ea typeface="Meiryo UI"/>
                        </a:rPr>
                      </a:br>
                      <a:r>
                        <a:rPr lang="en-US" altLang="ja-JP" sz="1800" b="1" i="0" u="none" strike="noStrike">
                          <a:solidFill>
                            <a:schemeClr val="bg1"/>
                          </a:solidFill>
                          <a:effectLst/>
                          <a:latin typeface="Meiryo UI"/>
                          <a:ea typeface="Meiryo UI"/>
                        </a:rPr>
                        <a:t>(10/5</a:t>
                      </a:r>
                      <a:r>
                        <a:rPr lang="ja-JP" altLang="en-US" sz="1800" b="1" i="0" u="none" strike="noStrike">
                          <a:solidFill>
                            <a:schemeClr val="bg1"/>
                          </a:solidFill>
                          <a:effectLst/>
                          <a:latin typeface="Meiryo UI"/>
                          <a:ea typeface="Meiryo UI"/>
                        </a:rPr>
                        <a:t>週</a:t>
                      </a:r>
                      <a:r>
                        <a:rPr lang="en-US" altLang="ja-JP" sz="1800" b="1" i="0" u="none" strike="noStrike">
                          <a:solidFill>
                            <a:schemeClr val="bg1"/>
                          </a:solidFill>
                          <a:effectLst/>
                          <a:latin typeface="Meiryo UI"/>
                          <a:ea typeface="Meiryo UI"/>
                        </a:rPr>
                        <a:t>)</a:t>
                      </a:r>
                      <a:endParaRPr lang="ja-JP" altLang="en-US" sz="1800" b="1" i="0" u="none" strike="noStrike">
                        <a:solidFill>
                          <a:schemeClr val="bg1"/>
                        </a:solidFill>
                        <a:effectLst/>
                        <a:latin typeface="Meiryo UI"/>
                        <a:ea typeface="Meiryo UI"/>
                      </a:endParaRPr>
                    </a:p>
                  </a:txBody>
                  <a:tcPr marL="6350" marR="6350" marT="6350" marB="0" anchor="ctr">
                    <a:lnL w="12700">
                      <a:solidFill>
                        <a:srgbClr val="FFFFFF"/>
                      </a:solidFill>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BACC6"/>
                    </a:solidFill>
                  </a:tcPr>
                </a:tc>
                <a:tc>
                  <a:txBody>
                    <a:bodyPr/>
                    <a:lstStyle/>
                    <a:p>
                      <a:pPr marL="0" marR="0" lvl="0" indent="0" algn="ctr" defTabSz="843930" rtl="0" eaLnBrk="1" fontAlgn="auto" latinLnBrk="0" hangingPunct="1">
                        <a:lnSpc>
                          <a:spcPct val="100000"/>
                        </a:lnSpc>
                        <a:spcBef>
                          <a:spcPts val="0"/>
                        </a:spcBef>
                        <a:spcAft>
                          <a:spcPts val="0"/>
                        </a:spcAft>
                        <a:buClrTx/>
                        <a:buSzTx/>
                        <a:buFontTx/>
                        <a:buNone/>
                        <a:tabLst/>
                        <a:defRPr/>
                      </a:pPr>
                      <a:endParaRPr kumimoji="1" lang="en-US" altLang="ja-JP" sz="1800" b="1" i="0" u="none" strike="noStrike" kern="1200">
                        <a:solidFill>
                          <a:srgbClr val="000000"/>
                        </a:solidFill>
                        <a:effectLst/>
                        <a:latin typeface="+mj-ea"/>
                        <a:ea typeface="+mn-ea"/>
                        <a:cs typeface="+mn-cs"/>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F1F5"/>
                    </a:solidFill>
                  </a:tcPr>
                </a:tc>
                <a:tc>
                  <a:txBody>
                    <a:bodyPr/>
                    <a:lstStyle/>
                    <a:p>
                      <a:pPr marL="0" marR="0" lvl="0" indent="0" algn="ctr" defTabSz="843930" rtl="0" eaLnBrk="1" fontAlgn="auto" latinLnBrk="0" hangingPunct="1">
                        <a:lnSpc>
                          <a:spcPct val="100000"/>
                        </a:lnSpc>
                        <a:spcBef>
                          <a:spcPts val="0"/>
                        </a:spcBef>
                        <a:spcAft>
                          <a:spcPts val="0"/>
                        </a:spcAft>
                        <a:buClrTx/>
                        <a:buSzTx/>
                        <a:buFontTx/>
                        <a:buNone/>
                        <a:tabLst/>
                        <a:defRPr/>
                      </a:pPr>
                      <a:endParaRPr kumimoji="1" lang="en-US" altLang="ja-JP" sz="1800" b="1" i="0" u="none" strike="noStrike" kern="1200">
                        <a:solidFill>
                          <a:srgbClr val="000000"/>
                        </a:solidFill>
                        <a:effectLst/>
                        <a:latin typeface="+mj-ea"/>
                        <a:ea typeface="+mn-ea"/>
                        <a:cs typeface="+mn-cs"/>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F1F5"/>
                    </a:solidFill>
                  </a:tcPr>
                </a:tc>
                <a:tc>
                  <a:txBody>
                    <a:bodyPr/>
                    <a:lstStyle/>
                    <a:p>
                      <a:pPr marL="0" marR="0" lvl="0" indent="0" algn="ctr" defTabSz="843930" rtl="0" eaLnBrk="1" fontAlgn="auto" latinLnBrk="0" hangingPunct="1">
                        <a:lnSpc>
                          <a:spcPct val="100000"/>
                        </a:lnSpc>
                        <a:spcBef>
                          <a:spcPts val="0"/>
                        </a:spcBef>
                        <a:spcAft>
                          <a:spcPts val="0"/>
                        </a:spcAft>
                        <a:buClrTx/>
                        <a:buSzTx/>
                        <a:buFontTx/>
                        <a:buNone/>
                        <a:tabLst/>
                        <a:defRPr/>
                      </a:pPr>
                      <a:endParaRPr kumimoji="1" lang="en-US" altLang="ja-JP" sz="1800" b="1" i="0" u="none" strike="noStrike" kern="1200">
                        <a:solidFill>
                          <a:srgbClr val="000000"/>
                        </a:solidFill>
                        <a:effectLst/>
                        <a:latin typeface="+mj-ea"/>
                        <a:ea typeface="+mn-ea"/>
                        <a:cs typeface="+mn-cs"/>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F1F5"/>
                    </a:solidFill>
                  </a:tcPr>
                </a:tc>
                <a:tc>
                  <a:txBody>
                    <a:bodyPr/>
                    <a:lstStyle/>
                    <a:p>
                      <a:pPr marL="0" lvl="0" algn="ctr" defTabSz="843930" rtl="0">
                        <a:buNone/>
                      </a:pPr>
                      <a:endParaRPr kumimoji="1" lang="ja-JP" altLang="en-US" sz="1800" b="0" i="0" u="none" strike="noStrike" kern="1200">
                        <a:solidFill>
                          <a:srgbClr val="000000"/>
                        </a:solidFill>
                        <a:effectLst/>
                        <a:latin typeface="游ゴシック"/>
                        <a:ea typeface="游ゴシック"/>
                        <a:cs typeface="+mn-cs"/>
                      </a:endParaRPr>
                    </a:p>
                  </a:txBody>
                  <a:tcPr marL="6350" marR="6350" marT="63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F1F5"/>
                    </a:solidFill>
                  </a:tcPr>
                </a:tc>
                <a:tc>
                  <a:txBody>
                    <a:bodyPr/>
                    <a:lstStyle/>
                    <a:p>
                      <a:pPr marL="0" lvl="0" algn="ctr" defTabSz="843930" rtl="0">
                        <a:buNone/>
                      </a:pPr>
                      <a:endParaRPr kumimoji="1" lang="en-US" altLang="ja-JP" sz="1800" b="0" i="0" u="none" strike="noStrike" kern="1200">
                        <a:solidFill>
                          <a:srgbClr val="000000"/>
                        </a:solidFill>
                        <a:effectLst/>
                        <a:latin typeface="游ゴシック"/>
                        <a:ea typeface="游ゴシック"/>
                        <a:cs typeface="+mn-cs"/>
                      </a:endParaRPr>
                    </a:p>
                    <a:p>
                      <a:pPr marL="0" lvl="0" algn="ctr" defTabSz="843930" rtl="0">
                        <a:buNone/>
                      </a:pPr>
                      <a:endParaRPr kumimoji="1" lang="en-US" altLang="ja-JP" sz="1800" b="0" i="0" u="none" strike="noStrike" kern="1200">
                        <a:solidFill>
                          <a:srgbClr val="000000"/>
                        </a:solidFill>
                        <a:effectLst/>
                        <a:latin typeface="游ゴシック"/>
                        <a:ea typeface="游ゴシック"/>
                        <a:cs typeface="+mn-cs"/>
                      </a:endParaRPr>
                    </a:p>
                    <a:p>
                      <a:pPr marL="0" lvl="0" algn="ctr" defTabSz="843930" rtl="0">
                        <a:buNone/>
                      </a:pPr>
                      <a:endParaRPr kumimoji="1" lang="en-US" altLang="ja-JP" sz="1800" b="0" i="0" u="none" strike="noStrike" kern="1200">
                        <a:solidFill>
                          <a:srgbClr val="000000"/>
                        </a:solidFill>
                        <a:effectLst/>
                        <a:latin typeface="游ゴシック"/>
                        <a:ea typeface="游ゴシック"/>
                        <a:cs typeface="+mn-cs"/>
                      </a:endParaRPr>
                    </a:p>
                    <a:p>
                      <a:pPr marL="0" lvl="0" algn="ctr" defTabSz="843930" rtl="0">
                        <a:buNone/>
                      </a:pPr>
                      <a:endParaRPr kumimoji="1" lang="en-US" altLang="ja-JP" sz="1800" b="0" i="0" u="none" strike="noStrike" kern="1200">
                        <a:solidFill>
                          <a:srgbClr val="000000"/>
                        </a:solidFill>
                        <a:effectLst/>
                        <a:latin typeface="游ゴシック"/>
                        <a:ea typeface="游ゴシック"/>
                        <a:cs typeface="+mn-cs"/>
                      </a:endParaRPr>
                    </a:p>
                  </a:txBody>
                  <a:tcPr marL="6350" marR="6350" marT="6350" marB="0">
                    <a:lnL w="12700" cap="flat" cmpd="sng" algn="ctr">
                      <a:solidFill>
                        <a:srgbClr val="FFFFFF"/>
                      </a:solidFill>
                      <a:prstDash val="solid"/>
                      <a:round/>
                      <a:headEnd type="none" w="med" len="med"/>
                      <a:tailEnd type="none" w="med" len="med"/>
                    </a:lnL>
                    <a:lnR w="12700">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F1F5"/>
                    </a:solidFill>
                  </a:tcPr>
                </a:tc>
                <a:extLst>
                  <a:ext uri="{0D108BD9-81ED-4DB2-BD59-A6C34878D82A}">
                    <a16:rowId xmlns:a16="http://schemas.microsoft.com/office/drawing/2014/main" val="368908589"/>
                  </a:ext>
                </a:extLst>
              </a:tr>
              <a:tr h="2587236">
                <a:tc>
                  <a:txBody>
                    <a:bodyPr/>
                    <a:lstStyle/>
                    <a:p>
                      <a:pPr marL="0" marR="0" lvl="0" indent="0" algn="ctr" defTabSz="843930" rtl="0" eaLnBrk="1" fontAlgn="auto" latinLnBrk="0" hangingPunct="1">
                        <a:lnSpc>
                          <a:spcPct val="100000"/>
                        </a:lnSpc>
                        <a:spcBef>
                          <a:spcPts val="0"/>
                        </a:spcBef>
                        <a:spcAft>
                          <a:spcPts val="0"/>
                        </a:spcAft>
                        <a:buClrTx/>
                        <a:buSzTx/>
                        <a:buFontTx/>
                        <a:buNone/>
                        <a:tabLst/>
                        <a:defRPr/>
                      </a:pPr>
                      <a:r>
                        <a:rPr lang="ja-JP" altLang="en-US" sz="1800" b="1" i="0" u="none" strike="noStrike">
                          <a:solidFill>
                            <a:schemeClr val="bg1"/>
                          </a:solidFill>
                          <a:effectLst/>
                          <a:latin typeface="Meiryo UI"/>
                          <a:ea typeface="+mn-ea"/>
                        </a:rPr>
                        <a:t>来週</a:t>
                      </a:r>
                      <a:br>
                        <a:rPr lang="en-US" altLang="ja-JP" sz="1800" b="1" i="0" u="none" strike="noStrike">
                          <a:solidFill>
                            <a:srgbClr val="FFFFFF"/>
                          </a:solidFill>
                          <a:effectLst/>
                          <a:latin typeface="Meiryo UI"/>
                          <a:ea typeface="+mn-ea"/>
                        </a:rPr>
                      </a:br>
                      <a:r>
                        <a:rPr lang="en-US" altLang="ja-JP" sz="1800" b="1" i="0" u="none" strike="noStrike">
                          <a:solidFill>
                            <a:schemeClr val="bg1"/>
                          </a:solidFill>
                          <a:effectLst/>
                          <a:latin typeface="Meiryo UI"/>
                          <a:ea typeface="+mn-ea"/>
                        </a:rPr>
                        <a:t>(10/12</a:t>
                      </a:r>
                      <a:r>
                        <a:rPr lang="ja-JP" altLang="en-US" sz="1800" b="1" i="0" u="none" strike="noStrike">
                          <a:solidFill>
                            <a:schemeClr val="bg1"/>
                          </a:solidFill>
                          <a:effectLst/>
                          <a:latin typeface="Meiryo UI"/>
                          <a:ea typeface="+mn-ea"/>
                        </a:rPr>
                        <a:t>週</a:t>
                      </a:r>
                      <a:r>
                        <a:rPr lang="en-US" altLang="ja-JP" sz="1800" b="1" i="0" u="none" strike="noStrike">
                          <a:solidFill>
                            <a:schemeClr val="bg1"/>
                          </a:solidFill>
                          <a:effectLst/>
                          <a:latin typeface="Meiryo UI"/>
                          <a:ea typeface="+mn-ea"/>
                        </a:rPr>
                        <a:t>)</a:t>
                      </a:r>
                      <a:endParaRPr lang="en-US"/>
                    </a:p>
                  </a:txBody>
                  <a:tcPr marL="6350" marR="6350" marT="6350" marB="0" anchor="ctr">
                    <a:lnL w="12700">
                      <a:solidFill>
                        <a:srgbClr val="FFFFFF"/>
                      </a:solidFill>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a:solidFill>
                        <a:srgbClr val="FFFFFF"/>
                      </a:solidFill>
                    </a:lnB>
                    <a:solidFill>
                      <a:srgbClr val="4BACC6"/>
                    </a:solidFill>
                  </a:tcPr>
                </a:tc>
                <a:tc>
                  <a:txBody>
                    <a:bodyPr/>
                    <a:lstStyle/>
                    <a:p>
                      <a:pPr marL="0" marR="0" lvl="0" indent="0" algn="ctr" defTabSz="843930" rtl="0">
                        <a:lnSpc>
                          <a:spcPct val="100000"/>
                        </a:lnSpc>
                        <a:spcBef>
                          <a:spcPts val="0"/>
                        </a:spcBef>
                        <a:spcAft>
                          <a:spcPts val="0"/>
                        </a:spcAft>
                        <a:buClrTx/>
                        <a:buSzTx/>
                        <a:buFontTx/>
                        <a:buNone/>
                        <a:tabLst/>
                        <a:defRPr/>
                      </a:pPr>
                      <a:r>
                        <a:rPr kumimoji="1" lang="ja-JP" altLang="en-US" sz="1800" b="1" i="0" u="none" strike="noStrike" kern="1200">
                          <a:solidFill>
                            <a:schemeClr val="bg1"/>
                          </a:solidFill>
                          <a:effectLst/>
                          <a:latin typeface="+mj-ea"/>
                          <a:ea typeface="+mn-ea"/>
                          <a:cs typeface="+mn-cs"/>
                        </a:rPr>
                        <a:t>祝日</a:t>
                      </a:r>
                      <a:endParaRPr kumimoji="1" lang="en-US" altLang="ja-JP" sz="1800" b="1" i="0" u="none" strike="noStrike" kern="1200">
                        <a:solidFill>
                          <a:schemeClr val="bg1"/>
                        </a:solidFill>
                        <a:effectLst/>
                        <a:latin typeface="+mj-ea"/>
                        <a:ea typeface="+mn-ea"/>
                        <a:cs typeface="+mn-cs"/>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chemeClr val="bg1">
                        <a:lumMod val="65000"/>
                      </a:schemeClr>
                    </a:solidFill>
                  </a:tcPr>
                </a:tc>
                <a:tc>
                  <a:txBody>
                    <a:bodyPr/>
                    <a:lstStyle/>
                    <a:p>
                      <a:pPr marL="0" marR="0" lvl="0" indent="0" algn="ctr" defTabSz="843930" rtl="0">
                        <a:lnSpc>
                          <a:spcPct val="100000"/>
                        </a:lnSpc>
                        <a:spcBef>
                          <a:spcPts val="0"/>
                        </a:spcBef>
                        <a:spcAft>
                          <a:spcPts val="0"/>
                        </a:spcAft>
                        <a:buClrTx/>
                        <a:buSzTx/>
                        <a:buFontTx/>
                        <a:buNone/>
                        <a:tabLst/>
                        <a:defRPr/>
                      </a:pPr>
                      <a:endParaRPr kumimoji="1" lang="en-US" altLang="ja-JP" sz="1800" b="1" i="0" u="none" strike="noStrike" kern="1200">
                        <a:solidFill>
                          <a:srgbClr val="000000"/>
                        </a:solidFill>
                        <a:effectLst/>
                        <a:latin typeface="+mj-ea"/>
                        <a:ea typeface="+mn-ea"/>
                        <a:cs typeface="+mn-cs"/>
                      </a:endParaRPr>
                    </a:p>
                    <a:p>
                      <a:pPr marL="0" marR="0" lvl="0" indent="0" algn="ctr" defTabSz="843930" rtl="0">
                        <a:lnSpc>
                          <a:spcPct val="100000"/>
                        </a:lnSpc>
                        <a:spcBef>
                          <a:spcPts val="0"/>
                        </a:spcBef>
                        <a:spcAft>
                          <a:spcPts val="0"/>
                        </a:spcAft>
                        <a:buClrTx/>
                        <a:buSzTx/>
                        <a:buFontTx/>
                        <a:buNone/>
                        <a:tabLst/>
                        <a:defRPr/>
                      </a:pPr>
                      <a:endParaRPr kumimoji="1" lang="en-US" altLang="ja-JP" sz="1800" b="1" i="0" u="none" strike="noStrike" kern="1200">
                        <a:solidFill>
                          <a:srgbClr val="000000"/>
                        </a:solidFill>
                        <a:effectLst/>
                        <a:latin typeface="+mj-ea"/>
                        <a:ea typeface="+mn-ea"/>
                        <a:cs typeface="+mn-cs"/>
                      </a:endParaRPr>
                    </a:p>
                    <a:p>
                      <a:pPr marL="0" marR="0" lvl="0" indent="0" algn="ctr" defTabSz="843930" rtl="0">
                        <a:lnSpc>
                          <a:spcPct val="100000"/>
                        </a:lnSpc>
                        <a:spcBef>
                          <a:spcPts val="0"/>
                        </a:spcBef>
                        <a:spcAft>
                          <a:spcPts val="0"/>
                        </a:spcAft>
                        <a:buClrTx/>
                        <a:buSzTx/>
                        <a:buFontTx/>
                        <a:buNone/>
                        <a:tabLst/>
                        <a:defRPr/>
                      </a:pPr>
                      <a:endParaRPr kumimoji="1" lang="en-US" altLang="ja-JP" sz="1800" b="1" i="0" u="none" strike="noStrike" kern="1200">
                        <a:solidFill>
                          <a:srgbClr val="000000"/>
                        </a:solidFill>
                        <a:effectLst/>
                        <a:latin typeface="+mj-ea"/>
                        <a:ea typeface="+mn-ea"/>
                        <a:cs typeface="+mn-cs"/>
                      </a:endParaRPr>
                    </a:p>
                    <a:p>
                      <a:pPr marL="0" marR="0" lvl="0" indent="0" algn="ctr" defTabSz="843930" rtl="0">
                        <a:lnSpc>
                          <a:spcPct val="100000"/>
                        </a:lnSpc>
                        <a:spcBef>
                          <a:spcPts val="0"/>
                        </a:spcBef>
                        <a:spcAft>
                          <a:spcPts val="0"/>
                        </a:spcAft>
                        <a:buClrTx/>
                        <a:buSzTx/>
                        <a:buFontTx/>
                        <a:buNone/>
                        <a:tabLst/>
                        <a:defRPr/>
                      </a:pPr>
                      <a:endParaRPr kumimoji="1" lang="en-US" altLang="ja-JP" sz="1800" b="1" i="0" u="none" strike="noStrike" kern="1200">
                        <a:solidFill>
                          <a:srgbClr val="000000"/>
                        </a:solidFill>
                        <a:effectLst/>
                        <a:latin typeface="+mj-ea"/>
                        <a:ea typeface="+mn-ea"/>
                        <a:cs typeface="+mn-cs"/>
                      </a:endParaRPr>
                    </a:p>
                    <a:p>
                      <a:pPr marL="0" marR="0" lvl="0" indent="0" algn="ctr" defTabSz="843930" rtl="0">
                        <a:lnSpc>
                          <a:spcPct val="100000"/>
                        </a:lnSpc>
                        <a:spcBef>
                          <a:spcPts val="0"/>
                        </a:spcBef>
                        <a:spcAft>
                          <a:spcPts val="0"/>
                        </a:spcAft>
                        <a:buClrTx/>
                        <a:buSzTx/>
                        <a:buFontTx/>
                        <a:buNone/>
                        <a:tabLst/>
                        <a:defRPr/>
                      </a:pPr>
                      <a:endParaRPr kumimoji="1" lang="en-US" altLang="ja-JP" sz="1800" b="1" i="0" u="none" strike="noStrike" kern="1200">
                        <a:solidFill>
                          <a:srgbClr val="000000"/>
                        </a:solidFill>
                        <a:effectLst/>
                        <a:latin typeface="+mj-ea"/>
                        <a:ea typeface="+mn-ea"/>
                        <a:cs typeface="+mn-cs"/>
                      </a:endParaRPr>
                    </a:p>
                    <a:p>
                      <a:pPr marL="0" marR="0" lvl="0" indent="0" algn="ctr" defTabSz="843930" rtl="0">
                        <a:lnSpc>
                          <a:spcPct val="100000"/>
                        </a:lnSpc>
                        <a:spcBef>
                          <a:spcPts val="0"/>
                        </a:spcBef>
                        <a:spcAft>
                          <a:spcPts val="0"/>
                        </a:spcAft>
                        <a:buClrTx/>
                        <a:buSzTx/>
                        <a:buFontTx/>
                        <a:buNone/>
                        <a:tabLst/>
                        <a:defRPr/>
                      </a:pPr>
                      <a:endParaRPr kumimoji="1" lang="en-US" altLang="ja-JP" sz="1800" b="1" i="0" u="none" strike="noStrike" kern="1200">
                        <a:solidFill>
                          <a:srgbClr val="000000"/>
                        </a:solidFill>
                        <a:effectLst/>
                        <a:latin typeface="+mj-ea"/>
                        <a:ea typeface="+mn-ea"/>
                        <a:cs typeface="+mn-cs"/>
                      </a:endParaRPr>
                    </a:p>
                    <a:p>
                      <a:pPr marL="0" marR="0" lvl="0" indent="0" algn="ctr" defTabSz="843930" rtl="0">
                        <a:lnSpc>
                          <a:spcPct val="100000"/>
                        </a:lnSpc>
                        <a:spcBef>
                          <a:spcPts val="0"/>
                        </a:spcBef>
                        <a:spcAft>
                          <a:spcPts val="0"/>
                        </a:spcAft>
                        <a:buClrTx/>
                        <a:buSzTx/>
                        <a:buFontTx/>
                        <a:buNone/>
                        <a:tabLst/>
                        <a:defRPr/>
                      </a:pPr>
                      <a:endParaRPr kumimoji="1" lang="en-US" altLang="ja-JP" sz="1800" b="1" i="0" u="none" strike="noStrike" kern="1200">
                        <a:solidFill>
                          <a:srgbClr val="000000"/>
                        </a:solidFill>
                        <a:effectLst/>
                        <a:latin typeface="+mj-ea"/>
                        <a:ea typeface="+mn-ea"/>
                        <a:cs typeface="+mn-cs"/>
                      </a:endParaRPr>
                    </a:p>
                    <a:p>
                      <a:pPr marL="0" marR="0" lvl="0" indent="0" algn="ctr" defTabSz="843930" rtl="0">
                        <a:lnSpc>
                          <a:spcPct val="100000"/>
                        </a:lnSpc>
                        <a:spcBef>
                          <a:spcPts val="0"/>
                        </a:spcBef>
                        <a:spcAft>
                          <a:spcPts val="0"/>
                        </a:spcAft>
                        <a:buClrTx/>
                        <a:buSzTx/>
                        <a:buFontTx/>
                        <a:buNone/>
                        <a:tabLst/>
                        <a:defRPr/>
                      </a:pPr>
                      <a:endParaRPr kumimoji="1" lang="en-US" altLang="ja-JP" sz="1800" b="1" i="0" u="none" strike="noStrike" kern="1200">
                        <a:solidFill>
                          <a:srgbClr val="000000"/>
                        </a:solidFill>
                        <a:effectLst/>
                        <a:latin typeface="+mj-ea"/>
                        <a:ea typeface="+mn-ea"/>
                        <a:cs typeface="+mn-cs"/>
                      </a:endParaRPr>
                    </a:p>
                    <a:p>
                      <a:pPr marL="0" marR="0" lvl="0" indent="0" algn="ctr" defTabSz="843930" rtl="0">
                        <a:lnSpc>
                          <a:spcPct val="100000"/>
                        </a:lnSpc>
                        <a:spcBef>
                          <a:spcPts val="0"/>
                        </a:spcBef>
                        <a:spcAft>
                          <a:spcPts val="0"/>
                        </a:spcAft>
                        <a:buClrTx/>
                        <a:buSzTx/>
                        <a:buFontTx/>
                        <a:buNone/>
                        <a:tabLst/>
                        <a:defRPr/>
                      </a:pPr>
                      <a:endParaRPr kumimoji="1" lang="en-US" altLang="ja-JP" sz="1800" b="1" i="0" u="none" strike="noStrike" kern="1200">
                        <a:solidFill>
                          <a:srgbClr val="000000"/>
                        </a:solidFill>
                        <a:effectLst/>
                        <a:latin typeface="+mj-ea"/>
                        <a:ea typeface="+mn-ea"/>
                        <a:cs typeface="+mn-cs"/>
                      </a:endParaRPr>
                    </a:p>
                    <a:p>
                      <a:pPr marL="0" marR="0" lvl="0" indent="0" algn="ctr" defTabSz="843930" rtl="0">
                        <a:lnSpc>
                          <a:spcPct val="100000"/>
                        </a:lnSpc>
                        <a:spcBef>
                          <a:spcPts val="0"/>
                        </a:spcBef>
                        <a:spcAft>
                          <a:spcPts val="0"/>
                        </a:spcAft>
                        <a:buClrTx/>
                        <a:buSzTx/>
                        <a:buFontTx/>
                        <a:buNone/>
                        <a:tabLst/>
                        <a:defRPr/>
                      </a:pPr>
                      <a:endParaRPr kumimoji="1" lang="en-US" altLang="ja-JP" sz="1800" b="1" i="0" u="none" strike="noStrike" kern="1200">
                        <a:solidFill>
                          <a:srgbClr val="000000"/>
                        </a:solidFill>
                        <a:effectLst/>
                        <a:latin typeface="+mj-ea"/>
                        <a:ea typeface="+mn-ea"/>
                        <a:cs typeface="+mn-cs"/>
                      </a:endParaRPr>
                    </a:p>
                    <a:p>
                      <a:pPr marL="0" marR="0" lvl="0" indent="0" algn="ctr" defTabSz="843930" rtl="0">
                        <a:lnSpc>
                          <a:spcPct val="100000"/>
                        </a:lnSpc>
                        <a:spcBef>
                          <a:spcPts val="0"/>
                        </a:spcBef>
                        <a:spcAft>
                          <a:spcPts val="0"/>
                        </a:spcAft>
                        <a:buClrTx/>
                        <a:buSzTx/>
                        <a:buFontTx/>
                        <a:buNone/>
                        <a:tabLst/>
                        <a:defRPr/>
                      </a:pPr>
                      <a:endParaRPr kumimoji="1" lang="en-US" altLang="ja-JP" sz="1800" b="1" i="0" u="none" strike="noStrike" kern="1200">
                        <a:solidFill>
                          <a:srgbClr val="000000"/>
                        </a:solidFill>
                        <a:effectLst/>
                        <a:latin typeface="+mj-ea"/>
                        <a:ea typeface="+mn-ea"/>
                        <a:cs typeface="+mn-cs"/>
                      </a:endParaRPr>
                    </a:p>
                    <a:p>
                      <a:pPr marL="0" marR="0" lvl="0" indent="0" algn="ctr" defTabSz="843930" rtl="0">
                        <a:lnSpc>
                          <a:spcPct val="100000"/>
                        </a:lnSpc>
                        <a:spcBef>
                          <a:spcPts val="0"/>
                        </a:spcBef>
                        <a:spcAft>
                          <a:spcPts val="0"/>
                        </a:spcAft>
                        <a:buClrTx/>
                        <a:buSzTx/>
                        <a:buFontTx/>
                        <a:buNone/>
                        <a:tabLst/>
                        <a:defRPr/>
                      </a:pPr>
                      <a:endParaRPr kumimoji="1" lang="en-US" altLang="ja-JP" sz="1800" b="1" i="0" u="none" strike="noStrike" kern="1200">
                        <a:solidFill>
                          <a:srgbClr val="000000"/>
                        </a:solidFill>
                        <a:effectLst/>
                        <a:latin typeface="+mj-ea"/>
                        <a:ea typeface="+mn-ea"/>
                        <a:cs typeface="+mn-cs"/>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F1F5"/>
                    </a:solidFill>
                  </a:tcPr>
                </a:tc>
                <a:tc>
                  <a:txBody>
                    <a:bodyPr/>
                    <a:lstStyle/>
                    <a:p>
                      <a:pPr marL="0" marR="0" lvl="0" indent="0" algn="ctr" defTabSz="843930" rtl="0">
                        <a:lnSpc>
                          <a:spcPct val="100000"/>
                        </a:lnSpc>
                        <a:spcBef>
                          <a:spcPts val="0"/>
                        </a:spcBef>
                        <a:spcAft>
                          <a:spcPts val="0"/>
                        </a:spcAft>
                        <a:buClrTx/>
                        <a:buSzTx/>
                        <a:buFontTx/>
                        <a:buNone/>
                        <a:tabLst/>
                        <a:defRPr/>
                      </a:pPr>
                      <a:endParaRPr kumimoji="1" lang="en-US" altLang="ja-JP" sz="1800" b="1" i="0" u="none" strike="noStrike" kern="1200">
                        <a:solidFill>
                          <a:srgbClr val="000000"/>
                        </a:solidFill>
                        <a:effectLst/>
                        <a:latin typeface="+mj-ea"/>
                        <a:ea typeface="+mn-ea"/>
                        <a:cs typeface="+mn-cs"/>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F1F5"/>
                    </a:solidFill>
                  </a:tcPr>
                </a:tc>
                <a:tc>
                  <a:txBody>
                    <a:bodyPr/>
                    <a:lstStyle/>
                    <a:p>
                      <a:pPr marL="0" lvl="0" algn="ctr" defTabSz="843930" rtl="0">
                        <a:buNone/>
                      </a:pPr>
                      <a:endParaRPr kumimoji="1" lang="ja-JP" altLang="en-US" sz="1800" b="0" i="0" u="none" strike="noStrike" kern="1200">
                        <a:solidFill>
                          <a:srgbClr val="000000"/>
                        </a:solidFill>
                        <a:effectLst/>
                        <a:latin typeface="游ゴシック"/>
                        <a:ea typeface="游ゴシック"/>
                        <a:cs typeface="+mn-cs"/>
                      </a:endParaRPr>
                    </a:p>
                  </a:txBody>
                  <a:tcPr marL="6350" marR="6350" marT="6350" marB="0">
                    <a:lnL w="12700">
                      <a:solidFill>
                        <a:srgbClr val="FFFFFF"/>
                      </a:solidFill>
                    </a:lnL>
                    <a:lnR w="12700">
                      <a:solidFill>
                        <a:srgbClr val="FFFFFF"/>
                      </a:solidFill>
                    </a:lnR>
                    <a:lnT w="19050">
                      <a:solidFill>
                        <a:srgbClr val="FFFFFF"/>
                      </a:solidFill>
                    </a:lnT>
                    <a:lnB w="19050">
                      <a:solidFill>
                        <a:srgbClr val="FFFFFF"/>
                      </a:solidFill>
                    </a:lnB>
                    <a:solidFill>
                      <a:srgbClr val="E9F1F5"/>
                    </a:solidFill>
                  </a:tcPr>
                </a:tc>
                <a:tc>
                  <a:txBody>
                    <a:bodyPr/>
                    <a:lstStyle/>
                    <a:p>
                      <a:pPr marL="0" lvl="0" algn="ctr" defTabSz="843930" rtl="0">
                        <a:buNone/>
                      </a:pPr>
                      <a:endParaRPr kumimoji="1" lang="en-US" altLang="ja-JP" sz="1800" b="0" i="0" u="none" strike="noStrike" kern="1200">
                        <a:solidFill>
                          <a:srgbClr val="000000"/>
                        </a:solidFill>
                        <a:effectLst/>
                        <a:latin typeface="游ゴシック"/>
                        <a:ea typeface="游ゴシック"/>
                        <a:cs typeface="+mn-cs"/>
                      </a:endParaRPr>
                    </a:p>
                    <a:p>
                      <a:pPr marL="0" lvl="0" algn="ctr" rtl="0">
                        <a:buNone/>
                      </a:pPr>
                      <a:endParaRPr lang="en-US" altLang="ja-JP" sz="1800" b="0" i="0" u="none" strike="noStrike" kern="1200">
                        <a:solidFill>
                          <a:srgbClr val="000000"/>
                        </a:solidFill>
                        <a:effectLst/>
                        <a:latin typeface="游ゴシック"/>
                        <a:ea typeface="游ゴシック"/>
                        <a:cs typeface="+mn-cs"/>
                      </a:endParaRPr>
                    </a:p>
                    <a:p>
                      <a:pPr marL="0" lvl="0" algn="ctr" rtl="0">
                        <a:buNone/>
                      </a:pPr>
                      <a:endParaRPr lang="en-US" altLang="ja-JP" sz="1800" b="0" i="0" u="none" strike="noStrike" kern="1200">
                        <a:solidFill>
                          <a:srgbClr val="000000"/>
                        </a:solidFill>
                        <a:effectLst/>
                        <a:latin typeface="游ゴシック"/>
                        <a:ea typeface="游ゴシック"/>
                        <a:cs typeface="+mn-cs"/>
                      </a:endParaRPr>
                    </a:p>
                    <a:p>
                      <a:pPr marL="0" lvl="0" algn="ctr" rtl="0">
                        <a:buNone/>
                      </a:pPr>
                      <a:endParaRPr lang="en-US" altLang="ja-JP" sz="1800" b="0" i="0" u="none" strike="noStrike" kern="1200">
                        <a:solidFill>
                          <a:srgbClr val="000000"/>
                        </a:solidFill>
                        <a:effectLst/>
                        <a:latin typeface="游ゴシック"/>
                        <a:ea typeface="游ゴシック"/>
                        <a:cs typeface="+mn-cs"/>
                      </a:endParaRPr>
                    </a:p>
                    <a:p>
                      <a:pPr marL="0" lvl="0" algn="ctr" rtl="0">
                        <a:buNone/>
                      </a:pPr>
                      <a:endParaRPr lang="ja-JP" altLang="en-US" sz="1800" b="0" i="0" u="none" strike="noStrike" kern="1200">
                        <a:solidFill>
                          <a:srgbClr val="000000"/>
                        </a:solidFill>
                        <a:effectLst/>
                        <a:latin typeface="游ゴシック"/>
                        <a:ea typeface="游ゴシック"/>
                        <a:cs typeface="+mn-cs"/>
                      </a:endParaRPr>
                    </a:p>
                  </a:txBody>
                  <a:tcPr marL="6350" marR="6350" marT="6350" marB="0">
                    <a:lnL w="12700">
                      <a:solidFill>
                        <a:srgbClr val="FFFFFF"/>
                      </a:solidFill>
                    </a:lnL>
                    <a:lnR w="12700">
                      <a:solidFill>
                        <a:srgbClr val="FFFFFF"/>
                      </a:solidFill>
                    </a:lnR>
                    <a:lnT w="12700">
                      <a:solidFill>
                        <a:srgbClr val="FFFFFF"/>
                      </a:solidFill>
                    </a:lnT>
                    <a:lnB w="12700">
                      <a:solidFill>
                        <a:srgbClr val="FFFFFF"/>
                      </a:solidFill>
                    </a:lnB>
                    <a:solidFill>
                      <a:srgbClr val="E9F1F5"/>
                    </a:solidFill>
                  </a:tcPr>
                </a:tc>
                <a:extLst>
                  <a:ext uri="{0D108BD9-81ED-4DB2-BD59-A6C34878D82A}">
                    <a16:rowId xmlns:a16="http://schemas.microsoft.com/office/drawing/2014/main" val="2467475153"/>
                  </a:ext>
                </a:extLst>
              </a:tr>
            </a:tbl>
          </a:graphicData>
        </a:graphic>
      </p:graphicFrame>
      <p:graphicFrame>
        <p:nvGraphicFramePr>
          <p:cNvPr id="21" name="think-cell data - do not delete" hidden="1">
            <a:extLst>
              <a:ext uri="{FF2B5EF4-FFF2-40B4-BE49-F238E27FC236}">
                <a16:creationId xmlns:a16="http://schemas.microsoft.com/office/drawing/2014/main" id="{AFF5AA16-0672-BE56-B093-9E5CAB22C64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405" imgH="405" progId="TCLayout.ActiveDocument.1">
                  <p:embed/>
                </p:oleObj>
              </mc:Choice>
              <mc:Fallback>
                <p:oleObj name="think-cellスライド" r:id="rId4" imgW="405" imgH="405" progId="TCLayout.ActiveDocument.1">
                  <p:embed/>
                  <p:pic>
                    <p:nvPicPr>
                      <p:cNvPr id="21" name="think-cell data - do not delete" hidden="1">
                        <a:extLst>
                          <a:ext uri="{FF2B5EF4-FFF2-40B4-BE49-F238E27FC236}">
                            <a16:creationId xmlns:a16="http://schemas.microsoft.com/office/drawing/2014/main" id="{AFF5AA16-0672-BE56-B093-9E5CAB22C64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正方形/長方形 10">
            <a:extLst>
              <a:ext uri="{FF2B5EF4-FFF2-40B4-BE49-F238E27FC236}">
                <a16:creationId xmlns:a16="http://schemas.microsoft.com/office/drawing/2014/main" id="{889DCED0-A739-2E8F-1B4B-419814455F11}"/>
              </a:ext>
            </a:extLst>
          </p:cNvPr>
          <p:cNvSpPr/>
          <p:nvPr/>
        </p:nvSpPr>
        <p:spPr>
          <a:xfrm>
            <a:off x="5057687" y="42350"/>
            <a:ext cx="4641688" cy="616589"/>
          </a:xfrm>
          <a:prstGeom prst="rect">
            <a:avLst/>
          </a:prstGeom>
          <a:solidFill>
            <a:schemeClr val="bg1"/>
          </a:solidFill>
          <a:ln w="9525" cap="flat" cmpd="sng" algn="ctr">
            <a:solidFill>
              <a:schemeClr val="tx1"/>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ja-JP" altLang="en-US" sz="8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3" name="タイトル 2">
            <a:extLst>
              <a:ext uri="{FF2B5EF4-FFF2-40B4-BE49-F238E27FC236}">
                <a16:creationId xmlns:a16="http://schemas.microsoft.com/office/drawing/2014/main" id="{395CC84C-ED1C-A91C-3900-5BD9D69D5285}"/>
              </a:ext>
            </a:extLst>
          </p:cNvPr>
          <p:cNvSpPr>
            <a:spLocks noGrp="1"/>
          </p:cNvSpPr>
          <p:nvPr>
            <p:ph type="title"/>
          </p:nvPr>
        </p:nvSpPr>
        <p:spPr/>
        <p:txBody>
          <a:bodyPr vert="horz">
            <a:normAutofit/>
          </a:bodyPr>
          <a:lstStyle/>
          <a:p>
            <a:r>
              <a:rPr kumimoji="1" lang="en-US" altLang="ja-JP" sz="1800"/>
              <a:t>0</a:t>
            </a:r>
            <a:r>
              <a:rPr kumimoji="1" lang="ja-JP" altLang="en-US" sz="1800"/>
              <a:t>．</a:t>
            </a:r>
            <a:r>
              <a:rPr lang="ja-JP" altLang="en-US" sz="1800"/>
              <a:t>今週</a:t>
            </a:r>
            <a:r>
              <a:rPr kumimoji="1" lang="ja-JP" altLang="en-US" sz="1800"/>
              <a:t>の振り返り・来週の予定確認</a:t>
            </a:r>
          </a:p>
        </p:txBody>
      </p:sp>
      <p:sp>
        <p:nvSpPr>
          <p:cNvPr id="18" name="テキスト ボックス 17">
            <a:extLst>
              <a:ext uri="{FF2B5EF4-FFF2-40B4-BE49-F238E27FC236}">
                <a16:creationId xmlns:a16="http://schemas.microsoft.com/office/drawing/2014/main" id="{6700DBFE-0704-5046-C4AC-45282E7CAC1E}"/>
              </a:ext>
            </a:extLst>
          </p:cNvPr>
          <p:cNvSpPr txBox="1"/>
          <p:nvPr/>
        </p:nvSpPr>
        <p:spPr>
          <a:xfrm>
            <a:off x="4871603" y="6341305"/>
            <a:ext cx="4768543" cy="338554"/>
          </a:xfrm>
          <a:prstGeom prst="rect">
            <a:avLst/>
          </a:prstGeom>
          <a:noFill/>
        </p:spPr>
        <p:txBody>
          <a:bodyPr wrap="square" rtlCol="0">
            <a:spAutoFit/>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en-US" altLang="ja-JP"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３者が関係する会議を記載 </a:t>
            </a:r>
            <a:br>
              <a:rPr kumimoji="1" lang="en-US" altLang="ja-JP"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 （本会議体では二次利用に関する会議についてはスケジュールのみ参考として示します）</a:t>
            </a:r>
          </a:p>
        </p:txBody>
      </p:sp>
      <p:sp>
        <p:nvSpPr>
          <p:cNvPr id="45" name="テキスト ボックス 44">
            <a:extLst>
              <a:ext uri="{FF2B5EF4-FFF2-40B4-BE49-F238E27FC236}">
                <a16:creationId xmlns:a16="http://schemas.microsoft.com/office/drawing/2014/main" id="{40170D52-E047-5EC4-765D-5DC3A8EEB355}"/>
              </a:ext>
            </a:extLst>
          </p:cNvPr>
          <p:cNvSpPr txBox="1"/>
          <p:nvPr/>
        </p:nvSpPr>
        <p:spPr>
          <a:xfrm>
            <a:off x="5708803" y="169178"/>
            <a:ext cx="1791554" cy="538609"/>
          </a:xfrm>
          <a:prstGeom prst="rect">
            <a:avLst/>
          </a:prstGeom>
          <a:noFill/>
        </p:spPr>
        <p:txBody>
          <a:bodyPr wrap="square" rtlCol="0" anchor="t">
            <a:spAutoFit/>
          </a:bodyPr>
          <a:lstStyle/>
          <a:p>
            <a:pPr marL="0" marR="0" lvl="0" indent="0" algn="l" defTabSz="914400" rtl="0" eaLnBrk="1" fontAlgn="base" latinLnBrk="0" hangingPunct="1">
              <a:lnSpc>
                <a:spcPct val="100000"/>
              </a:lnSpc>
              <a:spcBef>
                <a:spcPts val="30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確定　　 ：　実線枠</a:t>
            </a:r>
            <a:endParaRPr kumimoji="1" lang="en-US" altLang="ja-JP"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00000"/>
              </a:lnSpc>
              <a:spcBef>
                <a:spcPts val="30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調整中　：　点線枠</a:t>
            </a:r>
            <a:endParaRPr kumimoji="1" lang="en-US" altLang="ja-JP"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00000"/>
              </a:lnSpc>
              <a:spcBef>
                <a:spcPts val="300"/>
              </a:spcBef>
              <a:spcAft>
                <a:spcPts val="0"/>
              </a:spcAft>
              <a:buClrTx/>
              <a:buSzTx/>
              <a:buFontTx/>
              <a:buNone/>
              <a:tabLst/>
              <a:defRPr/>
            </a:pPr>
            <a:r>
              <a:rPr kumimoji="1" lang="en-US" altLang="ja-JP"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SKIP</a:t>
            </a:r>
            <a:r>
              <a:rPr kumimoji="1" lang="ja-JP" altLang="en-US"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　　：　枠線なし（</a:t>
            </a:r>
            <a:r>
              <a:rPr kumimoji="1" lang="en-US" altLang="ja-JP"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取消線）</a:t>
            </a:r>
          </a:p>
        </p:txBody>
      </p:sp>
      <p:sp>
        <p:nvSpPr>
          <p:cNvPr id="50" name="正方形/長方形 49">
            <a:extLst>
              <a:ext uri="{FF2B5EF4-FFF2-40B4-BE49-F238E27FC236}">
                <a16:creationId xmlns:a16="http://schemas.microsoft.com/office/drawing/2014/main" id="{8E6A733E-99E9-4867-19B6-815F2D3DA5B7}"/>
              </a:ext>
            </a:extLst>
          </p:cNvPr>
          <p:cNvSpPr/>
          <p:nvPr/>
        </p:nvSpPr>
        <p:spPr>
          <a:xfrm>
            <a:off x="6312534" y="197255"/>
            <a:ext cx="432000" cy="14400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ja-JP" altLang="en-US" sz="8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52" name="正方形/長方形 51">
            <a:extLst>
              <a:ext uri="{FF2B5EF4-FFF2-40B4-BE49-F238E27FC236}">
                <a16:creationId xmlns:a16="http://schemas.microsoft.com/office/drawing/2014/main" id="{2DFC4442-C7BE-D2E2-26F5-C602FA213CA8}"/>
              </a:ext>
            </a:extLst>
          </p:cNvPr>
          <p:cNvSpPr/>
          <p:nvPr/>
        </p:nvSpPr>
        <p:spPr>
          <a:xfrm>
            <a:off x="6312534" y="365041"/>
            <a:ext cx="432000" cy="144000"/>
          </a:xfrm>
          <a:prstGeom prst="rect">
            <a:avLst/>
          </a:prstGeom>
          <a:noFill/>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50000"/>
              </a:lnSpc>
              <a:spcBef>
                <a:spcPts val="0"/>
              </a:spcBef>
              <a:spcAft>
                <a:spcPts val="0"/>
              </a:spcAft>
              <a:buClrTx/>
              <a:buSzTx/>
              <a:buFontTx/>
              <a:buNone/>
              <a:tabLst/>
              <a:defRPr/>
            </a:pPr>
            <a:endParaRPr kumimoji="0" lang="ja-JP" altLang="en-US" sz="8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30" name="正方形/長方形 29">
            <a:extLst>
              <a:ext uri="{FF2B5EF4-FFF2-40B4-BE49-F238E27FC236}">
                <a16:creationId xmlns:a16="http://schemas.microsoft.com/office/drawing/2014/main" id="{6987CFFA-D8A0-41B2-874B-8821549956D2}"/>
              </a:ext>
            </a:extLst>
          </p:cNvPr>
          <p:cNvSpPr/>
          <p:nvPr/>
        </p:nvSpPr>
        <p:spPr>
          <a:xfrm>
            <a:off x="5160157" y="1385"/>
            <a:ext cx="314925" cy="139701"/>
          </a:xfrm>
          <a:prstGeom prst="rect">
            <a:avLst/>
          </a:prstGeom>
          <a:solidFill>
            <a:schemeClr val="bg1"/>
          </a:solidFill>
          <a:ln w="9525" cap="flat" cmpd="sng" algn="ctr">
            <a:no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凡例</a:t>
            </a:r>
          </a:p>
        </p:txBody>
      </p:sp>
      <p:sp>
        <p:nvSpPr>
          <p:cNvPr id="31" name="テキスト ボックス 30">
            <a:extLst>
              <a:ext uri="{FF2B5EF4-FFF2-40B4-BE49-F238E27FC236}">
                <a16:creationId xmlns:a16="http://schemas.microsoft.com/office/drawing/2014/main" id="{115C7326-1878-11D5-5314-F3027AA2E5FC}"/>
              </a:ext>
            </a:extLst>
          </p:cNvPr>
          <p:cNvSpPr txBox="1"/>
          <p:nvPr/>
        </p:nvSpPr>
        <p:spPr>
          <a:xfrm>
            <a:off x="7421770" y="152837"/>
            <a:ext cx="2484230" cy="538609"/>
          </a:xfrm>
          <a:prstGeom prst="rect">
            <a:avLst/>
          </a:prstGeom>
          <a:noFill/>
        </p:spPr>
        <p:txBody>
          <a:bodyPr wrap="square" rtlCol="0" anchor="t">
            <a:spAutoFit/>
          </a:bodyPr>
          <a:lstStyle/>
          <a:p>
            <a:pPr marL="0" marR="0" lvl="0" indent="0" algn="l" defTabSz="914400" rtl="0" eaLnBrk="1" fontAlgn="base" latinLnBrk="0" hangingPunct="1">
              <a:lnSpc>
                <a:spcPct val="100000"/>
              </a:lnSpc>
              <a:spcBef>
                <a:spcPts val="30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　　　　 ：　定例会議（月次会議は太字）</a:t>
            </a:r>
            <a:endParaRPr kumimoji="1" lang="en-US" altLang="ja-JP"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00000"/>
              </a:lnSpc>
              <a:spcBef>
                <a:spcPts val="30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　　　　 ：　臨時会議（アドホック）</a:t>
            </a:r>
            <a:endParaRPr kumimoji="1" lang="en-US" altLang="ja-JP"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00000"/>
              </a:lnSpc>
              <a:spcBef>
                <a:spcPts val="30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　　 　　：　モデル医療機関・ベンダとの打ち合わせ等</a:t>
            </a:r>
            <a:endParaRPr kumimoji="1" lang="en-US" altLang="ja-JP"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12" name="正方形/長方形 11">
            <a:extLst>
              <a:ext uri="{FF2B5EF4-FFF2-40B4-BE49-F238E27FC236}">
                <a16:creationId xmlns:a16="http://schemas.microsoft.com/office/drawing/2014/main" id="{D0E52340-6E62-4D7F-EFBC-CB91DBF58F32}"/>
              </a:ext>
            </a:extLst>
          </p:cNvPr>
          <p:cNvSpPr/>
          <p:nvPr/>
        </p:nvSpPr>
        <p:spPr>
          <a:xfrm>
            <a:off x="7500357" y="527506"/>
            <a:ext cx="288000" cy="108000"/>
          </a:xfrm>
          <a:prstGeom prst="rect">
            <a:avLst/>
          </a:prstGeom>
          <a:solidFill>
            <a:schemeClr val="accent6">
              <a:lumMod val="20000"/>
              <a:lumOff val="80000"/>
            </a:schemeClr>
          </a:solidFill>
          <a:ln w="9525" cap="flat" cmpd="sng" algn="ctr">
            <a:solidFill>
              <a:schemeClr val="bg1">
                <a:lumMod val="65000"/>
              </a:schemeClr>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ja-JP" altLang="en-US" sz="8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正方形/長方形 13">
            <a:extLst>
              <a:ext uri="{FF2B5EF4-FFF2-40B4-BE49-F238E27FC236}">
                <a16:creationId xmlns:a16="http://schemas.microsoft.com/office/drawing/2014/main" id="{C609E5D4-3E5B-8E8A-D842-A21861DA1308}"/>
              </a:ext>
            </a:extLst>
          </p:cNvPr>
          <p:cNvSpPr/>
          <p:nvPr/>
        </p:nvSpPr>
        <p:spPr>
          <a:xfrm>
            <a:off x="7500357" y="205878"/>
            <a:ext cx="288000" cy="108000"/>
          </a:xfrm>
          <a:prstGeom prst="rect">
            <a:avLst/>
          </a:prstGeom>
          <a:solidFill>
            <a:srgbClr val="FFFFD5"/>
          </a:solidFill>
          <a:ln w="9525" cap="flat" cmpd="sng" algn="ctr">
            <a:solidFill>
              <a:schemeClr val="bg1">
                <a:lumMod val="65000"/>
              </a:schemeClr>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ja-JP" altLang="en-US" sz="8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6" name="正方形/長方形 15">
            <a:extLst>
              <a:ext uri="{FF2B5EF4-FFF2-40B4-BE49-F238E27FC236}">
                <a16:creationId xmlns:a16="http://schemas.microsoft.com/office/drawing/2014/main" id="{7AD4DA8B-7F47-1F0E-3A4D-732A8C1C15F0}"/>
              </a:ext>
            </a:extLst>
          </p:cNvPr>
          <p:cNvSpPr/>
          <p:nvPr/>
        </p:nvSpPr>
        <p:spPr>
          <a:xfrm>
            <a:off x="7500357" y="366692"/>
            <a:ext cx="288000" cy="108000"/>
          </a:xfrm>
          <a:prstGeom prst="rect">
            <a:avLst/>
          </a:prstGeom>
          <a:solidFill>
            <a:srgbClr val="FFFF00"/>
          </a:solidFill>
          <a:ln w="9525" cap="flat" cmpd="sng" algn="ctr">
            <a:solidFill>
              <a:schemeClr val="bg1">
                <a:lumMod val="65000"/>
              </a:schemeClr>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ja-JP" altLang="en-US" sz="8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53" name="正方形/長方形 52">
            <a:extLst>
              <a:ext uri="{FF2B5EF4-FFF2-40B4-BE49-F238E27FC236}">
                <a16:creationId xmlns:a16="http://schemas.microsoft.com/office/drawing/2014/main" id="{5B836BE7-D9B6-D812-A607-AEEAD501510D}"/>
              </a:ext>
            </a:extLst>
          </p:cNvPr>
          <p:cNvSpPr/>
          <p:nvPr/>
        </p:nvSpPr>
        <p:spPr>
          <a:xfrm>
            <a:off x="5769250" y="64423"/>
            <a:ext cx="461083" cy="139701"/>
          </a:xfrm>
          <a:prstGeom prst="rect">
            <a:avLst/>
          </a:prstGeom>
          <a:solidFill>
            <a:schemeClr val="bg1"/>
          </a:solidFill>
          <a:ln w="9525" cap="flat" cmpd="sng" algn="ctr">
            <a:no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■調整ステータス</a:t>
            </a:r>
          </a:p>
        </p:txBody>
      </p:sp>
      <p:sp>
        <p:nvSpPr>
          <p:cNvPr id="54" name="正方形/長方形 53">
            <a:extLst>
              <a:ext uri="{FF2B5EF4-FFF2-40B4-BE49-F238E27FC236}">
                <a16:creationId xmlns:a16="http://schemas.microsoft.com/office/drawing/2014/main" id="{F97E9737-F82B-ADA4-E720-6E9626FFA74D}"/>
              </a:ext>
            </a:extLst>
          </p:cNvPr>
          <p:cNvSpPr/>
          <p:nvPr/>
        </p:nvSpPr>
        <p:spPr>
          <a:xfrm>
            <a:off x="7398800" y="64423"/>
            <a:ext cx="461083" cy="139701"/>
          </a:xfrm>
          <a:prstGeom prst="rect">
            <a:avLst/>
          </a:prstGeom>
          <a:solidFill>
            <a:schemeClr val="bg1"/>
          </a:solidFill>
          <a:ln w="9525" cap="flat" cmpd="sng" algn="ctr">
            <a:no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■会議分類</a:t>
            </a:r>
          </a:p>
        </p:txBody>
      </p:sp>
      <p:sp>
        <p:nvSpPr>
          <p:cNvPr id="41" name="正方形/長方形 23">
            <a:extLst>
              <a:ext uri="{FF2B5EF4-FFF2-40B4-BE49-F238E27FC236}">
                <a16:creationId xmlns:a16="http://schemas.microsoft.com/office/drawing/2014/main" id="{24F400B0-DFB9-6FE7-A5E3-AC346E41AFCA}"/>
              </a:ext>
            </a:extLst>
          </p:cNvPr>
          <p:cNvSpPr/>
          <p:nvPr/>
        </p:nvSpPr>
        <p:spPr>
          <a:xfrm>
            <a:off x="3495898" y="1871213"/>
            <a:ext cx="1312153" cy="297521"/>
          </a:xfrm>
          <a:prstGeom prst="rect">
            <a:avLst/>
          </a:prstGeom>
          <a:solidFill>
            <a:srgbClr val="FFFFD5"/>
          </a:solidFill>
          <a:ln w="9525" cap="flat" cmpd="sng" algn="ctr">
            <a:solidFill>
              <a:schemeClr val="tx1"/>
            </a:solidFill>
            <a:prstDash val="soli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black"/>
                </a:solidFill>
                <a:effectLst/>
                <a:uLnTx/>
                <a:uFillTx/>
                <a:latin typeface="Meiryo UI"/>
                <a:ea typeface="Meiryo UI"/>
                <a:cs typeface="+mn-cs"/>
              </a:rPr>
              <a:t>14:00-15:00</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prstClr val="black"/>
                </a:solidFill>
                <a:effectLst/>
                <a:uLnTx/>
                <a:uFillTx/>
                <a:latin typeface="Meiryo UI"/>
                <a:ea typeface="Meiryo UI"/>
                <a:cs typeface="+mn-cs"/>
              </a:rPr>
              <a:t>二次利用定例</a:t>
            </a:r>
            <a:endParaRPr kumimoji="0" lang="en-US" altLang="ja-JP" sz="900" b="0" i="0" u="none" strike="noStrike" kern="0" cap="none" spc="0" normalizeH="0" baseline="0" noProof="0">
              <a:ln>
                <a:noFill/>
              </a:ln>
              <a:solidFill>
                <a:prstClr val="black"/>
              </a:solidFill>
              <a:effectLst/>
              <a:uLnTx/>
              <a:uFillTx/>
              <a:latin typeface="Meiryo UI"/>
              <a:ea typeface="Meiryo UI"/>
              <a:cs typeface="+mn-cs"/>
            </a:endParaRPr>
          </a:p>
        </p:txBody>
      </p:sp>
      <p:sp>
        <p:nvSpPr>
          <p:cNvPr id="44" name="正方形/長方形 9">
            <a:extLst>
              <a:ext uri="{FF2B5EF4-FFF2-40B4-BE49-F238E27FC236}">
                <a16:creationId xmlns:a16="http://schemas.microsoft.com/office/drawing/2014/main" id="{0B2D25C3-8DD8-2DF7-EE3B-CBB4A39B0C53}"/>
              </a:ext>
            </a:extLst>
          </p:cNvPr>
          <p:cNvSpPr/>
          <p:nvPr/>
        </p:nvSpPr>
        <p:spPr>
          <a:xfrm>
            <a:off x="2051523" y="1878886"/>
            <a:ext cx="1312153" cy="297521"/>
          </a:xfrm>
          <a:prstGeom prst="rect">
            <a:avLst/>
          </a:prstGeom>
          <a:solidFill>
            <a:srgbClr val="FFFFD5"/>
          </a:solidFill>
          <a:ln w="9525" cap="flat" cmpd="sng" algn="ctr">
            <a:solidFill>
              <a:schemeClr val="tx1"/>
            </a:solidFill>
            <a:prstDash val="soli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black"/>
                </a:solidFill>
                <a:effectLst/>
                <a:uLnTx/>
                <a:uFillTx/>
                <a:latin typeface="Meiryo UI"/>
                <a:ea typeface="Meiryo UI"/>
                <a:cs typeface="Meiryo UI" panose="020B0604030504040204" pitchFamily="50" charset="-128"/>
              </a:rPr>
              <a:t>14:00‐15:30</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prstClr val="black"/>
                </a:solidFill>
                <a:effectLst/>
                <a:uLnTx/>
                <a:uFillTx/>
                <a:latin typeface="Meiryo UI"/>
                <a:ea typeface="Meiryo UI"/>
                <a:cs typeface="Meiryo UI" panose="020B0604030504040204" pitchFamily="50" charset="-128"/>
              </a:rPr>
              <a:t>開発課題検討会</a:t>
            </a:r>
            <a:endParaRPr kumimoji="1" lang="ja-JP" altLang="en-US" sz="900" b="0" i="0" u="none" strike="noStrike" kern="0" cap="none" spc="0" normalizeH="0" baseline="0" noProof="0">
              <a:ln>
                <a:noFill/>
              </a:ln>
              <a:solidFill>
                <a:prstClr val="black"/>
              </a:solidFill>
              <a:effectLst/>
              <a:uLnTx/>
              <a:uFillTx/>
              <a:latin typeface="Meiryo UI"/>
              <a:ea typeface="Meiryo UI"/>
              <a:cs typeface="Meiryo UI" panose="020B0604030504040204" pitchFamily="50" charset="-128"/>
            </a:endParaRPr>
          </a:p>
        </p:txBody>
      </p:sp>
      <p:sp>
        <p:nvSpPr>
          <p:cNvPr id="48" name="正方形/長方形 18">
            <a:extLst>
              <a:ext uri="{FF2B5EF4-FFF2-40B4-BE49-F238E27FC236}">
                <a16:creationId xmlns:a16="http://schemas.microsoft.com/office/drawing/2014/main" id="{347ED342-66E4-B33D-1C63-69A0A3FDD98C}"/>
              </a:ext>
            </a:extLst>
          </p:cNvPr>
          <p:cNvSpPr/>
          <p:nvPr/>
        </p:nvSpPr>
        <p:spPr>
          <a:xfrm>
            <a:off x="2051523" y="1510545"/>
            <a:ext cx="1312153" cy="316801"/>
          </a:xfrm>
          <a:prstGeom prst="rect">
            <a:avLst/>
          </a:prstGeom>
          <a:solidFill>
            <a:srgbClr val="FFFFD5"/>
          </a:solidFill>
          <a:ln w="9525" cap="flat" cmpd="sng" algn="ctr">
            <a:noFill/>
            <a:prstDash val="soli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sngStrike" kern="0" cap="none" spc="0" normalizeH="0" baseline="0" noProof="0">
                <a:ln>
                  <a:noFill/>
                </a:ln>
                <a:solidFill>
                  <a:prstClr val="black"/>
                </a:solidFill>
                <a:effectLst/>
                <a:uLnTx/>
                <a:uFillTx/>
                <a:latin typeface="Meiryo UI"/>
                <a:ea typeface="Meiryo UI"/>
                <a:cs typeface="+mn-cs"/>
              </a:rPr>
              <a:t>13:30‐14:00</a:t>
            </a:r>
            <a:endParaRPr kumimoji="1" lang="en-US" sz="900" b="0" i="0" u="none" strike="sngStrike" kern="0" cap="none" spc="0" normalizeH="0" baseline="0" noProof="0">
              <a:ln>
                <a:noFill/>
              </a:ln>
              <a:solidFill>
                <a:prstClr val="black"/>
              </a:solidFill>
              <a:effectLst/>
              <a:uLnTx/>
              <a:uFillTx/>
              <a:latin typeface="Meiryo UI"/>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900" b="0" i="0" u="none" strike="sngStrike" kern="0" cap="none" spc="0" normalizeH="0" baseline="0" noProof="0">
                <a:ln>
                  <a:noFill/>
                </a:ln>
                <a:solidFill>
                  <a:prstClr val="black"/>
                </a:solidFill>
                <a:effectLst/>
                <a:uLnTx/>
                <a:uFillTx/>
                <a:latin typeface="Meiryo UI"/>
                <a:ea typeface="Meiryo UI"/>
                <a:cs typeface="+mn-cs"/>
              </a:rPr>
              <a:t>開発進捗連絡会議</a:t>
            </a:r>
            <a:endParaRPr kumimoji="1" lang="ja-JP" altLang="en-US" sz="900" b="0" i="0" u="none" strike="sngStrike" kern="0" cap="none" spc="0" normalizeH="0" baseline="0" noProof="0">
              <a:ln>
                <a:noFill/>
              </a:ln>
              <a:solidFill>
                <a:prstClr val="black"/>
              </a:solidFill>
              <a:effectLst/>
              <a:uLnTx/>
              <a:uFillTx/>
              <a:latin typeface="Meiryo UI"/>
              <a:ea typeface="Meiryo UI"/>
              <a:cs typeface="+mn-cs"/>
            </a:endParaRPr>
          </a:p>
        </p:txBody>
      </p:sp>
      <p:sp>
        <p:nvSpPr>
          <p:cNvPr id="55" name="正方形/長方形 23">
            <a:extLst>
              <a:ext uri="{FF2B5EF4-FFF2-40B4-BE49-F238E27FC236}">
                <a16:creationId xmlns:a16="http://schemas.microsoft.com/office/drawing/2014/main" id="{260C1129-D395-8FBC-DC07-0343BE6C8E40}"/>
              </a:ext>
            </a:extLst>
          </p:cNvPr>
          <p:cNvSpPr/>
          <p:nvPr/>
        </p:nvSpPr>
        <p:spPr>
          <a:xfrm>
            <a:off x="3495898" y="2212274"/>
            <a:ext cx="1312153" cy="297521"/>
          </a:xfrm>
          <a:prstGeom prst="rect">
            <a:avLst/>
          </a:prstGeom>
          <a:solidFill>
            <a:srgbClr val="FFFFD5"/>
          </a:solidFill>
          <a:ln w="9525" cap="flat" cmpd="sng" algn="ctr">
            <a:noFill/>
            <a:prstDash val="soli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sngStrike" kern="0" cap="none" spc="0" normalizeH="0" baseline="0" noProof="0">
                <a:ln>
                  <a:noFill/>
                </a:ln>
                <a:solidFill>
                  <a:prstClr val="black"/>
                </a:solidFill>
                <a:effectLst/>
                <a:uLnTx/>
                <a:uFillTx/>
                <a:latin typeface="Meiryo UI"/>
                <a:ea typeface="Meiryo UI"/>
                <a:cs typeface="+mn-cs"/>
              </a:rPr>
              <a:t>15:00-15:30</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sngStrike" kern="0" cap="none" spc="0" normalizeH="0" baseline="0" noProof="0">
                <a:ln>
                  <a:noFill/>
                </a:ln>
                <a:solidFill>
                  <a:prstClr val="black"/>
                </a:solidFill>
                <a:effectLst/>
                <a:uLnTx/>
                <a:uFillTx/>
                <a:latin typeface="Meiryo UI"/>
                <a:ea typeface="Meiryo UI"/>
                <a:cs typeface="+mn-cs"/>
              </a:rPr>
              <a:t>ONS</a:t>
            </a:r>
            <a:r>
              <a:rPr kumimoji="0" lang="ja-JP" altLang="en-US" sz="900" b="0" i="0" u="none" strike="sngStrike" kern="0" cap="none" spc="0" normalizeH="0" baseline="0" noProof="0">
                <a:ln>
                  <a:noFill/>
                </a:ln>
                <a:solidFill>
                  <a:prstClr val="black"/>
                </a:solidFill>
                <a:effectLst/>
                <a:uLnTx/>
                <a:uFillTx/>
                <a:latin typeface="Meiryo UI"/>
                <a:ea typeface="Meiryo UI"/>
                <a:cs typeface="+mn-cs"/>
              </a:rPr>
              <a:t>共有会</a:t>
            </a:r>
            <a:endParaRPr kumimoji="0" lang="en-US" altLang="ja-JP" sz="900" b="0" i="0" u="none" strike="sngStrike" kern="0" cap="none" spc="0" normalizeH="0" baseline="0" noProof="0">
              <a:ln>
                <a:noFill/>
              </a:ln>
              <a:solidFill>
                <a:prstClr val="black"/>
              </a:solidFill>
              <a:effectLst/>
              <a:uLnTx/>
              <a:uFillTx/>
              <a:latin typeface="Meiryo UI"/>
              <a:ea typeface="Meiryo UI"/>
              <a:cs typeface="+mn-cs"/>
            </a:endParaRPr>
          </a:p>
        </p:txBody>
      </p:sp>
      <p:sp>
        <p:nvSpPr>
          <p:cNvPr id="59" name="正方形/長方形 26">
            <a:extLst>
              <a:ext uri="{FF2B5EF4-FFF2-40B4-BE49-F238E27FC236}">
                <a16:creationId xmlns:a16="http://schemas.microsoft.com/office/drawing/2014/main" id="{5CB1FB9B-1776-7B2B-AE21-D642AF3812DA}"/>
              </a:ext>
            </a:extLst>
          </p:cNvPr>
          <p:cNvSpPr/>
          <p:nvPr/>
        </p:nvSpPr>
        <p:spPr>
          <a:xfrm>
            <a:off x="7776177" y="1878886"/>
            <a:ext cx="1312153" cy="413064"/>
          </a:xfrm>
          <a:prstGeom prst="rect">
            <a:avLst/>
          </a:prstGeom>
          <a:solidFill>
            <a:srgbClr val="FFFFD5"/>
          </a:solidFill>
          <a:ln w="9525" cap="flat" cmpd="sng" algn="ctr">
            <a:solidFill>
              <a:schemeClr val="tx1"/>
            </a:solidFill>
            <a:prstDash val="soli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black"/>
                </a:solidFill>
                <a:effectLst/>
                <a:uLnTx/>
                <a:uFillTx/>
                <a:latin typeface="Meiryo UI"/>
                <a:ea typeface="Meiryo UI"/>
                <a:cs typeface="+mn-cs"/>
              </a:rPr>
              <a:t>14:00-16:00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prstClr val="black"/>
                </a:solidFill>
                <a:effectLst/>
                <a:uLnTx/>
                <a:uFillTx/>
                <a:latin typeface="Meiryo UI"/>
                <a:ea typeface="Meiryo UI"/>
                <a:cs typeface="+mn-cs"/>
              </a:rPr>
              <a:t>モデル・検証</a:t>
            </a:r>
            <a:r>
              <a:rPr kumimoji="0" lang="en-US" altLang="ja-JP" sz="900" b="0" i="0" u="none" strike="noStrike" kern="0" cap="none" spc="0" normalizeH="0" baseline="0" noProof="0">
                <a:ln>
                  <a:noFill/>
                </a:ln>
                <a:solidFill>
                  <a:prstClr val="black"/>
                </a:solidFill>
                <a:effectLst/>
                <a:uLnTx/>
                <a:uFillTx/>
                <a:latin typeface="Meiryo UI"/>
                <a:ea typeface="Meiryo UI"/>
                <a:cs typeface="+mn-cs"/>
              </a:rPr>
              <a:t>5</a:t>
            </a:r>
            <a:r>
              <a:rPr kumimoji="0" lang="ja-JP" altLang="en-US" sz="900" b="0" i="0" u="none" strike="noStrike" kern="0" cap="none" spc="0" normalizeH="0" baseline="0" noProof="0">
                <a:ln>
                  <a:noFill/>
                </a:ln>
                <a:solidFill>
                  <a:prstClr val="black"/>
                </a:solidFill>
                <a:effectLst/>
                <a:uLnTx/>
                <a:uFillTx/>
                <a:latin typeface="Meiryo UI"/>
                <a:ea typeface="Meiryo UI"/>
                <a:cs typeface="+mn-cs"/>
              </a:rPr>
              <a:t>者定例</a:t>
            </a:r>
            <a:endParaRPr kumimoji="0" lang="en-US" altLang="ja-JP" sz="900" b="0" i="0" u="none" strike="noStrike" kern="0" cap="none" spc="0" normalizeH="0" baseline="0" noProof="0">
              <a:ln>
                <a:noFill/>
              </a:ln>
              <a:solidFill>
                <a:prstClr val="black"/>
              </a:solidFill>
              <a:effectLst/>
              <a:uLnTx/>
              <a:uFillTx/>
              <a:latin typeface="Meiryo UI"/>
              <a:ea typeface="Meiryo UI"/>
              <a:cs typeface="+mn-cs"/>
            </a:endParaRPr>
          </a:p>
        </p:txBody>
      </p:sp>
      <p:sp>
        <p:nvSpPr>
          <p:cNvPr id="63" name="正方形/長方形 35">
            <a:extLst>
              <a:ext uri="{FF2B5EF4-FFF2-40B4-BE49-F238E27FC236}">
                <a16:creationId xmlns:a16="http://schemas.microsoft.com/office/drawing/2014/main" id="{0AAAB1CC-4B26-4EB6-8530-90E7A7D633A3}"/>
              </a:ext>
            </a:extLst>
          </p:cNvPr>
          <p:cNvSpPr/>
          <p:nvPr/>
        </p:nvSpPr>
        <p:spPr>
          <a:xfrm>
            <a:off x="4937036" y="2337365"/>
            <a:ext cx="1312153" cy="441800"/>
          </a:xfrm>
          <a:prstGeom prst="rect">
            <a:avLst/>
          </a:prstGeom>
          <a:solidFill>
            <a:srgbClr val="FFFFD5"/>
          </a:solidFill>
          <a:ln w="9525" cap="flat" cmpd="sng" algn="ctr">
            <a:solidFill>
              <a:schemeClr val="tx1"/>
            </a:solidFill>
            <a:prstDash val="soli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black"/>
                </a:solidFill>
                <a:effectLst/>
                <a:uLnTx/>
                <a:uFillTx/>
                <a:latin typeface="Meiryo UI"/>
                <a:ea typeface="Meiryo UI"/>
                <a:cs typeface="+mn-cs"/>
              </a:rPr>
              <a:t>15:00-16:00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prstClr val="black"/>
                </a:solidFill>
                <a:effectLst/>
                <a:uLnTx/>
                <a:uFillTx/>
                <a:latin typeface="Meiryo UI"/>
                <a:ea typeface="Meiryo UI"/>
                <a:cs typeface="+mn-cs"/>
              </a:rPr>
              <a:t>医療介護開発定例</a:t>
            </a:r>
            <a:endParaRPr kumimoji="0" lang="en-US" altLang="ja-JP" sz="900" b="0" i="0" u="none" strike="noStrike" kern="0" cap="none" spc="0" normalizeH="0" baseline="0" noProof="0">
              <a:ln>
                <a:noFill/>
              </a:ln>
              <a:solidFill>
                <a:prstClr val="black"/>
              </a:solidFill>
              <a:effectLst/>
              <a:uLnTx/>
              <a:uFillTx/>
              <a:latin typeface="Meiryo UI"/>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600" b="0" i="0" u="none" strike="noStrike" kern="0" cap="none" spc="0" normalizeH="0" baseline="0" noProof="0">
                <a:ln>
                  <a:noFill/>
                </a:ln>
                <a:solidFill>
                  <a:prstClr val="black"/>
                </a:solidFill>
                <a:effectLst/>
                <a:uLnTx/>
                <a:uFillTx/>
                <a:latin typeface="Meiryo UI"/>
                <a:ea typeface="Meiryo UI"/>
                <a:cs typeface="+mn-cs"/>
              </a:rPr>
              <a:t>(</a:t>
            </a:r>
            <a:r>
              <a:rPr kumimoji="0" lang="ja-JP" altLang="en-US" sz="600" b="0" i="0" u="none" strike="noStrike" kern="0" cap="none" spc="0" normalizeH="0" baseline="0" noProof="0">
                <a:ln>
                  <a:noFill/>
                </a:ln>
                <a:solidFill>
                  <a:prstClr val="black"/>
                </a:solidFill>
                <a:effectLst/>
                <a:uLnTx/>
                <a:uFillTx/>
                <a:latin typeface="Meiryo UI"/>
                <a:ea typeface="Meiryo UI"/>
                <a:cs typeface="+mn-cs"/>
              </a:rPr>
              <a:t>基金・国保中央会</a:t>
            </a:r>
            <a:r>
              <a:rPr kumimoji="0" lang="en-US" altLang="ja-JP" sz="600" b="0" i="0" u="none" strike="noStrike" kern="0" cap="none" spc="0" normalizeH="0" baseline="0" noProof="0">
                <a:ln>
                  <a:noFill/>
                </a:ln>
                <a:solidFill>
                  <a:prstClr val="black"/>
                </a:solidFill>
                <a:effectLst/>
                <a:uLnTx/>
                <a:uFillTx/>
                <a:latin typeface="Meiryo UI"/>
                <a:ea typeface="Meiryo UI"/>
                <a:cs typeface="+mn-cs"/>
              </a:rPr>
              <a:t>)</a:t>
            </a:r>
          </a:p>
        </p:txBody>
      </p:sp>
      <p:sp>
        <p:nvSpPr>
          <p:cNvPr id="71" name="正方形/長方形 34">
            <a:extLst>
              <a:ext uri="{FF2B5EF4-FFF2-40B4-BE49-F238E27FC236}">
                <a16:creationId xmlns:a16="http://schemas.microsoft.com/office/drawing/2014/main" id="{C1B4F06E-9AB0-EDA4-5CDD-F090E804606C}"/>
              </a:ext>
            </a:extLst>
          </p:cNvPr>
          <p:cNvSpPr/>
          <p:nvPr/>
        </p:nvSpPr>
        <p:spPr>
          <a:xfrm>
            <a:off x="7776177" y="1259135"/>
            <a:ext cx="1312153" cy="439356"/>
          </a:xfrm>
          <a:prstGeom prst="rect">
            <a:avLst/>
          </a:prstGeom>
          <a:solidFill>
            <a:srgbClr val="FFFFD5"/>
          </a:solidFill>
          <a:ln w="9525" cap="flat" cmpd="sng" algn="ctr">
            <a:solidFill>
              <a:schemeClr val="tx1"/>
            </a:solidFill>
            <a:prstDash val="soli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black"/>
                </a:solidFill>
                <a:effectLst/>
                <a:uLnTx/>
                <a:uFillTx/>
                <a:latin typeface="Meiryo UI"/>
                <a:ea typeface="Meiryo UI"/>
                <a:cs typeface="Meiryo UI" panose="020B0604030504040204" pitchFamily="50" charset="-128"/>
              </a:rPr>
              <a:t>13:30‐14:00</a:t>
            </a:r>
            <a:br>
              <a:rPr kumimoji="0" lang="en-US" altLang="ja-JP" sz="900" b="0" i="0" u="none" strike="noStrike" kern="0" cap="none" spc="0" normalizeH="0" baseline="0" noProof="0">
                <a:ln>
                  <a:noFill/>
                </a:ln>
                <a:solidFill>
                  <a:prstClr val="black"/>
                </a:solidFill>
                <a:effectLst/>
                <a:uLnTx/>
                <a:uFillTx/>
                <a:latin typeface="Meiryo UI"/>
                <a:ea typeface="Meiryo UI"/>
                <a:cs typeface="Meiryo UI" panose="020B0604030504040204" pitchFamily="50" charset="-128"/>
              </a:rPr>
            </a:br>
            <a:r>
              <a:rPr kumimoji="0" lang="ja-JP" altLang="en-US" sz="900" b="0" i="0" u="none" strike="noStrike" kern="0" cap="none" spc="0" normalizeH="0" baseline="0" noProof="0">
                <a:ln>
                  <a:noFill/>
                </a:ln>
                <a:solidFill>
                  <a:prstClr val="black"/>
                </a:solidFill>
                <a:effectLst/>
                <a:uLnTx/>
                <a:uFillTx/>
                <a:latin typeface="Meiryo UI"/>
                <a:ea typeface="Meiryo UI"/>
                <a:cs typeface="Meiryo UI" panose="020B0604030504040204" pitchFamily="50" charset="-128"/>
              </a:rPr>
              <a:t>（オンライン）</a:t>
            </a:r>
            <a:endParaRPr kumimoji="0" lang="en-US" altLang="ja-JP" sz="900" b="0" i="0" u="none" strike="noStrike" kern="0" cap="none" spc="0" normalizeH="0" baseline="0" noProof="0">
              <a:ln>
                <a:noFill/>
              </a:ln>
              <a:solidFill>
                <a:prstClr val="black"/>
              </a:solidFill>
              <a:effectLst/>
              <a:uLnTx/>
              <a:uFillTx/>
              <a:latin typeface="Meiryo UI"/>
              <a:ea typeface="Meiryo UI"/>
              <a:cs typeface="Meiryo UI" panose="020B0604030504040204" pitchFamily="50" charset="-128"/>
            </a:endParaRP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prstClr val="black"/>
                </a:solidFill>
                <a:effectLst/>
                <a:uLnTx/>
                <a:uFillTx/>
                <a:latin typeface="Meiryo UI"/>
                <a:ea typeface="Meiryo UI"/>
                <a:cs typeface="Meiryo UI" panose="020B0604030504040204" pitchFamily="50" charset="-128"/>
              </a:rPr>
              <a:t>三者定例</a:t>
            </a:r>
          </a:p>
        </p:txBody>
      </p:sp>
      <p:sp>
        <p:nvSpPr>
          <p:cNvPr id="17" name="正方形/長方形 16">
            <a:extLst>
              <a:ext uri="{FF2B5EF4-FFF2-40B4-BE49-F238E27FC236}">
                <a16:creationId xmlns:a16="http://schemas.microsoft.com/office/drawing/2014/main" id="{DAABEEB9-312F-B465-DAB1-89688D26CC13}"/>
              </a:ext>
            </a:extLst>
          </p:cNvPr>
          <p:cNvSpPr/>
          <p:nvPr/>
        </p:nvSpPr>
        <p:spPr>
          <a:xfrm>
            <a:off x="3495898" y="2624224"/>
            <a:ext cx="1312153" cy="297521"/>
          </a:xfrm>
          <a:prstGeom prst="rect">
            <a:avLst/>
          </a:prstGeom>
          <a:solidFill>
            <a:srgbClr val="FDEADA"/>
          </a:solidFill>
          <a:ln w="9525" cap="flat" cmpd="sng" algn="ctr">
            <a:solidFill>
              <a:schemeClr val="tx1"/>
            </a:solidFill>
            <a:prstDash val="solid"/>
          </a:ln>
          <a:effectLst/>
        </p:spPr>
        <p:txBody>
          <a:bodyPr rot="0" spcFirstLastPara="0" vert="horz" wrap="none" lIns="0" tIns="36000" rIns="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0" cap="none" spc="0" normalizeH="0" baseline="0" noProof="0">
                <a:ln>
                  <a:noFill/>
                </a:ln>
                <a:solidFill>
                  <a:prstClr val="black"/>
                </a:solidFill>
                <a:effectLst/>
                <a:uLnTx/>
                <a:uFillTx/>
                <a:latin typeface="Meiryo UI"/>
                <a:ea typeface="Meiryo UI"/>
                <a:cs typeface="+mn-cs"/>
              </a:rPr>
              <a:t>17:00-18:00</a:t>
            </a:r>
            <a:br>
              <a:rPr kumimoji="1" lang="en-US" altLang="ja-JP" sz="900" b="0" i="0" u="none" strike="noStrike" kern="0" cap="none" spc="0" normalizeH="0" baseline="0" noProof="0">
                <a:ln>
                  <a:noFill/>
                </a:ln>
                <a:solidFill>
                  <a:prstClr val="black"/>
                </a:solidFill>
                <a:effectLst/>
                <a:uLnTx/>
                <a:uFillTx/>
                <a:latin typeface="Meiryo UI"/>
                <a:ea typeface="Meiryo UI"/>
                <a:cs typeface="+mn-cs"/>
              </a:rPr>
            </a:br>
            <a:r>
              <a:rPr kumimoji="1" lang="ja-JP" altLang="en-US" sz="900" b="0" i="0" u="none" strike="noStrike" kern="0" cap="none" spc="0" normalizeH="0" baseline="0" noProof="0">
                <a:ln>
                  <a:noFill/>
                </a:ln>
                <a:solidFill>
                  <a:prstClr val="black"/>
                </a:solidFill>
                <a:effectLst/>
                <a:uLnTx/>
                <a:uFillTx/>
                <a:latin typeface="Meiryo UI"/>
                <a:ea typeface="Meiryo UI"/>
                <a:cs typeface="+mn-cs"/>
              </a:rPr>
              <a:t>健診単独に関する打ち合わせ</a:t>
            </a:r>
            <a:endParaRPr kumimoji="1" lang="en-US" altLang="ja-JP" sz="900" b="0" i="0" u="none" strike="noStrike" kern="0" cap="none" spc="0" normalizeH="0" baseline="0" noProof="0">
              <a:ln>
                <a:noFill/>
              </a:ln>
              <a:solidFill>
                <a:prstClr val="black"/>
              </a:solidFill>
              <a:effectLst/>
              <a:uLnTx/>
              <a:uFillTx/>
              <a:latin typeface="Meiryo UI"/>
              <a:ea typeface="Meiryo UI"/>
              <a:cs typeface="+mn-cs"/>
            </a:endParaRPr>
          </a:p>
        </p:txBody>
      </p:sp>
      <p:sp>
        <p:nvSpPr>
          <p:cNvPr id="13" name="正方形/長方形 23">
            <a:extLst>
              <a:ext uri="{FF2B5EF4-FFF2-40B4-BE49-F238E27FC236}">
                <a16:creationId xmlns:a16="http://schemas.microsoft.com/office/drawing/2014/main" id="{D8D23778-DD5B-8827-2D85-48CBE07CF173}"/>
              </a:ext>
            </a:extLst>
          </p:cNvPr>
          <p:cNvSpPr/>
          <p:nvPr/>
        </p:nvSpPr>
        <p:spPr>
          <a:xfrm>
            <a:off x="3495898" y="4391954"/>
            <a:ext cx="1312153" cy="297521"/>
          </a:xfrm>
          <a:prstGeom prst="rect">
            <a:avLst/>
          </a:prstGeom>
          <a:solidFill>
            <a:srgbClr val="FFFFD5"/>
          </a:solidFill>
          <a:ln w="9525" cap="flat" cmpd="sng" algn="ctr">
            <a:solidFill>
              <a:schemeClr val="tx1"/>
            </a:solidFill>
            <a:prstDash val="soli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black"/>
                </a:solidFill>
                <a:effectLst/>
                <a:uLnTx/>
                <a:uFillTx/>
                <a:latin typeface="Meiryo UI"/>
                <a:ea typeface="Meiryo UI"/>
                <a:cs typeface="+mn-cs"/>
              </a:rPr>
              <a:t>14:00-15:00</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prstClr val="black"/>
                </a:solidFill>
                <a:effectLst/>
                <a:uLnTx/>
                <a:uFillTx/>
                <a:latin typeface="Meiryo UI"/>
                <a:ea typeface="Meiryo UI"/>
                <a:cs typeface="+mn-cs"/>
              </a:rPr>
              <a:t>二次利用定例</a:t>
            </a:r>
            <a:endParaRPr kumimoji="0" lang="en-US" altLang="ja-JP" sz="900" b="0" i="0" u="none" strike="noStrike" kern="0" cap="none" spc="0" normalizeH="0" baseline="0" noProof="0">
              <a:ln>
                <a:noFill/>
              </a:ln>
              <a:solidFill>
                <a:prstClr val="black"/>
              </a:solidFill>
              <a:effectLst/>
              <a:uLnTx/>
              <a:uFillTx/>
              <a:latin typeface="Meiryo UI"/>
              <a:ea typeface="Meiryo UI"/>
              <a:cs typeface="+mn-cs"/>
            </a:endParaRPr>
          </a:p>
        </p:txBody>
      </p:sp>
      <p:sp>
        <p:nvSpPr>
          <p:cNvPr id="32" name="正方形/長方形 23">
            <a:extLst>
              <a:ext uri="{FF2B5EF4-FFF2-40B4-BE49-F238E27FC236}">
                <a16:creationId xmlns:a16="http://schemas.microsoft.com/office/drawing/2014/main" id="{5593236C-7F8F-CBC6-C231-AC479F967D59}"/>
              </a:ext>
            </a:extLst>
          </p:cNvPr>
          <p:cNvSpPr/>
          <p:nvPr/>
        </p:nvSpPr>
        <p:spPr>
          <a:xfrm>
            <a:off x="6349433" y="4119075"/>
            <a:ext cx="1312153" cy="297521"/>
          </a:xfrm>
          <a:prstGeom prst="rect">
            <a:avLst/>
          </a:prstGeom>
          <a:solidFill>
            <a:srgbClr val="FFFFD5"/>
          </a:solidFill>
          <a:ln w="9525" cap="flat" cmpd="sng" algn="ctr">
            <a:solidFill>
              <a:schemeClr val="tx1"/>
            </a:solidFill>
            <a:prstDash val="soli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black"/>
                </a:solidFill>
                <a:effectLst/>
                <a:uLnTx/>
                <a:uFillTx/>
                <a:latin typeface="Meiryo UI"/>
                <a:ea typeface="Meiryo UI"/>
                <a:cs typeface="+mn-cs"/>
              </a:rPr>
              <a:t>14:00-14:30</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black"/>
                </a:solidFill>
                <a:effectLst/>
                <a:uLnTx/>
                <a:uFillTx/>
                <a:latin typeface="Meiryo UI"/>
                <a:ea typeface="Meiryo UI"/>
                <a:cs typeface="+mn-cs"/>
              </a:rPr>
              <a:t>ONS</a:t>
            </a:r>
            <a:r>
              <a:rPr kumimoji="0" lang="ja-JP" altLang="en-US" sz="900" b="0" i="0" u="none" strike="noStrike" kern="0" cap="none" spc="0" normalizeH="0" baseline="0" noProof="0">
                <a:ln>
                  <a:noFill/>
                </a:ln>
                <a:solidFill>
                  <a:prstClr val="black"/>
                </a:solidFill>
                <a:effectLst/>
                <a:uLnTx/>
                <a:uFillTx/>
                <a:latin typeface="Meiryo UI"/>
                <a:ea typeface="Meiryo UI"/>
                <a:cs typeface="+mn-cs"/>
              </a:rPr>
              <a:t>共有会</a:t>
            </a:r>
            <a:endParaRPr kumimoji="0" lang="en-US" altLang="ja-JP" sz="900" b="0" i="0" u="none" strike="noStrike" kern="0" cap="none" spc="0" normalizeH="0" baseline="0" noProof="0">
              <a:ln>
                <a:noFill/>
              </a:ln>
              <a:solidFill>
                <a:prstClr val="black"/>
              </a:solidFill>
              <a:effectLst/>
              <a:uLnTx/>
              <a:uFillTx/>
              <a:latin typeface="Meiryo UI"/>
              <a:ea typeface="Meiryo UI"/>
              <a:cs typeface="+mn-cs"/>
            </a:endParaRPr>
          </a:p>
        </p:txBody>
      </p:sp>
      <p:sp>
        <p:nvSpPr>
          <p:cNvPr id="35" name="正方形/長方形 26">
            <a:extLst>
              <a:ext uri="{FF2B5EF4-FFF2-40B4-BE49-F238E27FC236}">
                <a16:creationId xmlns:a16="http://schemas.microsoft.com/office/drawing/2014/main" id="{A8A81B55-6A2B-F23D-B06D-D8D1B1B988CE}"/>
              </a:ext>
            </a:extLst>
          </p:cNvPr>
          <p:cNvSpPr/>
          <p:nvPr/>
        </p:nvSpPr>
        <p:spPr>
          <a:xfrm>
            <a:off x="4937036" y="4097026"/>
            <a:ext cx="1312153" cy="336118"/>
          </a:xfrm>
          <a:prstGeom prst="rect">
            <a:avLst/>
          </a:prstGeom>
          <a:solidFill>
            <a:srgbClr val="FFFFD5"/>
          </a:solidFill>
          <a:ln w="9525" cap="flat" cmpd="sng" algn="ctr">
            <a:noFill/>
            <a:prstDash val="soli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sngStrike" kern="0" cap="none" spc="0" normalizeH="0" baseline="0" noProof="0">
                <a:ln>
                  <a:noFill/>
                </a:ln>
                <a:solidFill>
                  <a:prstClr val="black"/>
                </a:solidFill>
                <a:effectLst/>
                <a:uLnTx/>
                <a:uFillTx/>
                <a:latin typeface="Meiryo UI"/>
                <a:ea typeface="Meiryo UI"/>
                <a:cs typeface="+mn-cs"/>
              </a:rPr>
              <a:t>14:00-16:00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900" b="0" i="0" u="none" strike="sngStrike" kern="0" cap="none" spc="0" normalizeH="0" baseline="0" noProof="0">
                <a:ln>
                  <a:noFill/>
                </a:ln>
                <a:solidFill>
                  <a:prstClr val="black"/>
                </a:solidFill>
                <a:effectLst/>
                <a:uLnTx/>
                <a:uFillTx/>
                <a:latin typeface="Meiryo UI"/>
                <a:ea typeface="Meiryo UI"/>
                <a:cs typeface="+mn-cs"/>
              </a:rPr>
              <a:t>モデル・検証</a:t>
            </a:r>
            <a:r>
              <a:rPr kumimoji="0" lang="en-US" altLang="ja-JP" sz="900" b="0" i="0" u="none" strike="sngStrike" kern="0" cap="none" spc="0" normalizeH="0" baseline="0" noProof="0">
                <a:ln>
                  <a:noFill/>
                </a:ln>
                <a:solidFill>
                  <a:prstClr val="black"/>
                </a:solidFill>
                <a:effectLst/>
                <a:uLnTx/>
                <a:uFillTx/>
                <a:latin typeface="Meiryo UI"/>
                <a:ea typeface="Meiryo UI"/>
                <a:cs typeface="+mn-cs"/>
              </a:rPr>
              <a:t>5</a:t>
            </a:r>
            <a:r>
              <a:rPr kumimoji="0" lang="ja-JP" altLang="en-US" sz="900" b="0" i="0" u="none" strike="sngStrike" kern="0" cap="none" spc="0" normalizeH="0" baseline="0" noProof="0">
                <a:ln>
                  <a:noFill/>
                </a:ln>
                <a:solidFill>
                  <a:prstClr val="black"/>
                </a:solidFill>
                <a:effectLst/>
                <a:uLnTx/>
                <a:uFillTx/>
                <a:latin typeface="Meiryo UI"/>
                <a:ea typeface="Meiryo UI"/>
                <a:cs typeface="+mn-cs"/>
              </a:rPr>
              <a:t>者定例</a:t>
            </a:r>
            <a:endParaRPr kumimoji="0" lang="en-US" altLang="ja-JP" sz="900" b="0" i="0" u="none" strike="sngStrike" kern="0" cap="none" spc="0" normalizeH="0" baseline="0" noProof="0">
              <a:ln>
                <a:noFill/>
              </a:ln>
              <a:solidFill>
                <a:prstClr val="black"/>
              </a:solidFill>
              <a:effectLst/>
              <a:uLnTx/>
              <a:uFillTx/>
              <a:latin typeface="Meiryo UI"/>
              <a:ea typeface="Meiryo UI"/>
              <a:cs typeface="+mn-cs"/>
            </a:endParaRPr>
          </a:p>
        </p:txBody>
      </p:sp>
      <p:sp>
        <p:nvSpPr>
          <p:cNvPr id="38" name="正方形/長方形 35">
            <a:extLst>
              <a:ext uri="{FF2B5EF4-FFF2-40B4-BE49-F238E27FC236}">
                <a16:creationId xmlns:a16="http://schemas.microsoft.com/office/drawing/2014/main" id="{022DFE5D-8783-147A-77E3-5ACC7742FC9E}"/>
              </a:ext>
            </a:extLst>
          </p:cNvPr>
          <p:cNvSpPr/>
          <p:nvPr/>
        </p:nvSpPr>
        <p:spPr>
          <a:xfrm>
            <a:off x="4937036" y="4747723"/>
            <a:ext cx="1312153" cy="441800"/>
          </a:xfrm>
          <a:prstGeom prst="rect">
            <a:avLst/>
          </a:prstGeom>
          <a:solidFill>
            <a:srgbClr val="FFFFD5"/>
          </a:solidFill>
          <a:ln w="9525" cap="flat" cmpd="sng" algn="ctr">
            <a:solidFill>
              <a:schemeClr val="tx1"/>
            </a:solidFill>
            <a:prstDash val="soli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black"/>
                </a:solidFill>
                <a:effectLst/>
                <a:uLnTx/>
                <a:uFillTx/>
                <a:latin typeface="Meiryo UI"/>
                <a:ea typeface="Meiryo UI"/>
                <a:cs typeface="+mn-cs"/>
              </a:rPr>
              <a:t>15:00-16:00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prstClr val="black"/>
                </a:solidFill>
                <a:effectLst/>
                <a:uLnTx/>
                <a:uFillTx/>
                <a:latin typeface="Meiryo UI"/>
                <a:ea typeface="Meiryo UI"/>
                <a:cs typeface="+mn-cs"/>
              </a:rPr>
              <a:t>医療介護開発定例</a:t>
            </a:r>
            <a:endParaRPr kumimoji="0" lang="en-US" altLang="ja-JP" sz="900" b="0" i="0" u="none" strike="noStrike" kern="0" cap="none" spc="0" normalizeH="0" baseline="0" noProof="0">
              <a:ln>
                <a:noFill/>
              </a:ln>
              <a:solidFill>
                <a:prstClr val="black"/>
              </a:solidFill>
              <a:effectLst/>
              <a:uLnTx/>
              <a:uFillTx/>
              <a:latin typeface="Meiryo UI"/>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600" b="0" i="0" u="none" strike="noStrike" kern="0" cap="none" spc="0" normalizeH="0" baseline="0" noProof="0">
                <a:ln>
                  <a:noFill/>
                </a:ln>
                <a:solidFill>
                  <a:prstClr val="black"/>
                </a:solidFill>
                <a:effectLst/>
                <a:uLnTx/>
                <a:uFillTx/>
                <a:latin typeface="Meiryo UI"/>
                <a:ea typeface="Meiryo UI"/>
                <a:cs typeface="+mn-cs"/>
              </a:rPr>
              <a:t>(</a:t>
            </a:r>
            <a:r>
              <a:rPr kumimoji="0" lang="ja-JP" altLang="en-US" sz="600" b="0" i="0" u="none" strike="noStrike" kern="0" cap="none" spc="0" normalizeH="0" baseline="0" noProof="0">
                <a:ln>
                  <a:noFill/>
                </a:ln>
                <a:solidFill>
                  <a:prstClr val="black"/>
                </a:solidFill>
                <a:effectLst/>
                <a:uLnTx/>
                <a:uFillTx/>
                <a:latin typeface="Meiryo UI"/>
                <a:ea typeface="Meiryo UI"/>
                <a:cs typeface="+mn-cs"/>
              </a:rPr>
              <a:t>基金・国保中央会</a:t>
            </a:r>
            <a:r>
              <a:rPr kumimoji="0" lang="en-US" altLang="ja-JP" sz="600" b="0" i="0" u="none" strike="noStrike" kern="0" cap="none" spc="0" normalizeH="0" baseline="0" noProof="0">
                <a:ln>
                  <a:noFill/>
                </a:ln>
                <a:solidFill>
                  <a:prstClr val="black"/>
                </a:solidFill>
                <a:effectLst/>
                <a:uLnTx/>
                <a:uFillTx/>
                <a:latin typeface="Meiryo UI"/>
                <a:ea typeface="Meiryo UI"/>
                <a:cs typeface="+mn-cs"/>
              </a:rPr>
              <a:t>)</a:t>
            </a:r>
          </a:p>
        </p:txBody>
      </p:sp>
      <p:sp>
        <p:nvSpPr>
          <p:cNvPr id="42" name="正方形/長方形 34">
            <a:extLst>
              <a:ext uri="{FF2B5EF4-FFF2-40B4-BE49-F238E27FC236}">
                <a16:creationId xmlns:a16="http://schemas.microsoft.com/office/drawing/2014/main" id="{8DA9AC8E-8F41-7D98-0E31-EF1D94A70541}"/>
              </a:ext>
            </a:extLst>
          </p:cNvPr>
          <p:cNvSpPr/>
          <p:nvPr/>
        </p:nvSpPr>
        <p:spPr>
          <a:xfrm>
            <a:off x="7776177" y="3918100"/>
            <a:ext cx="1312153" cy="439356"/>
          </a:xfrm>
          <a:prstGeom prst="rect">
            <a:avLst/>
          </a:prstGeom>
          <a:solidFill>
            <a:srgbClr val="FFFFD5"/>
          </a:solidFill>
          <a:ln w="9525" cap="flat" cmpd="sng" algn="ctr">
            <a:solidFill>
              <a:schemeClr val="tx1"/>
            </a:solidFill>
            <a:prstDash val="soli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black"/>
                </a:solidFill>
                <a:effectLst/>
                <a:uLnTx/>
                <a:uFillTx/>
                <a:latin typeface="Meiryo UI"/>
                <a:ea typeface="Meiryo UI"/>
                <a:cs typeface="Meiryo UI" panose="020B0604030504040204" pitchFamily="50" charset="-128"/>
              </a:rPr>
              <a:t>13:30‐14:00</a:t>
            </a:r>
            <a:br>
              <a:rPr kumimoji="0" lang="en-US" altLang="ja-JP" sz="900" b="0" i="0" u="none" strike="noStrike" kern="0" cap="none" spc="0" normalizeH="0" baseline="0" noProof="0">
                <a:ln>
                  <a:noFill/>
                </a:ln>
                <a:solidFill>
                  <a:prstClr val="black"/>
                </a:solidFill>
                <a:effectLst/>
                <a:uLnTx/>
                <a:uFillTx/>
                <a:latin typeface="Meiryo UI"/>
                <a:ea typeface="Meiryo UI"/>
                <a:cs typeface="Meiryo UI" panose="020B0604030504040204" pitchFamily="50" charset="-128"/>
              </a:rPr>
            </a:br>
            <a:r>
              <a:rPr kumimoji="0" lang="ja-JP" altLang="en-US" sz="900" b="0" i="0" u="none" strike="noStrike" kern="0" cap="none" spc="0" normalizeH="0" baseline="0" noProof="0">
                <a:ln>
                  <a:noFill/>
                </a:ln>
                <a:solidFill>
                  <a:prstClr val="black"/>
                </a:solidFill>
                <a:effectLst/>
                <a:uLnTx/>
                <a:uFillTx/>
                <a:latin typeface="Meiryo UI"/>
                <a:ea typeface="Meiryo UI"/>
                <a:cs typeface="Meiryo UI" panose="020B0604030504040204" pitchFamily="50" charset="-128"/>
              </a:rPr>
              <a:t>（オンライン）</a:t>
            </a:r>
            <a:endParaRPr kumimoji="0" lang="en-US" altLang="ja-JP" sz="900" b="0" i="0" u="none" strike="noStrike" kern="0" cap="none" spc="0" normalizeH="0" baseline="0" noProof="0">
              <a:ln>
                <a:noFill/>
              </a:ln>
              <a:solidFill>
                <a:prstClr val="black"/>
              </a:solidFill>
              <a:effectLst/>
              <a:uLnTx/>
              <a:uFillTx/>
              <a:latin typeface="Meiryo UI"/>
              <a:ea typeface="Meiryo UI"/>
              <a:cs typeface="Meiryo UI" panose="020B0604030504040204" pitchFamily="50" charset="-128"/>
            </a:endParaRP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prstClr val="black"/>
                </a:solidFill>
                <a:effectLst/>
                <a:uLnTx/>
                <a:uFillTx/>
                <a:latin typeface="Meiryo UI"/>
                <a:ea typeface="Meiryo UI"/>
                <a:cs typeface="Meiryo UI" panose="020B0604030504040204" pitchFamily="50" charset="-128"/>
              </a:rPr>
              <a:t>三者定例</a:t>
            </a:r>
          </a:p>
        </p:txBody>
      </p:sp>
      <p:sp>
        <p:nvSpPr>
          <p:cNvPr id="73" name="正方形/長方形 9">
            <a:extLst>
              <a:ext uri="{FF2B5EF4-FFF2-40B4-BE49-F238E27FC236}">
                <a16:creationId xmlns:a16="http://schemas.microsoft.com/office/drawing/2014/main" id="{933B56CE-FB50-636B-933F-0A40F5B0F59F}"/>
              </a:ext>
            </a:extLst>
          </p:cNvPr>
          <p:cNvSpPr/>
          <p:nvPr/>
        </p:nvSpPr>
        <p:spPr>
          <a:xfrm>
            <a:off x="3495898" y="4058008"/>
            <a:ext cx="1312153" cy="297521"/>
          </a:xfrm>
          <a:prstGeom prst="rect">
            <a:avLst/>
          </a:prstGeom>
          <a:solidFill>
            <a:srgbClr val="FFFFD5"/>
          </a:solidFill>
          <a:ln w="9525" cap="flat" cmpd="sng" algn="ctr">
            <a:solidFill>
              <a:schemeClr val="tx1"/>
            </a:solidFill>
            <a:prstDash val="soli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black"/>
                </a:solidFill>
                <a:effectLst/>
                <a:uLnTx/>
                <a:uFillTx/>
                <a:latin typeface="Meiryo UI"/>
                <a:ea typeface="Meiryo UI"/>
                <a:cs typeface="Meiryo UI" panose="020B0604030504040204" pitchFamily="50" charset="-128"/>
              </a:rPr>
              <a:t>14:00‐15:30</a:t>
            </a:r>
          </a:p>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prstClr val="black"/>
                </a:solidFill>
                <a:effectLst/>
                <a:uLnTx/>
                <a:uFillTx/>
                <a:latin typeface="Meiryo UI"/>
                <a:ea typeface="Meiryo UI"/>
                <a:cs typeface="Meiryo UI" panose="020B0604030504040204" pitchFamily="50" charset="-128"/>
              </a:rPr>
              <a:t>開発課題検討会</a:t>
            </a:r>
            <a:endParaRPr kumimoji="1" lang="ja-JP" altLang="en-US" sz="900" b="0" i="0" u="none" strike="noStrike" kern="0" cap="none" spc="0" normalizeH="0" baseline="0" noProof="0">
              <a:ln>
                <a:noFill/>
              </a:ln>
              <a:solidFill>
                <a:prstClr val="black"/>
              </a:solidFill>
              <a:effectLst/>
              <a:uLnTx/>
              <a:uFillTx/>
              <a:latin typeface="Meiryo UI"/>
              <a:ea typeface="Meiryo UI"/>
              <a:cs typeface="Meiryo UI" panose="020B0604030504040204" pitchFamily="50" charset="-128"/>
            </a:endParaRPr>
          </a:p>
        </p:txBody>
      </p:sp>
      <p:sp>
        <p:nvSpPr>
          <p:cNvPr id="75" name="正方形/長方形 18">
            <a:extLst>
              <a:ext uri="{FF2B5EF4-FFF2-40B4-BE49-F238E27FC236}">
                <a16:creationId xmlns:a16="http://schemas.microsoft.com/office/drawing/2014/main" id="{F6980875-4558-E362-F23D-0B9E49FE6EF8}"/>
              </a:ext>
            </a:extLst>
          </p:cNvPr>
          <p:cNvSpPr/>
          <p:nvPr/>
        </p:nvSpPr>
        <p:spPr>
          <a:xfrm>
            <a:off x="3495898" y="3730857"/>
            <a:ext cx="1312153" cy="297521"/>
          </a:xfrm>
          <a:prstGeom prst="rect">
            <a:avLst/>
          </a:prstGeom>
          <a:solidFill>
            <a:srgbClr val="FFFFD5"/>
          </a:solidFill>
          <a:ln w="9525" cap="flat" cmpd="sng" algn="ctr">
            <a:solidFill>
              <a:schemeClr val="tx1"/>
            </a:solidFill>
            <a:prstDash val="soli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kern="0" cap="none" spc="0" normalizeH="0" baseline="0" noProof="0">
                <a:ln>
                  <a:noFill/>
                </a:ln>
                <a:solidFill>
                  <a:prstClr val="black"/>
                </a:solidFill>
                <a:effectLst/>
                <a:uLnTx/>
                <a:uFillTx/>
                <a:latin typeface="Meiryo UI"/>
                <a:ea typeface="Meiryo UI"/>
                <a:cs typeface="+mn-cs"/>
              </a:rPr>
              <a:t>13:30‐14:00</a:t>
            </a:r>
            <a:endParaRPr kumimoji="1" lang="en-US" sz="900" b="0" i="0" u="none" kern="0" cap="none" spc="0" normalizeH="0" baseline="0" noProof="0">
              <a:ln>
                <a:noFill/>
              </a:ln>
              <a:solidFill>
                <a:prstClr val="black"/>
              </a:solidFill>
              <a:effectLst/>
              <a:uLnTx/>
              <a:uFillTx/>
              <a:latin typeface="Meiryo UI"/>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900" b="0" i="0" u="none" kern="0" cap="none" spc="0" normalizeH="0" baseline="0" noProof="0">
                <a:ln>
                  <a:noFill/>
                </a:ln>
                <a:solidFill>
                  <a:prstClr val="black"/>
                </a:solidFill>
                <a:effectLst/>
                <a:uLnTx/>
                <a:uFillTx/>
                <a:latin typeface="Meiryo UI"/>
                <a:ea typeface="Meiryo UI"/>
                <a:cs typeface="+mn-cs"/>
              </a:rPr>
              <a:t>開発進捗連絡会議</a:t>
            </a:r>
            <a:endParaRPr kumimoji="1" lang="ja-JP" altLang="en-US" sz="900" b="0" i="0" u="none" kern="0" cap="none" spc="0" normalizeH="0" baseline="0" noProof="0">
              <a:ln>
                <a:noFill/>
              </a:ln>
              <a:solidFill>
                <a:prstClr val="black"/>
              </a:solidFill>
              <a:effectLst/>
              <a:uLnTx/>
              <a:uFillTx/>
              <a:latin typeface="Meiryo UI"/>
              <a:ea typeface="Meiryo UI"/>
              <a:cs typeface="+mn-cs"/>
            </a:endParaRPr>
          </a:p>
        </p:txBody>
      </p:sp>
      <p:sp>
        <p:nvSpPr>
          <p:cNvPr id="77" name="正方形/長方形 18">
            <a:extLst>
              <a:ext uri="{FF2B5EF4-FFF2-40B4-BE49-F238E27FC236}">
                <a16:creationId xmlns:a16="http://schemas.microsoft.com/office/drawing/2014/main" id="{D038DA85-02BC-480B-5AC8-8AEE375744F6}"/>
              </a:ext>
            </a:extLst>
          </p:cNvPr>
          <p:cNvSpPr/>
          <p:nvPr/>
        </p:nvSpPr>
        <p:spPr>
          <a:xfrm>
            <a:off x="3495898" y="5556271"/>
            <a:ext cx="1312153" cy="297521"/>
          </a:xfrm>
          <a:prstGeom prst="rect">
            <a:avLst/>
          </a:prstGeom>
          <a:solidFill>
            <a:srgbClr val="FFFFD5"/>
          </a:solidFill>
          <a:ln w="9525" cap="flat" cmpd="sng" algn="ctr">
            <a:solidFill>
              <a:schemeClr val="tx1"/>
            </a:solidFill>
            <a:prstDash val="soli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1" i="0" u="none" kern="0" cap="none" spc="0" normalizeH="0" baseline="0" noProof="0">
                <a:ln>
                  <a:noFill/>
                </a:ln>
                <a:solidFill>
                  <a:prstClr val="black"/>
                </a:solidFill>
                <a:effectLst/>
                <a:uLnTx/>
                <a:uFillTx/>
                <a:latin typeface="Meiryo UI"/>
                <a:ea typeface="Meiryo UI"/>
                <a:cs typeface="+mn-cs"/>
              </a:rPr>
              <a:t>17:00‐18:00</a:t>
            </a:r>
            <a:endParaRPr kumimoji="1" lang="en-US" sz="900" b="1" i="0" u="none" kern="0" cap="none" spc="0" normalizeH="0" baseline="0" noProof="0">
              <a:ln>
                <a:noFill/>
              </a:ln>
              <a:solidFill>
                <a:prstClr val="black"/>
              </a:solidFill>
              <a:effectLst/>
              <a:uLnTx/>
              <a:uFillTx/>
              <a:latin typeface="Meiryo UI"/>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1" i="0" u="none" kern="0" cap="none" spc="0" normalizeH="0" baseline="0" noProof="0">
                <a:ln>
                  <a:noFill/>
                </a:ln>
                <a:solidFill>
                  <a:prstClr val="black"/>
                </a:solidFill>
                <a:effectLst/>
                <a:uLnTx/>
                <a:uFillTx/>
                <a:latin typeface="Meiryo UI"/>
                <a:ea typeface="Meiryo UI"/>
                <a:cs typeface="+mn-cs"/>
              </a:rPr>
              <a:t>R9</a:t>
            </a:r>
            <a:r>
              <a:rPr kumimoji="0" lang="ja-JP" altLang="en-US" sz="900" b="1" i="0" u="none" kern="0" cap="none" spc="0" normalizeH="0" baseline="0" noProof="0">
                <a:ln>
                  <a:noFill/>
                </a:ln>
                <a:solidFill>
                  <a:prstClr val="black"/>
                </a:solidFill>
                <a:effectLst/>
                <a:uLnTx/>
                <a:uFillTx/>
                <a:latin typeface="Meiryo UI"/>
                <a:ea typeface="Meiryo UI"/>
                <a:cs typeface="+mn-cs"/>
              </a:rPr>
              <a:t>開発分状況確認会</a:t>
            </a:r>
            <a:endParaRPr kumimoji="1" lang="ja-JP" altLang="en-US" sz="900" b="1" i="0" u="none" kern="0" cap="none" spc="0" normalizeH="0" baseline="0" noProof="0">
              <a:ln>
                <a:noFill/>
              </a:ln>
              <a:solidFill>
                <a:prstClr val="black"/>
              </a:solidFill>
              <a:effectLst/>
              <a:uLnTx/>
              <a:uFillTx/>
              <a:latin typeface="Meiryo UI"/>
              <a:ea typeface="Meiryo UI"/>
              <a:cs typeface="+mn-cs"/>
            </a:endParaRPr>
          </a:p>
        </p:txBody>
      </p:sp>
      <p:sp>
        <p:nvSpPr>
          <p:cNvPr id="79" name="正方形/長方形 18">
            <a:extLst>
              <a:ext uri="{FF2B5EF4-FFF2-40B4-BE49-F238E27FC236}">
                <a16:creationId xmlns:a16="http://schemas.microsoft.com/office/drawing/2014/main" id="{21EF3DFE-D2C3-5F38-564B-7370F755D231}"/>
              </a:ext>
            </a:extLst>
          </p:cNvPr>
          <p:cNvSpPr/>
          <p:nvPr/>
        </p:nvSpPr>
        <p:spPr>
          <a:xfrm>
            <a:off x="6349433" y="3588257"/>
            <a:ext cx="1312153" cy="297521"/>
          </a:xfrm>
          <a:prstGeom prst="rect">
            <a:avLst/>
          </a:prstGeom>
          <a:solidFill>
            <a:srgbClr val="FFFFD5"/>
          </a:solidFill>
          <a:ln w="9525" cap="flat" cmpd="sng" algn="ctr">
            <a:solidFill>
              <a:schemeClr val="tx1"/>
            </a:solidFill>
            <a:prstDash val="solid"/>
          </a:ln>
          <a:effectLst/>
        </p:spPr>
        <p:txBody>
          <a:bodyPr rot="0" spcFirstLastPara="0" vert="horz" wrap="none" lIns="36000" tIns="36000" rIns="3600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kern="0" cap="none" spc="0" normalizeH="0" baseline="0" noProof="0">
                <a:ln>
                  <a:noFill/>
                </a:ln>
                <a:solidFill>
                  <a:prstClr val="black"/>
                </a:solidFill>
                <a:effectLst/>
                <a:uLnTx/>
                <a:uFillTx/>
                <a:latin typeface="Meiryo UI"/>
                <a:ea typeface="Meiryo UI"/>
                <a:cs typeface="+mn-cs"/>
              </a:rPr>
              <a:t>11:00‐12:00</a:t>
            </a:r>
            <a:endParaRPr kumimoji="1" lang="en-US" sz="900" b="0" i="0" u="none" kern="0" cap="none" spc="0" normalizeH="0" baseline="0" noProof="0">
              <a:ln>
                <a:noFill/>
              </a:ln>
              <a:solidFill>
                <a:prstClr val="black"/>
              </a:solidFill>
              <a:effectLst/>
              <a:uLnTx/>
              <a:uFillTx/>
              <a:latin typeface="Meiryo UI"/>
              <a:ea typeface="Meiryo UI"/>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900" kern="0">
                <a:solidFill>
                  <a:prstClr val="black"/>
                </a:solidFill>
                <a:latin typeface="Meiryo UI"/>
                <a:ea typeface="Meiryo UI"/>
              </a:rPr>
              <a:t>医療介護連携</a:t>
            </a:r>
            <a:endParaRPr kumimoji="1" lang="ja-JP" altLang="en-US" sz="900" b="0" i="0" u="none" kern="0" cap="none" spc="0" normalizeH="0" baseline="0" noProof="0">
              <a:ln>
                <a:noFill/>
              </a:ln>
              <a:solidFill>
                <a:prstClr val="black"/>
              </a:solidFill>
              <a:effectLst/>
              <a:uLnTx/>
              <a:uFillTx/>
              <a:latin typeface="Meiryo UI"/>
              <a:ea typeface="Meiryo UI"/>
              <a:cs typeface="+mn-cs"/>
            </a:endParaRPr>
          </a:p>
        </p:txBody>
      </p:sp>
      <p:sp>
        <p:nvSpPr>
          <p:cNvPr id="4" name="正方形/長方形 3">
            <a:extLst>
              <a:ext uri="{FF2B5EF4-FFF2-40B4-BE49-F238E27FC236}">
                <a16:creationId xmlns:a16="http://schemas.microsoft.com/office/drawing/2014/main" id="{F8EA7FEE-F032-D9E6-49DD-4C13D47F13C8}"/>
              </a:ext>
            </a:extLst>
          </p:cNvPr>
          <p:cNvSpPr/>
          <p:nvPr/>
        </p:nvSpPr>
        <p:spPr>
          <a:xfrm>
            <a:off x="7776177" y="3588257"/>
            <a:ext cx="1312153" cy="297521"/>
          </a:xfrm>
          <a:prstGeom prst="rect">
            <a:avLst/>
          </a:prstGeom>
          <a:solidFill>
            <a:srgbClr val="FDEADA"/>
          </a:solidFill>
          <a:ln w="9525" cap="flat" cmpd="sng" algn="ctr">
            <a:solidFill>
              <a:schemeClr val="tx1"/>
            </a:solidFill>
            <a:prstDash val="solid"/>
          </a:ln>
          <a:effectLst/>
        </p:spPr>
        <p:txBody>
          <a:bodyPr rot="0" spcFirstLastPara="0" vert="horz" wrap="none" lIns="0" tIns="36000" rIns="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en-US" altLang="ja-JP" sz="900" kern="0">
                <a:latin typeface="Meiryo UI"/>
              </a:rPr>
              <a:t>10:30-11:30</a:t>
            </a:r>
          </a:p>
          <a:p>
            <a:pPr algn="ctr"/>
            <a:r>
              <a:rPr lang="ja-JP" altLang="ja-JP" sz="900"/>
              <a:t>日立総合病院 事前訪問</a:t>
            </a:r>
            <a:endParaRPr lang="en-US" altLang="ja-JP" sz="900" kern="0">
              <a:latin typeface="Meiryo UI"/>
            </a:endParaRPr>
          </a:p>
        </p:txBody>
      </p:sp>
      <p:sp>
        <p:nvSpPr>
          <p:cNvPr id="5" name="正方形/長方形 4">
            <a:extLst>
              <a:ext uri="{FF2B5EF4-FFF2-40B4-BE49-F238E27FC236}">
                <a16:creationId xmlns:a16="http://schemas.microsoft.com/office/drawing/2014/main" id="{09B840C8-E003-1E0D-F07A-D4DE6355F557}"/>
              </a:ext>
            </a:extLst>
          </p:cNvPr>
          <p:cNvSpPr/>
          <p:nvPr/>
        </p:nvSpPr>
        <p:spPr>
          <a:xfrm>
            <a:off x="6349433" y="1864891"/>
            <a:ext cx="1312153" cy="297521"/>
          </a:xfrm>
          <a:prstGeom prst="rect">
            <a:avLst/>
          </a:prstGeom>
          <a:solidFill>
            <a:srgbClr val="FDEADA"/>
          </a:solidFill>
          <a:ln w="9525" cap="flat" cmpd="sng" algn="ctr">
            <a:solidFill>
              <a:schemeClr val="tx1"/>
            </a:solidFill>
            <a:prstDash val="solid"/>
          </a:ln>
          <a:effectLst/>
        </p:spPr>
        <p:txBody>
          <a:bodyPr rot="0" spcFirstLastPara="0" vert="horz" wrap="none" lIns="0" tIns="36000" rIns="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0" cap="none" spc="0" normalizeH="0" baseline="0" noProof="0">
                <a:ln>
                  <a:noFill/>
                </a:ln>
                <a:solidFill>
                  <a:prstClr val="black"/>
                </a:solidFill>
                <a:effectLst/>
                <a:uLnTx/>
                <a:uFillTx/>
                <a:latin typeface="Meiryo UI"/>
                <a:ea typeface="Meiryo UI"/>
                <a:cs typeface="+mn-cs"/>
              </a:rPr>
              <a:t>14</a:t>
            </a:r>
            <a:r>
              <a:rPr kumimoji="1" lang="ja-JP" altLang="en-US" sz="900" b="0" i="0" u="none" strike="noStrike" kern="0" cap="none" spc="0" normalizeH="0" baseline="0" noProof="0">
                <a:ln>
                  <a:noFill/>
                </a:ln>
                <a:solidFill>
                  <a:prstClr val="black"/>
                </a:solidFill>
                <a:effectLst/>
                <a:uLnTx/>
                <a:uFillTx/>
                <a:latin typeface="Meiryo UI"/>
                <a:ea typeface="Meiryo UI"/>
                <a:cs typeface="+mn-cs"/>
              </a:rPr>
              <a:t>：</a:t>
            </a:r>
            <a:r>
              <a:rPr kumimoji="1" lang="en-US" altLang="ja-JP" sz="900" b="0" i="0" u="none" strike="noStrike" kern="0" cap="none" spc="0" normalizeH="0" baseline="0" noProof="0">
                <a:ln>
                  <a:noFill/>
                </a:ln>
                <a:solidFill>
                  <a:prstClr val="black"/>
                </a:solidFill>
                <a:effectLst/>
                <a:uLnTx/>
                <a:uFillTx/>
                <a:latin typeface="Meiryo UI"/>
                <a:ea typeface="Meiryo UI"/>
                <a:cs typeface="+mn-cs"/>
              </a:rPr>
              <a:t>00</a:t>
            </a:r>
            <a:r>
              <a:rPr kumimoji="1" lang="ja-JP" altLang="en-US" sz="900" b="0" i="0" u="none" strike="noStrike" kern="0" cap="none" spc="0" normalizeH="0" baseline="0" noProof="0">
                <a:ln>
                  <a:noFill/>
                </a:ln>
                <a:solidFill>
                  <a:prstClr val="black"/>
                </a:solidFill>
                <a:effectLst/>
                <a:uLnTx/>
                <a:uFillTx/>
                <a:latin typeface="Meiryo UI"/>
                <a:ea typeface="Meiryo UI"/>
                <a:cs typeface="+mn-cs"/>
              </a:rPr>
              <a:t>－</a:t>
            </a:r>
            <a:r>
              <a:rPr kumimoji="1" lang="en-US" altLang="ja-JP" sz="900" b="0" i="0" u="none" strike="noStrike" kern="0" cap="none" spc="0" normalizeH="0" baseline="0" noProof="0">
                <a:ln>
                  <a:noFill/>
                </a:ln>
                <a:solidFill>
                  <a:prstClr val="black"/>
                </a:solidFill>
                <a:effectLst/>
                <a:uLnTx/>
                <a:uFillTx/>
                <a:latin typeface="Meiryo UI"/>
                <a:ea typeface="Meiryo UI"/>
                <a:cs typeface="+mn-cs"/>
              </a:rPr>
              <a:t>15</a:t>
            </a:r>
            <a:r>
              <a:rPr kumimoji="1" lang="ja-JP" altLang="en-US" sz="900" b="0" i="0" u="none" strike="noStrike" kern="0" cap="none" spc="0" normalizeH="0" baseline="0" noProof="0">
                <a:ln>
                  <a:noFill/>
                </a:ln>
                <a:solidFill>
                  <a:prstClr val="black"/>
                </a:solidFill>
                <a:effectLst/>
                <a:uLnTx/>
                <a:uFillTx/>
                <a:latin typeface="Meiryo UI"/>
                <a:ea typeface="Meiryo UI"/>
                <a:cs typeface="+mn-cs"/>
              </a:rPr>
              <a:t>：</a:t>
            </a:r>
            <a:r>
              <a:rPr kumimoji="1" lang="en-US" altLang="ja-JP" sz="900" b="0" i="0" u="none" strike="noStrike" kern="0" cap="none" spc="0" normalizeH="0" baseline="0" noProof="0">
                <a:ln>
                  <a:noFill/>
                </a:ln>
                <a:solidFill>
                  <a:prstClr val="black"/>
                </a:solidFill>
                <a:effectLst/>
                <a:uLnTx/>
                <a:uFillTx/>
                <a:latin typeface="Meiryo UI"/>
                <a:ea typeface="Meiryo UI"/>
                <a:cs typeface="+mn-cs"/>
              </a:rPr>
              <a:t>00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0" cap="none" spc="0" normalizeH="0" baseline="0" noProof="0">
                <a:ln>
                  <a:noFill/>
                </a:ln>
                <a:solidFill>
                  <a:prstClr val="black"/>
                </a:solidFill>
                <a:effectLst/>
                <a:uLnTx/>
                <a:uFillTx/>
                <a:latin typeface="Meiryo UI"/>
                <a:ea typeface="Meiryo UI"/>
                <a:cs typeface="+mn-cs"/>
              </a:rPr>
              <a:t>ウィーメックス打合せ</a:t>
            </a:r>
          </a:p>
        </p:txBody>
      </p:sp>
      <p:sp>
        <p:nvSpPr>
          <p:cNvPr id="7" name="正方形/長方形 6">
            <a:extLst>
              <a:ext uri="{FF2B5EF4-FFF2-40B4-BE49-F238E27FC236}">
                <a16:creationId xmlns:a16="http://schemas.microsoft.com/office/drawing/2014/main" id="{8B668543-B7DB-6BA5-1E80-27C51C02D96D}"/>
              </a:ext>
            </a:extLst>
          </p:cNvPr>
          <p:cNvSpPr/>
          <p:nvPr/>
        </p:nvSpPr>
        <p:spPr>
          <a:xfrm>
            <a:off x="6349433" y="2249098"/>
            <a:ext cx="1312153" cy="435851"/>
          </a:xfrm>
          <a:prstGeom prst="rect">
            <a:avLst/>
          </a:prstGeom>
          <a:solidFill>
            <a:srgbClr val="FDEADA"/>
          </a:solidFill>
          <a:ln w="9525" cap="flat" cmpd="sng" algn="ctr">
            <a:solidFill>
              <a:schemeClr val="tx1"/>
            </a:solidFill>
            <a:prstDash val="solid"/>
          </a:ln>
          <a:effectLst/>
        </p:spPr>
        <p:txBody>
          <a:bodyPr rot="0" spcFirstLastPara="0" vert="horz" wrap="none" lIns="0" tIns="36000" rIns="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lvl="0" algn="ctr">
              <a:defRPr/>
            </a:pPr>
            <a:r>
              <a:rPr lang="en-US" altLang="ja-JP" sz="900" kern="0">
                <a:solidFill>
                  <a:prstClr val="black"/>
                </a:solidFill>
                <a:latin typeface="Meiryo UI"/>
              </a:rPr>
              <a:t>15:00-16:00</a:t>
            </a:r>
          </a:p>
          <a:p>
            <a:pPr lvl="0" algn="ctr">
              <a:defRPr/>
            </a:pPr>
            <a:r>
              <a:rPr lang="ja-JP" altLang="en-US" sz="900" kern="0">
                <a:solidFill>
                  <a:prstClr val="black"/>
                </a:solidFill>
                <a:latin typeface="Meiryo UI"/>
              </a:rPr>
              <a:t>南奈良総合医療センター・</a:t>
            </a:r>
            <a:br>
              <a:rPr lang="en-US" altLang="ja-JP" sz="900" kern="0">
                <a:solidFill>
                  <a:prstClr val="black"/>
                </a:solidFill>
                <a:latin typeface="Meiryo UI"/>
              </a:rPr>
            </a:br>
            <a:r>
              <a:rPr lang="ja-JP" altLang="en-US" sz="900" kern="0">
                <a:solidFill>
                  <a:prstClr val="black"/>
                </a:solidFill>
                <a:latin typeface="Meiryo UI"/>
              </a:rPr>
              <a:t>タック・</a:t>
            </a:r>
            <a:r>
              <a:rPr lang="en-US" altLang="ja-JP" sz="900" kern="0">
                <a:solidFill>
                  <a:prstClr val="black"/>
                </a:solidFill>
                <a:latin typeface="Meiryo UI"/>
              </a:rPr>
              <a:t>FJJ</a:t>
            </a:r>
            <a:r>
              <a:rPr lang="ja-JP" altLang="en-US" sz="900" kern="0">
                <a:solidFill>
                  <a:prstClr val="black"/>
                </a:solidFill>
                <a:latin typeface="Meiryo UI"/>
              </a:rPr>
              <a:t>打合せ</a:t>
            </a:r>
            <a:endParaRPr lang="en-US" altLang="ja-JP" sz="900" kern="0" baseline="30000">
              <a:solidFill>
                <a:prstClr val="black"/>
              </a:solidFill>
              <a:latin typeface="Meiryo UI"/>
            </a:endParaRPr>
          </a:p>
        </p:txBody>
      </p:sp>
      <p:sp>
        <p:nvSpPr>
          <p:cNvPr id="9" name="正方形/長方形 8">
            <a:extLst>
              <a:ext uri="{FF2B5EF4-FFF2-40B4-BE49-F238E27FC236}">
                <a16:creationId xmlns:a16="http://schemas.microsoft.com/office/drawing/2014/main" id="{4E939704-5C27-CE86-F052-2EAB8D82BF62}"/>
              </a:ext>
            </a:extLst>
          </p:cNvPr>
          <p:cNvSpPr/>
          <p:nvPr/>
        </p:nvSpPr>
        <p:spPr>
          <a:xfrm>
            <a:off x="3495898" y="3109869"/>
            <a:ext cx="1312153" cy="392165"/>
          </a:xfrm>
          <a:prstGeom prst="rect">
            <a:avLst/>
          </a:prstGeom>
          <a:solidFill>
            <a:srgbClr val="FDEADA"/>
          </a:solidFill>
          <a:ln w="9525" cap="flat" cmpd="sng" algn="ctr">
            <a:solidFill>
              <a:schemeClr val="tx1"/>
            </a:solidFill>
            <a:prstDash val="solid"/>
          </a:ln>
          <a:effectLst/>
        </p:spPr>
        <p:txBody>
          <a:bodyPr rot="0" spcFirstLastPara="0" vert="horz" wrap="none" lIns="0" tIns="36000" rIns="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lvl="0" algn="ctr">
              <a:defRPr/>
            </a:pPr>
            <a:r>
              <a:rPr lang="en-US" altLang="ja-JP" sz="900" kern="0">
                <a:solidFill>
                  <a:prstClr val="black"/>
                </a:solidFill>
                <a:latin typeface="Meiryo UI"/>
              </a:rPr>
              <a:t>9:30-11:30</a:t>
            </a:r>
          </a:p>
          <a:p>
            <a:pPr lvl="0" algn="ctr">
              <a:defRPr/>
            </a:pPr>
            <a:r>
              <a:rPr lang="ja-JP" altLang="en-US" sz="800" kern="0">
                <a:solidFill>
                  <a:prstClr val="black"/>
                </a:solidFill>
                <a:latin typeface="Meiryo UI"/>
              </a:rPr>
              <a:t>加賀市医療センター実地検証</a:t>
            </a:r>
            <a:br>
              <a:rPr lang="en-US" altLang="ja-JP" sz="800" kern="0">
                <a:solidFill>
                  <a:prstClr val="black"/>
                </a:solidFill>
                <a:latin typeface="Meiryo UI"/>
              </a:rPr>
            </a:br>
            <a:r>
              <a:rPr lang="ja-JP" altLang="en-US" sz="800" kern="0">
                <a:solidFill>
                  <a:prstClr val="black"/>
                </a:solidFill>
                <a:latin typeface="Meiryo UI"/>
              </a:rPr>
              <a:t>（文書の逆紹介）</a:t>
            </a:r>
            <a:endParaRPr lang="en-US" altLang="ja-JP" sz="800" kern="0">
              <a:solidFill>
                <a:prstClr val="black"/>
              </a:solidFill>
              <a:latin typeface="Meiryo UI"/>
            </a:endParaRPr>
          </a:p>
        </p:txBody>
      </p:sp>
      <p:sp>
        <p:nvSpPr>
          <p:cNvPr id="15" name="正方形/長方形 14">
            <a:extLst>
              <a:ext uri="{FF2B5EF4-FFF2-40B4-BE49-F238E27FC236}">
                <a16:creationId xmlns:a16="http://schemas.microsoft.com/office/drawing/2014/main" id="{DF391666-EEB2-2E9F-B422-B1E33ABF5827}"/>
              </a:ext>
            </a:extLst>
          </p:cNvPr>
          <p:cNvSpPr/>
          <p:nvPr/>
        </p:nvSpPr>
        <p:spPr>
          <a:xfrm>
            <a:off x="4937036" y="3109868"/>
            <a:ext cx="1312153" cy="412030"/>
          </a:xfrm>
          <a:prstGeom prst="rect">
            <a:avLst/>
          </a:prstGeom>
          <a:solidFill>
            <a:srgbClr val="FDEADA"/>
          </a:solidFill>
          <a:ln w="9525" cap="flat" cmpd="sng" algn="ctr">
            <a:solidFill>
              <a:schemeClr val="tx1"/>
            </a:solidFill>
            <a:prstDash val="solid"/>
          </a:ln>
          <a:effectLst/>
        </p:spPr>
        <p:txBody>
          <a:bodyPr rot="0" spcFirstLastPara="0" vert="horz" wrap="none" lIns="0" tIns="36000" rIns="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lvl="0" algn="ctr">
              <a:defRPr/>
            </a:pPr>
            <a:r>
              <a:rPr lang="en-US" altLang="ja-JP" sz="900" kern="0">
                <a:solidFill>
                  <a:prstClr val="black"/>
                </a:solidFill>
                <a:latin typeface="Meiryo UI"/>
              </a:rPr>
              <a:t>9:00-13:00</a:t>
            </a:r>
          </a:p>
          <a:p>
            <a:pPr lvl="0" algn="ctr">
              <a:defRPr/>
            </a:pPr>
            <a:r>
              <a:rPr lang="ja-JP" altLang="en-US" sz="900" kern="0">
                <a:solidFill>
                  <a:prstClr val="black"/>
                </a:solidFill>
                <a:latin typeface="Meiryo UI"/>
              </a:rPr>
              <a:t>うわだな小児科医院実地検証</a:t>
            </a:r>
            <a:r>
              <a:rPr lang="ja-JP" altLang="en-US" sz="800" kern="0">
                <a:solidFill>
                  <a:prstClr val="black"/>
                </a:solidFill>
                <a:latin typeface="Meiryo UI"/>
              </a:rPr>
              <a:t>・</a:t>
            </a:r>
            <a:br>
              <a:rPr lang="en-US" altLang="ja-JP" sz="800" kern="0">
                <a:solidFill>
                  <a:prstClr val="black"/>
                </a:solidFill>
                <a:latin typeface="Meiryo UI"/>
              </a:rPr>
            </a:br>
            <a:r>
              <a:rPr lang="ja-JP" altLang="en-US" sz="900" kern="0">
                <a:solidFill>
                  <a:prstClr val="black"/>
                </a:solidFill>
                <a:latin typeface="Meiryo UI"/>
              </a:rPr>
              <a:t>ヒアリング</a:t>
            </a:r>
            <a:r>
              <a:rPr lang="ja-JP" altLang="en-US" sz="800" kern="0">
                <a:solidFill>
                  <a:prstClr val="black"/>
                </a:solidFill>
                <a:latin typeface="Meiryo UI"/>
              </a:rPr>
              <a:t>（患者サマリー）</a:t>
            </a:r>
            <a:endParaRPr lang="en-US" altLang="ja-JP" sz="800" kern="0">
              <a:solidFill>
                <a:prstClr val="black"/>
              </a:solidFill>
              <a:latin typeface="Meiryo UI"/>
            </a:endParaRPr>
          </a:p>
        </p:txBody>
      </p:sp>
      <p:sp>
        <p:nvSpPr>
          <p:cNvPr id="20" name="正方形/長方形 19">
            <a:extLst>
              <a:ext uri="{FF2B5EF4-FFF2-40B4-BE49-F238E27FC236}">
                <a16:creationId xmlns:a16="http://schemas.microsoft.com/office/drawing/2014/main" id="{986B8457-CCE4-43CF-2B99-DDE5BD924D9A}"/>
              </a:ext>
            </a:extLst>
          </p:cNvPr>
          <p:cNvSpPr/>
          <p:nvPr/>
        </p:nvSpPr>
        <p:spPr>
          <a:xfrm>
            <a:off x="6349433" y="3109868"/>
            <a:ext cx="1312153" cy="431382"/>
          </a:xfrm>
          <a:prstGeom prst="rect">
            <a:avLst/>
          </a:prstGeom>
          <a:solidFill>
            <a:srgbClr val="FDEADA"/>
          </a:solidFill>
          <a:ln w="9525" cap="flat" cmpd="sng" algn="ctr">
            <a:solidFill>
              <a:schemeClr val="tx1"/>
            </a:solidFill>
            <a:prstDash val="dash"/>
          </a:ln>
          <a:effectLst/>
        </p:spPr>
        <p:txBody>
          <a:bodyPr rot="0" spcFirstLastPara="0" vert="horz" wrap="none" lIns="0" tIns="36000" rIns="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eaLnBrk="0" hangingPunct="0"/>
            <a:r>
              <a:rPr kumimoji="0" lang="ja-JP" altLang="en-US" sz="900" kern="0">
                <a:solidFill>
                  <a:prstClr val="black"/>
                </a:solidFill>
                <a:latin typeface="Meiryo UI" panose="020B0604030504040204" pitchFamily="50" charset="-128"/>
                <a:ea typeface="Meiryo UI" panose="020B0604030504040204" pitchFamily="50" charset="-128"/>
              </a:rPr>
              <a:t>終日</a:t>
            </a:r>
            <a:endParaRPr kumimoji="0" lang="en-US" altLang="ja-JP" sz="900" kern="0">
              <a:solidFill>
                <a:prstClr val="black"/>
              </a:solidFill>
              <a:latin typeface="Meiryo UI" panose="020B0604030504040204" pitchFamily="50" charset="-128"/>
              <a:ea typeface="Meiryo UI" panose="020B0604030504040204" pitchFamily="50" charset="-128"/>
            </a:endParaRPr>
          </a:p>
          <a:p>
            <a:pPr algn="ctr" eaLnBrk="0" hangingPunct="0"/>
            <a:r>
              <a:rPr kumimoji="0" lang="ja-JP" altLang="en-US" sz="800" kern="0">
                <a:solidFill>
                  <a:prstClr val="black"/>
                </a:solidFill>
                <a:latin typeface="Meiryo UI" panose="020B0604030504040204" pitchFamily="50" charset="-128"/>
                <a:ea typeface="Meiryo UI" panose="020B0604030504040204" pitchFamily="50" charset="-128"/>
              </a:rPr>
              <a:t>加賀市医療センター</a:t>
            </a:r>
            <a:br>
              <a:rPr kumimoji="0" lang="en-US" altLang="ja-JP" sz="800" kern="0">
                <a:solidFill>
                  <a:prstClr val="black"/>
                </a:solidFill>
                <a:latin typeface="Meiryo UI" panose="020B0604030504040204" pitchFamily="50" charset="-128"/>
                <a:ea typeface="Meiryo UI" panose="020B0604030504040204" pitchFamily="50" charset="-128"/>
              </a:rPr>
            </a:br>
            <a:r>
              <a:rPr kumimoji="0" lang="ja-JP" altLang="en-US" sz="800" kern="0">
                <a:solidFill>
                  <a:prstClr val="black"/>
                </a:solidFill>
                <a:latin typeface="Meiryo UI" panose="020B0604030504040204" pitchFamily="50" charset="-128"/>
                <a:ea typeface="Meiryo UI" panose="020B0604030504040204" pitchFamily="50" charset="-128"/>
              </a:rPr>
              <a:t>実地検証（文書の閲覧）</a:t>
            </a:r>
            <a:endParaRPr kumimoji="0" lang="en-US" altLang="ja-JP" sz="800" kern="0">
              <a:solidFill>
                <a:prstClr val="black"/>
              </a:solidFill>
              <a:latin typeface="Meiryo UI" panose="020B0604030504040204" pitchFamily="50" charset="-128"/>
              <a:ea typeface="Meiryo UI" panose="020B0604030504040204" pitchFamily="50" charset="-128"/>
            </a:endParaRPr>
          </a:p>
        </p:txBody>
      </p:sp>
      <p:sp>
        <p:nvSpPr>
          <p:cNvPr id="24" name="正方形/長方形 23">
            <a:extLst>
              <a:ext uri="{FF2B5EF4-FFF2-40B4-BE49-F238E27FC236}">
                <a16:creationId xmlns:a16="http://schemas.microsoft.com/office/drawing/2014/main" id="{C2B0C30D-935A-9195-A321-EBA8EAD03FDB}"/>
              </a:ext>
            </a:extLst>
          </p:cNvPr>
          <p:cNvSpPr/>
          <p:nvPr/>
        </p:nvSpPr>
        <p:spPr>
          <a:xfrm>
            <a:off x="7776177" y="3109868"/>
            <a:ext cx="1312153" cy="412030"/>
          </a:xfrm>
          <a:prstGeom prst="rect">
            <a:avLst/>
          </a:prstGeom>
          <a:solidFill>
            <a:srgbClr val="FDEADA"/>
          </a:solidFill>
          <a:ln w="9525" cap="flat" cmpd="sng" algn="ctr">
            <a:solidFill>
              <a:schemeClr val="tx1"/>
            </a:solidFill>
            <a:prstDash val="dash"/>
          </a:ln>
          <a:effectLst/>
        </p:spPr>
        <p:txBody>
          <a:bodyPr rot="0" spcFirstLastPara="0" vert="horz" wrap="none" lIns="0" tIns="36000" rIns="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eaLnBrk="0" hangingPunct="0"/>
            <a:r>
              <a:rPr kumimoji="0" lang="en-US" altLang="ja-JP" sz="900" kern="0">
                <a:solidFill>
                  <a:prstClr val="black"/>
                </a:solidFill>
                <a:latin typeface="Meiryo UI" panose="020B0604030504040204" pitchFamily="50" charset="-128"/>
                <a:ea typeface="Meiryo UI" panose="020B0604030504040204" pitchFamily="50" charset="-128"/>
              </a:rPr>
              <a:t>09:00-14:00</a:t>
            </a:r>
            <a:br>
              <a:rPr kumimoji="0" lang="en-US" altLang="ja-JP" sz="900" kern="0">
                <a:solidFill>
                  <a:prstClr val="black"/>
                </a:solidFill>
                <a:latin typeface="Meiryo UI" panose="020B0604030504040204" pitchFamily="50" charset="-128"/>
                <a:ea typeface="Meiryo UI" panose="020B0604030504040204" pitchFamily="50" charset="-128"/>
              </a:rPr>
            </a:br>
            <a:r>
              <a:rPr kumimoji="0" lang="ja-JP" altLang="en-US" sz="800" kern="0">
                <a:solidFill>
                  <a:prstClr val="black"/>
                </a:solidFill>
                <a:latin typeface="Meiryo UI" panose="020B0604030504040204" pitchFamily="50" charset="-128"/>
                <a:ea typeface="Meiryo UI" panose="020B0604030504040204" pitchFamily="50" charset="-128"/>
              </a:rPr>
              <a:t>加賀市医療センター</a:t>
            </a:r>
            <a:br>
              <a:rPr kumimoji="0" lang="en-US" altLang="ja-JP" sz="800" kern="0">
                <a:solidFill>
                  <a:prstClr val="black"/>
                </a:solidFill>
                <a:latin typeface="Meiryo UI" panose="020B0604030504040204" pitchFamily="50" charset="-128"/>
                <a:ea typeface="Meiryo UI" panose="020B0604030504040204" pitchFamily="50" charset="-128"/>
              </a:rPr>
            </a:br>
            <a:r>
              <a:rPr kumimoji="0" lang="ja-JP" altLang="en-US" sz="800" kern="0">
                <a:solidFill>
                  <a:prstClr val="black"/>
                </a:solidFill>
                <a:latin typeface="Meiryo UI" panose="020B0604030504040204" pitchFamily="50" charset="-128"/>
                <a:ea typeface="Meiryo UI" panose="020B0604030504040204" pitchFamily="50" charset="-128"/>
              </a:rPr>
              <a:t>実地検証（文書の閲覧）</a:t>
            </a:r>
            <a:endParaRPr kumimoji="0" lang="en-US" altLang="ja-JP" sz="800" kern="0">
              <a:solidFill>
                <a:prstClr val="black"/>
              </a:solidFill>
              <a:latin typeface="Meiryo UI" panose="020B0604030504040204" pitchFamily="50" charset="-128"/>
              <a:ea typeface="Meiryo UI" panose="020B0604030504040204" pitchFamily="50" charset="-128"/>
            </a:endParaRPr>
          </a:p>
        </p:txBody>
      </p:sp>
      <p:sp>
        <p:nvSpPr>
          <p:cNvPr id="26" name="正方形/長方形 25">
            <a:extLst>
              <a:ext uri="{FF2B5EF4-FFF2-40B4-BE49-F238E27FC236}">
                <a16:creationId xmlns:a16="http://schemas.microsoft.com/office/drawing/2014/main" id="{B97F8FE9-F02E-5780-07FB-105884495D22}"/>
              </a:ext>
            </a:extLst>
          </p:cNvPr>
          <p:cNvSpPr/>
          <p:nvPr/>
        </p:nvSpPr>
        <p:spPr>
          <a:xfrm>
            <a:off x="3495898" y="4735610"/>
            <a:ext cx="1312153" cy="412255"/>
          </a:xfrm>
          <a:prstGeom prst="rect">
            <a:avLst/>
          </a:prstGeom>
          <a:solidFill>
            <a:srgbClr val="FDEADA"/>
          </a:solidFill>
          <a:ln w="9525" cap="flat" cmpd="sng" algn="ctr">
            <a:solidFill>
              <a:schemeClr val="tx1"/>
            </a:solidFill>
            <a:prstDash val="solid"/>
          </a:ln>
          <a:effectLst/>
        </p:spPr>
        <p:txBody>
          <a:bodyPr rot="0" spcFirstLastPara="0" vert="horz" wrap="none" lIns="0" tIns="36000" rIns="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lvl="0" algn="ctr">
              <a:defRPr/>
            </a:pPr>
            <a:r>
              <a:rPr lang="en-US" altLang="ja-JP" sz="900" kern="0">
                <a:solidFill>
                  <a:prstClr val="black"/>
                </a:solidFill>
                <a:latin typeface="Meiryo UI"/>
              </a:rPr>
              <a:t>15:00-18:00</a:t>
            </a:r>
          </a:p>
          <a:p>
            <a:pPr lvl="0" algn="ctr">
              <a:defRPr/>
            </a:pPr>
            <a:r>
              <a:rPr lang="ja-JP" altLang="en-US" sz="900" kern="0">
                <a:solidFill>
                  <a:prstClr val="black"/>
                </a:solidFill>
                <a:latin typeface="Meiryo UI"/>
              </a:rPr>
              <a:t>吉田医院実地検証</a:t>
            </a:r>
            <a:br>
              <a:rPr lang="en-US" altLang="ja-JP" sz="800" kern="0">
                <a:solidFill>
                  <a:prstClr val="black"/>
                </a:solidFill>
                <a:latin typeface="Meiryo UI"/>
              </a:rPr>
            </a:br>
            <a:r>
              <a:rPr lang="ja-JP" altLang="en-US" sz="800" kern="0">
                <a:solidFill>
                  <a:prstClr val="black"/>
                </a:solidFill>
                <a:latin typeface="Meiryo UI"/>
              </a:rPr>
              <a:t>（臨床情報・逆紹介文書の閲覧）</a:t>
            </a:r>
            <a:endParaRPr lang="en-US" altLang="ja-JP" sz="800" kern="0">
              <a:solidFill>
                <a:prstClr val="black"/>
              </a:solidFill>
              <a:latin typeface="Meiryo UI"/>
            </a:endParaRPr>
          </a:p>
        </p:txBody>
      </p:sp>
      <p:sp>
        <p:nvSpPr>
          <p:cNvPr id="28" name="正方形/長方形 27">
            <a:extLst>
              <a:ext uri="{FF2B5EF4-FFF2-40B4-BE49-F238E27FC236}">
                <a16:creationId xmlns:a16="http://schemas.microsoft.com/office/drawing/2014/main" id="{2902E2C8-2CB7-DB08-6BC2-EE92FC3DACB5}"/>
              </a:ext>
            </a:extLst>
          </p:cNvPr>
          <p:cNvSpPr/>
          <p:nvPr/>
        </p:nvSpPr>
        <p:spPr>
          <a:xfrm>
            <a:off x="3495898" y="5206448"/>
            <a:ext cx="1312153" cy="297521"/>
          </a:xfrm>
          <a:prstGeom prst="rect">
            <a:avLst/>
          </a:prstGeom>
          <a:solidFill>
            <a:srgbClr val="FDEADA"/>
          </a:solidFill>
          <a:ln w="9525" cap="flat" cmpd="sng" algn="ctr">
            <a:solidFill>
              <a:schemeClr val="tx1"/>
            </a:solidFill>
            <a:prstDash val="solid"/>
          </a:ln>
          <a:effectLst/>
        </p:spPr>
        <p:txBody>
          <a:bodyPr rot="0" spcFirstLastPara="0" vert="horz" wrap="none" lIns="0" tIns="36000" rIns="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lvl="0" algn="ctr">
              <a:defRPr/>
            </a:pPr>
            <a:r>
              <a:rPr lang="en-US" altLang="ja-JP" sz="900" kern="0">
                <a:solidFill>
                  <a:prstClr val="black"/>
                </a:solidFill>
                <a:latin typeface="Meiryo UI"/>
              </a:rPr>
              <a:t>16:00-17:00</a:t>
            </a:r>
          </a:p>
          <a:p>
            <a:pPr lvl="0" algn="ctr">
              <a:defRPr/>
            </a:pPr>
            <a:r>
              <a:rPr lang="ja-JP" altLang="en-US" sz="900" kern="0">
                <a:solidFill>
                  <a:prstClr val="black"/>
                </a:solidFill>
                <a:latin typeface="Meiryo UI"/>
              </a:rPr>
              <a:t>千葉・茨城地域定例会</a:t>
            </a:r>
            <a:endParaRPr lang="en-US" altLang="ja-JP" sz="900" kern="0">
              <a:solidFill>
                <a:prstClr val="black"/>
              </a:solidFill>
              <a:latin typeface="Meiryo UI"/>
            </a:endParaRPr>
          </a:p>
        </p:txBody>
      </p:sp>
      <p:sp>
        <p:nvSpPr>
          <p:cNvPr id="33" name="正方形/長方形 32">
            <a:extLst>
              <a:ext uri="{FF2B5EF4-FFF2-40B4-BE49-F238E27FC236}">
                <a16:creationId xmlns:a16="http://schemas.microsoft.com/office/drawing/2014/main" id="{E78697CF-DD67-C455-1E12-DA8E3DAC72EB}"/>
              </a:ext>
            </a:extLst>
          </p:cNvPr>
          <p:cNvSpPr/>
          <p:nvPr/>
        </p:nvSpPr>
        <p:spPr>
          <a:xfrm>
            <a:off x="3495898" y="5894539"/>
            <a:ext cx="1312153" cy="392165"/>
          </a:xfrm>
          <a:prstGeom prst="rect">
            <a:avLst/>
          </a:prstGeom>
          <a:solidFill>
            <a:srgbClr val="FDEADA"/>
          </a:solidFill>
          <a:ln w="9525" cap="flat" cmpd="sng" algn="ctr">
            <a:solidFill>
              <a:schemeClr val="tx1"/>
            </a:solidFill>
            <a:prstDash val="dash"/>
          </a:ln>
          <a:effectLst/>
        </p:spPr>
        <p:txBody>
          <a:bodyPr rot="0" spcFirstLastPara="0" vert="horz" wrap="none" lIns="0" tIns="36000" rIns="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eaLnBrk="0" hangingPunct="0"/>
            <a:r>
              <a:rPr kumimoji="0" lang="en-US" altLang="ja-JP" sz="900" kern="0">
                <a:solidFill>
                  <a:prstClr val="black"/>
                </a:solidFill>
                <a:latin typeface="Meiryo UI" panose="020B0604030504040204" pitchFamily="50" charset="-128"/>
                <a:ea typeface="Meiryo UI" panose="020B0604030504040204" pitchFamily="50" charset="-128"/>
              </a:rPr>
              <a:t>18:00-20:00</a:t>
            </a:r>
          </a:p>
          <a:p>
            <a:pPr algn="ctr" eaLnBrk="0" hangingPunct="0"/>
            <a:r>
              <a:rPr kumimoji="0" lang="ja-JP" altLang="en-US" sz="800" kern="0">
                <a:solidFill>
                  <a:prstClr val="black"/>
                </a:solidFill>
                <a:latin typeface="Meiryo UI" panose="020B0604030504040204" pitchFamily="50" charset="-128"/>
                <a:ea typeface="Meiryo UI" panose="020B0604030504040204" pitchFamily="50" charset="-128"/>
              </a:rPr>
              <a:t>吉田医院実地検証</a:t>
            </a:r>
            <a:br>
              <a:rPr kumimoji="0" lang="en-US" altLang="ja-JP" sz="800" kern="0">
                <a:solidFill>
                  <a:prstClr val="black"/>
                </a:solidFill>
                <a:latin typeface="Meiryo UI" panose="020B0604030504040204" pitchFamily="50" charset="-128"/>
                <a:ea typeface="Meiryo UI" panose="020B0604030504040204" pitchFamily="50" charset="-128"/>
              </a:rPr>
            </a:br>
            <a:r>
              <a:rPr kumimoji="0" lang="ja-JP" altLang="en-US" sz="800" kern="0">
                <a:solidFill>
                  <a:prstClr val="black"/>
                </a:solidFill>
                <a:latin typeface="Meiryo UI" panose="020B0604030504040204" pitchFamily="50" charset="-128"/>
                <a:ea typeface="Meiryo UI" panose="020B0604030504040204" pitchFamily="50" charset="-128"/>
              </a:rPr>
              <a:t>（文書の送信）</a:t>
            </a:r>
            <a:endParaRPr kumimoji="0" lang="en-US" altLang="ja-JP" sz="800" kern="0" baseline="30000">
              <a:solidFill>
                <a:prstClr val="black"/>
              </a:solidFill>
              <a:latin typeface="Meiryo UI" panose="020B0604030504040204" pitchFamily="50" charset="-128"/>
              <a:ea typeface="Meiryo UI" panose="020B0604030504040204" pitchFamily="50" charset="-128"/>
            </a:endParaRPr>
          </a:p>
        </p:txBody>
      </p:sp>
      <p:sp>
        <p:nvSpPr>
          <p:cNvPr id="36" name="正方形/長方形 35">
            <a:extLst>
              <a:ext uri="{FF2B5EF4-FFF2-40B4-BE49-F238E27FC236}">
                <a16:creationId xmlns:a16="http://schemas.microsoft.com/office/drawing/2014/main" id="{C0DE146A-C0D8-01E9-5A75-811F104F1E3E}"/>
              </a:ext>
            </a:extLst>
          </p:cNvPr>
          <p:cNvSpPr/>
          <p:nvPr/>
        </p:nvSpPr>
        <p:spPr>
          <a:xfrm>
            <a:off x="7776177" y="4436492"/>
            <a:ext cx="1312153" cy="433847"/>
          </a:xfrm>
          <a:prstGeom prst="rect">
            <a:avLst/>
          </a:prstGeom>
          <a:solidFill>
            <a:srgbClr val="FDEADA"/>
          </a:solidFill>
          <a:ln w="9525" cap="flat" cmpd="sng" algn="ctr">
            <a:solidFill>
              <a:schemeClr val="tx1"/>
            </a:solidFill>
            <a:prstDash val="solid"/>
          </a:ln>
          <a:effectLst/>
        </p:spPr>
        <p:txBody>
          <a:bodyPr rot="0" spcFirstLastPara="0" vert="horz" wrap="none" lIns="0" tIns="36000" rIns="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lvl="0" algn="ctr">
              <a:defRPr/>
            </a:pPr>
            <a:r>
              <a:rPr lang="en-US" altLang="ja-JP" sz="900" kern="0">
                <a:solidFill>
                  <a:prstClr val="black"/>
                </a:solidFill>
                <a:latin typeface="Meiryo UI"/>
              </a:rPr>
              <a:t>14:30-16:30</a:t>
            </a:r>
          </a:p>
          <a:p>
            <a:pPr lvl="0" algn="ctr">
              <a:defRPr/>
            </a:pPr>
            <a:r>
              <a:rPr lang="ja-JP" altLang="en-US" sz="900" kern="0">
                <a:solidFill>
                  <a:prstClr val="black"/>
                </a:solidFill>
                <a:latin typeface="Meiryo UI"/>
              </a:rPr>
              <a:t>加賀市医療センター</a:t>
            </a:r>
            <a:endParaRPr lang="en-US" altLang="ja-JP" sz="900" kern="0">
              <a:solidFill>
                <a:prstClr val="black"/>
              </a:solidFill>
              <a:latin typeface="Meiryo UI"/>
            </a:endParaRPr>
          </a:p>
          <a:p>
            <a:pPr lvl="0" algn="ctr">
              <a:defRPr/>
            </a:pPr>
            <a:r>
              <a:rPr lang="ja-JP" altLang="en-US" sz="900" kern="0">
                <a:solidFill>
                  <a:prstClr val="black"/>
                </a:solidFill>
                <a:latin typeface="Meiryo UI"/>
              </a:rPr>
              <a:t>ヒアリング</a:t>
            </a:r>
            <a:r>
              <a:rPr lang="ja-JP" altLang="en-US" sz="800" kern="0">
                <a:solidFill>
                  <a:prstClr val="black"/>
                </a:solidFill>
                <a:latin typeface="Meiryo UI"/>
              </a:rPr>
              <a:t>（文書）</a:t>
            </a:r>
            <a:endParaRPr lang="en-US" altLang="ja-JP" sz="800" kern="0">
              <a:solidFill>
                <a:prstClr val="black"/>
              </a:solidFill>
              <a:latin typeface="Meiryo UI"/>
            </a:endParaRPr>
          </a:p>
        </p:txBody>
      </p:sp>
      <p:sp>
        <p:nvSpPr>
          <p:cNvPr id="39" name="正方形/長方形 38">
            <a:extLst>
              <a:ext uri="{FF2B5EF4-FFF2-40B4-BE49-F238E27FC236}">
                <a16:creationId xmlns:a16="http://schemas.microsoft.com/office/drawing/2014/main" id="{2BE45593-AF70-1793-1D87-9456D345BDAF}"/>
              </a:ext>
            </a:extLst>
          </p:cNvPr>
          <p:cNvSpPr/>
          <p:nvPr/>
        </p:nvSpPr>
        <p:spPr>
          <a:xfrm>
            <a:off x="4937036" y="5894539"/>
            <a:ext cx="1312153" cy="392165"/>
          </a:xfrm>
          <a:prstGeom prst="rect">
            <a:avLst/>
          </a:prstGeom>
          <a:solidFill>
            <a:srgbClr val="FDEADA"/>
          </a:solidFill>
          <a:ln w="9525" cap="flat" cmpd="sng" algn="ctr">
            <a:solidFill>
              <a:schemeClr val="tx1"/>
            </a:solidFill>
            <a:prstDash val="dash"/>
          </a:ln>
          <a:effectLst/>
        </p:spPr>
        <p:txBody>
          <a:bodyPr rot="0" spcFirstLastPara="0" vert="horz" wrap="none" lIns="0" tIns="36000" rIns="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eaLnBrk="0" hangingPunct="0"/>
            <a:r>
              <a:rPr kumimoji="0" lang="en-US" altLang="ja-JP" sz="900" kern="0">
                <a:solidFill>
                  <a:prstClr val="black"/>
                </a:solidFill>
                <a:latin typeface="Meiryo UI" panose="020B0604030504040204" pitchFamily="50" charset="-128"/>
                <a:ea typeface="Meiryo UI" panose="020B0604030504040204" pitchFamily="50" charset="-128"/>
              </a:rPr>
              <a:t>18:00-20:00</a:t>
            </a:r>
          </a:p>
          <a:p>
            <a:pPr algn="ctr" eaLnBrk="0" hangingPunct="0"/>
            <a:r>
              <a:rPr kumimoji="0" lang="ja-JP" altLang="en-US" sz="800" kern="0">
                <a:solidFill>
                  <a:prstClr val="black"/>
                </a:solidFill>
                <a:latin typeface="Meiryo UI" panose="020B0604030504040204" pitchFamily="50" charset="-128"/>
                <a:ea typeface="Meiryo UI" panose="020B0604030504040204" pitchFamily="50" charset="-128"/>
              </a:rPr>
              <a:t>吉田医院実地検証</a:t>
            </a:r>
            <a:br>
              <a:rPr kumimoji="0" lang="en-US" altLang="ja-JP" sz="800" kern="0">
                <a:solidFill>
                  <a:prstClr val="black"/>
                </a:solidFill>
                <a:latin typeface="Meiryo UI" panose="020B0604030504040204" pitchFamily="50" charset="-128"/>
                <a:ea typeface="Meiryo UI" panose="020B0604030504040204" pitchFamily="50" charset="-128"/>
              </a:rPr>
            </a:br>
            <a:r>
              <a:rPr kumimoji="0" lang="ja-JP" altLang="en-US" sz="800" kern="0">
                <a:solidFill>
                  <a:prstClr val="black"/>
                </a:solidFill>
                <a:latin typeface="Meiryo UI" panose="020B0604030504040204" pitchFamily="50" charset="-128"/>
                <a:ea typeface="Meiryo UI" panose="020B0604030504040204" pitchFamily="50" charset="-128"/>
              </a:rPr>
              <a:t>（文書の送信）</a:t>
            </a:r>
            <a:endParaRPr kumimoji="0" lang="en-US" altLang="ja-JP" sz="800" kern="0">
              <a:solidFill>
                <a:prstClr val="black"/>
              </a:solidFill>
              <a:latin typeface="Meiryo UI" panose="020B0604030504040204" pitchFamily="50" charset="-128"/>
              <a:ea typeface="Meiryo UI" panose="020B0604030504040204" pitchFamily="50" charset="-128"/>
            </a:endParaRPr>
          </a:p>
        </p:txBody>
      </p:sp>
      <p:sp>
        <p:nvSpPr>
          <p:cNvPr id="43" name="正方形/長方形 42">
            <a:extLst>
              <a:ext uri="{FF2B5EF4-FFF2-40B4-BE49-F238E27FC236}">
                <a16:creationId xmlns:a16="http://schemas.microsoft.com/office/drawing/2014/main" id="{9525D113-71F0-317D-F117-1D769CEBC76E}"/>
              </a:ext>
            </a:extLst>
          </p:cNvPr>
          <p:cNvSpPr/>
          <p:nvPr/>
        </p:nvSpPr>
        <p:spPr>
          <a:xfrm>
            <a:off x="7776177" y="5508699"/>
            <a:ext cx="1312153" cy="571862"/>
          </a:xfrm>
          <a:prstGeom prst="rect">
            <a:avLst/>
          </a:prstGeom>
          <a:solidFill>
            <a:srgbClr val="FDEADA"/>
          </a:solidFill>
          <a:ln w="9525" cap="flat" cmpd="sng" algn="ctr">
            <a:solidFill>
              <a:schemeClr val="tx1"/>
            </a:solidFill>
            <a:prstDash val="solid"/>
          </a:ln>
          <a:effectLst/>
        </p:spPr>
        <p:txBody>
          <a:bodyPr rot="0" spcFirstLastPara="0" vert="horz" wrap="none" lIns="0" tIns="36000" rIns="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lvl="0" algn="ctr">
              <a:defRPr/>
            </a:pPr>
            <a:r>
              <a:rPr lang="en-US" altLang="ja-JP" sz="900" kern="0">
                <a:solidFill>
                  <a:prstClr val="black"/>
                </a:solidFill>
                <a:latin typeface="Meiryo UI"/>
              </a:rPr>
              <a:t>17:00-18:30</a:t>
            </a:r>
          </a:p>
          <a:p>
            <a:pPr lvl="0" algn="ctr">
              <a:defRPr/>
            </a:pPr>
            <a:r>
              <a:rPr lang="ja-JP" altLang="en-US" sz="900" kern="0">
                <a:solidFill>
                  <a:prstClr val="black"/>
                </a:solidFill>
                <a:latin typeface="Meiryo UI"/>
              </a:rPr>
              <a:t>加賀たちばな元気クリニック</a:t>
            </a:r>
            <a:br>
              <a:rPr lang="en-US" altLang="ja-JP" sz="900" kern="0">
                <a:solidFill>
                  <a:prstClr val="black"/>
                </a:solidFill>
                <a:latin typeface="Meiryo UI"/>
              </a:rPr>
            </a:br>
            <a:r>
              <a:rPr lang="ja-JP" altLang="en-US" sz="900" kern="0">
                <a:solidFill>
                  <a:prstClr val="black"/>
                </a:solidFill>
                <a:latin typeface="Meiryo UI"/>
              </a:rPr>
              <a:t>実地検証・ヒアリング</a:t>
            </a:r>
            <a:endParaRPr lang="en-US" altLang="ja-JP" sz="900" kern="0">
              <a:solidFill>
                <a:prstClr val="black"/>
              </a:solidFill>
              <a:latin typeface="Meiryo UI"/>
            </a:endParaRPr>
          </a:p>
          <a:p>
            <a:pPr lvl="0" algn="ctr">
              <a:defRPr/>
            </a:pPr>
            <a:r>
              <a:rPr lang="ja-JP" altLang="en-US" sz="800" kern="0">
                <a:solidFill>
                  <a:prstClr val="black"/>
                </a:solidFill>
                <a:latin typeface="Meiryo UI"/>
              </a:rPr>
              <a:t>（健診文書）</a:t>
            </a:r>
            <a:endParaRPr lang="en-US" altLang="ja-JP" sz="800" kern="0">
              <a:solidFill>
                <a:prstClr val="black"/>
              </a:solidFill>
              <a:latin typeface="Meiryo UI"/>
            </a:endParaRPr>
          </a:p>
        </p:txBody>
      </p:sp>
      <p:sp>
        <p:nvSpPr>
          <p:cNvPr id="47" name="正方形/長方形 46">
            <a:extLst>
              <a:ext uri="{FF2B5EF4-FFF2-40B4-BE49-F238E27FC236}">
                <a16:creationId xmlns:a16="http://schemas.microsoft.com/office/drawing/2014/main" id="{68BC9A11-2E7E-171F-F7F2-AEA89DC735BF}"/>
              </a:ext>
            </a:extLst>
          </p:cNvPr>
          <p:cNvSpPr/>
          <p:nvPr/>
        </p:nvSpPr>
        <p:spPr>
          <a:xfrm>
            <a:off x="6349433" y="5125763"/>
            <a:ext cx="1312153" cy="297521"/>
          </a:xfrm>
          <a:prstGeom prst="rect">
            <a:avLst/>
          </a:prstGeom>
          <a:solidFill>
            <a:srgbClr val="FDEADA"/>
          </a:solidFill>
          <a:ln w="9525" cap="flat" cmpd="sng" algn="ctr">
            <a:solidFill>
              <a:schemeClr val="tx1"/>
            </a:solidFill>
            <a:prstDash val="solid"/>
          </a:ln>
          <a:effectLst/>
        </p:spPr>
        <p:txBody>
          <a:bodyPr rot="0" spcFirstLastPara="0" vert="horz" wrap="none" lIns="0" tIns="36000" rIns="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lvl="0" algn="ctr">
              <a:defRPr/>
            </a:pPr>
            <a:r>
              <a:rPr lang="en-US" altLang="ja-JP" sz="900" kern="0">
                <a:solidFill>
                  <a:prstClr val="black"/>
                </a:solidFill>
                <a:latin typeface="Meiryo UI"/>
              </a:rPr>
              <a:t>16:00-17:00</a:t>
            </a:r>
          </a:p>
          <a:p>
            <a:pPr lvl="0" algn="ctr">
              <a:defRPr/>
            </a:pPr>
            <a:r>
              <a:rPr lang="ja-JP" altLang="en-US" sz="900" kern="0">
                <a:solidFill>
                  <a:prstClr val="black"/>
                </a:solidFill>
                <a:latin typeface="Meiryo UI"/>
              </a:rPr>
              <a:t>宮崎地域定例会</a:t>
            </a:r>
            <a:endParaRPr lang="en-US" altLang="ja-JP" sz="900" kern="0">
              <a:solidFill>
                <a:prstClr val="black"/>
              </a:solidFill>
              <a:latin typeface="Meiryo UI"/>
            </a:endParaRPr>
          </a:p>
        </p:txBody>
      </p:sp>
      <p:sp>
        <p:nvSpPr>
          <p:cNvPr id="51" name="正方形/長方形 50">
            <a:extLst>
              <a:ext uri="{FF2B5EF4-FFF2-40B4-BE49-F238E27FC236}">
                <a16:creationId xmlns:a16="http://schemas.microsoft.com/office/drawing/2014/main" id="{B895BA7B-922A-4B79-B60D-86C5F1DBAF45}"/>
              </a:ext>
            </a:extLst>
          </p:cNvPr>
          <p:cNvSpPr/>
          <p:nvPr/>
        </p:nvSpPr>
        <p:spPr>
          <a:xfrm>
            <a:off x="6349433" y="5505486"/>
            <a:ext cx="1312153" cy="297521"/>
          </a:xfrm>
          <a:prstGeom prst="rect">
            <a:avLst/>
          </a:prstGeom>
          <a:solidFill>
            <a:srgbClr val="FDEADA"/>
          </a:solidFill>
          <a:ln w="9525" cap="flat" cmpd="sng" algn="ctr">
            <a:solidFill>
              <a:schemeClr val="tx1"/>
            </a:solidFill>
            <a:prstDash val="solid"/>
          </a:ln>
          <a:effectLst/>
        </p:spPr>
        <p:txBody>
          <a:bodyPr rot="0" spcFirstLastPara="0" vert="horz" wrap="none" lIns="0" tIns="36000" rIns="0" bIns="36000" numCol="1" spcCol="0" rtlCol="0" fromWordArt="0" anchor="ctr" anchorCtr="0" forceAA="0" compatLnSpc="1">
            <a:prstTxWarp prst="textNoShape">
              <a:avLst/>
            </a:prstTxWarp>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lvl="0" algn="ctr">
              <a:defRPr/>
            </a:pPr>
            <a:r>
              <a:rPr lang="en-US" altLang="ja-JP" sz="900" kern="0">
                <a:solidFill>
                  <a:prstClr val="black"/>
                </a:solidFill>
                <a:latin typeface="Meiryo UI"/>
              </a:rPr>
              <a:t>17:00-18:00</a:t>
            </a:r>
          </a:p>
          <a:p>
            <a:pPr lvl="0" algn="ctr">
              <a:defRPr/>
            </a:pPr>
            <a:r>
              <a:rPr lang="ja-JP" altLang="en-US" sz="900" kern="0">
                <a:solidFill>
                  <a:prstClr val="black"/>
                </a:solidFill>
                <a:latin typeface="Meiryo UI"/>
              </a:rPr>
              <a:t>あおぞら薬局定例会</a:t>
            </a:r>
            <a:endParaRPr lang="en-US" altLang="ja-JP" sz="900" kern="0">
              <a:solidFill>
                <a:prstClr val="black"/>
              </a:solidFill>
              <a:latin typeface="Meiryo UI"/>
            </a:endParaRPr>
          </a:p>
        </p:txBody>
      </p:sp>
    </p:spTree>
    <p:extLst>
      <p:ext uri="{BB962C8B-B14F-4D97-AF65-F5344CB8AC3E}">
        <p14:creationId xmlns:p14="http://schemas.microsoft.com/office/powerpoint/2010/main" val="3158816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D846B-12BD-CD5E-6463-6C292ADB19C2}"/>
            </a:ext>
          </a:extLst>
        </p:cNvPr>
        <p:cNvGrpSpPr/>
        <p:nvPr/>
      </p:nvGrpSpPr>
      <p:grpSpPr>
        <a:xfrm>
          <a:off x="0" y="0"/>
          <a:ext cx="0" cy="0"/>
          <a:chOff x="0" y="0"/>
          <a:chExt cx="0" cy="0"/>
        </a:xfrm>
      </p:grpSpPr>
      <p:sp>
        <p:nvSpPr>
          <p:cNvPr id="7" name="タイトル 6">
            <a:extLst>
              <a:ext uri="{FF2B5EF4-FFF2-40B4-BE49-F238E27FC236}">
                <a16:creationId xmlns:a16="http://schemas.microsoft.com/office/drawing/2014/main" id="{11CA2145-CE29-4409-FB2C-9E6BE6B62EB2}"/>
              </a:ext>
            </a:extLst>
          </p:cNvPr>
          <p:cNvSpPr>
            <a:spLocks noGrp="1"/>
          </p:cNvSpPr>
          <p:nvPr>
            <p:ph type="title"/>
          </p:nvPr>
        </p:nvSpPr>
        <p:spPr/>
        <p:txBody>
          <a:bodyPr vert="horz" lIns="0" tIns="45720" rIns="0" bIns="45720" anchor="b" anchorCtr="0">
            <a:normAutofit/>
          </a:bodyPr>
          <a:lstStyle/>
          <a:p>
            <a:r>
              <a:rPr lang="en-US" altLang="ja-JP" sz="1800"/>
              <a:t>10/2(</a:t>
            </a:r>
            <a:r>
              <a:rPr lang="ja-JP" altLang="en-US" sz="1800"/>
              <a:t>金</a:t>
            </a:r>
            <a:r>
              <a:rPr lang="en-US" altLang="ja-JP" sz="1800"/>
              <a:t>)</a:t>
            </a:r>
            <a:r>
              <a:rPr lang="ja-JP" altLang="en-US" sz="1800"/>
              <a:t>ラップアップ</a:t>
            </a:r>
          </a:p>
        </p:txBody>
      </p:sp>
      <p:pic>
        <p:nvPicPr>
          <p:cNvPr id="2" name="Picture 9">
            <a:extLst>
              <a:ext uri="{FF2B5EF4-FFF2-40B4-BE49-F238E27FC236}">
                <a16:creationId xmlns:a16="http://schemas.microsoft.com/office/drawing/2014/main" id="{FF555103-59AE-0588-F9CE-EE15DB66A88C}"/>
              </a:ext>
            </a:extLst>
          </p:cNvPr>
          <p:cNvPicPr>
            <a:picLocks noChangeAspect="1"/>
          </p:cNvPicPr>
          <p:nvPr/>
        </p:nvPicPr>
        <p:blipFill rotWithShape="1">
          <a:blip r:embed="rId3"/>
          <a:srcRect r="47683"/>
          <a:stretch/>
        </p:blipFill>
        <p:spPr>
          <a:xfrm>
            <a:off x="7927365" y="229898"/>
            <a:ext cx="1510302" cy="453911"/>
          </a:xfrm>
          <a:prstGeom prst="rect">
            <a:avLst/>
          </a:prstGeom>
        </p:spPr>
      </p:pic>
      <p:sp>
        <p:nvSpPr>
          <p:cNvPr id="5" name="テキスト ボックス 4">
            <a:extLst>
              <a:ext uri="{FF2B5EF4-FFF2-40B4-BE49-F238E27FC236}">
                <a16:creationId xmlns:a16="http://schemas.microsoft.com/office/drawing/2014/main" id="{B7B2C074-882F-FA1D-4F7F-6361D1CE234E}"/>
              </a:ext>
            </a:extLst>
          </p:cNvPr>
          <p:cNvSpPr txBox="1"/>
          <p:nvPr/>
        </p:nvSpPr>
        <p:spPr>
          <a:xfrm>
            <a:off x="416444" y="680749"/>
            <a:ext cx="4546283" cy="461665"/>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＜会議時間＞</a:t>
            </a:r>
            <a:endParaRPr kumimoji="1" lang="en-US" altLang="ja-JP"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a:solidFill>
                  <a:prstClr val="black"/>
                </a:solidFill>
                <a:latin typeface="Meiryo UI"/>
                <a:ea typeface="Meiryo UI"/>
              </a:rPr>
              <a:t>10/2</a:t>
            </a:r>
            <a:r>
              <a:rPr kumimoji="1" lang="ja-JP" altLang="en-US" sz="1200" b="0" i="0" u="none" strike="noStrike" kern="1200" cap="none" spc="0" normalizeH="0" baseline="0" noProof="0">
                <a:ln>
                  <a:noFill/>
                </a:ln>
                <a:solidFill>
                  <a:prstClr val="black"/>
                </a:solidFill>
                <a:effectLst/>
                <a:uLnTx/>
                <a:uFillTx/>
                <a:latin typeface="Meiryo UI"/>
                <a:ea typeface="Meiryo UI"/>
                <a:cs typeface="+mn-cs"/>
              </a:rPr>
              <a:t>（金）</a:t>
            </a:r>
            <a:r>
              <a:rPr kumimoji="1" lang="en-US" altLang="ja-JP" sz="1200" b="0" i="0" u="none" strike="noStrike" kern="1200" cap="none" spc="0" normalizeH="0" baseline="0" noProof="0">
                <a:ln>
                  <a:noFill/>
                </a:ln>
                <a:solidFill>
                  <a:prstClr val="black"/>
                </a:solidFill>
                <a:effectLst/>
                <a:uLnTx/>
                <a:uFillTx/>
                <a:latin typeface="Meiryo UI"/>
                <a:ea typeface="Meiryo UI"/>
                <a:cs typeface="+mn-cs"/>
              </a:rPr>
              <a:t>13:30-14:00</a:t>
            </a:r>
            <a:endParaRPr lang="en-US" altLang="ja-JP" sz="1200" b="0" i="0" u="none" strike="noStrike" kern="1200" cap="none" spc="0" normalizeH="0" baseline="0" noProof="0">
              <a:ln>
                <a:noFill/>
              </a:ln>
              <a:solidFill>
                <a:prstClr val="black"/>
              </a:solidFill>
              <a:effectLst/>
              <a:uLnTx/>
              <a:uFillTx/>
              <a:latin typeface="Meiryo UI"/>
              <a:ea typeface="Meiryo UI"/>
            </a:endParaRPr>
          </a:p>
        </p:txBody>
      </p:sp>
      <p:graphicFrame>
        <p:nvGraphicFramePr>
          <p:cNvPr id="11" name="表 10">
            <a:extLst>
              <a:ext uri="{FF2B5EF4-FFF2-40B4-BE49-F238E27FC236}">
                <a16:creationId xmlns:a16="http://schemas.microsoft.com/office/drawing/2014/main" id="{C67BCBFA-C8E7-8FC9-E2FB-0426794D29E0}"/>
              </a:ext>
            </a:extLst>
          </p:cNvPr>
          <p:cNvGraphicFramePr>
            <a:graphicFrameLocks noGrp="1"/>
          </p:cNvGraphicFramePr>
          <p:nvPr/>
        </p:nvGraphicFramePr>
        <p:xfrm>
          <a:off x="496262" y="1187914"/>
          <a:ext cx="8941406" cy="2727630"/>
        </p:xfrm>
        <a:graphic>
          <a:graphicData uri="http://schemas.openxmlformats.org/drawingml/2006/table">
            <a:tbl>
              <a:tblPr/>
              <a:tblGrid>
                <a:gridCol w="398784">
                  <a:extLst>
                    <a:ext uri="{9D8B030D-6E8A-4147-A177-3AD203B41FA5}">
                      <a16:colId xmlns:a16="http://schemas.microsoft.com/office/drawing/2014/main" val="3484704196"/>
                    </a:ext>
                  </a:extLst>
                </a:gridCol>
                <a:gridCol w="960115">
                  <a:extLst>
                    <a:ext uri="{9D8B030D-6E8A-4147-A177-3AD203B41FA5}">
                      <a16:colId xmlns:a16="http://schemas.microsoft.com/office/drawing/2014/main" val="2661341001"/>
                    </a:ext>
                  </a:extLst>
                </a:gridCol>
                <a:gridCol w="1954534">
                  <a:extLst>
                    <a:ext uri="{9D8B030D-6E8A-4147-A177-3AD203B41FA5}">
                      <a16:colId xmlns:a16="http://schemas.microsoft.com/office/drawing/2014/main" val="3863879091"/>
                    </a:ext>
                  </a:extLst>
                </a:gridCol>
                <a:gridCol w="3320716">
                  <a:extLst>
                    <a:ext uri="{9D8B030D-6E8A-4147-A177-3AD203B41FA5}">
                      <a16:colId xmlns:a16="http://schemas.microsoft.com/office/drawing/2014/main" val="1374113706"/>
                    </a:ext>
                  </a:extLst>
                </a:gridCol>
                <a:gridCol w="2307257">
                  <a:extLst>
                    <a:ext uri="{9D8B030D-6E8A-4147-A177-3AD203B41FA5}">
                      <a16:colId xmlns:a16="http://schemas.microsoft.com/office/drawing/2014/main" val="99914978"/>
                    </a:ext>
                  </a:extLst>
                </a:gridCol>
              </a:tblGrid>
              <a:tr h="165963">
                <a:tc>
                  <a:txBody>
                    <a:bodyPr/>
                    <a:lstStyle/>
                    <a:p>
                      <a:pPr algn="l" fontAlgn="base">
                        <a:lnSpc>
                          <a:spcPts val="1200"/>
                        </a:lnSpc>
                      </a:pPr>
                      <a:r>
                        <a:rPr lang="en-US" sz="900" b="0" i="0">
                          <a:solidFill>
                            <a:srgbClr val="000000"/>
                          </a:solidFill>
                          <a:effectLst/>
                          <a:latin typeface="+mn-ea"/>
                          <a:ea typeface="+mn-ea"/>
                        </a:rPr>
                        <a:t>No.</a:t>
                      </a:r>
                      <a:r>
                        <a:rPr lang="en-US" sz="900" b="1" i="0">
                          <a:solidFill>
                            <a:srgbClr val="000000"/>
                          </a:solidFill>
                          <a:effectLst/>
                          <a:latin typeface="+mn-ea"/>
                          <a:ea typeface="+mn-ea"/>
                        </a:rPr>
                        <a:t>​</a:t>
                      </a:r>
                      <a:r>
                        <a:rPr lang="en-US" sz="900" b="0" i="0">
                          <a:solidFill>
                            <a:srgbClr val="000000"/>
                          </a:solidFill>
                          <a:effectLst/>
                          <a:latin typeface="+mn-ea"/>
                          <a:ea typeface="+mn-ea"/>
                        </a:rPr>
                        <a:t>​</a:t>
                      </a:r>
                    </a:p>
                  </a:txBody>
                  <a:tcPr marL="84298" marR="84298" marT="37938" marB="37938">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FFF99"/>
                    </a:solidFill>
                  </a:tcPr>
                </a:tc>
                <a:tc>
                  <a:txBody>
                    <a:bodyPr/>
                    <a:lstStyle/>
                    <a:p>
                      <a:pPr algn="l" fontAlgn="base">
                        <a:lnSpc>
                          <a:spcPts val="1200"/>
                        </a:lnSpc>
                      </a:pPr>
                      <a:r>
                        <a:rPr lang="ja-JP" altLang="en-US" sz="900" b="0" i="0">
                          <a:solidFill>
                            <a:srgbClr val="000000"/>
                          </a:solidFill>
                          <a:effectLst/>
                          <a:latin typeface="+mn-ea"/>
                          <a:ea typeface="+mn-ea"/>
                        </a:rPr>
                        <a:t>テーマ</a:t>
                      </a:r>
                      <a:r>
                        <a:rPr lang="ja-JP" altLang="en-US" sz="900" b="1" i="0">
                          <a:solidFill>
                            <a:srgbClr val="000000"/>
                          </a:solidFill>
                          <a:effectLst/>
                          <a:latin typeface="+mn-ea"/>
                          <a:ea typeface="+mn-ea"/>
                        </a:rPr>
                        <a:t>​</a:t>
                      </a:r>
                      <a:r>
                        <a:rPr lang="ja-JP" altLang="en-US" sz="900" b="0" i="0">
                          <a:solidFill>
                            <a:srgbClr val="000000"/>
                          </a:solidFill>
                          <a:effectLst/>
                          <a:latin typeface="+mn-ea"/>
                          <a:ea typeface="+mn-ea"/>
                        </a:rPr>
                        <a:t>​</a:t>
                      </a:r>
                    </a:p>
                  </a:txBody>
                  <a:tcPr marL="84298" marR="84298" marT="37938" marB="37938">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FFF99"/>
                    </a:solidFill>
                  </a:tcPr>
                </a:tc>
                <a:tc>
                  <a:txBody>
                    <a:bodyPr/>
                    <a:lstStyle/>
                    <a:p>
                      <a:pPr algn="l" fontAlgn="base">
                        <a:lnSpc>
                          <a:spcPts val="1200"/>
                        </a:lnSpc>
                      </a:pPr>
                      <a:r>
                        <a:rPr lang="ja-JP" altLang="en-US" sz="900" b="0" i="0">
                          <a:solidFill>
                            <a:srgbClr val="000000"/>
                          </a:solidFill>
                          <a:effectLst/>
                          <a:latin typeface="+mn-ea"/>
                          <a:ea typeface="+mn-ea"/>
                        </a:rPr>
                        <a:t>アジェンダ</a:t>
                      </a:r>
                      <a:r>
                        <a:rPr lang="ja-JP" altLang="en-US" sz="900" b="1" i="0">
                          <a:solidFill>
                            <a:srgbClr val="000000"/>
                          </a:solidFill>
                          <a:effectLst/>
                          <a:latin typeface="+mn-ea"/>
                          <a:ea typeface="+mn-ea"/>
                        </a:rPr>
                        <a:t>​</a:t>
                      </a:r>
                      <a:r>
                        <a:rPr lang="ja-JP" altLang="en-US" sz="900" b="0" i="0">
                          <a:solidFill>
                            <a:srgbClr val="000000"/>
                          </a:solidFill>
                          <a:effectLst/>
                          <a:latin typeface="+mn-ea"/>
                          <a:ea typeface="+mn-ea"/>
                        </a:rPr>
                        <a:t>​</a:t>
                      </a:r>
                    </a:p>
                  </a:txBody>
                  <a:tcPr marL="84298" marR="84298" marT="37938" marB="37938">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FFF99"/>
                    </a:solidFill>
                  </a:tcPr>
                </a:tc>
                <a:tc>
                  <a:txBody>
                    <a:bodyPr/>
                    <a:lstStyle/>
                    <a:p>
                      <a:pPr algn="l" fontAlgn="base">
                        <a:lnSpc>
                          <a:spcPts val="1200"/>
                        </a:lnSpc>
                      </a:pPr>
                      <a:r>
                        <a:rPr lang="ja-JP" altLang="en-US" sz="900" b="0" i="0">
                          <a:solidFill>
                            <a:srgbClr val="000000"/>
                          </a:solidFill>
                          <a:effectLst/>
                          <a:latin typeface="+mn-ea"/>
                          <a:ea typeface="+mn-ea"/>
                        </a:rPr>
                        <a:t>合意形成事項</a:t>
                      </a:r>
                    </a:p>
                  </a:txBody>
                  <a:tcPr marL="84298" marR="84298" marT="33475" marB="33475">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FFF99"/>
                    </a:solidFill>
                  </a:tcPr>
                </a:tc>
                <a:tc>
                  <a:txBody>
                    <a:bodyPr/>
                    <a:lstStyle/>
                    <a:p>
                      <a:pPr algn="l" fontAlgn="base">
                        <a:lnSpc>
                          <a:spcPts val="1200"/>
                        </a:lnSpc>
                      </a:pPr>
                      <a:r>
                        <a:rPr lang="ja-JP" altLang="en-US" sz="900" b="0" i="0">
                          <a:solidFill>
                            <a:srgbClr val="000000"/>
                          </a:solidFill>
                          <a:effectLst/>
                          <a:latin typeface="+mn-ea"/>
                          <a:ea typeface="+mn-ea"/>
                        </a:rPr>
                        <a:t>次週以降に向けた</a:t>
                      </a:r>
                      <a:r>
                        <a:rPr lang="en-US" altLang="ja-JP" sz="900" b="0" i="0" err="1">
                          <a:solidFill>
                            <a:srgbClr val="000000"/>
                          </a:solidFill>
                          <a:effectLst/>
                          <a:latin typeface="+mn-ea"/>
                          <a:ea typeface="+mn-ea"/>
                        </a:rPr>
                        <a:t>ToDo</a:t>
                      </a:r>
                      <a:r>
                        <a:rPr lang="ja-JP" altLang="en-US" sz="900" b="1" i="0">
                          <a:solidFill>
                            <a:srgbClr val="000000"/>
                          </a:solidFill>
                          <a:effectLst/>
                          <a:latin typeface="+mn-ea"/>
                          <a:ea typeface="+mn-ea"/>
                        </a:rPr>
                        <a:t>​</a:t>
                      </a:r>
                      <a:endParaRPr lang="ja-JP" altLang="en-US" sz="900" b="0" i="0">
                        <a:solidFill>
                          <a:srgbClr val="000000"/>
                        </a:solidFill>
                        <a:effectLst/>
                        <a:latin typeface="+mn-ea"/>
                        <a:ea typeface="+mn-ea"/>
                      </a:endParaRPr>
                    </a:p>
                  </a:txBody>
                  <a:tcPr marL="84298" marR="84298" marT="33475" marB="33475">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FFF99"/>
                    </a:solidFill>
                  </a:tcPr>
                </a:tc>
                <a:extLst>
                  <a:ext uri="{0D108BD9-81ED-4DB2-BD59-A6C34878D82A}">
                    <a16:rowId xmlns:a16="http://schemas.microsoft.com/office/drawing/2014/main" val="746781126"/>
                  </a:ext>
                </a:extLst>
              </a:tr>
              <a:tr h="277835">
                <a:tc>
                  <a:txBody>
                    <a:bodyPr/>
                    <a:lstStyle/>
                    <a:p>
                      <a:pPr algn="l" fontAlgn="base">
                        <a:lnSpc>
                          <a:spcPts val="1200"/>
                        </a:lnSpc>
                      </a:pPr>
                      <a:r>
                        <a:rPr lang="en-US" sz="900" b="0" i="0">
                          <a:solidFill>
                            <a:srgbClr val="000000"/>
                          </a:solidFill>
                          <a:effectLst/>
                          <a:latin typeface="+mn-ea"/>
                          <a:ea typeface="+mn-ea"/>
                        </a:rPr>
                        <a:t>0</a:t>
                      </a:r>
                    </a:p>
                  </a:txBody>
                  <a:tcPr marL="84298" marR="84298" marT="37938" marB="37938">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ase">
                        <a:lnSpc>
                          <a:spcPts val="1200"/>
                        </a:lnSpc>
                      </a:pPr>
                      <a:r>
                        <a:rPr lang="ja-JP" altLang="en-US" sz="900" b="0" i="0">
                          <a:solidFill>
                            <a:srgbClr val="000000"/>
                          </a:solidFill>
                          <a:effectLst/>
                          <a:latin typeface="+mn-ea"/>
                          <a:ea typeface="+mn-ea"/>
                        </a:rPr>
                        <a:t>今週の振り返り、来週の予定確認</a:t>
                      </a:r>
                    </a:p>
                  </a:txBody>
                  <a:tcPr marL="84298" marR="84298" marT="33475" marB="33475">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今週の振り返り、来週の予定確認</a:t>
                      </a:r>
                    </a:p>
                  </a:txBody>
                  <a:tcPr marL="84298" marR="84298" marT="33475" marB="33475">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marR="0" indent="-171450" algn="l">
                        <a:lnSpc>
                          <a:spcPct val="100000"/>
                        </a:lnSpc>
                        <a:spcBef>
                          <a:spcPts val="0"/>
                        </a:spcBef>
                        <a:spcAft>
                          <a:spcPts val="0"/>
                        </a:spcAft>
                        <a:buClr>
                          <a:srgbClr val="000000"/>
                        </a:buClr>
                        <a:buFont typeface="Arial,Sans-Serif" panose="020B0604020202020204" pitchFamily="34" charset="0"/>
                        <a:buChar char="•"/>
                      </a:pPr>
                      <a:r>
                        <a:rPr kumimoji="1" lang="en-US" altLang="ja-JP" sz="900" b="0" i="0" u="none" strike="noStrike" kern="0" cap="none" spc="0" normalizeH="0" baseline="0" noProof="0">
                          <a:ln>
                            <a:noFill/>
                          </a:ln>
                          <a:solidFill>
                            <a:schemeClr val="tx1"/>
                          </a:solidFill>
                          <a:effectLst/>
                          <a:uLnTx/>
                          <a:uFillTx/>
                          <a:latin typeface="+mn-ea"/>
                          <a:ea typeface="+mn-ea"/>
                          <a:cs typeface="+mn-cs"/>
                        </a:rPr>
                        <a:t>10/5</a:t>
                      </a:r>
                      <a:r>
                        <a:rPr kumimoji="1" lang="ja-JP" altLang="en-US" sz="900" b="0" i="0" u="none" strike="noStrike" kern="0" cap="none" spc="0" normalizeH="0" baseline="0" noProof="0">
                          <a:ln>
                            <a:noFill/>
                          </a:ln>
                          <a:solidFill>
                            <a:schemeClr val="tx1"/>
                          </a:solidFill>
                          <a:effectLst/>
                          <a:uLnTx/>
                          <a:uFillTx/>
                          <a:latin typeface="+mn-ea"/>
                          <a:ea typeface="+mn-ea"/>
                          <a:cs typeface="+mn-cs"/>
                        </a:rPr>
                        <a:t>週のモデル定例・検証</a:t>
                      </a:r>
                      <a:r>
                        <a:rPr kumimoji="1" lang="en-US" altLang="ja-JP" sz="900" b="0" i="0" u="none" strike="noStrike" kern="0" cap="none" spc="0" normalizeH="0" baseline="0" noProof="0">
                          <a:ln>
                            <a:noFill/>
                          </a:ln>
                          <a:solidFill>
                            <a:schemeClr val="tx1"/>
                          </a:solidFill>
                          <a:effectLst/>
                          <a:uLnTx/>
                          <a:uFillTx/>
                          <a:latin typeface="+mn-ea"/>
                          <a:ea typeface="+mn-ea"/>
                          <a:cs typeface="+mn-cs"/>
                        </a:rPr>
                        <a:t>5</a:t>
                      </a:r>
                      <a:r>
                        <a:rPr kumimoji="1" lang="ja-JP" altLang="en-US" sz="900" b="0" i="0" u="none" strike="noStrike" kern="0" cap="none" spc="0" normalizeH="0" baseline="0" noProof="0">
                          <a:ln>
                            <a:noFill/>
                          </a:ln>
                          <a:solidFill>
                            <a:schemeClr val="tx1"/>
                          </a:solidFill>
                          <a:effectLst/>
                          <a:uLnTx/>
                          <a:uFillTx/>
                          <a:latin typeface="+mn-ea"/>
                          <a:ea typeface="+mn-ea"/>
                          <a:cs typeface="+mn-cs"/>
                        </a:rPr>
                        <a:t>者定例について、以下のとおり開催日時を変更する。</a:t>
                      </a:r>
                      <a:br>
                        <a:rPr kumimoji="1" lang="en-US" altLang="ja-JP" sz="1351" b="0" i="0" u="none" strike="noStrike" kern="1200" cap="none" spc="0" normalizeH="0" baseline="0" noProof="0">
                          <a:ln>
                            <a:noFill/>
                          </a:ln>
                          <a:solidFill>
                            <a:schemeClr val="tx1"/>
                          </a:solidFill>
                          <a:effectLst/>
                          <a:uLnTx/>
                          <a:uFillTx/>
                          <a:latin typeface="+mn-lt"/>
                          <a:ea typeface="+mn-ea"/>
                          <a:cs typeface="+mn-cs"/>
                        </a:rPr>
                      </a:br>
                      <a:r>
                        <a:rPr kumimoji="1" lang="ja-JP" altLang="en-US" sz="900" b="0" i="0" u="none" strike="noStrike" kern="1200" cap="none" spc="0" normalizeH="0" baseline="0" noProof="0">
                          <a:ln>
                            <a:noFill/>
                          </a:ln>
                          <a:solidFill>
                            <a:schemeClr val="tx1"/>
                          </a:solidFill>
                          <a:effectLst/>
                          <a:uLnTx/>
                          <a:uFillTx/>
                          <a:latin typeface="+mn-lt"/>
                          <a:ea typeface="+mn-ea"/>
                          <a:cs typeface="+mn-cs"/>
                        </a:rPr>
                        <a:t>▸</a:t>
                      </a:r>
                      <a:r>
                        <a:rPr kumimoji="1" lang="ja-JP" altLang="en-US" sz="900" b="0" i="0" u="none" strike="noStrike" kern="0" cap="none" spc="0" normalizeH="0" baseline="0" noProof="0">
                          <a:ln>
                            <a:noFill/>
                          </a:ln>
                          <a:solidFill>
                            <a:schemeClr val="tx1"/>
                          </a:solidFill>
                          <a:effectLst/>
                          <a:uLnTx/>
                          <a:uFillTx/>
                          <a:latin typeface="+mn-ea"/>
                          <a:ea typeface="+mn-ea"/>
                          <a:cs typeface="+mn-cs"/>
                        </a:rPr>
                        <a:t>変更前：</a:t>
                      </a:r>
                      <a:r>
                        <a:rPr kumimoji="1" lang="en-US" altLang="ja-JP" sz="900" b="0" i="0" u="none" strike="noStrike" kern="0" cap="none" spc="0" normalizeH="0" baseline="0" noProof="0">
                          <a:ln>
                            <a:noFill/>
                          </a:ln>
                          <a:solidFill>
                            <a:schemeClr val="tx1"/>
                          </a:solidFill>
                          <a:effectLst/>
                          <a:uLnTx/>
                          <a:uFillTx/>
                          <a:latin typeface="+mn-ea"/>
                          <a:ea typeface="+mn-ea"/>
                          <a:cs typeface="+mn-cs"/>
                        </a:rPr>
                        <a:t>10/7</a:t>
                      </a:r>
                      <a:r>
                        <a:rPr kumimoji="1" lang="ja-JP" altLang="en-US" sz="900" b="0" i="0" u="none" strike="noStrike" kern="0" cap="none" spc="0" normalizeH="0" baseline="0" noProof="0">
                          <a:ln>
                            <a:noFill/>
                          </a:ln>
                          <a:solidFill>
                            <a:schemeClr val="tx1"/>
                          </a:solidFill>
                          <a:effectLst/>
                          <a:uLnTx/>
                          <a:uFillTx/>
                          <a:latin typeface="+mn-ea"/>
                          <a:ea typeface="+mn-ea"/>
                          <a:cs typeface="+mn-cs"/>
                        </a:rPr>
                        <a:t>（水）</a:t>
                      </a:r>
                      <a:r>
                        <a:rPr kumimoji="1" lang="en-US" altLang="ja-JP" sz="900" b="0" i="0" u="none" strike="noStrike" kern="0" cap="none" spc="0" normalizeH="0" baseline="0" noProof="0">
                          <a:ln>
                            <a:noFill/>
                          </a:ln>
                          <a:solidFill>
                            <a:schemeClr val="tx1"/>
                          </a:solidFill>
                          <a:effectLst/>
                          <a:uLnTx/>
                          <a:uFillTx/>
                          <a:latin typeface="+mn-ea"/>
                          <a:ea typeface="+mn-ea"/>
                          <a:cs typeface="+mn-cs"/>
                        </a:rPr>
                        <a:t>14-16</a:t>
                      </a:r>
                      <a:r>
                        <a:rPr kumimoji="1" lang="ja-JP" altLang="en-US" sz="900" b="0" i="0" u="none" strike="noStrike" kern="0" cap="none" spc="0" normalizeH="0" baseline="0" noProof="0">
                          <a:ln>
                            <a:noFill/>
                          </a:ln>
                          <a:solidFill>
                            <a:schemeClr val="tx1"/>
                          </a:solidFill>
                          <a:effectLst/>
                          <a:uLnTx/>
                          <a:uFillTx/>
                          <a:latin typeface="+mn-ea"/>
                          <a:ea typeface="+mn-ea"/>
                          <a:cs typeface="+mn-cs"/>
                        </a:rPr>
                        <a:t>時</a:t>
                      </a:r>
                      <a:br>
                        <a:rPr kumimoji="1" lang="ja-JP" altLang="ja-JP" sz="1351" b="0" i="0" kern="1200">
                          <a:solidFill>
                            <a:schemeClr val="tx1"/>
                          </a:solidFill>
                          <a:effectLst/>
                          <a:latin typeface="+mn-lt"/>
                          <a:ea typeface="+mn-ea"/>
                          <a:cs typeface="+mn-cs"/>
                        </a:rPr>
                      </a:br>
                      <a:r>
                        <a:rPr kumimoji="1" lang="ja-JP" altLang="en-US" sz="900" b="0" i="0" u="none" strike="noStrike" kern="1200" cap="none" spc="0" normalizeH="0" baseline="0" noProof="0">
                          <a:ln>
                            <a:noFill/>
                          </a:ln>
                          <a:solidFill>
                            <a:schemeClr val="tx1"/>
                          </a:solidFill>
                          <a:effectLst/>
                          <a:uLnTx/>
                          <a:uFillTx/>
                          <a:latin typeface="+mn-lt"/>
                          <a:ea typeface="+mn-ea"/>
                          <a:cs typeface="+mn-cs"/>
                        </a:rPr>
                        <a:t>▸</a:t>
                      </a:r>
                      <a:r>
                        <a:rPr kumimoji="1" lang="ja-JP" altLang="en-US" sz="900" b="0" i="0" u="none" strike="noStrike" kern="0" cap="none" spc="0" normalizeH="0" baseline="0" noProof="0">
                          <a:ln>
                            <a:noFill/>
                          </a:ln>
                          <a:solidFill>
                            <a:schemeClr val="tx1"/>
                          </a:solidFill>
                          <a:effectLst/>
                          <a:uLnTx/>
                          <a:uFillTx/>
                          <a:latin typeface="+mn-ea"/>
                          <a:ea typeface="+mn-ea"/>
                          <a:cs typeface="+mn-cs"/>
                        </a:rPr>
                        <a:t>変更後：</a:t>
                      </a:r>
                      <a:r>
                        <a:rPr kumimoji="1" lang="en-US" altLang="ja-JP" sz="900" b="0" i="0" u="none" strike="noStrike" kern="0" cap="none" spc="0" normalizeH="0" baseline="0" noProof="0">
                          <a:ln>
                            <a:noFill/>
                          </a:ln>
                          <a:solidFill>
                            <a:schemeClr val="tx1"/>
                          </a:solidFill>
                          <a:effectLst/>
                          <a:uLnTx/>
                          <a:uFillTx/>
                          <a:latin typeface="+mn-ea"/>
                          <a:ea typeface="+mn-ea"/>
                          <a:cs typeface="+mn-cs"/>
                        </a:rPr>
                        <a:t>10/9</a:t>
                      </a:r>
                      <a:r>
                        <a:rPr kumimoji="1" lang="ja-JP" altLang="en-US" sz="900" b="0" i="0" u="none" strike="noStrike" kern="0" cap="none" spc="0" normalizeH="0" baseline="0" noProof="0">
                          <a:ln>
                            <a:noFill/>
                          </a:ln>
                          <a:solidFill>
                            <a:schemeClr val="tx1"/>
                          </a:solidFill>
                          <a:effectLst/>
                          <a:uLnTx/>
                          <a:uFillTx/>
                          <a:latin typeface="+mn-ea"/>
                          <a:ea typeface="+mn-ea"/>
                          <a:cs typeface="+mn-cs"/>
                        </a:rPr>
                        <a:t>（金）</a:t>
                      </a:r>
                      <a:r>
                        <a:rPr kumimoji="1" lang="en-US" altLang="ja-JP" sz="900" b="0" i="0" u="none" strike="noStrike" kern="0" cap="none" spc="0" normalizeH="0" baseline="0" noProof="0">
                          <a:ln>
                            <a:noFill/>
                          </a:ln>
                          <a:solidFill>
                            <a:schemeClr val="tx1"/>
                          </a:solidFill>
                          <a:effectLst/>
                          <a:uLnTx/>
                          <a:uFillTx/>
                          <a:latin typeface="+mn-ea"/>
                          <a:ea typeface="+mn-ea"/>
                          <a:cs typeface="+mn-cs"/>
                        </a:rPr>
                        <a:t>14-16</a:t>
                      </a:r>
                      <a:r>
                        <a:rPr kumimoji="1" lang="ja-JP" altLang="en-US" sz="900" b="0" i="0" u="none" strike="noStrike" kern="0" cap="none" spc="0" normalizeH="0" baseline="0" noProof="0">
                          <a:ln>
                            <a:noFill/>
                          </a:ln>
                          <a:solidFill>
                            <a:schemeClr val="tx1"/>
                          </a:solidFill>
                          <a:effectLst/>
                          <a:uLnTx/>
                          <a:uFillTx/>
                          <a:latin typeface="+mn-ea"/>
                          <a:ea typeface="+mn-ea"/>
                          <a:cs typeface="+mn-cs"/>
                        </a:rPr>
                        <a:t>時</a:t>
                      </a:r>
                      <a:endParaRPr kumimoji="1" lang="en-US" altLang="ja-JP" sz="900" b="0" i="0" u="none" strike="noStrike" kern="0" cap="none" spc="0" normalizeH="0" baseline="0" noProof="0">
                        <a:ln>
                          <a:noFill/>
                        </a:ln>
                        <a:solidFill>
                          <a:schemeClr val="tx1"/>
                        </a:solidFill>
                        <a:effectLst/>
                        <a:uLnTx/>
                        <a:uFillTx/>
                        <a:latin typeface="+mn-ea"/>
                        <a:ea typeface="+mn-ea"/>
                        <a:cs typeface="+mn-cs"/>
                      </a:endParaRPr>
                    </a:p>
                  </a:txBody>
                  <a:tcPr marL="84298" marR="84298" marT="37938" marB="37938">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marR="0" lvl="0" indent="-171450" algn="l" defTabSz="843930" rtl="0" eaLnBrk="1" fontAlgn="base" latinLnBrk="0" hangingPunct="1">
                        <a:lnSpc>
                          <a:spcPts val="1200"/>
                        </a:lnSpc>
                        <a:spcBef>
                          <a:spcPts val="0"/>
                        </a:spcBef>
                        <a:spcAft>
                          <a:spcPts val="0"/>
                        </a:spcAft>
                        <a:buClrTx/>
                        <a:buSzTx/>
                        <a:buFont typeface="Arial" panose="020B0604020202020204" pitchFamily="34" charset="0"/>
                        <a:buChar char="•"/>
                        <a:tabLst/>
                        <a:defRPr/>
                      </a:pPr>
                      <a:r>
                        <a:rPr kumimoji="1" lang="ja-JP" altLang="en-US" sz="900" b="0" i="0" kern="1200">
                          <a:solidFill>
                            <a:srgbClr val="000000"/>
                          </a:solidFill>
                          <a:effectLst/>
                          <a:latin typeface="+mn-ea"/>
                          <a:ea typeface="+mn-ea"/>
                          <a:cs typeface="+mn-cs"/>
                        </a:rPr>
                        <a:t>ー</a:t>
                      </a:r>
                    </a:p>
                  </a:txBody>
                  <a:tcPr marL="84298" marR="84298" marT="37938" marB="37938">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36740603"/>
                  </a:ext>
                </a:extLst>
              </a:tr>
              <a:tr h="249748">
                <a:tc>
                  <a:txBody>
                    <a:bodyPr/>
                    <a:lstStyle/>
                    <a:p>
                      <a:pPr algn="l" fontAlgn="base">
                        <a:lnSpc>
                          <a:spcPts val="1200"/>
                        </a:lnSpc>
                      </a:pPr>
                      <a:r>
                        <a:rPr lang="en-US" altLang="ja-JP" sz="900" b="0" i="0">
                          <a:solidFill>
                            <a:srgbClr val="000000"/>
                          </a:solidFill>
                          <a:effectLst/>
                          <a:latin typeface="+mn-ea"/>
                          <a:ea typeface="+mn-ea"/>
                        </a:rPr>
                        <a:t>1</a:t>
                      </a:r>
                      <a:endParaRPr lang="en-US" sz="900" b="0" i="0">
                        <a:solidFill>
                          <a:srgbClr val="000000"/>
                        </a:solidFill>
                        <a:effectLst/>
                        <a:latin typeface="+mn-ea"/>
                        <a:ea typeface="+mn-ea"/>
                      </a:endParaRPr>
                    </a:p>
                  </a:txBody>
                  <a:tcPr marL="84298" marR="84298" marT="42149" marB="42149">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ase">
                        <a:lnSpc>
                          <a:spcPts val="1200"/>
                        </a:lnSpc>
                      </a:pPr>
                      <a:r>
                        <a:rPr lang="ja-JP" altLang="en-US" sz="900" b="0" i="0">
                          <a:solidFill>
                            <a:srgbClr val="000000"/>
                          </a:solidFill>
                          <a:effectLst/>
                          <a:latin typeface="+mn-ea"/>
                          <a:ea typeface="+mn-ea"/>
                        </a:rPr>
                        <a:t>モデル事業​​</a:t>
                      </a:r>
                    </a:p>
                  </a:txBody>
                  <a:tcPr marL="84298" marR="84298" marT="42149" marB="42149">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モデル事業の進捗共有​​</a:t>
                      </a:r>
                    </a:p>
                  </a:txBody>
                  <a:tcPr marL="84298" marR="84298" marT="42149" marB="42149">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marR="0" lvl="0" indent="-171450" algn="l" defTabSz="685673"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900" b="0" i="0" kern="1200">
                          <a:solidFill>
                            <a:srgbClr val="000000"/>
                          </a:solidFill>
                          <a:effectLst/>
                          <a:latin typeface="+mn-ea"/>
                          <a:ea typeface="+mn-ea"/>
                          <a:cs typeface="+mn-cs"/>
                        </a:rPr>
                        <a:t>ー</a:t>
                      </a:r>
                      <a:endParaRPr kumimoji="1" lang="en-US" altLang="ja-JP" sz="900" b="0" i="0" kern="1200">
                        <a:solidFill>
                          <a:srgbClr val="000000"/>
                        </a:solidFill>
                        <a:effectLst/>
                        <a:latin typeface="+mn-ea"/>
                        <a:ea typeface="+mn-ea"/>
                        <a:cs typeface="+mn-cs"/>
                      </a:endParaRPr>
                    </a:p>
                  </a:txBody>
                  <a:tcPr marL="84298" marR="84298" marT="37938" marB="37938">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marR="0" lvl="0" indent="-171450" algn="l" defTabSz="685673" rtl="0" eaLnBrk="0" fontAlgn="auto" latinLnBrk="0" hangingPunct="0">
                        <a:lnSpc>
                          <a:spcPct val="100000"/>
                        </a:lnSpc>
                        <a:spcBef>
                          <a:spcPts val="0"/>
                        </a:spcBef>
                        <a:spcAft>
                          <a:spcPts val="0"/>
                        </a:spcAft>
                        <a:buClrTx/>
                        <a:buSzTx/>
                        <a:buFont typeface="Arial" panose="020B0604020202020204" pitchFamily="34" charset="0"/>
                        <a:buChar char="•"/>
                        <a:tabLst/>
                        <a:defRPr/>
                      </a:pPr>
                      <a:r>
                        <a:rPr kumimoji="1" lang="ja-JP" altLang="en-US" sz="900" b="0" i="0" kern="1200" noProof="0">
                          <a:solidFill>
                            <a:srgbClr val="000000"/>
                          </a:solidFill>
                          <a:effectLst/>
                          <a:latin typeface="+mn-ea"/>
                          <a:ea typeface="+mn-ea"/>
                          <a:cs typeface="+mn-cs"/>
                        </a:rPr>
                        <a:t>ー</a:t>
                      </a:r>
                      <a:endParaRPr kumimoji="1" lang="ja-JP" altLang="en-US" sz="900" b="0" i="0" kern="1200">
                        <a:solidFill>
                          <a:srgbClr val="000000"/>
                        </a:solidFill>
                        <a:effectLst/>
                        <a:latin typeface="+mn-ea"/>
                        <a:ea typeface="+mn-ea"/>
                        <a:cs typeface="+mn-cs"/>
                      </a:endParaRPr>
                    </a:p>
                  </a:txBody>
                  <a:tcPr marL="84298" marR="84298" marT="37938" marB="37938">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67993250"/>
                  </a:ext>
                </a:extLst>
              </a:tr>
              <a:tr h="285196">
                <a:tc>
                  <a:txBody>
                    <a:bodyPr/>
                    <a:lstStyle/>
                    <a:p>
                      <a:pPr algn="l" fontAlgn="base">
                        <a:lnSpc>
                          <a:spcPts val="1200"/>
                        </a:lnSpc>
                      </a:pPr>
                      <a:r>
                        <a:rPr kumimoji="1" lang="en-US" sz="900" b="0" i="0" kern="1200">
                          <a:solidFill>
                            <a:srgbClr val="000000"/>
                          </a:solidFill>
                          <a:effectLst/>
                          <a:latin typeface="+mn-ea"/>
                          <a:ea typeface="+mn-ea"/>
                          <a:cs typeface="+mn-cs"/>
                        </a:rPr>
                        <a:t>2</a:t>
                      </a:r>
                    </a:p>
                  </a:txBody>
                  <a:tcPr marL="84298" marR="84298" marT="42149" marB="42149">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rowSpan="3">
                  <a:txBody>
                    <a:bodyPr/>
                    <a:lstStyle/>
                    <a:p>
                      <a:r>
                        <a:rPr kumimoji="1" lang="ja-JP" altLang="en-US" sz="900">
                          <a:latin typeface="+mn-ea"/>
                          <a:ea typeface="+mn-ea"/>
                        </a:rPr>
                        <a:t>開発</a:t>
                      </a:r>
                    </a:p>
                  </a:txBody>
                  <a:tcPr>
                    <a:lnL w="6350" cap="flat" cmpd="sng" algn="ctr">
                      <a:solidFill>
                        <a:schemeClr val="bg1">
                          <a:lumMod val="50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i="0" kern="1200">
                          <a:solidFill>
                            <a:srgbClr val="000000"/>
                          </a:solidFill>
                          <a:effectLst/>
                          <a:latin typeface="+mn-ea"/>
                          <a:ea typeface="+mn-ea"/>
                          <a:cs typeface="+mn-cs"/>
                        </a:rPr>
                        <a:t>開発進捗連絡会議の共有</a:t>
                      </a:r>
                    </a:p>
                  </a:txBody>
                  <a:tcPr marL="84298" marR="84298" marT="42149" marB="42149">
                    <a:lnL w="952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rtl="0" fontAlgn="base">
                        <a:lnSpc>
                          <a:spcPct val="100000"/>
                        </a:lnSpc>
                        <a:buFont typeface="Arial" panose="020B0604020202020204" pitchFamily="34" charset="0"/>
                        <a:buChar char="•"/>
                      </a:pPr>
                      <a:r>
                        <a:rPr kumimoji="1" lang="ja-JP" altLang="en-US" sz="900" b="0" i="0" kern="1200">
                          <a:solidFill>
                            <a:srgbClr val="000000"/>
                          </a:solidFill>
                          <a:effectLst/>
                          <a:latin typeface="+mn-ea"/>
                          <a:ea typeface="+mn-ea"/>
                          <a:cs typeface="+mn-cs"/>
                        </a:rPr>
                        <a:t>開発進捗連絡会議での合意形成事項（「三者定例打合せ資料</a:t>
                      </a:r>
                      <a:r>
                        <a:rPr kumimoji="1" lang="en-US" altLang="ja-JP" sz="900" b="0" i="0" kern="1200">
                          <a:solidFill>
                            <a:srgbClr val="000000"/>
                          </a:solidFill>
                          <a:effectLst/>
                          <a:latin typeface="+mn-ea"/>
                          <a:ea typeface="+mn-ea"/>
                          <a:cs typeface="+mn-cs"/>
                        </a:rPr>
                        <a:t>_</a:t>
                      </a:r>
                      <a:r>
                        <a:rPr lang="en-US" altLang="ja-JP" sz="900" b="0" i="0" kern="1200">
                          <a:solidFill>
                            <a:srgbClr val="000000"/>
                          </a:solidFill>
                          <a:effectLst/>
                          <a:latin typeface="+mn-ea"/>
                          <a:ea typeface="+mn-ea"/>
                          <a:cs typeface="+mn-cs"/>
                        </a:rPr>
                        <a:t>20261002</a:t>
                      </a:r>
                      <a:r>
                        <a:rPr kumimoji="1" lang="ja-JP" altLang="en-US" sz="900" b="0" i="0" kern="1200">
                          <a:solidFill>
                            <a:srgbClr val="000000"/>
                          </a:solidFill>
                          <a:effectLst/>
                          <a:latin typeface="+mn-ea"/>
                          <a:ea typeface="+mn-ea"/>
                          <a:cs typeface="+mn-cs"/>
                        </a:rPr>
                        <a:t>」のスライド</a:t>
                      </a:r>
                      <a:r>
                        <a:rPr kumimoji="1" lang="en-US" altLang="ja-JP" sz="900" b="0" i="0" kern="1200">
                          <a:solidFill>
                            <a:srgbClr val="000000"/>
                          </a:solidFill>
                          <a:effectLst/>
                          <a:latin typeface="+mn-ea"/>
                          <a:ea typeface="+mn-ea"/>
                          <a:cs typeface="+mn-cs"/>
                        </a:rPr>
                        <a:t>43</a:t>
                      </a:r>
                      <a:r>
                        <a:rPr lang="en-US" altLang="ja-JP" sz="900" b="0" i="0" kern="1200">
                          <a:solidFill>
                            <a:srgbClr val="000000"/>
                          </a:solidFill>
                          <a:effectLst/>
                          <a:latin typeface="+mn-ea"/>
                          <a:ea typeface="+mn-ea"/>
                          <a:cs typeface="+mn-cs"/>
                        </a:rPr>
                        <a:t>-64</a:t>
                      </a:r>
                      <a:r>
                        <a:rPr kumimoji="1" lang="ja-JP" altLang="en-US" sz="900" b="0" i="0" kern="1200">
                          <a:solidFill>
                            <a:srgbClr val="000000"/>
                          </a:solidFill>
                          <a:effectLst/>
                          <a:latin typeface="+mn-ea"/>
                          <a:ea typeface="+mn-ea"/>
                          <a:cs typeface="+mn-cs"/>
                        </a:rPr>
                        <a:t>）を参照</a:t>
                      </a:r>
                      <a:r>
                        <a:rPr lang="ja-JP" altLang="en-US" sz="900" b="0" i="0" kern="1200">
                          <a:solidFill>
                            <a:srgbClr val="000000"/>
                          </a:solidFill>
                          <a:effectLst/>
                          <a:latin typeface="+mn-ea"/>
                          <a:ea typeface="+mn-ea"/>
                          <a:cs typeface="+mn-cs"/>
                        </a:rPr>
                        <a:t>。</a:t>
                      </a:r>
                      <a:endParaRPr lang="en-US" altLang="ja-JP" sz="900" b="0" i="0" kern="1200">
                        <a:solidFill>
                          <a:srgbClr val="000000"/>
                        </a:solidFill>
                        <a:effectLst/>
                        <a:latin typeface="+mn-ea"/>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marR="0" lvl="0" indent="-171450" algn="l" defTabSz="843930" rtl="0" eaLnBrk="1" fontAlgn="base" latinLnBrk="0" hangingPunct="1">
                        <a:lnSpc>
                          <a:spcPts val="1200"/>
                        </a:lnSpc>
                        <a:spcBef>
                          <a:spcPts val="0"/>
                        </a:spcBef>
                        <a:spcAft>
                          <a:spcPts val="0"/>
                        </a:spcAft>
                        <a:buClrTx/>
                        <a:buSzTx/>
                        <a:buFont typeface="Arial" panose="020B0604020202020204" pitchFamily="34" charset="0"/>
                        <a:buChar char="•"/>
                        <a:tabLst/>
                        <a:defRPr/>
                      </a:pPr>
                      <a:r>
                        <a:rPr kumimoji="1" lang="en-US" altLang="ja-JP" sz="900" b="0" i="0" u="none" strike="noStrike" kern="0" cap="none" spc="0" normalizeH="0" baseline="0">
                          <a:ln>
                            <a:noFill/>
                          </a:ln>
                          <a:solidFill>
                            <a:schemeClr val="tx1"/>
                          </a:solidFill>
                          <a:effectLst/>
                          <a:uLnTx/>
                          <a:uFillTx/>
                          <a:latin typeface="+mn-ea"/>
                          <a:ea typeface="+mn-ea"/>
                          <a:cs typeface="+mn-cs"/>
                        </a:rPr>
                        <a:t>ー</a:t>
                      </a:r>
                      <a:endParaRPr kumimoji="1" lang="en-US" altLang="ja-JP" sz="900" b="0" i="0" kern="1200">
                        <a:solidFill>
                          <a:srgbClr val="000000"/>
                        </a:solidFill>
                        <a:effectLst/>
                        <a:latin typeface="+mn-ea"/>
                        <a:ea typeface="+mn-ea"/>
                        <a:cs typeface="+mn-cs"/>
                      </a:endParaRPr>
                    </a:p>
                  </a:txBody>
                  <a:tcPr marL="84298" marR="84298" marT="37938" marB="37938">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71595387"/>
                  </a:ext>
                </a:extLst>
              </a:tr>
              <a:tr h="389671">
                <a:tc>
                  <a:txBody>
                    <a:bodyPr/>
                    <a:lstStyle/>
                    <a:p>
                      <a:pPr algn="l" fontAlgn="base">
                        <a:lnSpc>
                          <a:spcPts val="1200"/>
                        </a:lnSpc>
                      </a:pPr>
                      <a:r>
                        <a:rPr kumimoji="1" lang="en-US" sz="900" b="0" i="0" kern="1200">
                          <a:solidFill>
                            <a:srgbClr val="000000"/>
                          </a:solidFill>
                          <a:effectLst/>
                          <a:latin typeface="+mn-ea"/>
                          <a:ea typeface="+mn-ea"/>
                          <a:cs typeface="+mn-cs"/>
                        </a:rPr>
                        <a:t>3</a:t>
                      </a:r>
                    </a:p>
                  </a:txBody>
                  <a:tcPr marL="84298" marR="84298" marT="42149" marB="42149">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vMerge="1">
                  <a:txBody>
                    <a:bodyPr/>
                    <a:lstStyle/>
                    <a:p>
                      <a:endParaRPr kumimoji="1" lang="ja-JP" altLang="en-US"/>
                    </a:p>
                  </a:txBody>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i="0" kern="1200">
                          <a:solidFill>
                            <a:srgbClr val="000000"/>
                          </a:solidFill>
                          <a:effectLst/>
                          <a:latin typeface="+mn-ea"/>
                          <a:ea typeface="+mn-ea"/>
                          <a:cs typeface="+mn-cs"/>
                        </a:rPr>
                        <a:t>開発課題検討会の共有</a:t>
                      </a:r>
                    </a:p>
                  </a:txBody>
                  <a:tcPr marL="84298" marR="84298" marT="42149" marB="42149">
                    <a:lnL w="952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rtl="0" fontAlgn="base">
                        <a:lnSpc>
                          <a:spcPct val="100000"/>
                        </a:lnSpc>
                        <a:buFont typeface="Arial" panose="020B0604020202020204" pitchFamily="34" charset="0"/>
                        <a:buChar char="•"/>
                      </a:pPr>
                      <a:r>
                        <a:rPr kumimoji="1" lang="ja-JP" altLang="en-US" sz="900" b="0" i="0" kern="1200">
                          <a:solidFill>
                            <a:srgbClr val="000000"/>
                          </a:solidFill>
                          <a:effectLst/>
                          <a:latin typeface="+mn-ea"/>
                          <a:ea typeface="+mn-ea"/>
                          <a:cs typeface="+mn-cs"/>
                        </a:rPr>
                        <a:t>開発課題検討会での合意形成事項（「三者定例打合せ資料</a:t>
                      </a:r>
                      <a:r>
                        <a:rPr kumimoji="1" lang="en-US" altLang="ja-JP" sz="900" b="0" i="0" kern="1200">
                          <a:solidFill>
                            <a:srgbClr val="000000"/>
                          </a:solidFill>
                          <a:effectLst/>
                          <a:latin typeface="+mn-ea"/>
                          <a:ea typeface="+mn-ea"/>
                          <a:cs typeface="+mn-cs"/>
                        </a:rPr>
                        <a:t>_</a:t>
                      </a:r>
                      <a:r>
                        <a:rPr lang="en-US" altLang="ja-JP" sz="900" b="0" i="0" kern="1200">
                          <a:solidFill>
                            <a:srgbClr val="000000"/>
                          </a:solidFill>
                          <a:effectLst/>
                          <a:latin typeface="+mn-ea"/>
                          <a:ea typeface="+mn-ea"/>
                          <a:cs typeface="+mn-cs"/>
                        </a:rPr>
                        <a:t>20261002</a:t>
                      </a:r>
                      <a:r>
                        <a:rPr kumimoji="1" lang="ja-JP" altLang="en-US" sz="900" b="0" i="0" kern="1200">
                          <a:solidFill>
                            <a:srgbClr val="000000"/>
                          </a:solidFill>
                          <a:effectLst/>
                          <a:latin typeface="+mn-ea"/>
                          <a:ea typeface="+mn-ea"/>
                          <a:cs typeface="+mn-cs"/>
                        </a:rPr>
                        <a:t>」のスライド</a:t>
                      </a:r>
                      <a:r>
                        <a:rPr kumimoji="1" lang="en-US" altLang="ja-JP" sz="900" b="0" i="0" kern="1200">
                          <a:solidFill>
                            <a:srgbClr val="000000"/>
                          </a:solidFill>
                          <a:effectLst/>
                          <a:latin typeface="+mn-ea"/>
                          <a:ea typeface="+mn-ea"/>
                          <a:cs typeface="+mn-cs"/>
                        </a:rPr>
                        <a:t>65</a:t>
                      </a:r>
                      <a:r>
                        <a:rPr lang="en-US" altLang="ja-JP" sz="900" b="0" i="0" kern="1200">
                          <a:solidFill>
                            <a:srgbClr val="000000"/>
                          </a:solidFill>
                          <a:effectLst/>
                          <a:latin typeface="+mn-ea"/>
                          <a:ea typeface="+mn-ea"/>
                          <a:cs typeface="+mn-cs"/>
                        </a:rPr>
                        <a:t>-121</a:t>
                      </a:r>
                      <a:r>
                        <a:rPr kumimoji="1" lang="ja-JP" altLang="en-US" sz="900" b="0" i="0" kern="1200">
                          <a:solidFill>
                            <a:srgbClr val="000000"/>
                          </a:solidFill>
                          <a:effectLst/>
                          <a:latin typeface="+mn-ea"/>
                          <a:ea typeface="+mn-ea"/>
                          <a:cs typeface="+mn-cs"/>
                        </a:rPr>
                        <a:t>）を参照</a:t>
                      </a:r>
                      <a:r>
                        <a:rPr lang="ja-JP" altLang="en-US" sz="900" b="0" i="0" kern="1200">
                          <a:solidFill>
                            <a:srgbClr val="000000"/>
                          </a:solidFill>
                          <a:effectLst/>
                          <a:latin typeface="+mn-ea"/>
                          <a:ea typeface="+mn-ea"/>
                          <a:cs typeface="+mn-cs"/>
                        </a:rPr>
                        <a:t>。</a:t>
                      </a:r>
                      <a:endParaRPr lang="en-US" altLang="ja-JP" sz="900" b="0" i="0" kern="1200">
                        <a:solidFill>
                          <a:srgbClr val="000000"/>
                        </a:solidFill>
                        <a:effectLst/>
                        <a:latin typeface="+mn-ea"/>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marR="0" lvl="0" indent="-171450" algn="l" defTabSz="843930" rtl="0" eaLnBrk="1" fontAlgn="base" latinLnBrk="0" hangingPunct="1">
                        <a:lnSpc>
                          <a:spcPts val="1200"/>
                        </a:lnSpc>
                        <a:spcBef>
                          <a:spcPts val="0"/>
                        </a:spcBef>
                        <a:spcAft>
                          <a:spcPts val="0"/>
                        </a:spcAft>
                        <a:buClrTx/>
                        <a:buSzTx/>
                        <a:buFont typeface="Arial" panose="020B0604020202020204" pitchFamily="34" charset="0"/>
                        <a:buChar char="•"/>
                        <a:tabLst/>
                        <a:defRPr/>
                      </a:pPr>
                      <a:r>
                        <a:rPr kumimoji="1" lang="en-US" altLang="ja-JP" sz="900" b="0" i="0" u="none" strike="noStrike" kern="0" cap="none" spc="0" normalizeH="0" baseline="0">
                          <a:ln>
                            <a:noFill/>
                          </a:ln>
                          <a:solidFill>
                            <a:schemeClr val="tx1"/>
                          </a:solidFill>
                          <a:effectLst/>
                          <a:uLnTx/>
                          <a:uFillTx/>
                          <a:latin typeface="+mn-ea"/>
                          <a:ea typeface="+mn-ea"/>
                          <a:cs typeface="+mn-cs"/>
                        </a:rPr>
                        <a:t>ー</a:t>
                      </a:r>
                      <a:endParaRPr kumimoji="1" lang="en-US" altLang="ja-JP" sz="900" b="0" i="0" kern="1200">
                        <a:solidFill>
                          <a:srgbClr val="000000"/>
                        </a:solidFill>
                        <a:effectLst/>
                        <a:latin typeface="+mn-ea"/>
                        <a:ea typeface="+mn-ea"/>
                        <a:cs typeface="+mn-cs"/>
                      </a:endParaRPr>
                    </a:p>
                  </a:txBody>
                  <a:tcPr marL="84298" marR="84298" marT="37938" marB="37938">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89851722"/>
                  </a:ext>
                </a:extLst>
              </a:tr>
              <a:tr h="298575">
                <a:tc>
                  <a:txBody>
                    <a:bodyPr/>
                    <a:lstStyle/>
                    <a:p>
                      <a:pPr algn="l" fontAlgn="base">
                        <a:lnSpc>
                          <a:spcPts val="1200"/>
                        </a:lnSpc>
                      </a:pPr>
                      <a:r>
                        <a:rPr kumimoji="1" lang="en-US" sz="900" b="0" i="0" kern="1200">
                          <a:solidFill>
                            <a:srgbClr val="000000"/>
                          </a:solidFill>
                          <a:effectLst/>
                          <a:latin typeface="+mn-ea"/>
                          <a:ea typeface="+mn-ea"/>
                          <a:cs typeface="+mn-cs"/>
                        </a:rPr>
                        <a:t>4</a:t>
                      </a:r>
                    </a:p>
                  </a:txBody>
                  <a:tcPr marL="84298" marR="84298" marT="42149" marB="42149">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vMerge="1">
                  <a:txBody>
                    <a:bodyPr/>
                    <a:lstStyle/>
                    <a:p>
                      <a:endParaRPr kumimoji="1" lang="ja-JP" altLang="en-US"/>
                    </a:p>
                  </a:txBody>
                  <a:tcPr>
                    <a:lnL w="6350" cap="flat" cmpd="sng" algn="ctr">
                      <a:solidFill>
                        <a:schemeClr val="bg1">
                          <a:lumMod val="50000"/>
                        </a:schemeClr>
                      </a:solidFill>
                      <a:prstDash val="solid"/>
                      <a:round/>
                      <a:headEnd type="none" w="med" len="med"/>
                      <a:tailEnd type="none" w="med" len="med"/>
                    </a:lnL>
                    <a:lnT w="6350" cap="flat" cmpd="sng" algn="ctr">
                      <a:solidFill>
                        <a:schemeClr val="bg1">
                          <a:lumMod val="50000"/>
                        </a:schemeClr>
                      </a:solidFill>
                      <a:prstDash val="solid"/>
                      <a:round/>
                      <a:headEnd type="none" w="med" len="med"/>
                      <a:tailEnd type="none" w="med" len="med"/>
                    </a:lnT>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n-ea"/>
                          <a:ea typeface="+mn-ea"/>
                          <a:cs typeface="+mn-cs"/>
                        </a:rPr>
                        <a:t>開発案件の課題共有</a:t>
                      </a:r>
                      <a:endParaRPr kumimoji="1" lang="ja-JP" altLang="en-US" sz="900" b="0" i="0" kern="1200">
                        <a:solidFill>
                          <a:srgbClr val="000000"/>
                        </a:solidFill>
                        <a:effectLst/>
                        <a:latin typeface="+mn-ea"/>
                        <a:ea typeface="+mn-ea"/>
                        <a:cs typeface="+mn-cs"/>
                      </a:endParaRPr>
                    </a:p>
                  </a:txBody>
                  <a:tcPr marL="84298" marR="84298" marT="42149" marB="42149">
                    <a:lnL w="12700" cap="flat" cmpd="sng" algn="ctr">
                      <a:solidFill>
                        <a:schemeClr val="bg1">
                          <a:lumMod val="7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rtl="0" fontAlgn="base">
                        <a:lnSpc>
                          <a:spcPct val="100000"/>
                        </a:lnSpc>
                        <a:buFont typeface="Arial" panose="020B0604020202020204" pitchFamily="34" charset="0"/>
                        <a:buChar char="•"/>
                      </a:pPr>
                      <a:r>
                        <a:rPr kumimoji="1" lang="ja-JP" altLang="en-US" sz="900" b="0" i="0" kern="1200">
                          <a:solidFill>
                            <a:srgbClr val="000000"/>
                          </a:solidFill>
                          <a:effectLst/>
                          <a:latin typeface="+mn-ea"/>
                          <a:ea typeface="+mn-ea"/>
                          <a:cs typeface="+mn-cs"/>
                        </a:rPr>
                        <a:t>ー</a:t>
                      </a:r>
                      <a:endParaRPr lang="en-US" altLang="ja-JP" sz="900" b="0" i="0" kern="1200">
                        <a:solidFill>
                          <a:srgbClr val="000000"/>
                        </a:solidFill>
                        <a:effectLst/>
                        <a:latin typeface="+mn-ea"/>
                        <a:ea typeface="+mn-ea"/>
                        <a:cs typeface="+mn-cs"/>
                      </a:endParaRPr>
                    </a:p>
                  </a:txBody>
                  <a:tcPr marL="84298" marR="84298" marT="37938" marB="37938">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marR="0" lvl="0" indent="-171450" algn="l" defTabSz="843930" rtl="0" eaLnBrk="1" fontAlgn="base" latinLnBrk="0" hangingPunct="1">
                        <a:lnSpc>
                          <a:spcPts val="1200"/>
                        </a:lnSpc>
                        <a:spcBef>
                          <a:spcPts val="0"/>
                        </a:spcBef>
                        <a:spcAft>
                          <a:spcPts val="0"/>
                        </a:spcAft>
                        <a:buClrTx/>
                        <a:buSzTx/>
                        <a:buFont typeface="Arial" panose="020B0604020202020204" pitchFamily="34" charset="0"/>
                        <a:buChar char="•"/>
                        <a:tabLst/>
                        <a:defRPr/>
                      </a:pPr>
                      <a:r>
                        <a:rPr kumimoji="1" lang="en-US" altLang="ja-JP" sz="900" b="0" i="0" u="none" strike="noStrike" kern="0" cap="none" spc="0" normalizeH="0" baseline="0">
                          <a:ln>
                            <a:noFill/>
                          </a:ln>
                          <a:solidFill>
                            <a:schemeClr val="tx1"/>
                          </a:solidFill>
                          <a:effectLst/>
                          <a:uLnTx/>
                          <a:uFillTx/>
                          <a:latin typeface="+mn-ea"/>
                          <a:ea typeface="+mn-ea"/>
                          <a:cs typeface="+mn-cs"/>
                        </a:rPr>
                        <a:t>ー</a:t>
                      </a:r>
                      <a:endParaRPr kumimoji="1" lang="en-US" altLang="ja-JP" sz="900" b="0" i="0" kern="1200">
                        <a:solidFill>
                          <a:srgbClr val="000000"/>
                        </a:solidFill>
                        <a:effectLst/>
                        <a:latin typeface="+mn-ea"/>
                        <a:ea typeface="+mn-ea"/>
                        <a:cs typeface="+mn-cs"/>
                      </a:endParaRPr>
                    </a:p>
                  </a:txBody>
                  <a:tcPr marL="84298" marR="84298" marT="37938" marB="37938">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97931114"/>
                  </a:ext>
                </a:extLst>
              </a:tr>
              <a:tr h="172530">
                <a:tc>
                  <a:txBody>
                    <a:bodyPr/>
                    <a:lstStyle/>
                    <a:p>
                      <a:pPr algn="l" fontAlgn="base">
                        <a:lnSpc>
                          <a:spcPts val="1200"/>
                        </a:lnSpc>
                      </a:pPr>
                      <a:r>
                        <a:rPr lang="en-US" sz="900" b="0" i="0">
                          <a:solidFill>
                            <a:srgbClr val="000000"/>
                          </a:solidFill>
                          <a:effectLst/>
                          <a:latin typeface="+mn-ea"/>
                          <a:ea typeface="+mn-ea"/>
                        </a:rPr>
                        <a:t>5</a:t>
                      </a:r>
                    </a:p>
                  </a:txBody>
                  <a:tcPr marL="84298" marR="84298" marT="42149" marB="42149">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lang="ja-JP" altLang="en-US" sz="900" b="0" i="0" kern="1200">
                          <a:solidFill>
                            <a:srgbClr val="000000"/>
                          </a:solidFill>
                          <a:effectLst/>
                          <a:latin typeface="+mn-ea"/>
                          <a:ea typeface="+mn-ea"/>
                          <a:cs typeface="+mn-cs"/>
                        </a:rPr>
                        <a:t>既存</a:t>
                      </a:r>
                      <a:r>
                        <a:rPr lang="en-US" altLang="ja-JP" sz="900" b="0" i="0" kern="1200">
                          <a:solidFill>
                            <a:srgbClr val="000000"/>
                          </a:solidFill>
                          <a:effectLst/>
                          <a:latin typeface="+mn-ea"/>
                          <a:ea typeface="+mn-ea"/>
                          <a:cs typeface="+mn-cs"/>
                        </a:rPr>
                        <a:t>TODO</a:t>
                      </a:r>
                      <a:r>
                        <a:rPr lang="ja-JP" altLang="en-US" sz="900" b="0" i="0" kern="1200">
                          <a:solidFill>
                            <a:srgbClr val="000000"/>
                          </a:solidFill>
                          <a:effectLst/>
                          <a:latin typeface="+mn-ea"/>
                          <a:ea typeface="+mn-ea"/>
                          <a:cs typeface="+mn-cs"/>
                        </a:rPr>
                        <a:t>確認</a:t>
                      </a:r>
                      <a:endParaRPr kumimoji="1" lang="en-US" altLang="ja-JP">
                        <a:latin typeface="+mn-ea"/>
                        <a:ea typeface="+mn-ea"/>
                      </a:endParaRPr>
                    </a:p>
                  </a:txBody>
                  <a:tcPr marL="84298" marR="84298" marT="42149" marB="42149">
                    <a:lnL w="6350" cap="flat" cmpd="sng" algn="ctr">
                      <a:solidFill>
                        <a:schemeClr val="bg1">
                          <a:lumMod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i="0" kern="1200">
                          <a:solidFill>
                            <a:srgbClr val="000000"/>
                          </a:solidFill>
                          <a:effectLst/>
                          <a:latin typeface="+mn-ea"/>
                          <a:ea typeface="+mn-ea"/>
                          <a:cs typeface="+mn-cs"/>
                        </a:rPr>
                        <a:t>既存</a:t>
                      </a:r>
                      <a:r>
                        <a:rPr kumimoji="1" lang="en-US" altLang="ja-JP" sz="900" b="0" i="0" kern="1200">
                          <a:solidFill>
                            <a:srgbClr val="000000"/>
                          </a:solidFill>
                          <a:effectLst/>
                          <a:latin typeface="+mn-ea"/>
                          <a:ea typeface="+mn-ea"/>
                          <a:cs typeface="+mn-cs"/>
                        </a:rPr>
                        <a:t>TODO</a:t>
                      </a:r>
                      <a:r>
                        <a:rPr kumimoji="1" lang="ja-JP" altLang="en-US" sz="900" b="0" i="0" kern="1200">
                          <a:solidFill>
                            <a:srgbClr val="000000"/>
                          </a:solidFill>
                          <a:effectLst/>
                          <a:latin typeface="+mn-ea"/>
                          <a:ea typeface="+mn-ea"/>
                          <a:cs typeface="+mn-cs"/>
                        </a:rPr>
                        <a:t>の状況確認・クローズ確認</a:t>
                      </a:r>
                    </a:p>
                  </a:txBody>
                  <a:tcPr marL="84298" marR="84298" marT="42149" marB="42149">
                    <a:lnL w="12700" cap="flat" cmpd="sng" algn="ctr">
                      <a:solidFill>
                        <a:schemeClr val="bg1">
                          <a:lumMod val="7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marR="0" lvl="0" indent="-171450" algn="l" defTabSz="843906" rtl="0" eaLnBrk="1" fontAlgn="base" latinLnBrk="0" hangingPunct="1">
                        <a:lnSpc>
                          <a:spcPts val="1200"/>
                        </a:lnSpc>
                        <a:spcBef>
                          <a:spcPts val="0"/>
                        </a:spcBef>
                        <a:spcAft>
                          <a:spcPts val="0"/>
                        </a:spcAft>
                        <a:buClrTx/>
                        <a:buSzTx/>
                        <a:buFont typeface="Arial" panose="020B0604020202020204" pitchFamily="34" charset="0"/>
                        <a:buChar char="•"/>
                        <a:tabLst/>
                        <a:defRPr/>
                      </a:pPr>
                      <a:r>
                        <a:rPr kumimoji="1" lang="ja-JP" altLang="en-US" sz="900" b="0" i="0" kern="1200">
                          <a:solidFill>
                            <a:srgbClr val="000000"/>
                          </a:solidFill>
                          <a:effectLst/>
                          <a:latin typeface="+mn-ea"/>
                          <a:ea typeface="+mn-ea"/>
                          <a:cs typeface="+mn-cs"/>
                        </a:rPr>
                        <a:t>ー</a:t>
                      </a:r>
                      <a:endParaRPr kumimoji="1" lang="en-US" altLang="ja-JP" sz="900" b="0" i="0" kern="1200">
                        <a:solidFill>
                          <a:srgbClr val="000000"/>
                        </a:solidFill>
                        <a:effectLst/>
                        <a:latin typeface="+mn-ea"/>
                        <a:ea typeface="+mn-ea"/>
                        <a:cs typeface="+mn-cs"/>
                      </a:endParaRPr>
                    </a:p>
                  </a:txBody>
                  <a:tcPr marL="84298" marR="84298" marT="37938" marB="37938">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marR="0" lvl="0" indent="-171450" algn="l" defTabSz="843930" rtl="0" eaLnBrk="1" fontAlgn="base" latinLnBrk="0" hangingPunct="1">
                        <a:lnSpc>
                          <a:spcPts val="1200"/>
                        </a:lnSpc>
                        <a:spcBef>
                          <a:spcPts val="0"/>
                        </a:spcBef>
                        <a:spcAft>
                          <a:spcPts val="0"/>
                        </a:spcAft>
                        <a:buClrTx/>
                        <a:buSzTx/>
                        <a:buFont typeface="Arial" panose="020B0604020202020204" pitchFamily="34" charset="0"/>
                        <a:buChar char="•"/>
                        <a:tabLst/>
                        <a:defRPr/>
                      </a:pPr>
                      <a:r>
                        <a:rPr kumimoji="1" lang="ja-JP" altLang="en-US" sz="900" b="0" i="0" kern="1200">
                          <a:solidFill>
                            <a:srgbClr val="000000"/>
                          </a:solidFill>
                          <a:effectLst/>
                          <a:latin typeface="+mn-ea"/>
                          <a:ea typeface="+mn-ea"/>
                          <a:cs typeface="+mn-cs"/>
                        </a:rPr>
                        <a:t>ー</a:t>
                      </a:r>
                      <a:endParaRPr kumimoji="1" lang="en-US" altLang="ja-JP" sz="900" b="0" i="0" kern="1200">
                        <a:solidFill>
                          <a:srgbClr val="000000"/>
                        </a:solidFill>
                        <a:effectLst/>
                        <a:latin typeface="+mn-ea"/>
                        <a:ea typeface="+mn-ea"/>
                        <a:cs typeface="+mn-cs"/>
                      </a:endParaRPr>
                    </a:p>
                  </a:txBody>
                  <a:tcPr marL="84298" marR="84298" marT="37938" marB="37938">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00170375"/>
                  </a:ext>
                </a:extLst>
              </a:tr>
              <a:tr h="172530">
                <a:tc>
                  <a:txBody>
                    <a:bodyPr/>
                    <a:lstStyle/>
                    <a:p>
                      <a:pPr algn="l" fontAlgn="base">
                        <a:lnSpc>
                          <a:spcPts val="1200"/>
                        </a:lnSpc>
                      </a:pPr>
                      <a:r>
                        <a:rPr lang="en-US" sz="900" b="0" i="0">
                          <a:solidFill>
                            <a:srgbClr val="000000"/>
                          </a:solidFill>
                          <a:effectLst/>
                          <a:latin typeface="+mn-ea"/>
                          <a:ea typeface="+mn-ea"/>
                        </a:rPr>
                        <a:t>6</a:t>
                      </a:r>
                    </a:p>
                  </a:txBody>
                  <a:tcPr marL="84298" marR="84298" marT="42149" marB="42149">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ネクストアクション</a:t>
                      </a:r>
                    </a:p>
                  </a:txBody>
                  <a:tcPr marL="84298" marR="84298" marT="42149" marB="42149">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i="0" kern="1200">
                          <a:solidFill>
                            <a:srgbClr val="000000"/>
                          </a:solidFill>
                          <a:effectLst/>
                          <a:latin typeface="+mn-ea"/>
                          <a:ea typeface="+mn-ea"/>
                          <a:cs typeface="+mn-cs"/>
                        </a:rPr>
                        <a:t>ラップアップ</a:t>
                      </a:r>
                    </a:p>
                  </a:txBody>
                  <a:tcPr marL="84298" marR="84298" marT="42149" marB="42149">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marR="0" lvl="0" indent="-171450" algn="l" defTabSz="843930" rtl="0" eaLnBrk="1" fontAlgn="base" latinLnBrk="0" hangingPunct="1">
                        <a:lnSpc>
                          <a:spcPts val="1200"/>
                        </a:lnSpc>
                        <a:spcBef>
                          <a:spcPts val="0"/>
                        </a:spcBef>
                        <a:spcAft>
                          <a:spcPts val="0"/>
                        </a:spcAft>
                        <a:buClrTx/>
                        <a:buSzTx/>
                        <a:buFont typeface="Arial" panose="020B0604020202020204" pitchFamily="34" charset="0"/>
                        <a:buChar char="•"/>
                        <a:tabLst/>
                        <a:defRPr/>
                      </a:pPr>
                      <a:r>
                        <a:rPr kumimoji="1" lang="ja-JP" altLang="en-US" sz="900" b="0" i="0" kern="1200">
                          <a:solidFill>
                            <a:srgbClr val="000000"/>
                          </a:solidFill>
                          <a:effectLst/>
                          <a:latin typeface="+mn-ea"/>
                          <a:ea typeface="+mn-ea"/>
                          <a:cs typeface="+mn-cs"/>
                        </a:rPr>
                        <a:t>三者定例の月次アジェンダ「</a:t>
                      </a:r>
                      <a:r>
                        <a:rPr kumimoji="1" lang="en-US" altLang="ja-JP" sz="900" b="0" i="0" kern="1200">
                          <a:solidFill>
                            <a:srgbClr val="000000"/>
                          </a:solidFill>
                          <a:effectLst/>
                          <a:latin typeface="+mn-ea"/>
                          <a:ea typeface="+mn-ea"/>
                          <a:cs typeface="+mn-cs"/>
                        </a:rPr>
                        <a:t>ONS</a:t>
                      </a:r>
                      <a:r>
                        <a:rPr kumimoji="1" lang="ja-JP" altLang="en-US" sz="900" b="0" i="0" kern="1200">
                          <a:solidFill>
                            <a:srgbClr val="000000"/>
                          </a:solidFill>
                          <a:effectLst/>
                          <a:latin typeface="+mn-ea"/>
                          <a:ea typeface="+mn-ea"/>
                          <a:cs typeface="+mn-cs"/>
                        </a:rPr>
                        <a:t>問合せ状況月次報告」について、</a:t>
                      </a:r>
                      <a:r>
                        <a:rPr kumimoji="1" lang="en-US" altLang="ja-JP" sz="900" b="0" i="0" kern="1200">
                          <a:solidFill>
                            <a:srgbClr val="000000"/>
                          </a:solidFill>
                          <a:effectLst/>
                          <a:latin typeface="+mn-ea"/>
                          <a:ea typeface="+mn-ea"/>
                          <a:cs typeface="+mn-cs"/>
                        </a:rPr>
                        <a:t>10</a:t>
                      </a:r>
                      <a:r>
                        <a:rPr kumimoji="1" lang="ja-JP" altLang="en-US" sz="900" b="0" i="0" kern="1200">
                          <a:solidFill>
                            <a:srgbClr val="000000"/>
                          </a:solidFill>
                          <a:effectLst/>
                          <a:latin typeface="+mn-ea"/>
                          <a:ea typeface="+mn-ea"/>
                          <a:cs typeface="+mn-cs"/>
                        </a:rPr>
                        <a:t>月より書面報告とする。</a:t>
                      </a:r>
                      <a:endParaRPr kumimoji="1" lang="en-US" altLang="ja-JP" sz="900" b="0" i="0" kern="1200">
                        <a:solidFill>
                          <a:srgbClr val="000000"/>
                        </a:solidFill>
                        <a:effectLst/>
                        <a:latin typeface="+mn-ea"/>
                        <a:ea typeface="+mn-ea"/>
                        <a:cs typeface="+mn-cs"/>
                      </a:endParaRPr>
                    </a:p>
                  </a:txBody>
                  <a:tcPr marL="84298" marR="84298" marT="37938" marB="37938">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marR="0" lvl="0" indent="-171450" algn="l" defTabSz="843930" rtl="0" eaLnBrk="1" fontAlgn="base" latinLnBrk="0" hangingPunct="1">
                        <a:lnSpc>
                          <a:spcPts val="1200"/>
                        </a:lnSpc>
                        <a:spcBef>
                          <a:spcPts val="0"/>
                        </a:spcBef>
                        <a:spcAft>
                          <a:spcPts val="0"/>
                        </a:spcAft>
                        <a:buClrTx/>
                        <a:buSzTx/>
                        <a:buFont typeface="Arial" panose="020B0604020202020204" pitchFamily="34" charset="0"/>
                        <a:buChar char="•"/>
                        <a:tabLst/>
                        <a:defRPr/>
                      </a:pPr>
                      <a:r>
                        <a:rPr kumimoji="1" lang="ja-JP" altLang="en-US" sz="900" b="0" i="0" kern="1200">
                          <a:solidFill>
                            <a:srgbClr val="000000"/>
                          </a:solidFill>
                          <a:effectLst/>
                          <a:latin typeface="+mn-ea"/>
                          <a:ea typeface="+mn-ea"/>
                          <a:cs typeface="+mn-cs"/>
                        </a:rPr>
                        <a:t>ー</a:t>
                      </a:r>
                      <a:endParaRPr kumimoji="1" lang="en-US" altLang="ja-JP" sz="900" b="0" i="0" kern="1200">
                        <a:solidFill>
                          <a:srgbClr val="000000"/>
                        </a:solidFill>
                        <a:effectLst/>
                        <a:latin typeface="+mn-ea"/>
                        <a:ea typeface="+mn-ea"/>
                        <a:cs typeface="+mn-cs"/>
                      </a:endParaRPr>
                    </a:p>
                  </a:txBody>
                  <a:tcPr marL="84298" marR="84298" marT="37938" marB="37938">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74163995"/>
                  </a:ext>
                </a:extLst>
              </a:tr>
            </a:tbl>
          </a:graphicData>
        </a:graphic>
      </p:graphicFrame>
    </p:spTree>
    <p:extLst>
      <p:ext uri="{BB962C8B-B14F-4D97-AF65-F5344CB8AC3E}">
        <p14:creationId xmlns:p14="http://schemas.microsoft.com/office/powerpoint/2010/main" val="3946837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580E0-79ED-1BF4-ABBD-AE91580E3175}"/>
            </a:ext>
          </a:extLst>
        </p:cNvPr>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5B21CB1-187D-4A75-5B7A-D60A6736D9D3}"/>
              </a:ext>
            </a:extLst>
          </p:cNvPr>
          <p:cNvGraphicFramePr>
            <a:graphicFrameLocks noChangeAspect="1"/>
          </p:cNvGraphicFramePr>
          <p:nvPr>
            <p:custDataLst>
              <p:tags r:id="rId1"/>
            </p:custDataLst>
          </p:nvPr>
        </p:nvGraphicFramePr>
        <p:xfrm>
          <a:off x="929978" y="644228"/>
          <a:ext cx="1290" cy="1290"/>
        </p:xfrm>
        <a:graphic>
          <a:graphicData uri="http://schemas.openxmlformats.org/presentationml/2006/ole">
            <mc:AlternateContent xmlns:mc="http://schemas.openxmlformats.org/markup-compatibility/2006">
              <mc:Choice xmlns:v="urn:schemas-microsoft-com:vml" Requires="v">
                <p:oleObj name="think-cell スライド" r:id="rId5" imgW="416" imgH="416" progId="TCLayout.ActiveDocument.1">
                  <p:embed/>
                </p:oleObj>
              </mc:Choice>
              <mc:Fallback>
                <p:oleObj name="think-cell スライド" r:id="rId5" imgW="416" imgH="416" progId="TCLayout.ActiveDocument.1">
                  <p:embed/>
                  <p:pic>
                    <p:nvPicPr>
                      <p:cNvPr id="4" name="オブジェクト 3" hidden="1">
                        <a:extLst>
                          <a:ext uri="{FF2B5EF4-FFF2-40B4-BE49-F238E27FC236}">
                            <a16:creationId xmlns:a16="http://schemas.microsoft.com/office/drawing/2014/main" id="{45B21CB1-187D-4A75-5B7A-D60A6736D9D3}"/>
                          </a:ext>
                        </a:extLst>
                      </p:cNvPr>
                      <p:cNvPicPr/>
                      <p:nvPr/>
                    </p:nvPicPr>
                    <p:blipFill>
                      <a:blip r:embed="rId6"/>
                      <a:stretch>
                        <a:fillRect/>
                      </a:stretch>
                    </p:blipFill>
                    <p:spPr>
                      <a:xfrm>
                        <a:off x="929978" y="644228"/>
                        <a:ext cx="1290" cy="1290"/>
                      </a:xfrm>
                      <a:prstGeom prst="rect">
                        <a:avLst/>
                      </a:prstGeom>
                    </p:spPr>
                  </p:pic>
                </p:oleObj>
              </mc:Fallback>
            </mc:AlternateContent>
          </a:graphicData>
        </a:graphic>
      </p:graphicFrame>
      <p:sp>
        <p:nvSpPr>
          <p:cNvPr id="3" name="正方形/長方形 2" hidden="1">
            <a:extLst>
              <a:ext uri="{FF2B5EF4-FFF2-40B4-BE49-F238E27FC236}">
                <a16:creationId xmlns:a16="http://schemas.microsoft.com/office/drawing/2014/main" id="{A2767F26-FF22-3DBA-3E66-BEE908DE612A}"/>
              </a:ext>
            </a:extLst>
          </p:cNvPr>
          <p:cNvSpPr/>
          <p:nvPr>
            <p:custDataLst>
              <p:tags r:id="rId2"/>
            </p:custDataLst>
          </p:nvPr>
        </p:nvSpPr>
        <p:spPr bwMode="auto">
          <a:xfrm>
            <a:off x="928688" y="642938"/>
            <a:ext cx="128984" cy="12898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0" tIns="0" rIns="0" bIns="0" numCol="1" spcCol="0" rtlCol="0" anchor="ctr" anchorCtr="0" compatLnSpc="1">
            <a:prstTxWarp prst="textNoShape">
              <a:avLst/>
            </a:prstTxWarp>
            <a:noAutofit/>
          </a:bodyPr>
          <a:lstStyle/>
          <a:p>
            <a:pPr marL="0" marR="0" lvl="0" indent="0" algn="ctr" defTabSz="742950" rtl="0" eaLnBrk="1" fontAlgn="auto" latinLnBrk="0" hangingPunct="1">
              <a:lnSpc>
                <a:spcPct val="110000"/>
              </a:lnSpc>
              <a:spcBef>
                <a:spcPct val="40000"/>
              </a:spcBef>
              <a:spcAft>
                <a:spcPts val="0"/>
              </a:spcAft>
              <a:buClrTx/>
              <a:buSzTx/>
              <a:buFontTx/>
              <a:buNone/>
              <a:tabLst/>
              <a:defRPr/>
            </a:pPr>
            <a:endParaRPr kumimoji="1" lang="ja-JP" altLang="en-US" sz="1138"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sym typeface="Meiryo UI" panose="020B0604030504040204" pitchFamily="50" charset="-128"/>
            </a:endParaRPr>
          </a:p>
        </p:txBody>
      </p:sp>
      <p:sp>
        <p:nvSpPr>
          <p:cNvPr id="9" name="タイトル 1">
            <a:extLst>
              <a:ext uri="{FF2B5EF4-FFF2-40B4-BE49-F238E27FC236}">
                <a16:creationId xmlns:a16="http://schemas.microsoft.com/office/drawing/2014/main" id="{583DFCB3-4DFA-D9BA-9CCA-1C22E76B2392}"/>
              </a:ext>
            </a:extLst>
          </p:cNvPr>
          <p:cNvSpPr>
            <a:spLocks noGrp="1"/>
          </p:cNvSpPr>
          <p:nvPr/>
        </p:nvSpPr>
        <p:spPr>
          <a:xfrm>
            <a:off x="495300" y="162346"/>
            <a:ext cx="8915399" cy="578870"/>
          </a:xfrm>
          <a:prstGeom prst="rect">
            <a:avLst/>
          </a:prstGeom>
        </p:spPr>
        <p:txBody>
          <a:bodyPr lIns="0" tIns="45720" rIns="0" bIns="45720" anchor="b" anchorCtr="0">
            <a:normAutofit/>
          </a:bodyPr>
          <a:lstStyle>
            <a:lvl1pPr algn="l" defTabSz="761863" rtl="0" eaLnBrk="0" fontAlgn="base" hangingPunct="0">
              <a:spcBef>
                <a:spcPct val="0"/>
              </a:spcBef>
              <a:spcAft>
                <a:spcPct val="0"/>
              </a:spcAft>
              <a:defRPr sz="2000" b="1">
                <a:solidFill>
                  <a:srgbClr val="17375E"/>
                </a:solidFill>
                <a:latin typeface="+mj-ea"/>
                <a:ea typeface="+mj-ea"/>
                <a:cs typeface="+mj-cs"/>
              </a:defRPr>
            </a:lvl1pPr>
            <a:lvl2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2pPr>
            <a:lvl3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3pPr>
            <a:lvl4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4pPr>
            <a:lvl5pPr algn="ctr" defTabSz="761863" rtl="0" eaLnBrk="0" fontAlgn="base" hangingPunct="0">
              <a:spcBef>
                <a:spcPct val="0"/>
              </a:spcBef>
              <a:spcAft>
                <a:spcPct val="0"/>
              </a:spcAft>
              <a:defRPr sz="1600">
                <a:solidFill>
                  <a:schemeClr val="bg1"/>
                </a:solidFill>
                <a:latin typeface="Calibri" pitchFamily="34" charset="0"/>
                <a:ea typeface="ＭＳ Ｐゴシック" pitchFamily="50" charset="-128"/>
              </a:defRPr>
            </a:lvl5pPr>
            <a:lvl6pPr marL="457117"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6pPr>
            <a:lvl7pPr marL="914235"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7pPr>
            <a:lvl8pPr marL="1371353"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8pPr>
            <a:lvl9pPr marL="1828470" algn="ctr" defTabSz="761863" rtl="0" fontAlgn="base">
              <a:spcBef>
                <a:spcPct val="0"/>
              </a:spcBef>
              <a:spcAft>
                <a:spcPct val="0"/>
              </a:spcAft>
              <a:defRPr>
                <a:solidFill>
                  <a:schemeClr val="bg1"/>
                </a:solidFill>
                <a:latin typeface="ＭＳ Ｐゴシック" pitchFamily="50" charset="-128"/>
                <a:ea typeface="ＭＳ Ｐゴシック" pitchFamily="50" charset="-128"/>
              </a:defRPr>
            </a:lvl9pPr>
          </a:lstStyle>
          <a:p>
            <a:pPr marL="0" marR="0" lvl="0" indent="0" algn="l" defTabSz="761863" rtl="0" eaLnBrk="0" fontAlgn="base" latinLnBrk="0" hangingPunct="0">
              <a:lnSpc>
                <a:spcPct val="100000"/>
              </a:lnSpc>
              <a:spcBef>
                <a:spcPct val="0"/>
              </a:spcBef>
              <a:spcAft>
                <a:spcPct val="0"/>
              </a:spcAft>
              <a:buClrTx/>
              <a:buSzTx/>
              <a:buFontTx/>
              <a:buNone/>
              <a:tabLst/>
              <a:defRPr/>
            </a:pPr>
            <a:r>
              <a:rPr kumimoji="1" lang="en-US" altLang="ja-JP" sz="2000" b="1" i="0" u="none" strike="noStrike" kern="1200" cap="none" spc="0" normalizeH="0" baseline="0" noProof="0">
                <a:ln>
                  <a:noFill/>
                </a:ln>
                <a:solidFill>
                  <a:srgbClr val="1F497D">
                    <a:lumMod val="75000"/>
                  </a:srgbClr>
                </a:solidFill>
                <a:effectLst/>
                <a:uLnTx/>
                <a:uFillTx/>
                <a:latin typeface="Meiryo UI"/>
                <a:ea typeface="Meiryo UI"/>
                <a:cs typeface="+mj-cs"/>
              </a:rPr>
              <a:t>2026/10/2 </a:t>
            </a:r>
            <a:r>
              <a:rPr kumimoji="1" lang="ja-JP" altLang="en-US" sz="2000" b="1" i="0" u="none" strike="noStrike" kern="1200" cap="none" spc="0" normalizeH="0" baseline="0" noProof="0">
                <a:ln>
                  <a:noFill/>
                </a:ln>
                <a:solidFill>
                  <a:srgbClr val="1F497D">
                    <a:lumMod val="75000"/>
                  </a:srgbClr>
                </a:solidFill>
                <a:effectLst/>
                <a:uLnTx/>
                <a:uFillTx/>
                <a:latin typeface="Meiryo UI"/>
                <a:ea typeface="Meiryo UI"/>
                <a:cs typeface="+mj-cs"/>
              </a:rPr>
              <a:t>三者定例議事録</a:t>
            </a:r>
          </a:p>
        </p:txBody>
      </p:sp>
      <p:sp>
        <p:nvSpPr>
          <p:cNvPr id="12" name="コンテンツ プレースホルダー 14">
            <a:extLst>
              <a:ext uri="{FF2B5EF4-FFF2-40B4-BE49-F238E27FC236}">
                <a16:creationId xmlns:a16="http://schemas.microsoft.com/office/drawing/2014/main" id="{A798B590-5EDB-F958-32B5-DDA09F384E2B}"/>
              </a:ext>
            </a:extLst>
          </p:cNvPr>
          <p:cNvSpPr txBox="1">
            <a:spLocks/>
          </p:cNvSpPr>
          <p:nvPr/>
        </p:nvSpPr>
        <p:spPr bwMode="auto">
          <a:xfrm>
            <a:off x="203200" y="731591"/>
            <a:ext cx="9608979" cy="5964064"/>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defPPr>
              <a:defRPr lang="ja-JP"/>
            </a:defPPr>
            <a:lvl1pPr marL="285750" indent="-285750" algn="l" rtl="0" eaLnBrk="1" fontAlgn="base" hangingPunct="1">
              <a:lnSpc>
                <a:spcPct val="80000"/>
              </a:lnSpc>
              <a:spcBef>
                <a:spcPts val="0"/>
              </a:spcBef>
              <a:spcAft>
                <a:spcPct val="0"/>
              </a:spcAft>
              <a:buFont typeface="Wingdings" panose="05000000000000000000" pitchFamily="2" charset="2"/>
              <a:buChar char="ü"/>
              <a:defRPr kumimoji="1" sz="1400" i="1" kern="1200">
                <a:solidFill>
                  <a:schemeClr val="tx1"/>
                </a:solidFill>
                <a:latin typeface="+mj-ea"/>
                <a:ea typeface="+mj-ea"/>
                <a:cs typeface="+mn-cs"/>
              </a:defRPr>
            </a:lvl1pPr>
            <a:lvl2pPr marL="765037" indent="-285699" algn="l" rtl="0" eaLnBrk="1" fontAlgn="base" hangingPunct="1">
              <a:lnSpc>
                <a:spcPct val="80000"/>
              </a:lnSpc>
              <a:spcBef>
                <a:spcPct val="20000"/>
              </a:spcBef>
              <a:spcAft>
                <a:spcPct val="0"/>
              </a:spcAft>
              <a:buFont typeface="Wingdings" panose="05000000000000000000" pitchFamily="2" charset="2"/>
              <a:buChar char="Ø"/>
              <a:defRPr kumimoji="1" sz="1400" i="1" kern="1200">
                <a:solidFill>
                  <a:schemeClr val="tx1"/>
                </a:solidFill>
                <a:latin typeface="+mn-ea"/>
                <a:ea typeface="+mn-ea"/>
                <a:cs typeface="+mn-cs"/>
              </a:defRPr>
            </a:lvl2pPr>
            <a:lvl3pPr marL="1241253" indent="-285750" algn="l" rtl="0" eaLnBrk="1" fontAlgn="base" hangingPunct="1">
              <a:lnSpc>
                <a:spcPct val="80000"/>
              </a:lnSpc>
              <a:spcBef>
                <a:spcPct val="20000"/>
              </a:spcBef>
              <a:spcAft>
                <a:spcPct val="0"/>
              </a:spcAft>
              <a:buFont typeface="Arial" panose="020B0604020202020204" pitchFamily="34" charset="0"/>
              <a:buChar char="•"/>
              <a:defRPr kumimoji="1" sz="1400" i="1" kern="1200">
                <a:solidFill>
                  <a:schemeClr val="tx1"/>
                </a:solidFill>
                <a:latin typeface="+mn-ea"/>
                <a:ea typeface="+mn-ea"/>
                <a:cs typeface="+mn-cs"/>
              </a:defRPr>
            </a:lvl3pPr>
            <a:lvl4pPr marL="1479809" indent="-210983" algn="l" rtl="0" eaLnBrk="1" fontAlgn="base" hangingPunct="1">
              <a:lnSpc>
                <a:spcPct val="80000"/>
              </a:lnSpc>
              <a:spcBef>
                <a:spcPct val="20000"/>
              </a:spcBef>
              <a:spcAft>
                <a:spcPct val="0"/>
              </a:spcAft>
              <a:buChar char="–"/>
              <a:defRPr kumimoji="1" sz="1846" i="1" kern="1200">
                <a:solidFill>
                  <a:schemeClr val="tx1"/>
                </a:solidFill>
                <a:latin typeface="Times New Roman" pitchFamily="18" charset="0"/>
                <a:ea typeface="+mn-ea"/>
                <a:cs typeface="+mn-cs"/>
              </a:defRPr>
            </a:lvl4pPr>
            <a:lvl5pPr marL="1898843" indent="-212448" algn="l" rtl="0" eaLnBrk="1" fontAlgn="base" hangingPunct="1">
              <a:lnSpc>
                <a:spcPct val="80000"/>
              </a:lnSpc>
              <a:spcBef>
                <a:spcPct val="20000"/>
              </a:spcBef>
              <a:spcAft>
                <a:spcPct val="0"/>
              </a:spcAft>
              <a:buChar char="»"/>
              <a:defRPr kumimoji="1" sz="1846" i="1" kern="1200">
                <a:solidFill>
                  <a:schemeClr val="tx1"/>
                </a:solidFill>
                <a:latin typeface="Times New Roman" pitchFamily="18" charset="0"/>
                <a:ea typeface="+mn-ea"/>
                <a:cs typeface="+mn-cs"/>
              </a:defRPr>
            </a:lvl5pPr>
            <a:lvl6pPr marL="2320809" indent="-210983" algn="l" defTabSz="914235" rtl="0" eaLnBrk="1" fontAlgn="base" latinLnBrk="0" hangingPunct="1">
              <a:spcBef>
                <a:spcPct val="20000"/>
              </a:spcBef>
              <a:spcAft>
                <a:spcPct val="0"/>
              </a:spcAft>
              <a:buChar char="»"/>
              <a:defRPr kumimoji="1" sz="1846" i="1" kern="1200">
                <a:solidFill>
                  <a:schemeClr val="tx1"/>
                </a:solidFill>
                <a:latin typeface="Times New Roman" pitchFamily="18" charset="0"/>
                <a:ea typeface="+mn-ea"/>
                <a:cs typeface="+mn-cs"/>
              </a:defRPr>
            </a:lvl6pPr>
            <a:lvl7pPr marL="2742774" indent="-210983" algn="l" defTabSz="914235" rtl="0" eaLnBrk="1" fontAlgn="base" latinLnBrk="0" hangingPunct="1">
              <a:spcBef>
                <a:spcPct val="20000"/>
              </a:spcBef>
              <a:spcAft>
                <a:spcPct val="0"/>
              </a:spcAft>
              <a:buChar char="»"/>
              <a:defRPr kumimoji="1" sz="1846" i="1" kern="1200">
                <a:solidFill>
                  <a:schemeClr val="tx1"/>
                </a:solidFill>
                <a:latin typeface="Times New Roman" pitchFamily="18" charset="0"/>
                <a:ea typeface="+mn-ea"/>
                <a:cs typeface="+mn-cs"/>
              </a:defRPr>
            </a:lvl7pPr>
            <a:lvl8pPr marL="3164739" indent="-210983" algn="l" defTabSz="914235" rtl="0" eaLnBrk="1" fontAlgn="base" latinLnBrk="0" hangingPunct="1">
              <a:spcBef>
                <a:spcPct val="20000"/>
              </a:spcBef>
              <a:spcAft>
                <a:spcPct val="0"/>
              </a:spcAft>
              <a:buChar char="»"/>
              <a:defRPr kumimoji="1" sz="1846" i="1" kern="1200">
                <a:solidFill>
                  <a:schemeClr val="tx1"/>
                </a:solidFill>
                <a:latin typeface="Times New Roman" pitchFamily="18" charset="0"/>
                <a:ea typeface="+mn-ea"/>
                <a:cs typeface="+mn-cs"/>
              </a:defRPr>
            </a:lvl8pPr>
            <a:lvl9pPr marL="3586704" indent="-210983" algn="l" defTabSz="914235" rtl="0" eaLnBrk="1" fontAlgn="base" latinLnBrk="0" hangingPunct="1">
              <a:spcBef>
                <a:spcPct val="20000"/>
              </a:spcBef>
              <a:spcAft>
                <a:spcPct val="0"/>
              </a:spcAft>
              <a:buChar char="»"/>
              <a:defRPr kumimoji="1" sz="1846" i="1" kern="1200">
                <a:solidFill>
                  <a:schemeClr val="tx1"/>
                </a:solidFill>
                <a:latin typeface="Times New Roman" pitchFamily="18" charset="0"/>
                <a:ea typeface="+mn-ea"/>
                <a:cs typeface="+mn-cs"/>
              </a:defRPr>
            </a:lvl9pPr>
          </a:lstStyle>
          <a:p>
            <a:pPr marL="0" marR="0" lvl="0" indent="0" algn="l" defTabSz="914400" rtl="0" eaLnBrk="1" fontAlgn="base" latinLnBrk="0" hangingPunct="1">
              <a:lnSpc>
                <a:spcPts val="1100"/>
              </a:lnSpc>
              <a:spcBef>
                <a:spcPts val="0"/>
              </a:spcBef>
              <a:spcAft>
                <a:spcPts val="0"/>
              </a:spcAft>
              <a:buClrTx/>
              <a:buSzTx/>
              <a:buFont typeface="Wingdings" panose="05000000000000000000" pitchFamily="2" charset="2"/>
              <a:buNone/>
              <a:tabLst/>
              <a:defRPr/>
            </a:pPr>
            <a:r>
              <a:rPr kumimoji="1" lang="ja-JP" altLang="en-US" sz="1050" b="1" i="0" u="none" strike="noStrike" kern="0" cap="none" spc="0" normalizeH="0" baseline="0" noProof="0">
                <a:ln>
                  <a:noFill/>
                </a:ln>
                <a:solidFill>
                  <a:srgbClr val="1F497D">
                    <a:lumMod val="75000"/>
                  </a:srgbClr>
                </a:solidFill>
                <a:effectLst/>
                <a:uLnTx/>
                <a:uFillTx/>
                <a:latin typeface="Meiryo UI"/>
                <a:ea typeface="Meiryo UI"/>
                <a:cs typeface="+mn-cs"/>
              </a:rPr>
              <a:t>議題</a:t>
            </a:r>
            <a:endParaRPr kumimoji="1" lang="en-US" altLang="ja-JP" sz="1000" b="1" i="0" u="none" strike="noStrike" kern="0" cap="none" spc="0" normalizeH="0" baseline="0" noProof="0">
              <a:ln>
                <a:noFill/>
              </a:ln>
              <a:solidFill>
                <a:prstClr val="black"/>
              </a:solidFill>
              <a:effectLst/>
              <a:uLnTx/>
              <a:uFillTx/>
              <a:latin typeface="Meiryo UI"/>
              <a:ea typeface="Meiryo UI"/>
              <a:cs typeface="+mn-cs"/>
            </a:endParaRPr>
          </a:p>
          <a:p>
            <a:pPr marL="0" marR="0" lvl="0" indent="0" algn="l" defTabSz="914400" rtl="0" eaLnBrk="1" fontAlgn="ctr" latinLnBrk="0" hangingPunct="1">
              <a:lnSpc>
                <a:spcPts val="1100"/>
              </a:lnSpc>
              <a:spcBef>
                <a:spcPts val="0"/>
              </a:spcBef>
              <a:spcAft>
                <a:spcPts val="0"/>
              </a:spcAft>
              <a:buClrTx/>
              <a:buSzTx/>
              <a:buFont typeface="Wingdings" panose="05000000000000000000" pitchFamily="2" charset="2"/>
              <a:buNone/>
              <a:tabLst/>
              <a:defRPr/>
            </a:pPr>
            <a:r>
              <a:rPr kumimoji="1" lang="en-US" altLang="ja-JP" sz="1000" b="1" i="0" u="none" strike="noStrike" kern="0" cap="none" spc="0" normalizeH="0" baseline="0" noProof="0">
                <a:ln>
                  <a:noFill/>
                </a:ln>
                <a:solidFill>
                  <a:prstClr val="black"/>
                </a:solidFill>
                <a:effectLst/>
                <a:uLnTx/>
                <a:uFillTx/>
                <a:latin typeface="Meiryo UI"/>
                <a:ea typeface="Meiryo UI"/>
                <a:cs typeface="+mn-cs"/>
              </a:rPr>
              <a:t>0. </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今週の振り返り・来週の予定確認</a:t>
            </a:r>
            <a:endParaRPr kumimoji="1" lang="en-US" altLang="ja-JP" sz="1000" b="1" i="0" u="none" strike="noStrike" kern="0" cap="none" spc="0" normalizeH="0" baseline="0" noProof="0">
              <a:ln>
                <a:noFill/>
              </a:ln>
              <a:solidFill>
                <a:prstClr val="black"/>
              </a:solidFill>
              <a:effectLst/>
              <a:uLnTx/>
              <a:uFillTx/>
              <a:latin typeface="Meiryo UI"/>
              <a:ea typeface="Meiryo UI"/>
              <a:cs typeface="+mn-cs"/>
            </a:endParaRPr>
          </a:p>
          <a:p>
            <a:pPr marL="177800" marR="0" lvl="0" indent="-177800" algn="l" defTabSz="914400" rtl="0" eaLnBrk="1" fontAlgn="ctr" latinLnBrk="0" hangingPunct="1">
              <a:lnSpc>
                <a:spcPts val="1100"/>
              </a:lnSpc>
              <a:spcBef>
                <a:spcPts val="0"/>
              </a:spcBef>
              <a:spcAft>
                <a:spcPts val="0"/>
              </a:spcAft>
              <a:buClrTx/>
              <a:buSzTx/>
              <a:buFont typeface="+mj-lt"/>
              <a:buAutoNum type="arabicPeriod"/>
              <a:tabLst/>
              <a:defRPr/>
            </a:pPr>
            <a:r>
              <a:rPr kumimoji="1" lang="en-US" altLang="ja-JP" sz="1000" b="1" i="0" u="none" strike="noStrike" kern="0" cap="none" spc="0" normalizeH="0" baseline="0" noProof="0">
                <a:ln>
                  <a:noFill/>
                </a:ln>
                <a:solidFill>
                  <a:prstClr val="black"/>
                </a:solidFill>
                <a:effectLst/>
                <a:uLnTx/>
                <a:uFillTx/>
                <a:latin typeface="Meiryo UI"/>
                <a:ea typeface="Meiryo UI"/>
                <a:cs typeface="+mn-cs"/>
              </a:rPr>
              <a:t>【</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モデル事業​</a:t>
            </a:r>
            <a:r>
              <a:rPr kumimoji="1" lang="en-US" altLang="ja-JP" sz="1000" b="1" i="0" u="none" strike="noStrike" kern="0" cap="none" spc="0" normalizeH="0" baseline="0" noProof="0">
                <a:ln>
                  <a:noFill/>
                </a:ln>
                <a:solidFill>
                  <a:prstClr val="black"/>
                </a:solidFill>
                <a:effectLst/>
                <a:uLnTx/>
                <a:uFillTx/>
                <a:latin typeface="Meiryo UI"/>
                <a:ea typeface="Meiryo UI"/>
                <a:cs typeface="+mn-cs"/>
              </a:rPr>
              <a:t>】</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モデル事業の進捗共有</a:t>
            </a:r>
            <a:endParaRPr kumimoji="1" lang="en-US" altLang="ja-JP" sz="1000" b="1" i="0" u="none" strike="noStrike" kern="0" cap="none" spc="0" normalizeH="0" baseline="0" noProof="0">
              <a:ln>
                <a:noFill/>
              </a:ln>
              <a:solidFill>
                <a:prstClr val="black"/>
              </a:solidFill>
              <a:effectLst/>
              <a:uLnTx/>
              <a:uFillTx/>
              <a:latin typeface="Meiryo UI"/>
              <a:ea typeface="Meiryo UI"/>
              <a:cs typeface="+mn-cs"/>
            </a:endParaRPr>
          </a:p>
          <a:p>
            <a:pPr marL="177800" marR="0" lvl="0" indent="-177800" algn="l" defTabSz="914400" rtl="0" eaLnBrk="1" fontAlgn="ctr" latinLnBrk="0" hangingPunct="1">
              <a:lnSpc>
                <a:spcPts val="1100"/>
              </a:lnSpc>
              <a:spcBef>
                <a:spcPts val="0"/>
              </a:spcBef>
              <a:spcAft>
                <a:spcPts val="0"/>
              </a:spcAft>
              <a:buClrTx/>
              <a:buSzTx/>
              <a:buFont typeface="Wingdings" panose="05000000000000000000" pitchFamily="2" charset="2"/>
              <a:buAutoNum type="arabicPeriod"/>
              <a:tabLst/>
              <a:defRPr/>
            </a:pPr>
            <a:r>
              <a:rPr kumimoji="1" lang="en-US" altLang="ja-JP" sz="1000" b="1" i="0" u="none" strike="noStrike" kern="0" cap="none" spc="0" normalizeH="0" baseline="0" noProof="0">
                <a:ln>
                  <a:noFill/>
                </a:ln>
                <a:solidFill>
                  <a:prstClr val="black"/>
                </a:solidFill>
                <a:effectLst/>
                <a:uLnTx/>
                <a:uFillTx/>
                <a:latin typeface="Meiryo UI"/>
                <a:ea typeface="Meiryo UI"/>
                <a:cs typeface="+mn-cs"/>
              </a:rPr>
              <a:t>【</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開発</a:t>
            </a:r>
            <a:r>
              <a:rPr kumimoji="1" lang="en-US" altLang="ja-JP" sz="1000" b="1" i="0" u="none" strike="noStrike" kern="0" cap="none" spc="0" normalizeH="0" baseline="0" noProof="0">
                <a:ln>
                  <a:noFill/>
                </a:ln>
                <a:solidFill>
                  <a:prstClr val="black"/>
                </a:solidFill>
                <a:effectLst/>
                <a:uLnTx/>
                <a:uFillTx/>
                <a:latin typeface="Meiryo UI"/>
                <a:ea typeface="Meiryo UI"/>
                <a:cs typeface="+mn-cs"/>
              </a:rPr>
              <a:t>】</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開発進捗連絡会議の共有</a:t>
            </a:r>
            <a:endParaRPr kumimoji="1" lang="en-US" altLang="ja-JP" sz="1000" b="1" i="0" u="none" strike="noStrike" kern="0" cap="none" spc="0" normalizeH="0" baseline="0" noProof="0">
              <a:ln>
                <a:noFill/>
              </a:ln>
              <a:solidFill>
                <a:prstClr val="black"/>
              </a:solidFill>
              <a:effectLst/>
              <a:uLnTx/>
              <a:uFillTx/>
              <a:latin typeface="Meiryo UI"/>
              <a:ea typeface="Meiryo UI"/>
              <a:cs typeface="+mn-cs"/>
            </a:endParaRPr>
          </a:p>
          <a:p>
            <a:pPr marL="177800" marR="0" lvl="0" indent="-177800" algn="l" defTabSz="914400" rtl="0" eaLnBrk="1" fontAlgn="ctr" latinLnBrk="0" hangingPunct="1">
              <a:lnSpc>
                <a:spcPts val="1100"/>
              </a:lnSpc>
              <a:spcBef>
                <a:spcPts val="0"/>
              </a:spcBef>
              <a:spcAft>
                <a:spcPts val="0"/>
              </a:spcAft>
              <a:buClrTx/>
              <a:buSzTx/>
              <a:buFont typeface="Wingdings" panose="05000000000000000000" pitchFamily="2" charset="2"/>
              <a:buAutoNum type="arabicPeriod"/>
              <a:tabLst/>
              <a:defRPr/>
            </a:pPr>
            <a:r>
              <a:rPr kumimoji="1" lang="en-US" altLang="ja-JP" sz="1000" b="1" i="0" u="none" strike="noStrike" kern="0" cap="none" spc="0" normalizeH="0" baseline="0" noProof="0">
                <a:ln>
                  <a:noFill/>
                </a:ln>
                <a:solidFill>
                  <a:prstClr val="black"/>
                </a:solidFill>
                <a:effectLst/>
                <a:uLnTx/>
                <a:uFillTx/>
                <a:latin typeface="Meiryo UI"/>
                <a:ea typeface="Meiryo UI"/>
                <a:cs typeface="+mn-cs"/>
              </a:rPr>
              <a:t>【</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開発</a:t>
            </a:r>
            <a:r>
              <a:rPr kumimoji="1" lang="en-US" altLang="ja-JP" sz="1000" b="1" i="0" u="none" strike="noStrike" kern="0" cap="none" spc="0" normalizeH="0" baseline="0" noProof="0">
                <a:ln>
                  <a:noFill/>
                </a:ln>
                <a:solidFill>
                  <a:prstClr val="black"/>
                </a:solidFill>
                <a:effectLst/>
                <a:uLnTx/>
                <a:uFillTx/>
                <a:latin typeface="Meiryo UI"/>
                <a:ea typeface="Meiryo UI"/>
                <a:cs typeface="+mn-cs"/>
              </a:rPr>
              <a:t>】</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開発課題検討会の共有</a:t>
            </a:r>
          </a:p>
          <a:p>
            <a:pPr marL="177800" marR="0" lvl="0" indent="-177800" algn="l" defTabSz="914400" rtl="0" eaLnBrk="1" fontAlgn="ctr" latinLnBrk="0" hangingPunct="1">
              <a:lnSpc>
                <a:spcPts val="1100"/>
              </a:lnSpc>
              <a:spcBef>
                <a:spcPts val="0"/>
              </a:spcBef>
              <a:spcAft>
                <a:spcPts val="0"/>
              </a:spcAft>
              <a:buClrTx/>
              <a:buSzTx/>
              <a:buFont typeface="Wingdings" panose="05000000000000000000" pitchFamily="2" charset="2"/>
              <a:buAutoNum type="arabicPeriod"/>
              <a:tabLst/>
              <a:defRPr/>
            </a:pPr>
            <a:r>
              <a:rPr kumimoji="1" lang="en-US" altLang="ja-JP" sz="1000" b="1" i="0" u="none" strike="noStrike" kern="0" cap="none" spc="0" normalizeH="0" baseline="0" noProof="0">
                <a:ln>
                  <a:noFill/>
                </a:ln>
                <a:solidFill>
                  <a:prstClr val="black"/>
                </a:solidFill>
                <a:effectLst/>
                <a:uLnTx/>
                <a:uFillTx/>
                <a:latin typeface="Meiryo UI"/>
                <a:ea typeface="Meiryo UI"/>
                <a:cs typeface="+mn-cs"/>
              </a:rPr>
              <a:t>【</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開発</a:t>
            </a:r>
            <a:r>
              <a:rPr kumimoji="1" lang="en-US" altLang="ja-JP" sz="1000" b="1" i="0" u="none" strike="noStrike" kern="0" cap="none" spc="0" normalizeH="0" baseline="0" noProof="0">
                <a:ln>
                  <a:noFill/>
                </a:ln>
                <a:solidFill>
                  <a:prstClr val="black"/>
                </a:solidFill>
                <a:effectLst/>
                <a:uLnTx/>
                <a:uFillTx/>
                <a:latin typeface="Meiryo UI"/>
                <a:ea typeface="Meiryo UI"/>
                <a:cs typeface="+mn-cs"/>
              </a:rPr>
              <a:t>】</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開発案件の課題共有</a:t>
            </a:r>
            <a:endParaRPr kumimoji="1" lang="en-US" altLang="ja-JP" sz="1000" b="1" i="0" u="none" strike="noStrike" kern="0" cap="none" spc="0" normalizeH="0" baseline="0" noProof="0">
              <a:ln>
                <a:noFill/>
              </a:ln>
              <a:solidFill>
                <a:prstClr val="black"/>
              </a:solidFill>
              <a:effectLst/>
              <a:uLnTx/>
              <a:uFillTx/>
              <a:latin typeface="Meiryo UI"/>
              <a:ea typeface="Meiryo UI"/>
              <a:cs typeface="+mn-cs"/>
            </a:endParaRPr>
          </a:p>
          <a:p>
            <a:pPr marL="177800" marR="0" lvl="0" indent="-177800" algn="l" defTabSz="914400" rtl="0" eaLnBrk="1" fontAlgn="ctr" latinLnBrk="0" hangingPunct="1">
              <a:lnSpc>
                <a:spcPts val="1100"/>
              </a:lnSpc>
              <a:spcBef>
                <a:spcPts val="0"/>
              </a:spcBef>
              <a:spcAft>
                <a:spcPts val="0"/>
              </a:spcAft>
              <a:buClrTx/>
              <a:buSzTx/>
              <a:buFont typeface="Wingdings" panose="05000000000000000000" pitchFamily="2" charset="2"/>
              <a:buAutoNum type="arabicPeriod"/>
              <a:tabLst/>
              <a:defRPr/>
            </a:pPr>
            <a:r>
              <a:rPr kumimoji="1" lang="en-US" altLang="ja-JP" sz="1000" b="1" i="0" u="none" strike="noStrike" kern="0" cap="none" spc="0" normalizeH="0" baseline="0" noProof="0">
                <a:ln>
                  <a:noFill/>
                </a:ln>
                <a:solidFill>
                  <a:prstClr val="black"/>
                </a:solidFill>
                <a:effectLst/>
                <a:uLnTx/>
                <a:uFillTx/>
                <a:latin typeface="Meiryo UI"/>
                <a:ea typeface="Meiryo UI"/>
                <a:cs typeface="+mn-cs"/>
              </a:rPr>
              <a:t>【</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既存</a:t>
            </a:r>
            <a:r>
              <a:rPr kumimoji="1" lang="en-US" altLang="ja-JP" sz="1000" b="1" i="0" u="none" strike="noStrike" kern="0" cap="none" spc="0" normalizeH="0" baseline="0" noProof="0" err="1">
                <a:ln>
                  <a:noFill/>
                </a:ln>
                <a:solidFill>
                  <a:prstClr val="black"/>
                </a:solidFill>
                <a:effectLst/>
                <a:uLnTx/>
                <a:uFillTx/>
                <a:latin typeface="Meiryo UI"/>
                <a:ea typeface="Meiryo UI"/>
                <a:cs typeface="+mn-cs"/>
              </a:rPr>
              <a:t>ToDo</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確認</a:t>
            </a:r>
            <a:r>
              <a:rPr kumimoji="1" lang="en-US" altLang="ja-JP" sz="1000" b="1" i="0" u="none" strike="noStrike" kern="0" cap="none" spc="0" normalizeH="0" baseline="0" noProof="0">
                <a:ln>
                  <a:noFill/>
                </a:ln>
                <a:solidFill>
                  <a:prstClr val="black"/>
                </a:solidFill>
                <a:effectLst/>
                <a:uLnTx/>
                <a:uFillTx/>
                <a:latin typeface="Meiryo UI"/>
                <a:ea typeface="Meiryo UI"/>
                <a:cs typeface="+mn-cs"/>
              </a:rPr>
              <a:t>】</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既存</a:t>
            </a:r>
            <a:r>
              <a:rPr kumimoji="1" lang="en-US" altLang="ja-JP" sz="1000" b="1" i="0" u="none" strike="noStrike" kern="0" cap="none" spc="0" normalizeH="0" baseline="0" noProof="0" err="1">
                <a:ln>
                  <a:noFill/>
                </a:ln>
                <a:solidFill>
                  <a:prstClr val="black"/>
                </a:solidFill>
                <a:effectLst/>
                <a:uLnTx/>
                <a:uFillTx/>
                <a:latin typeface="Meiryo UI"/>
                <a:ea typeface="Meiryo UI"/>
                <a:cs typeface="+mn-cs"/>
              </a:rPr>
              <a:t>ToDo</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の状況確認・クローズ確認</a:t>
            </a:r>
            <a:endParaRPr kumimoji="1" lang="en-US" altLang="ja-JP" sz="1000" b="1" i="0" u="none" strike="noStrike" kern="0" cap="none" spc="0" normalizeH="0" baseline="0" noProof="0">
              <a:ln>
                <a:noFill/>
              </a:ln>
              <a:solidFill>
                <a:prstClr val="black"/>
              </a:solidFill>
              <a:effectLst/>
              <a:uLnTx/>
              <a:uFillTx/>
              <a:latin typeface="Meiryo UI"/>
              <a:ea typeface="Meiryo UI"/>
              <a:cs typeface="+mn-cs"/>
            </a:endParaRPr>
          </a:p>
          <a:p>
            <a:pPr marL="177800" marR="0" lvl="0" indent="-177800" algn="l" defTabSz="914400" rtl="0" eaLnBrk="1" fontAlgn="ctr" latinLnBrk="0" hangingPunct="1">
              <a:lnSpc>
                <a:spcPts val="1100"/>
              </a:lnSpc>
              <a:spcBef>
                <a:spcPts val="0"/>
              </a:spcBef>
              <a:spcAft>
                <a:spcPts val="0"/>
              </a:spcAft>
              <a:buClrTx/>
              <a:buSzTx/>
              <a:buFont typeface="+mj-lt"/>
              <a:buAutoNum type="arabicPeriod"/>
              <a:tabLst/>
              <a:defRPr/>
            </a:pPr>
            <a:r>
              <a:rPr kumimoji="1" lang="ja-JP" altLang="en-US" sz="1000" b="1" i="0" u="none" strike="noStrike" kern="0" cap="none" spc="0" normalizeH="0" baseline="0" noProof="0">
                <a:ln>
                  <a:noFill/>
                </a:ln>
                <a:solidFill>
                  <a:prstClr val="black"/>
                </a:solidFill>
                <a:effectLst/>
                <a:uLnTx/>
                <a:uFillTx/>
                <a:latin typeface="Meiryo UI"/>
                <a:ea typeface="Meiryo UI"/>
                <a:cs typeface="+mn-cs"/>
              </a:rPr>
              <a:t>ラップアップ</a:t>
            </a:r>
            <a:endParaRPr kumimoji="1" lang="en-US" altLang="ja-JP" sz="1000" b="1" i="0" u="none" strike="noStrike" kern="0" cap="none" spc="0" normalizeH="0" baseline="0" noProof="0">
              <a:ln>
                <a:noFill/>
              </a:ln>
              <a:solidFill>
                <a:prstClr val="black"/>
              </a:solidFill>
              <a:effectLst/>
              <a:uLnTx/>
              <a:uFillTx/>
              <a:latin typeface="Meiryo UI"/>
              <a:ea typeface="Meiryo UI"/>
              <a:cs typeface="+mn-cs"/>
            </a:endParaRPr>
          </a:p>
          <a:p>
            <a:pPr marL="0" marR="0" lvl="0" indent="0" algn="l" defTabSz="914400" rtl="0" eaLnBrk="1" fontAlgn="ctr" latinLnBrk="0" hangingPunct="1">
              <a:lnSpc>
                <a:spcPts val="1100"/>
              </a:lnSpc>
              <a:spcBef>
                <a:spcPts val="0"/>
              </a:spcBef>
              <a:spcAft>
                <a:spcPts val="0"/>
              </a:spcAft>
              <a:buClrTx/>
              <a:buSzTx/>
              <a:buFont typeface="Wingdings" panose="05000000000000000000" pitchFamily="2" charset="2"/>
              <a:buNone/>
              <a:tabLst/>
              <a:defRPr/>
            </a:pPr>
            <a:endParaRPr kumimoji="1" lang="en-US" altLang="ja-JP" sz="400" b="1" i="0" u="none" strike="noStrike" kern="0" cap="none" spc="0" normalizeH="0" baseline="0" noProof="0">
              <a:ln>
                <a:noFill/>
              </a:ln>
              <a:solidFill>
                <a:srgbClr val="1F497D">
                  <a:lumMod val="75000"/>
                </a:srgbClr>
              </a:solidFill>
              <a:effectLst/>
              <a:uLnTx/>
              <a:uFillTx/>
              <a:latin typeface="Meiryo UI"/>
              <a:ea typeface="Meiryo UI"/>
              <a:cs typeface="+mn-cs"/>
            </a:endParaRPr>
          </a:p>
          <a:p>
            <a:pPr marL="0" marR="0" lvl="0" indent="0" algn="l" defTabSz="914400" rtl="0" eaLnBrk="1" fontAlgn="base" latinLnBrk="0" hangingPunct="1">
              <a:lnSpc>
                <a:spcPts val="1100"/>
              </a:lnSpc>
              <a:spcBef>
                <a:spcPts val="0"/>
              </a:spcBef>
              <a:spcAft>
                <a:spcPts val="0"/>
              </a:spcAft>
              <a:buClrTx/>
              <a:buSzTx/>
              <a:buFont typeface="Wingdings" panose="05000000000000000000" pitchFamily="2" charset="2"/>
              <a:buNone/>
              <a:tabLst/>
              <a:defRPr/>
            </a:pPr>
            <a:r>
              <a:rPr kumimoji="1" lang="ja-JP" altLang="en-US" sz="1050" b="1" i="0" u="none" strike="noStrike" kern="0" cap="none" spc="0" normalizeH="0" baseline="0" noProof="0">
                <a:ln>
                  <a:noFill/>
                </a:ln>
                <a:solidFill>
                  <a:srgbClr val="1F497D">
                    <a:lumMod val="75000"/>
                  </a:srgbClr>
                </a:solidFill>
                <a:effectLst/>
                <a:uLnTx/>
                <a:uFillTx/>
                <a:latin typeface="Meiryo UI"/>
                <a:ea typeface="Meiryo UI"/>
                <a:cs typeface="+mn-cs"/>
              </a:rPr>
              <a:t>議論要旨</a:t>
            </a:r>
            <a:endParaRPr kumimoji="1" lang="en-US" altLang="ja-JP" sz="1050" b="1" i="0" u="none" strike="noStrike" kern="0" cap="none" spc="0" normalizeH="0" baseline="0" noProof="0">
              <a:ln>
                <a:noFill/>
              </a:ln>
              <a:solidFill>
                <a:srgbClr val="1F497D">
                  <a:lumMod val="75000"/>
                </a:srgbClr>
              </a:solidFill>
              <a:effectLst/>
              <a:uLnTx/>
              <a:uFillTx/>
              <a:latin typeface="Meiryo UI"/>
              <a:ea typeface="Meiryo UI"/>
              <a:cs typeface="+mn-cs"/>
            </a:endParaRPr>
          </a:p>
          <a:p>
            <a:pPr marL="0" marR="0" lvl="0" indent="0" algn="l" defTabSz="914400" rtl="0" eaLnBrk="1" fontAlgn="ctr" latinLnBrk="0" hangingPunct="1">
              <a:lnSpc>
                <a:spcPts val="1100"/>
              </a:lnSpc>
              <a:spcBef>
                <a:spcPts val="0"/>
              </a:spcBef>
              <a:spcAft>
                <a:spcPts val="0"/>
              </a:spcAft>
              <a:buClrTx/>
              <a:buSzTx/>
              <a:buFont typeface="Wingdings" panose="05000000000000000000" pitchFamily="2" charset="2"/>
              <a:buNone/>
              <a:tabLst/>
              <a:defRPr/>
            </a:pPr>
            <a:r>
              <a:rPr kumimoji="1" lang="en-US" altLang="ja-JP" sz="1000" b="1" i="0" u="none" strike="noStrike" kern="0" cap="none" spc="0" normalizeH="0" baseline="0" noProof="0">
                <a:ln>
                  <a:noFill/>
                </a:ln>
                <a:solidFill>
                  <a:prstClr val="black"/>
                </a:solidFill>
                <a:effectLst/>
                <a:uLnTx/>
                <a:uFillTx/>
                <a:latin typeface="Meiryo UI"/>
                <a:ea typeface="Meiryo UI"/>
                <a:cs typeface="+mn-cs"/>
              </a:rPr>
              <a:t>0</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．今週の振り返り・来週の予定確認​</a:t>
            </a:r>
            <a:endParaRPr kumimoji="1" lang="en-US" altLang="ja-JP" sz="1000" b="1" i="0" u="none" strike="noStrike" kern="0" cap="none" spc="0" normalizeH="0" baseline="0" noProof="0">
              <a:ln>
                <a:noFill/>
              </a:ln>
              <a:solidFill>
                <a:prstClr val="black"/>
              </a:solidFill>
              <a:effectLst/>
              <a:uLnTx/>
              <a:uFillTx/>
              <a:latin typeface="Meiryo UI"/>
              <a:ea typeface="Meiryo UI"/>
              <a:cs typeface="+mn-cs"/>
            </a:endParaRPr>
          </a:p>
          <a:p>
            <a:pPr marL="422275" lvl="0" indent="-171450" fontAlgn="ctr">
              <a:lnSpc>
                <a:spcPts val="1100"/>
              </a:lnSpc>
              <a:spcAft>
                <a:spcPts val="0"/>
              </a:spcAft>
              <a:buFont typeface="Wingdings" panose="05000000000000000000" pitchFamily="2" charset="2"/>
              <a:buChar char="l"/>
              <a:defRPr/>
            </a:pPr>
            <a:r>
              <a:rPr kumimoji="1" lang="en-US" altLang="ja-JP" sz="1000" b="0" i="0" u="none" strike="noStrike" kern="0" cap="none" spc="0" normalizeH="0" baseline="0" noProof="0">
                <a:ln>
                  <a:noFill/>
                </a:ln>
                <a:solidFill>
                  <a:prstClr val="black"/>
                </a:solidFill>
                <a:effectLst/>
                <a:uLnTx/>
                <a:uFillTx/>
                <a:latin typeface="Meiryo UI"/>
                <a:ea typeface="Meiryo UI"/>
                <a:cs typeface="+mn-cs"/>
              </a:rPr>
              <a:t>9/28</a:t>
            </a:r>
            <a:r>
              <a:rPr kumimoji="1" lang="ja-JP" altLang="en-US" sz="1000" b="0" i="0" u="none" strike="noStrike" kern="0" cap="none" spc="0" normalizeH="0" baseline="0" noProof="0">
                <a:ln>
                  <a:noFill/>
                </a:ln>
                <a:solidFill>
                  <a:prstClr val="black"/>
                </a:solidFill>
                <a:effectLst/>
                <a:uLnTx/>
                <a:uFillTx/>
                <a:latin typeface="Meiryo UI"/>
                <a:ea typeface="Meiryo UI"/>
                <a:cs typeface="+mn-cs"/>
              </a:rPr>
              <a:t>週および</a:t>
            </a:r>
            <a:r>
              <a:rPr lang="en-US" altLang="ja-JP" sz="1000" i="0" kern="0">
                <a:solidFill>
                  <a:prstClr val="black"/>
                </a:solidFill>
                <a:latin typeface="Meiryo UI"/>
                <a:ea typeface="Meiryo UI"/>
              </a:rPr>
              <a:t>10</a:t>
            </a:r>
            <a:r>
              <a:rPr kumimoji="1" lang="en-US" altLang="ja-JP" sz="1000" b="0" i="0" u="none" strike="noStrike" kern="0" cap="none" spc="0" normalizeH="0" baseline="0" noProof="0">
                <a:ln>
                  <a:noFill/>
                </a:ln>
                <a:solidFill>
                  <a:prstClr val="black"/>
                </a:solidFill>
                <a:effectLst/>
                <a:uLnTx/>
                <a:uFillTx/>
                <a:latin typeface="Meiryo UI"/>
                <a:ea typeface="Meiryo UI"/>
                <a:cs typeface="+mn-cs"/>
              </a:rPr>
              <a:t>/</a:t>
            </a:r>
            <a:r>
              <a:rPr lang="en-US" altLang="ja-JP" sz="1000" i="0" kern="0">
                <a:solidFill>
                  <a:prstClr val="black"/>
                </a:solidFill>
                <a:latin typeface="Meiryo UI"/>
                <a:ea typeface="Meiryo UI"/>
              </a:rPr>
              <a:t>5</a:t>
            </a:r>
            <a:r>
              <a:rPr kumimoji="1" lang="ja-JP" altLang="en-US" sz="1000" b="0" i="0" u="none" strike="noStrike" kern="0" cap="none" spc="0" normalizeH="0" baseline="0" noProof="0">
                <a:ln>
                  <a:noFill/>
                </a:ln>
                <a:solidFill>
                  <a:prstClr val="black"/>
                </a:solidFill>
                <a:effectLst/>
                <a:uLnTx/>
                <a:uFillTx/>
                <a:latin typeface="Meiryo UI"/>
                <a:ea typeface="Meiryo UI"/>
                <a:cs typeface="+mn-cs"/>
              </a:rPr>
              <a:t>週の会議スケジュールを共有。なお、</a:t>
            </a:r>
            <a:r>
              <a:rPr lang="en-US" altLang="ja-JP" sz="1000" i="0">
                <a:solidFill>
                  <a:prstClr val="black"/>
                </a:solidFill>
                <a:latin typeface="Meiryo UI"/>
                <a:ea typeface="Meiryo UI"/>
              </a:rPr>
              <a:t>10</a:t>
            </a:r>
            <a:r>
              <a:rPr kumimoji="1" lang="en-US" altLang="ja-JP" sz="1000" b="0" i="0" u="none" strike="noStrike" kern="1200" cap="none" spc="0" normalizeH="0" baseline="0" noProof="0">
                <a:ln>
                  <a:noFill/>
                </a:ln>
                <a:solidFill>
                  <a:prstClr val="black"/>
                </a:solidFill>
                <a:effectLst/>
                <a:uLnTx/>
                <a:uFillTx/>
                <a:latin typeface="Meiryo UI"/>
                <a:ea typeface="Meiryo UI"/>
                <a:cs typeface="+mn-cs"/>
              </a:rPr>
              <a:t>/5</a:t>
            </a: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週</a:t>
            </a:r>
            <a:r>
              <a:rPr lang="ja-JP" altLang="en-US" sz="1000" i="0">
                <a:solidFill>
                  <a:prstClr val="black"/>
                </a:solidFill>
                <a:latin typeface="Meiryo UI"/>
                <a:ea typeface="Meiryo UI"/>
              </a:rPr>
              <a:t>の</a:t>
            </a:r>
            <a:r>
              <a:rPr lang="ja-JP" altLang="en-US" sz="1000" i="0" kern="0">
                <a:latin typeface="+mn-ea"/>
              </a:rPr>
              <a:t>モデル定例・検証</a:t>
            </a:r>
            <a:r>
              <a:rPr lang="en-US" altLang="ja-JP" sz="1000" i="0" kern="0">
                <a:latin typeface="+mn-ea"/>
              </a:rPr>
              <a:t>5</a:t>
            </a:r>
            <a:r>
              <a:rPr lang="ja-JP" altLang="en-US" sz="1000" i="0" kern="0">
                <a:latin typeface="+mn-ea"/>
              </a:rPr>
              <a:t>者定例について、開催日時を「</a:t>
            </a:r>
            <a:r>
              <a:rPr lang="en-US" altLang="ja-JP" sz="1000" i="0" kern="0">
                <a:latin typeface="+mn-ea"/>
              </a:rPr>
              <a:t>10/7</a:t>
            </a:r>
            <a:r>
              <a:rPr lang="ja-JP" altLang="en-US" sz="1000" i="0" kern="0">
                <a:latin typeface="+mn-ea"/>
              </a:rPr>
              <a:t>（水）</a:t>
            </a:r>
            <a:r>
              <a:rPr lang="en-US" altLang="ja-JP" sz="1000" i="0" kern="0">
                <a:latin typeface="+mn-ea"/>
              </a:rPr>
              <a:t>14-16</a:t>
            </a:r>
            <a:r>
              <a:rPr lang="ja-JP" altLang="en-US" sz="1000" i="0" kern="0">
                <a:latin typeface="+mn-ea"/>
              </a:rPr>
              <a:t>時」から「</a:t>
            </a:r>
            <a:r>
              <a:rPr lang="en-US" altLang="ja-JP" sz="1000" i="0" kern="0">
                <a:latin typeface="+mn-ea"/>
              </a:rPr>
              <a:t>10/9</a:t>
            </a:r>
            <a:r>
              <a:rPr lang="ja-JP" altLang="en-US" sz="1000" i="0" kern="0">
                <a:latin typeface="+mn-ea"/>
              </a:rPr>
              <a:t>（金）</a:t>
            </a:r>
            <a:r>
              <a:rPr lang="en-US" altLang="ja-JP" sz="1000" i="0" kern="0">
                <a:latin typeface="+mn-ea"/>
              </a:rPr>
              <a:t>14-16</a:t>
            </a:r>
            <a:r>
              <a:rPr lang="ja-JP" altLang="en-US" sz="1000" i="0" kern="0">
                <a:latin typeface="+mn-ea"/>
              </a:rPr>
              <a:t>時」に変更とする。</a:t>
            </a:r>
            <a:r>
              <a:rPr kumimoji="1" lang="ja-JP" altLang="en-US" sz="1000" b="0" i="0" u="none" strike="noStrike" kern="0" cap="none" spc="0" normalizeH="0" baseline="0" noProof="0">
                <a:ln>
                  <a:noFill/>
                </a:ln>
                <a:solidFill>
                  <a:prstClr val="black"/>
                </a:solidFill>
                <a:effectLst/>
                <a:uLnTx/>
                <a:uFillTx/>
                <a:latin typeface="Meiryo UI"/>
                <a:ea typeface="Meiryo UI"/>
                <a:cs typeface="+mn-cs"/>
              </a:rPr>
              <a:t>（</a:t>
            </a:r>
            <a:r>
              <a:rPr kumimoji="1" lang="en-US" altLang="ja-JP" sz="1000" b="0" i="0" u="none" strike="noStrike" kern="0" cap="none" spc="0" normalizeH="0" baseline="0" noProof="0">
                <a:ln>
                  <a:noFill/>
                </a:ln>
                <a:solidFill>
                  <a:prstClr val="black"/>
                </a:solidFill>
                <a:effectLst/>
                <a:uLnTx/>
                <a:uFillTx/>
                <a:latin typeface="Meiryo UI"/>
                <a:ea typeface="Meiryo UI"/>
                <a:cs typeface="+mn-cs"/>
              </a:rPr>
              <a:t>ACN</a:t>
            </a:r>
            <a:r>
              <a:rPr kumimoji="1" lang="ja-JP" altLang="en-US" sz="1000" b="0" i="0" u="none" strike="noStrike" kern="0" cap="none" spc="0" normalizeH="0" baseline="0" noProof="0">
                <a:ln>
                  <a:noFill/>
                </a:ln>
                <a:solidFill>
                  <a:prstClr val="black"/>
                </a:solidFill>
                <a:effectLst/>
                <a:uLnTx/>
                <a:uFillTx/>
                <a:latin typeface="Meiryo UI"/>
                <a:ea typeface="Meiryo UI"/>
                <a:cs typeface="+mn-cs"/>
              </a:rPr>
              <a:t>）</a:t>
            </a:r>
            <a:br>
              <a:rPr kumimoji="1" lang="en-US" altLang="ja-JP" sz="1000" b="0" i="0" u="none" strike="noStrike" kern="0" cap="none" spc="0" normalizeH="0" baseline="0" noProof="0">
                <a:ln>
                  <a:noFill/>
                </a:ln>
                <a:solidFill>
                  <a:prstClr val="black"/>
                </a:solidFill>
                <a:effectLst/>
                <a:uLnTx/>
                <a:uFillTx/>
                <a:latin typeface="Meiryo UI"/>
                <a:ea typeface="Meiryo UI"/>
                <a:cs typeface="+mn-cs"/>
              </a:rPr>
            </a:br>
            <a:endParaRPr kumimoji="1" lang="en-US" altLang="ja-JP" sz="1000" b="0" i="0" u="none" strike="noStrike" kern="0" cap="none" spc="0" normalizeH="0" baseline="0" noProof="0">
              <a:ln>
                <a:noFill/>
              </a:ln>
              <a:solidFill>
                <a:prstClr val="black"/>
              </a:solidFill>
              <a:effectLst/>
              <a:uLnTx/>
              <a:uFillTx/>
              <a:latin typeface="Meiryo UI"/>
              <a:ea typeface="Meiryo UI"/>
              <a:cs typeface="+mn-cs"/>
            </a:endParaRPr>
          </a:p>
          <a:p>
            <a:pPr marL="0" marR="0" lvl="0" indent="0" algn="l" defTabSz="914400" rtl="0" eaLnBrk="1" fontAlgn="ctr" latinLnBrk="0" hangingPunct="1">
              <a:lnSpc>
                <a:spcPts val="1100"/>
              </a:lnSpc>
              <a:spcBef>
                <a:spcPts val="0"/>
              </a:spcBef>
              <a:spcAft>
                <a:spcPts val="0"/>
              </a:spcAft>
              <a:buClrTx/>
              <a:buSzTx/>
              <a:buFont typeface="Wingdings" panose="05000000000000000000" pitchFamily="2" charset="2"/>
              <a:buNone/>
              <a:tabLst/>
              <a:defRPr/>
            </a:pPr>
            <a:r>
              <a:rPr kumimoji="1" lang="en-US" altLang="ja-JP" sz="1000" b="1" i="0" u="none" strike="noStrike" kern="0" cap="none" spc="0" normalizeH="0" baseline="0" noProof="0">
                <a:ln>
                  <a:noFill/>
                </a:ln>
                <a:solidFill>
                  <a:prstClr val="black"/>
                </a:solidFill>
                <a:effectLst/>
                <a:uLnTx/>
                <a:uFillTx/>
                <a:latin typeface="Meiryo UI"/>
                <a:ea typeface="Meiryo UI"/>
                <a:cs typeface="+mn-cs"/>
              </a:rPr>
              <a:t>1</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a:t>
            </a:r>
            <a:r>
              <a:rPr kumimoji="1" lang="en-US" altLang="ja-JP" sz="1000" b="1" i="0" u="none" strike="noStrike" kern="0" cap="none" spc="0" normalizeH="0" baseline="0" noProof="0">
                <a:ln>
                  <a:noFill/>
                </a:ln>
                <a:solidFill>
                  <a:prstClr val="black"/>
                </a:solidFill>
                <a:effectLst/>
                <a:uLnTx/>
                <a:uFillTx/>
                <a:latin typeface="Meiryo UI"/>
                <a:ea typeface="Meiryo UI"/>
                <a:cs typeface="+mn-cs"/>
              </a:rPr>
              <a:t>【</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モデル事業​</a:t>
            </a:r>
            <a:r>
              <a:rPr kumimoji="1" lang="en-US" altLang="ja-JP" sz="1000" b="1" i="0" u="none" strike="noStrike" kern="0" cap="none" spc="0" normalizeH="0" baseline="0" noProof="0">
                <a:ln>
                  <a:noFill/>
                </a:ln>
                <a:solidFill>
                  <a:prstClr val="black"/>
                </a:solidFill>
                <a:effectLst/>
                <a:uLnTx/>
                <a:uFillTx/>
                <a:latin typeface="Meiryo UI"/>
                <a:ea typeface="Meiryo UI"/>
                <a:cs typeface="+mn-cs"/>
              </a:rPr>
              <a:t>】</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モデル事業の進捗共有​</a:t>
            </a:r>
            <a:endParaRPr kumimoji="1" lang="en-US" altLang="ja-JP" sz="1000" b="1" i="0" u="none" strike="noStrike" kern="0" cap="none" spc="0" normalizeH="0" baseline="0" noProof="0">
              <a:ln>
                <a:noFill/>
              </a:ln>
              <a:solidFill>
                <a:prstClr val="black"/>
              </a:solidFill>
              <a:effectLst/>
              <a:uLnTx/>
              <a:uFillTx/>
              <a:latin typeface="Meiryo UI"/>
              <a:ea typeface="Meiryo UI"/>
              <a:cs typeface="+mn-cs"/>
            </a:endParaRPr>
          </a:p>
          <a:p>
            <a:pPr marL="422275" marR="0" lvl="0" indent="-171450" algn="l" defTabSz="914400" rtl="0" eaLnBrk="1" fontAlgn="ctr" latinLnBrk="0" hangingPunct="1">
              <a:lnSpc>
                <a:spcPts val="1100"/>
              </a:lnSpc>
              <a:spcBef>
                <a:spcPts val="0"/>
              </a:spcBef>
              <a:spcAft>
                <a:spcPts val="0"/>
              </a:spcAft>
              <a:buClrTx/>
              <a:buSzTx/>
              <a:buFont typeface="Wingdings" panose="05000000000000000000" pitchFamily="2" charset="2"/>
              <a:buChar char="l"/>
              <a:tabLst/>
              <a:defRPr/>
            </a:pPr>
            <a:r>
              <a:rPr kumimoji="1" lang="ja-JP" altLang="en-US" sz="1000" b="0" i="0" u="none" strike="noStrike" kern="1200" cap="none" spc="0" normalizeH="0" baseline="0" noProof="0">
                <a:ln>
                  <a:noFill/>
                </a:ln>
                <a:solidFill>
                  <a:prstClr val="black"/>
                </a:solidFill>
                <a:effectLst/>
                <a:uLnTx/>
                <a:uFillTx/>
                <a:latin typeface="Meiryo UI"/>
                <a:ea typeface="Meiryo UI"/>
                <a:cs typeface="+mn-cs"/>
              </a:rPr>
              <a:t>モデル定例の検討内容、および各地域のモデル事業医療機関の状況を報告。（</a:t>
            </a:r>
            <a:r>
              <a:rPr kumimoji="1" lang="en-US" altLang="ja-JP" sz="1000" b="0" i="0" u="none" strike="noStrike" kern="0" cap="none" spc="0" normalizeH="0" baseline="0" noProof="0">
                <a:ln>
                  <a:noFill/>
                </a:ln>
                <a:solidFill>
                  <a:prstClr val="black"/>
                </a:solidFill>
                <a:effectLst/>
                <a:uLnTx/>
                <a:uFillTx/>
                <a:latin typeface="Meiryo UI"/>
                <a:ea typeface="Meiryo UI"/>
                <a:cs typeface="+mn-cs"/>
              </a:rPr>
              <a:t>ACN</a:t>
            </a:r>
            <a:r>
              <a:rPr kumimoji="1" lang="ja-JP" altLang="en-US" sz="1000" b="0" i="0" u="none" strike="noStrike" kern="0" cap="none" spc="0" normalizeH="0" baseline="0" noProof="0">
                <a:ln>
                  <a:noFill/>
                </a:ln>
                <a:solidFill>
                  <a:prstClr val="black"/>
                </a:solidFill>
                <a:effectLst/>
                <a:uLnTx/>
                <a:uFillTx/>
                <a:latin typeface="Meiryo UI"/>
                <a:ea typeface="Meiryo UI"/>
                <a:cs typeface="+mn-cs"/>
              </a:rPr>
              <a:t>）</a:t>
            </a:r>
            <a:endParaRPr kumimoji="1" lang="en-US" altLang="ja-JP" sz="1000" b="0" i="0" u="none" strike="noStrike" kern="0" cap="none" spc="0" normalizeH="0" baseline="0" noProof="0">
              <a:ln>
                <a:noFill/>
              </a:ln>
              <a:solidFill>
                <a:prstClr val="black"/>
              </a:solidFill>
              <a:effectLst/>
              <a:uLnTx/>
              <a:uFillTx/>
              <a:latin typeface="Meiryo UI"/>
              <a:ea typeface="Meiryo UI"/>
              <a:cs typeface="+mn-cs"/>
            </a:endParaRPr>
          </a:p>
          <a:p>
            <a:pPr marL="250825" marR="0" lvl="0" indent="0" algn="l" defTabSz="914400" rtl="0" eaLnBrk="1" fontAlgn="ctr" latinLnBrk="0" hangingPunct="1">
              <a:lnSpc>
                <a:spcPts val="1100"/>
              </a:lnSpc>
              <a:spcBef>
                <a:spcPts val="0"/>
              </a:spcBef>
              <a:spcAft>
                <a:spcPts val="0"/>
              </a:spcAft>
              <a:buClrTx/>
              <a:buSzTx/>
              <a:buFont typeface="Wingdings" panose="05000000000000000000" pitchFamily="2" charset="2"/>
              <a:buNone/>
              <a:tabLst/>
              <a:defRPr/>
            </a:pPr>
            <a:endParaRPr kumimoji="1" lang="en-US" altLang="ja-JP" sz="1000" b="0" i="0" u="none" strike="noStrike" kern="1200" cap="none" spc="0" normalizeH="0" baseline="0" noProof="0">
              <a:ln>
                <a:noFill/>
              </a:ln>
              <a:solidFill>
                <a:prstClr val="black"/>
              </a:solidFill>
              <a:effectLst/>
              <a:uLnTx/>
              <a:uFillTx/>
              <a:latin typeface="Meiryo UI"/>
              <a:ea typeface="Meiryo UI"/>
              <a:cs typeface="+mn-cs"/>
            </a:endParaRPr>
          </a:p>
          <a:p>
            <a:pPr marL="0" marR="0" lvl="0" indent="0" algn="l" defTabSz="914400" rtl="0" eaLnBrk="1" fontAlgn="ctr" latinLnBrk="0" hangingPunct="1">
              <a:lnSpc>
                <a:spcPts val="1100"/>
              </a:lnSpc>
              <a:spcBef>
                <a:spcPts val="0"/>
              </a:spcBef>
              <a:spcAft>
                <a:spcPts val="0"/>
              </a:spcAft>
              <a:buClrTx/>
              <a:buSzTx/>
              <a:buFont typeface="Wingdings" panose="05000000000000000000" pitchFamily="2" charset="2"/>
              <a:buNone/>
              <a:tabLst/>
              <a:defRPr/>
            </a:pPr>
            <a:r>
              <a:rPr kumimoji="1" lang="en-US" altLang="ja-JP" sz="1000" b="1" i="0" u="none" strike="noStrike" kern="0" cap="none" spc="0" normalizeH="0" baseline="0" noProof="0">
                <a:ln>
                  <a:noFill/>
                </a:ln>
                <a:solidFill>
                  <a:prstClr val="black"/>
                </a:solidFill>
                <a:effectLst/>
                <a:uLnTx/>
                <a:uFillTx/>
                <a:latin typeface="Meiryo UI"/>
                <a:ea typeface="Meiryo UI"/>
                <a:cs typeface="+mn-cs"/>
              </a:rPr>
              <a:t>2</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a:t>
            </a:r>
            <a:r>
              <a:rPr kumimoji="1" lang="en-US" altLang="ja-JP" sz="1000" b="1" i="0" u="none" strike="noStrike" kern="0" cap="none" spc="0" normalizeH="0" baseline="0" noProof="0">
                <a:ln>
                  <a:noFill/>
                </a:ln>
                <a:solidFill>
                  <a:prstClr val="black"/>
                </a:solidFill>
                <a:effectLst/>
                <a:uLnTx/>
                <a:uFillTx/>
                <a:latin typeface="Meiryo UI"/>
                <a:ea typeface="Meiryo UI"/>
                <a:cs typeface="+mn-cs"/>
              </a:rPr>
              <a:t>【</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開発</a:t>
            </a:r>
            <a:r>
              <a:rPr kumimoji="1" lang="en-US" altLang="ja-JP" sz="1000" b="1" i="0" u="none" strike="noStrike" kern="0" cap="none" spc="0" normalizeH="0" baseline="0" noProof="0">
                <a:ln>
                  <a:noFill/>
                </a:ln>
                <a:solidFill>
                  <a:prstClr val="black"/>
                </a:solidFill>
                <a:effectLst/>
                <a:uLnTx/>
                <a:uFillTx/>
                <a:latin typeface="Meiryo UI"/>
                <a:ea typeface="Meiryo UI"/>
                <a:cs typeface="+mn-cs"/>
              </a:rPr>
              <a:t>】</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開発進捗連絡会議の共有</a:t>
            </a:r>
            <a:endParaRPr kumimoji="1" lang="en-US" altLang="ja-JP" sz="1000" b="1" i="0" u="none" strike="noStrike" kern="0" cap="none" spc="0" normalizeH="0" baseline="0" noProof="0">
              <a:ln>
                <a:noFill/>
              </a:ln>
              <a:solidFill>
                <a:prstClr val="black"/>
              </a:solidFill>
              <a:effectLst/>
              <a:uLnTx/>
              <a:uFillTx/>
              <a:latin typeface="Meiryo UI"/>
              <a:ea typeface="Meiryo UI"/>
              <a:cs typeface="+mn-cs"/>
            </a:endParaRPr>
          </a:p>
          <a:p>
            <a:pPr marL="422275" marR="0" lvl="0" indent="-171450" algn="l" defTabSz="914400" rtl="0" eaLnBrk="1" fontAlgn="ctr" latinLnBrk="0" hangingPunct="1">
              <a:lnSpc>
                <a:spcPts val="1100"/>
              </a:lnSpc>
              <a:spcBef>
                <a:spcPts val="0"/>
              </a:spcBef>
              <a:spcAft>
                <a:spcPts val="0"/>
              </a:spcAft>
              <a:buClrTx/>
              <a:buSzTx/>
              <a:buFont typeface="Wingdings" panose="05000000000000000000" pitchFamily="2" charset="2"/>
              <a:buChar char="l"/>
              <a:tabLst/>
              <a:defRPr/>
            </a:pPr>
            <a:r>
              <a:rPr kumimoji="1" lang="en-US" altLang="ja-JP" sz="1000" b="0" i="0" u="none" strike="noStrike" kern="0" cap="none" spc="0" normalizeH="0" baseline="0" noProof="0">
                <a:ln>
                  <a:noFill/>
                </a:ln>
                <a:solidFill>
                  <a:prstClr val="black"/>
                </a:solidFill>
                <a:effectLst/>
                <a:uLnTx/>
                <a:uFillTx/>
                <a:latin typeface="Meiryo UI"/>
                <a:ea typeface="Meiryo UI"/>
                <a:cs typeface="+mn-cs"/>
              </a:rPr>
              <a:t>10/5(</a:t>
            </a:r>
            <a:r>
              <a:rPr kumimoji="1" lang="ja-JP" altLang="en-US" sz="1000" b="0" i="0" u="none" strike="noStrike" kern="0" cap="none" spc="0" normalizeH="0" baseline="0" noProof="0">
                <a:ln>
                  <a:noFill/>
                </a:ln>
                <a:solidFill>
                  <a:prstClr val="black"/>
                </a:solidFill>
                <a:effectLst/>
                <a:uLnTx/>
                <a:uFillTx/>
                <a:latin typeface="Meiryo UI"/>
                <a:ea typeface="Meiryo UI"/>
                <a:cs typeface="+mn-cs"/>
              </a:rPr>
              <a:t>月</a:t>
            </a:r>
            <a:r>
              <a:rPr kumimoji="1" lang="en-US" altLang="ja-JP" sz="1000" b="0" i="0" u="none" strike="noStrike" kern="0" cap="none" spc="0" normalizeH="0" baseline="0" noProof="0">
                <a:ln>
                  <a:noFill/>
                </a:ln>
                <a:solidFill>
                  <a:prstClr val="black"/>
                </a:solidFill>
                <a:effectLst/>
                <a:uLnTx/>
                <a:uFillTx/>
                <a:latin typeface="Meiryo UI"/>
                <a:ea typeface="Meiryo UI"/>
                <a:cs typeface="+mn-cs"/>
              </a:rPr>
              <a:t>)</a:t>
            </a:r>
            <a:r>
              <a:rPr kumimoji="1" lang="ja-JP" altLang="en-US" sz="1000" b="0" i="0" u="none" strike="noStrike" kern="0" cap="none" spc="0" normalizeH="0" baseline="0" noProof="0">
                <a:ln>
                  <a:noFill/>
                </a:ln>
                <a:solidFill>
                  <a:prstClr val="black"/>
                </a:solidFill>
                <a:effectLst/>
                <a:uLnTx/>
                <a:uFillTx/>
                <a:latin typeface="Meiryo UI"/>
                <a:ea typeface="Meiryo UI"/>
                <a:cs typeface="+mn-cs"/>
              </a:rPr>
              <a:t>の開発進捗連絡会議における報告内容を共有。（</a:t>
            </a:r>
            <a:r>
              <a:rPr kumimoji="1" lang="en-US" altLang="ja-JP" sz="1000" b="0" i="0" u="none" strike="noStrike" kern="0" cap="none" spc="0" normalizeH="0" baseline="0" noProof="0">
                <a:ln>
                  <a:noFill/>
                </a:ln>
                <a:solidFill>
                  <a:prstClr val="black"/>
                </a:solidFill>
                <a:effectLst/>
                <a:uLnTx/>
                <a:uFillTx/>
                <a:latin typeface="Meiryo UI"/>
                <a:ea typeface="Meiryo UI"/>
                <a:cs typeface="+mn-cs"/>
              </a:rPr>
              <a:t>ACN</a:t>
            </a:r>
            <a:r>
              <a:rPr kumimoji="1" lang="ja-JP" altLang="en-US" sz="1000" b="0" i="0" u="none" strike="noStrike" kern="0" cap="none" spc="0" normalizeH="0" baseline="0" noProof="0">
                <a:ln>
                  <a:noFill/>
                </a:ln>
                <a:solidFill>
                  <a:prstClr val="black"/>
                </a:solidFill>
                <a:effectLst/>
                <a:uLnTx/>
                <a:uFillTx/>
                <a:latin typeface="Meiryo UI"/>
                <a:ea typeface="Meiryo UI"/>
                <a:cs typeface="+mn-cs"/>
              </a:rPr>
              <a:t>）</a:t>
            </a:r>
            <a:endParaRPr kumimoji="1" lang="en-US" altLang="ja-JP" sz="1000" b="0" i="0" u="none" strike="noStrike" kern="0" cap="none" spc="0" normalizeH="0" baseline="0" noProof="0">
              <a:ln>
                <a:noFill/>
              </a:ln>
              <a:solidFill>
                <a:prstClr val="black"/>
              </a:solidFill>
              <a:effectLst/>
              <a:uLnTx/>
              <a:uFillTx/>
              <a:latin typeface="Meiryo UI"/>
              <a:ea typeface="Meiryo UI"/>
              <a:cs typeface="+mn-cs"/>
            </a:endParaRPr>
          </a:p>
          <a:p>
            <a:pPr marL="250825" marR="0" lvl="0" indent="0" algn="l" defTabSz="914400" rtl="0" eaLnBrk="1" fontAlgn="ctr" latinLnBrk="0" hangingPunct="1">
              <a:lnSpc>
                <a:spcPts val="1100"/>
              </a:lnSpc>
              <a:spcBef>
                <a:spcPts val="0"/>
              </a:spcBef>
              <a:spcAft>
                <a:spcPts val="0"/>
              </a:spcAft>
              <a:buClrTx/>
              <a:buSzTx/>
              <a:buFont typeface="Wingdings" panose="05000000000000000000" pitchFamily="2" charset="2"/>
              <a:buNone/>
              <a:tabLst/>
              <a:defRPr/>
            </a:pPr>
            <a:endParaRPr kumimoji="1" lang="en-US" altLang="ja-JP" sz="1000" b="0" i="0" u="none" strike="noStrike" kern="1200" cap="none" spc="0" normalizeH="0" baseline="0" noProof="0">
              <a:ln>
                <a:noFill/>
              </a:ln>
              <a:solidFill>
                <a:prstClr val="black"/>
              </a:solidFill>
              <a:effectLst/>
              <a:uLnTx/>
              <a:uFillTx/>
              <a:latin typeface="Meiryo UI"/>
              <a:ea typeface="Meiryo UI"/>
              <a:cs typeface="+mn-cs"/>
            </a:endParaRPr>
          </a:p>
          <a:p>
            <a:pPr marL="0" marR="0" lvl="0" indent="0" algn="l" defTabSz="914400" rtl="0" eaLnBrk="1" fontAlgn="ctr" latinLnBrk="0" hangingPunct="1">
              <a:lnSpc>
                <a:spcPts val="1100"/>
              </a:lnSpc>
              <a:spcBef>
                <a:spcPts val="0"/>
              </a:spcBef>
              <a:spcAft>
                <a:spcPts val="0"/>
              </a:spcAft>
              <a:buClrTx/>
              <a:buSzTx/>
              <a:buFont typeface="Wingdings" panose="05000000000000000000" pitchFamily="2" charset="2"/>
              <a:buNone/>
              <a:tabLst/>
              <a:defRPr/>
            </a:pPr>
            <a:r>
              <a:rPr kumimoji="1" lang="en-US" altLang="ja-JP" sz="1000" b="1" i="0" u="none" strike="noStrike" kern="0" cap="none" spc="0" normalizeH="0" baseline="0" noProof="0">
                <a:ln>
                  <a:noFill/>
                </a:ln>
                <a:solidFill>
                  <a:prstClr val="black"/>
                </a:solidFill>
                <a:effectLst/>
                <a:uLnTx/>
                <a:uFillTx/>
                <a:latin typeface="Meiryo UI"/>
                <a:ea typeface="Meiryo UI"/>
                <a:cs typeface="+mn-cs"/>
              </a:rPr>
              <a:t>3</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a:t>
            </a:r>
            <a:r>
              <a:rPr kumimoji="1" lang="en-US" altLang="ja-JP" sz="1000" b="1" i="0" u="none" strike="noStrike" kern="0" cap="none" spc="0" normalizeH="0" baseline="0" noProof="0">
                <a:ln>
                  <a:noFill/>
                </a:ln>
                <a:solidFill>
                  <a:prstClr val="black"/>
                </a:solidFill>
                <a:effectLst/>
                <a:uLnTx/>
                <a:uFillTx/>
                <a:latin typeface="Meiryo UI"/>
                <a:ea typeface="Meiryo UI"/>
                <a:cs typeface="+mn-cs"/>
              </a:rPr>
              <a:t>【</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開発</a:t>
            </a:r>
            <a:r>
              <a:rPr kumimoji="1" lang="en-US" altLang="ja-JP" sz="1000" b="1" i="0" u="none" strike="noStrike" kern="0" cap="none" spc="0" normalizeH="0" baseline="0" noProof="0">
                <a:ln>
                  <a:noFill/>
                </a:ln>
                <a:solidFill>
                  <a:prstClr val="black"/>
                </a:solidFill>
                <a:effectLst/>
                <a:uLnTx/>
                <a:uFillTx/>
                <a:latin typeface="Meiryo UI"/>
                <a:ea typeface="Meiryo UI"/>
                <a:cs typeface="+mn-cs"/>
              </a:rPr>
              <a:t>】</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開発課題検討会の共有</a:t>
            </a:r>
            <a:endParaRPr kumimoji="1" lang="en-US" altLang="ja-JP" sz="1000" b="1" i="0" u="none" strike="noStrike" kern="0" cap="none" spc="0" normalizeH="0" baseline="0" noProof="0">
              <a:ln>
                <a:noFill/>
              </a:ln>
              <a:solidFill>
                <a:prstClr val="black"/>
              </a:solidFill>
              <a:effectLst/>
              <a:uLnTx/>
              <a:uFillTx/>
              <a:latin typeface="Meiryo UI"/>
              <a:ea typeface="Meiryo UI"/>
              <a:cs typeface="+mn-cs"/>
            </a:endParaRPr>
          </a:p>
          <a:p>
            <a:pPr marL="422275" marR="0" lvl="0" indent="-171450" algn="l" defTabSz="914400" rtl="0" eaLnBrk="1" fontAlgn="ctr" latinLnBrk="0" hangingPunct="1">
              <a:lnSpc>
                <a:spcPts val="1100"/>
              </a:lnSpc>
              <a:spcBef>
                <a:spcPts val="0"/>
              </a:spcBef>
              <a:spcAft>
                <a:spcPts val="0"/>
              </a:spcAft>
              <a:buClrTx/>
              <a:buSzTx/>
              <a:buFont typeface="Wingdings" panose="05000000000000000000" pitchFamily="2" charset="2"/>
              <a:buChar char="l"/>
              <a:tabLst/>
              <a:defRPr/>
            </a:pPr>
            <a:r>
              <a:rPr lang="en-US" altLang="ja-JP" sz="1000" i="0" kern="0">
                <a:solidFill>
                  <a:prstClr val="black"/>
                </a:solidFill>
                <a:latin typeface="Meiryo UI"/>
                <a:ea typeface="Meiryo UI"/>
              </a:rPr>
              <a:t>10</a:t>
            </a:r>
            <a:r>
              <a:rPr kumimoji="1" lang="en-US" altLang="ja-JP" sz="1000" b="0" i="0" u="none" strike="noStrike" kern="0" cap="none" spc="0" normalizeH="0" baseline="0" noProof="0">
                <a:ln>
                  <a:noFill/>
                </a:ln>
                <a:solidFill>
                  <a:prstClr val="black"/>
                </a:solidFill>
                <a:effectLst/>
                <a:uLnTx/>
                <a:uFillTx/>
                <a:latin typeface="Meiryo UI"/>
                <a:ea typeface="Meiryo UI"/>
                <a:cs typeface="+mn-cs"/>
              </a:rPr>
              <a:t>/5(</a:t>
            </a:r>
            <a:r>
              <a:rPr kumimoji="1" lang="ja-JP" altLang="en-US" sz="1000" b="0" i="0" u="none" strike="noStrike" kern="0" cap="none" spc="0" normalizeH="0" baseline="0" noProof="0">
                <a:ln>
                  <a:noFill/>
                </a:ln>
                <a:solidFill>
                  <a:prstClr val="black"/>
                </a:solidFill>
                <a:effectLst/>
                <a:uLnTx/>
                <a:uFillTx/>
                <a:latin typeface="Meiryo UI"/>
                <a:ea typeface="Meiryo UI"/>
                <a:cs typeface="+mn-cs"/>
              </a:rPr>
              <a:t>月</a:t>
            </a:r>
            <a:r>
              <a:rPr kumimoji="1" lang="en-US" altLang="ja-JP" sz="1000" b="0" i="0" u="none" strike="noStrike" kern="0" cap="none" spc="0" normalizeH="0" baseline="0" noProof="0">
                <a:ln>
                  <a:noFill/>
                </a:ln>
                <a:solidFill>
                  <a:prstClr val="black"/>
                </a:solidFill>
                <a:effectLst/>
                <a:uLnTx/>
                <a:uFillTx/>
                <a:latin typeface="Meiryo UI"/>
                <a:ea typeface="Meiryo UI"/>
                <a:cs typeface="+mn-cs"/>
              </a:rPr>
              <a:t>)</a:t>
            </a:r>
            <a:r>
              <a:rPr kumimoji="1" lang="ja-JP" altLang="en-US" sz="1000" b="0" i="0" u="none" strike="noStrike" kern="0" cap="none" spc="0" normalizeH="0" baseline="0" noProof="0">
                <a:ln>
                  <a:noFill/>
                </a:ln>
                <a:solidFill>
                  <a:prstClr val="black"/>
                </a:solidFill>
                <a:effectLst/>
                <a:uLnTx/>
                <a:uFillTx/>
                <a:latin typeface="Meiryo UI"/>
                <a:ea typeface="Meiryo UI"/>
                <a:cs typeface="+mn-cs"/>
              </a:rPr>
              <a:t>の開発課題検討会における合意形成事項を共有。（</a:t>
            </a:r>
            <a:r>
              <a:rPr kumimoji="1" lang="en-US" altLang="ja-JP" sz="1000" b="0" i="0" u="none" strike="noStrike" kern="0" cap="none" spc="0" normalizeH="0" baseline="0" noProof="0">
                <a:ln>
                  <a:noFill/>
                </a:ln>
                <a:solidFill>
                  <a:prstClr val="black"/>
                </a:solidFill>
                <a:effectLst/>
                <a:uLnTx/>
                <a:uFillTx/>
                <a:latin typeface="Meiryo UI"/>
                <a:ea typeface="Meiryo UI"/>
                <a:cs typeface="+mn-cs"/>
              </a:rPr>
              <a:t>ACN</a:t>
            </a:r>
            <a:r>
              <a:rPr kumimoji="1" lang="ja-JP" altLang="en-US" sz="1000" b="0" i="0" u="none" strike="noStrike" kern="0" cap="none" spc="0" normalizeH="0" baseline="0" noProof="0">
                <a:ln>
                  <a:noFill/>
                </a:ln>
                <a:solidFill>
                  <a:prstClr val="black"/>
                </a:solidFill>
                <a:effectLst/>
                <a:uLnTx/>
                <a:uFillTx/>
                <a:latin typeface="Meiryo UI"/>
                <a:ea typeface="Meiryo UI"/>
                <a:cs typeface="+mn-cs"/>
              </a:rPr>
              <a:t>）</a:t>
            </a:r>
            <a:endParaRPr kumimoji="1" lang="en-US" altLang="ja-JP" sz="1000" b="0" i="0" u="none" strike="noStrike" kern="0" cap="none" spc="0" normalizeH="0" baseline="0" noProof="0">
              <a:ln>
                <a:noFill/>
              </a:ln>
              <a:solidFill>
                <a:prstClr val="black"/>
              </a:solidFill>
              <a:effectLst/>
              <a:uLnTx/>
              <a:uFillTx/>
              <a:latin typeface="Meiryo UI"/>
              <a:ea typeface="Meiryo UI"/>
              <a:cs typeface="+mn-cs"/>
            </a:endParaRPr>
          </a:p>
          <a:p>
            <a:pPr marL="250825" marR="0" lvl="0" indent="0" algn="l" defTabSz="914400" rtl="0" eaLnBrk="1" fontAlgn="ctr" latinLnBrk="0" hangingPunct="1">
              <a:lnSpc>
                <a:spcPts val="1100"/>
              </a:lnSpc>
              <a:spcBef>
                <a:spcPts val="0"/>
              </a:spcBef>
              <a:spcAft>
                <a:spcPts val="0"/>
              </a:spcAft>
              <a:buClrTx/>
              <a:buSzTx/>
              <a:buFont typeface="Wingdings" panose="05000000000000000000" pitchFamily="2" charset="2"/>
              <a:buNone/>
              <a:tabLst/>
              <a:defRPr/>
            </a:pPr>
            <a:endParaRPr kumimoji="1" lang="en-US" altLang="ja-JP" sz="1000" b="0" i="0" u="none" strike="noStrike" kern="0" cap="none" spc="0" normalizeH="0" baseline="0" noProof="0">
              <a:ln>
                <a:noFill/>
              </a:ln>
              <a:solidFill>
                <a:prstClr val="black"/>
              </a:solidFill>
              <a:effectLst/>
              <a:uLnTx/>
              <a:uFillTx/>
              <a:latin typeface="Meiryo UI"/>
              <a:ea typeface="Meiryo UI"/>
              <a:cs typeface="+mn-cs"/>
            </a:endParaRPr>
          </a:p>
          <a:p>
            <a:pPr marL="0" marR="0" lvl="0" indent="0" algn="l" defTabSz="914400" rtl="0" eaLnBrk="1" fontAlgn="ctr" latinLnBrk="0" hangingPunct="1">
              <a:lnSpc>
                <a:spcPts val="1100"/>
              </a:lnSpc>
              <a:spcBef>
                <a:spcPts val="0"/>
              </a:spcBef>
              <a:spcAft>
                <a:spcPts val="0"/>
              </a:spcAft>
              <a:buClrTx/>
              <a:buSzTx/>
              <a:buFont typeface="Wingdings" panose="05000000000000000000" pitchFamily="2" charset="2"/>
              <a:buNone/>
              <a:tabLst/>
              <a:defRPr/>
            </a:pPr>
            <a:r>
              <a:rPr kumimoji="1" lang="en-US" altLang="ja-JP" sz="1000" b="1" i="0" u="none" strike="noStrike" kern="0" cap="none" spc="0" normalizeH="0" baseline="0" noProof="0">
                <a:ln>
                  <a:noFill/>
                </a:ln>
                <a:solidFill>
                  <a:prstClr val="black"/>
                </a:solidFill>
                <a:effectLst/>
                <a:uLnTx/>
                <a:uFillTx/>
                <a:latin typeface="Meiryo UI"/>
                <a:ea typeface="Meiryo UI"/>
                <a:cs typeface="+mn-cs"/>
              </a:rPr>
              <a:t>4</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a:t>
            </a:r>
            <a:r>
              <a:rPr kumimoji="1" lang="en-US" altLang="ja-JP" sz="1000" b="1" i="0" u="none" strike="noStrike" kern="0" cap="none" spc="0" normalizeH="0" baseline="0" noProof="0">
                <a:ln>
                  <a:noFill/>
                </a:ln>
                <a:solidFill>
                  <a:prstClr val="black"/>
                </a:solidFill>
                <a:effectLst/>
                <a:uLnTx/>
                <a:uFillTx/>
                <a:latin typeface="Meiryo UI"/>
                <a:ea typeface="Meiryo UI"/>
                <a:cs typeface="+mn-cs"/>
              </a:rPr>
              <a:t>【</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開発</a:t>
            </a:r>
            <a:r>
              <a:rPr kumimoji="1" lang="en-US" altLang="ja-JP" sz="1000" b="1" i="0" u="none" strike="noStrike" kern="0" cap="none" spc="0" normalizeH="0" baseline="0" noProof="0">
                <a:ln>
                  <a:noFill/>
                </a:ln>
                <a:solidFill>
                  <a:prstClr val="black"/>
                </a:solidFill>
                <a:effectLst/>
                <a:uLnTx/>
                <a:uFillTx/>
                <a:latin typeface="Meiryo UI"/>
                <a:ea typeface="Meiryo UI"/>
                <a:cs typeface="+mn-cs"/>
              </a:rPr>
              <a:t>】</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開発案件の課題共有</a:t>
            </a:r>
            <a:endParaRPr kumimoji="1" lang="en-US" altLang="ja-JP" sz="1000" b="1" i="0" u="none" strike="noStrike" kern="0" cap="none" spc="0" normalizeH="0" baseline="0" noProof="0">
              <a:ln>
                <a:noFill/>
              </a:ln>
              <a:solidFill>
                <a:prstClr val="black"/>
              </a:solidFill>
              <a:effectLst/>
              <a:uLnTx/>
              <a:uFillTx/>
              <a:latin typeface="Meiryo UI"/>
              <a:ea typeface="Meiryo UI"/>
              <a:cs typeface="+mn-cs"/>
            </a:endParaRPr>
          </a:p>
          <a:p>
            <a:pPr marL="250825" marR="0" lvl="0" indent="0" algn="l" defTabSz="914400" rtl="0" eaLnBrk="1" fontAlgn="ctr" latinLnBrk="0" hangingPunct="1">
              <a:lnSpc>
                <a:spcPts val="1100"/>
              </a:lnSpc>
              <a:spcBef>
                <a:spcPts val="0"/>
              </a:spcBef>
              <a:spcAft>
                <a:spcPts val="0"/>
              </a:spcAft>
              <a:buClrTx/>
              <a:buSzTx/>
              <a:buNone/>
              <a:tabLst/>
              <a:defRPr/>
            </a:pPr>
            <a:r>
              <a:rPr kumimoji="1" lang="en-US" altLang="ja-JP" sz="1000" b="0" i="0" u="none" strike="noStrike" kern="0" cap="none" spc="0" normalizeH="0" baseline="0" noProof="0">
                <a:ln>
                  <a:noFill/>
                </a:ln>
                <a:solidFill>
                  <a:prstClr val="black"/>
                </a:solidFill>
                <a:effectLst/>
                <a:uLnTx/>
                <a:uFillTx/>
                <a:latin typeface="Meiryo UI"/>
                <a:ea typeface="Meiryo UI"/>
                <a:cs typeface="+mn-cs"/>
              </a:rPr>
              <a:t>※</a:t>
            </a:r>
            <a:r>
              <a:rPr kumimoji="1" lang="ja-JP" altLang="en-US" sz="1000" b="0" i="0" u="none" strike="noStrike" kern="0" cap="none" spc="0" normalizeH="0" baseline="0" noProof="0">
                <a:ln>
                  <a:noFill/>
                </a:ln>
                <a:solidFill>
                  <a:prstClr val="black"/>
                </a:solidFill>
                <a:effectLst/>
                <a:uLnTx/>
                <a:uFillTx/>
                <a:latin typeface="Meiryo UI"/>
                <a:ea typeface="Meiryo UI"/>
                <a:cs typeface="+mn-cs"/>
              </a:rPr>
              <a:t>更新事項がないためアジェンダスキップ。</a:t>
            </a:r>
            <a:endParaRPr kumimoji="1" lang="en-US" altLang="ja-JP" sz="1000" b="0" i="0" u="none" strike="noStrike" kern="0" cap="none" spc="0" normalizeH="0" baseline="0" noProof="0">
              <a:ln>
                <a:noFill/>
              </a:ln>
              <a:solidFill>
                <a:prstClr val="black"/>
              </a:solidFill>
              <a:effectLst/>
              <a:uLnTx/>
              <a:uFillTx/>
              <a:latin typeface="Meiryo UI"/>
              <a:ea typeface="Meiryo UI"/>
              <a:cs typeface="+mn-cs"/>
            </a:endParaRPr>
          </a:p>
          <a:p>
            <a:pPr marL="250825" marR="0" lvl="0" indent="0" algn="l" defTabSz="914400" rtl="0" eaLnBrk="1" fontAlgn="ctr" latinLnBrk="0" hangingPunct="1">
              <a:lnSpc>
                <a:spcPts val="1100"/>
              </a:lnSpc>
              <a:spcBef>
                <a:spcPts val="0"/>
              </a:spcBef>
              <a:spcAft>
                <a:spcPts val="0"/>
              </a:spcAft>
              <a:buClrTx/>
              <a:buSzTx/>
              <a:buFont typeface="Wingdings" panose="05000000000000000000" pitchFamily="2" charset="2"/>
              <a:buNone/>
              <a:tabLst/>
              <a:defRPr/>
            </a:pPr>
            <a:endParaRPr kumimoji="1" lang="en-US" altLang="ja-JP" sz="1000" b="0" i="0" u="none" strike="noStrike" kern="0" cap="none" spc="0" normalizeH="0" baseline="0" noProof="0">
              <a:ln>
                <a:noFill/>
              </a:ln>
              <a:solidFill>
                <a:prstClr val="black"/>
              </a:solidFill>
              <a:effectLst/>
              <a:uLnTx/>
              <a:uFillTx/>
              <a:latin typeface="Meiryo UI"/>
              <a:ea typeface="Meiryo UI"/>
              <a:cs typeface="+mn-cs"/>
            </a:endParaRPr>
          </a:p>
          <a:p>
            <a:pPr marL="0" marR="0" lvl="0" indent="0" algn="l" defTabSz="914400" rtl="0" eaLnBrk="1" fontAlgn="ctr" latinLnBrk="0" hangingPunct="1">
              <a:lnSpc>
                <a:spcPts val="1100"/>
              </a:lnSpc>
              <a:spcBef>
                <a:spcPts val="0"/>
              </a:spcBef>
              <a:spcAft>
                <a:spcPts val="0"/>
              </a:spcAft>
              <a:buClrTx/>
              <a:buSzTx/>
              <a:buFont typeface="Wingdings" panose="05000000000000000000" pitchFamily="2" charset="2"/>
              <a:buNone/>
              <a:tabLst/>
              <a:defRPr/>
            </a:pPr>
            <a:r>
              <a:rPr kumimoji="1" lang="en-US" altLang="ja-JP" sz="1000" b="1" i="0" u="none" strike="noStrike" kern="0" cap="none" spc="0" normalizeH="0" baseline="0" noProof="0">
                <a:ln>
                  <a:noFill/>
                </a:ln>
                <a:solidFill>
                  <a:prstClr val="black"/>
                </a:solidFill>
                <a:effectLst/>
                <a:uLnTx/>
                <a:uFillTx/>
                <a:latin typeface="Meiryo UI"/>
                <a:ea typeface="Meiryo UI"/>
                <a:cs typeface="+mn-cs"/>
              </a:rPr>
              <a:t>5</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a:t>
            </a:r>
            <a:r>
              <a:rPr kumimoji="1" lang="en-US" altLang="ja-JP" sz="1000" b="1" i="0" u="none" strike="noStrike" kern="0" cap="none" spc="0" normalizeH="0" baseline="0" noProof="0">
                <a:ln>
                  <a:noFill/>
                </a:ln>
                <a:solidFill>
                  <a:prstClr val="black"/>
                </a:solidFill>
                <a:effectLst/>
                <a:uLnTx/>
                <a:uFillTx/>
                <a:latin typeface="Meiryo UI"/>
                <a:ea typeface="Meiryo UI"/>
                <a:cs typeface="+mn-cs"/>
              </a:rPr>
              <a:t>【</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既存</a:t>
            </a:r>
            <a:r>
              <a:rPr kumimoji="1" lang="en-US" altLang="ja-JP" sz="1000" b="1" i="0" u="none" strike="noStrike" kern="0" cap="none" spc="0" normalizeH="0" baseline="0" noProof="0" err="1">
                <a:ln>
                  <a:noFill/>
                </a:ln>
                <a:solidFill>
                  <a:prstClr val="black"/>
                </a:solidFill>
                <a:effectLst/>
                <a:uLnTx/>
                <a:uFillTx/>
                <a:latin typeface="Meiryo UI"/>
                <a:ea typeface="Meiryo UI"/>
                <a:cs typeface="+mn-cs"/>
              </a:rPr>
              <a:t>ToDo</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確認</a:t>
            </a:r>
            <a:r>
              <a:rPr kumimoji="1" lang="en-US" altLang="ja-JP" sz="1000" b="1" i="0" u="none" strike="noStrike" kern="0" cap="none" spc="0" normalizeH="0" baseline="0" noProof="0">
                <a:ln>
                  <a:noFill/>
                </a:ln>
                <a:solidFill>
                  <a:prstClr val="black"/>
                </a:solidFill>
                <a:effectLst/>
                <a:uLnTx/>
                <a:uFillTx/>
                <a:latin typeface="Meiryo UI"/>
                <a:ea typeface="Meiryo UI"/>
                <a:cs typeface="+mn-cs"/>
              </a:rPr>
              <a:t>】</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既存</a:t>
            </a:r>
            <a:r>
              <a:rPr kumimoji="1" lang="en-US" altLang="ja-JP" sz="1000" b="1" i="0" u="none" strike="noStrike" kern="0" cap="none" spc="0" normalizeH="0" baseline="0" noProof="0" err="1">
                <a:ln>
                  <a:noFill/>
                </a:ln>
                <a:solidFill>
                  <a:prstClr val="black"/>
                </a:solidFill>
                <a:effectLst/>
                <a:uLnTx/>
                <a:uFillTx/>
                <a:latin typeface="Meiryo UI"/>
                <a:ea typeface="Meiryo UI"/>
                <a:cs typeface="+mn-cs"/>
              </a:rPr>
              <a:t>ToDo</a:t>
            </a:r>
            <a:r>
              <a:rPr kumimoji="1" lang="ja-JP" altLang="en-US" sz="1000" b="1" i="0" u="none" strike="noStrike" kern="0" cap="none" spc="0" normalizeH="0" baseline="0" noProof="0">
                <a:ln>
                  <a:noFill/>
                </a:ln>
                <a:solidFill>
                  <a:prstClr val="black"/>
                </a:solidFill>
                <a:effectLst/>
                <a:uLnTx/>
                <a:uFillTx/>
                <a:latin typeface="Meiryo UI"/>
                <a:ea typeface="Meiryo UI"/>
                <a:cs typeface="+mn-cs"/>
              </a:rPr>
              <a:t>の状況確認・クローズ確認</a:t>
            </a:r>
            <a:endParaRPr kumimoji="1" lang="en-US" altLang="ja-JP" sz="1000" b="1" i="0" u="none" strike="noStrike" kern="0" cap="none" spc="0" normalizeH="0" baseline="0" noProof="0">
              <a:ln>
                <a:noFill/>
              </a:ln>
              <a:solidFill>
                <a:prstClr val="black"/>
              </a:solidFill>
              <a:effectLst/>
              <a:uLnTx/>
              <a:uFillTx/>
              <a:latin typeface="Meiryo UI"/>
              <a:ea typeface="Meiryo UI"/>
              <a:cs typeface="+mn-cs"/>
            </a:endParaRPr>
          </a:p>
          <a:p>
            <a:pPr marL="250825" indent="0" fontAlgn="ctr">
              <a:lnSpc>
                <a:spcPts val="1100"/>
              </a:lnSpc>
              <a:spcAft>
                <a:spcPts val="0"/>
              </a:spcAft>
              <a:buNone/>
              <a:defRPr/>
            </a:pPr>
            <a:r>
              <a:rPr lang="en-US" altLang="ja-JP" sz="1000" i="0" kern="0">
                <a:solidFill>
                  <a:prstClr val="black"/>
                </a:solidFill>
              </a:rPr>
              <a:t>※</a:t>
            </a:r>
            <a:r>
              <a:rPr lang="ja-JP" altLang="en-US" sz="1000" i="0" kern="0">
                <a:solidFill>
                  <a:prstClr val="black"/>
                </a:solidFill>
              </a:rPr>
              <a:t>更新事項がないためアジェンダスキップ。</a:t>
            </a:r>
            <a:endParaRPr lang="en-US" altLang="ja-JP" sz="1000" i="0" kern="0">
              <a:solidFill>
                <a:prstClr val="black"/>
              </a:solidFill>
            </a:endParaRPr>
          </a:p>
          <a:p>
            <a:pPr marL="250825" lvl="0" indent="0" fontAlgn="ctr">
              <a:lnSpc>
                <a:spcPts val="1100"/>
              </a:lnSpc>
              <a:spcAft>
                <a:spcPts val="0"/>
              </a:spcAft>
              <a:buNone/>
              <a:defRPr/>
            </a:pPr>
            <a:endParaRPr lang="en-US" altLang="ja-JP" sz="1000" i="0" kern="0">
              <a:solidFill>
                <a:prstClr val="black"/>
              </a:solidFill>
            </a:endParaRPr>
          </a:p>
          <a:p>
            <a:pPr marL="0" lvl="0" indent="0" fontAlgn="ctr">
              <a:lnSpc>
                <a:spcPts val="1100"/>
              </a:lnSpc>
              <a:spcAft>
                <a:spcPts val="0"/>
              </a:spcAft>
              <a:buNone/>
              <a:defRPr/>
            </a:pPr>
            <a:r>
              <a:rPr lang="en-US" altLang="ja-JP" sz="1000" b="1" i="0" kern="0">
                <a:solidFill>
                  <a:prstClr val="black"/>
                </a:solidFill>
              </a:rPr>
              <a:t>6</a:t>
            </a:r>
            <a:r>
              <a:rPr lang="ja-JP" altLang="en-US" sz="1000" b="1" i="0" kern="0">
                <a:solidFill>
                  <a:prstClr val="black"/>
                </a:solidFill>
              </a:rPr>
              <a:t>．ラップアップ</a:t>
            </a:r>
            <a:endParaRPr lang="en-US" altLang="ja-JP" sz="1000" b="1" i="0" kern="0">
              <a:solidFill>
                <a:prstClr val="black"/>
              </a:solidFill>
            </a:endParaRPr>
          </a:p>
          <a:p>
            <a:pPr marL="422275" indent="-171450" fontAlgn="ctr">
              <a:lnSpc>
                <a:spcPts val="1100"/>
              </a:lnSpc>
              <a:spcAft>
                <a:spcPts val="0"/>
              </a:spcAft>
              <a:buFont typeface="Wingdings" panose="05000000000000000000" pitchFamily="2" charset="2"/>
              <a:buChar char="l"/>
              <a:defRPr/>
            </a:pPr>
            <a:r>
              <a:rPr lang="ja-JP" altLang="en-US" sz="1000" i="0">
                <a:solidFill>
                  <a:srgbClr val="000000"/>
                </a:solidFill>
                <a:latin typeface="+mn-ea"/>
              </a:rPr>
              <a:t>三者定例の月次アジェンダ「</a:t>
            </a:r>
            <a:r>
              <a:rPr lang="en-US" altLang="ja-JP" sz="1000" i="0">
                <a:solidFill>
                  <a:srgbClr val="000000"/>
                </a:solidFill>
                <a:latin typeface="+mn-ea"/>
              </a:rPr>
              <a:t>ONS</a:t>
            </a:r>
            <a:r>
              <a:rPr lang="ja-JP" altLang="en-US" sz="1000" i="0">
                <a:solidFill>
                  <a:srgbClr val="000000"/>
                </a:solidFill>
                <a:latin typeface="+mn-ea"/>
              </a:rPr>
              <a:t>問合せ状況月次報告」について、</a:t>
            </a:r>
            <a:r>
              <a:rPr lang="en-US" altLang="ja-JP" sz="1000" i="0">
                <a:solidFill>
                  <a:srgbClr val="000000"/>
                </a:solidFill>
                <a:latin typeface="+mn-ea"/>
              </a:rPr>
              <a:t>10</a:t>
            </a:r>
            <a:r>
              <a:rPr lang="ja-JP" altLang="en-US" sz="1000" i="0">
                <a:solidFill>
                  <a:srgbClr val="000000"/>
                </a:solidFill>
                <a:latin typeface="+mn-ea"/>
              </a:rPr>
              <a:t>月以降は書面による報告とする。</a:t>
            </a:r>
            <a:r>
              <a:rPr lang="ja-JP" altLang="en-US" sz="1000" i="0" kern="0">
                <a:solidFill>
                  <a:prstClr val="black"/>
                </a:solidFill>
              </a:rPr>
              <a:t>（</a:t>
            </a:r>
            <a:r>
              <a:rPr lang="en-US" altLang="ja-JP" sz="1000" i="0" kern="0">
                <a:solidFill>
                  <a:prstClr val="black"/>
                </a:solidFill>
              </a:rPr>
              <a:t>ACN</a:t>
            </a:r>
            <a:r>
              <a:rPr lang="ja-JP" altLang="en-US" sz="1000" i="0" kern="0">
                <a:solidFill>
                  <a:prstClr val="black"/>
                </a:solidFill>
              </a:rPr>
              <a:t>）</a:t>
            </a:r>
            <a:endParaRPr lang="en-US" altLang="ja-JP" sz="1000" b="1" i="0" kern="0">
              <a:solidFill>
                <a:prstClr val="black"/>
              </a:solidFill>
            </a:endParaRPr>
          </a:p>
          <a:p>
            <a:pPr marL="250825" lvl="0" indent="0" fontAlgn="ctr">
              <a:lnSpc>
                <a:spcPts val="1100"/>
              </a:lnSpc>
              <a:spcAft>
                <a:spcPts val="0"/>
              </a:spcAft>
              <a:buNone/>
              <a:defRPr/>
            </a:pPr>
            <a:endParaRPr lang="en-US" altLang="ja-JP" sz="1000" i="0" kern="0">
              <a:solidFill>
                <a:prstClr val="black"/>
              </a:solidFill>
            </a:endParaRPr>
          </a:p>
          <a:p>
            <a:pPr marL="250825" marR="0" lvl="0" indent="0" algn="l" defTabSz="914400" rtl="0" eaLnBrk="1" fontAlgn="ctr" latinLnBrk="0" hangingPunct="1">
              <a:lnSpc>
                <a:spcPts val="1100"/>
              </a:lnSpc>
              <a:spcBef>
                <a:spcPts val="0"/>
              </a:spcBef>
              <a:spcAft>
                <a:spcPts val="0"/>
              </a:spcAft>
              <a:buClrTx/>
              <a:buSzTx/>
              <a:buNone/>
              <a:tabLst/>
              <a:defRPr/>
            </a:pPr>
            <a:endParaRPr lang="en-US" altLang="ja-JP" sz="1000" i="0" kern="0">
              <a:solidFill>
                <a:prstClr val="black"/>
              </a:solidFill>
              <a:latin typeface="Meiryo UI"/>
              <a:ea typeface="Meiryo UI"/>
            </a:endParaRPr>
          </a:p>
        </p:txBody>
      </p:sp>
      <p:sp>
        <p:nvSpPr>
          <p:cNvPr id="15" name="正方形/長方形 10">
            <a:extLst>
              <a:ext uri="{FF2B5EF4-FFF2-40B4-BE49-F238E27FC236}">
                <a16:creationId xmlns:a16="http://schemas.microsoft.com/office/drawing/2014/main" id="{DB3CBF5B-26B9-DD92-6801-51B70B8A3AD3}"/>
              </a:ext>
            </a:extLst>
          </p:cNvPr>
          <p:cNvSpPr/>
          <p:nvPr/>
        </p:nvSpPr>
        <p:spPr bwMode="auto">
          <a:xfrm>
            <a:off x="5562165" y="792015"/>
            <a:ext cx="4286685" cy="701505"/>
          </a:xfrm>
          <a:prstGeom prst="rect">
            <a:avLst/>
          </a:prstGeom>
          <a:solidFill>
            <a:schemeClr val="accent1">
              <a:lumMod val="20000"/>
              <a:lumOff val="80000"/>
            </a:schemeClr>
          </a:solidFill>
          <a:ln w="19050" cap="flat" cmpd="sng" algn="ctr">
            <a:solidFill>
              <a:schemeClr val="tx1"/>
            </a:solidFill>
            <a:prstDash val="solid"/>
            <a:round/>
            <a:headEnd type="none" w="med" len="med"/>
            <a:tailEnd type="none" w="med" len="med"/>
          </a:ln>
          <a:effectLst/>
        </p:spPr>
        <p:txBody>
          <a:bodyPr vert="horz" wrap="square" lIns="36000" tIns="72000" rIns="36000" bIns="72000" numCol="1" rtlCol="0" anchor="ctr" anchorCtr="0" compatLnSpc="1">
            <a:prstTxWarp prst="textNoShape">
              <a:avLst/>
            </a:prstTxWarp>
          </a:bodyPr>
          <a:lstStyle>
            <a:defPPr>
              <a:defRPr lang="ja-JP"/>
            </a:defPPr>
            <a:lvl1pPr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1pPr>
            <a:lvl2pPr marL="457117"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2pPr>
            <a:lvl3pPr marL="914235"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3pPr>
            <a:lvl4pPr marL="1371353"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4pPr>
            <a:lvl5pPr marL="1828470"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5pPr>
            <a:lvl6pPr marL="2285588"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6pPr>
            <a:lvl7pPr marL="2742705"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7pPr>
            <a:lvl8pPr marL="3199823"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8pPr>
            <a:lvl9pPr marL="3656940"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9pPr>
          </a:lstStyle>
          <a:p>
            <a:pPr marL="0" marR="0" lvl="0" indent="0" algn="l" defTabSz="914400" rtl="0" eaLnBrk="1" fontAlgn="base" latinLnBrk="0" hangingPunct="1">
              <a:lnSpc>
                <a:spcPct val="110000"/>
              </a:lnSpc>
              <a:spcBef>
                <a:spcPct val="40000"/>
              </a:spcBef>
              <a:spcAft>
                <a:spcPts val="0"/>
              </a:spcAft>
              <a:buClrTx/>
              <a:buSzTx/>
              <a:buFontTx/>
              <a:buNone/>
              <a:tabLst/>
              <a:defRPr/>
            </a:pPr>
            <a:r>
              <a:rPr kumimoji="1" lang="ja-JP" altLang="en-US"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参加：厚生労働省</a:t>
            </a:r>
            <a:r>
              <a:rPr kumimoji="1" lang="en-US" altLang="ja-JP"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a:t>
            </a:r>
            <a:r>
              <a:rPr kumimoji="1" lang="en-US" altLang="ja-JP"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、支払基金</a:t>
            </a:r>
            <a:r>
              <a:rPr kumimoji="1" lang="en-US" altLang="ja-JP"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基金</a:t>
            </a:r>
            <a:r>
              <a:rPr kumimoji="1" lang="en-US" altLang="ja-JP"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、フォーティエンス</a:t>
            </a:r>
            <a:r>
              <a:rPr kumimoji="1" lang="en-US" altLang="ja-JP"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(FTC)</a:t>
            </a:r>
            <a:r>
              <a:rPr kumimoji="1" lang="ja-JP" altLang="en-US"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、アクセンチュア</a:t>
            </a:r>
            <a:r>
              <a:rPr kumimoji="1" lang="en-US" altLang="ja-JP"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(ACN)</a:t>
            </a:r>
          </a:p>
          <a:p>
            <a:pPr marL="0" marR="0" lvl="0" indent="0" algn="l" defTabSz="914400" rtl="0" eaLnBrk="1" fontAlgn="base" latinLnBrk="0" hangingPunct="1">
              <a:lnSpc>
                <a:spcPct val="110000"/>
              </a:lnSpc>
              <a:spcBef>
                <a:spcPct val="40000"/>
              </a:spcBef>
              <a:spcAft>
                <a:spcPts val="0"/>
              </a:spcAft>
              <a:buClrTx/>
              <a:buSzTx/>
              <a:buFontTx/>
              <a:buNone/>
              <a:tabLst/>
              <a:defRPr/>
            </a:pPr>
            <a:r>
              <a:rPr kumimoji="1" lang="ja-JP" altLang="en-US"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場所：厚生労働省 執務室</a:t>
            </a:r>
            <a:endParaRPr kumimoji="1" lang="en-US" altLang="ja-JP"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5" name="四角形: 角を丸くする 6">
            <a:extLst>
              <a:ext uri="{FF2B5EF4-FFF2-40B4-BE49-F238E27FC236}">
                <a16:creationId xmlns:a16="http://schemas.microsoft.com/office/drawing/2014/main" id="{505A53D8-189E-C6C0-7258-7A74A65DBF4C}"/>
              </a:ext>
            </a:extLst>
          </p:cNvPr>
          <p:cNvSpPr/>
          <p:nvPr/>
        </p:nvSpPr>
        <p:spPr>
          <a:xfrm>
            <a:off x="8039817" y="48590"/>
            <a:ext cx="1772362" cy="327423"/>
          </a:xfrm>
          <a:prstGeom prst="roundRect">
            <a:avLst>
              <a:gd name="adj" fmla="val 0"/>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defPPr>
              <a:defRPr lang="ja-JP"/>
            </a:defPPr>
            <a:lvl1pPr algn="l" rtl="0" fontAlgn="base">
              <a:lnSpc>
                <a:spcPct val="80000"/>
              </a:lnSpc>
              <a:spcBef>
                <a:spcPct val="0"/>
              </a:spcBef>
              <a:spcAft>
                <a:spcPct val="0"/>
              </a:spcAft>
              <a:defRPr kumimoji="1" sz="1200" i="1" kern="1200">
                <a:solidFill>
                  <a:schemeClr val="lt1"/>
                </a:solidFill>
                <a:latin typeface="+mn-lt"/>
                <a:ea typeface="+mn-ea"/>
                <a:cs typeface="+mn-cs"/>
              </a:defRPr>
            </a:lvl1pPr>
            <a:lvl2pPr marL="457117" algn="l" rtl="0" fontAlgn="base">
              <a:lnSpc>
                <a:spcPct val="80000"/>
              </a:lnSpc>
              <a:spcBef>
                <a:spcPct val="0"/>
              </a:spcBef>
              <a:spcAft>
                <a:spcPct val="0"/>
              </a:spcAft>
              <a:defRPr kumimoji="1" sz="1200" i="1" kern="1200">
                <a:solidFill>
                  <a:schemeClr val="lt1"/>
                </a:solidFill>
                <a:latin typeface="+mn-lt"/>
                <a:ea typeface="+mn-ea"/>
                <a:cs typeface="+mn-cs"/>
              </a:defRPr>
            </a:lvl2pPr>
            <a:lvl3pPr marL="914235" algn="l" rtl="0" fontAlgn="base">
              <a:lnSpc>
                <a:spcPct val="80000"/>
              </a:lnSpc>
              <a:spcBef>
                <a:spcPct val="0"/>
              </a:spcBef>
              <a:spcAft>
                <a:spcPct val="0"/>
              </a:spcAft>
              <a:defRPr kumimoji="1" sz="1200" i="1" kern="1200">
                <a:solidFill>
                  <a:schemeClr val="lt1"/>
                </a:solidFill>
                <a:latin typeface="+mn-lt"/>
                <a:ea typeface="+mn-ea"/>
                <a:cs typeface="+mn-cs"/>
              </a:defRPr>
            </a:lvl3pPr>
            <a:lvl4pPr marL="1371353" algn="l" rtl="0" fontAlgn="base">
              <a:lnSpc>
                <a:spcPct val="80000"/>
              </a:lnSpc>
              <a:spcBef>
                <a:spcPct val="0"/>
              </a:spcBef>
              <a:spcAft>
                <a:spcPct val="0"/>
              </a:spcAft>
              <a:defRPr kumimoji="1" sz="1200" i="1" kern="1200">
                <a:solidFill>
                  <a:schemeClr val="lt1"/>
                </a:solidFill>
                <a:latin typeface="+mn-lt"/>
                <a:ea typeface="+mn-ea"/>
                <a:cs typeface="+mn-cs"/>
              </a:defRPr>
            </a:lvl4pPr>
            <a:lvl5pPr marL="1828470" algn="l" rtl="0" fontAlgn="base">
              <a:lnSpc>
                <a:spcPct val="80000"/>
              </a:lnSpc>
              <a:spcBef>
                <a:spcPct val="0"/>
              </a:spcBef>
              <a:spcAft>
                <a:spcPct val="0"/>
              </a:spcAft>
              <a:defRPr kumimoji="1" sz="1200" i="1" kern="1200">
                <a:solidFill>
                  <a:schemeClr val="lt1"/>
                </a:solidFill>
                <a:latin typeface="+mn-lt"/>
                <a:ea typeface="+mn-ea"/>
                <a:cs typeface="+mn-cs"/>
              </a:defRPr>
            </a:lvl5pPr>
            <a:lvl6pPr marL="2285588" algn="l" defTabSz="914235" rtl="0" eaLnBrk="1" latinLnBrk="0" hangingPunct="1">
              <a:defRPr kumimoji="1" sz="1200" i="1" kern="1200">
                <a:solidFill>
                  <a:schemeClr val="lt1"/>
                </a:solidFill>
                <a:latin typeface="+mn-lt"/>
                <a:ea typeface="+mn-ea"/>
                <a:cs typeface="+mn-cs"/>
              </a:defRPr>
            </a:lvl6pPr>
            <a:lvl7pPr marL="2742705" algn="l" defTabSz="914235" rtl="0" eaLnBrk="1" latinLnBrk="0" hangingPunct="1">
              <a:defRPr kumimoji="1" sz="1200" i="1" kern="1200">
                <a:solidFill>
                  <a:schemeClr val="lt1"/>
                </a:solidFill>
                <a:latin typeface="+mn-lt"/>
                <a:ea typeface="+mn-ea"/>
                <a:cs typeface="+mn-cs"/>
              </a:defRPr>
            </a:lvl7pPr>
            <a:lvl8pPr marL="3199823" algn="l" defTabSz="914235" rtl="0" eaLnBrk="1" latinLnBrk="0" hangingPunct="1">
              <a:defRPr kumimoji="1" sz="1200" i="1" kern="1200">
                <a:solidFill>
                  <a:schemeClr val="lt1"/>
                </a:solidFill>
                <a:latin typeface="+mn-lt"/>
                <a:ea typeface="+mn-ea"/>
                <a:cs typeface="+mn-cs"/>
              </a:defRPr>
            </a:lvl8pPr>
            <a:lvl9pPr marL="3656940" algn="l" defTabSz="914235" rtl="0" eaLnBrk="1" latinLnBrk="0" hangingPunct="1">
              <a:defRPr kumimoji="1" sz="1200" i="1"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本打ち合わせ関係者限り</a:t>
            </a:r>
            <a:br>
              <a:rPr kumimoji="1" lang="en-US" altLang="ja-JP"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ja-JP" altLang="en-US"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（未定稿）</a:t>
            </a:r>
            <a:endParaRPr kumimoji="1" lang="en-US" altLang="ja-JP" sz="8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Tree>
    <p:extLst>
      <p:ext uri="{BB962C8B-B14F-4D97-AF65-F5344CB8AC3E}">
        <p14:creationId xmlns:p14="http://schemas.microsoft.com/office/powerpoint/2010/main" val="467692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241FE-E4DF-4ACB-7283-2B8EF3EBC8ED}"/>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AFD4A716-E655-AEEF-238C-4B317B60C6FE}"/>
              </a:ext>
            </a:extLst>
          </p:cNvPr>
          <p:cNvGraphicFramePr>
            <a:graphicFrameLocks noGrp="1"/>
          </p:cNvGraphicFramePr>
          <p:nvPr/>
        </p:nvGraphicFramePr>
        <p:xfrm>
          <a:off x="453000" y="843756"/>
          <a:ext cx="9000001" cy="5074920"/>
        </p:xfrm>
        <a:graphic>
          <a:graphicData uri="http://schemas.openxmlformats.org/drawingml/2006/table">
            <a:tbl>
              <a:tblPr/>
              <a:tblGrid>
                <a:gridCol w="473868">
                  <a:extLst>
                    <a:ext uri="{9D8B030D-6E8A-4147-A177-3AD203B41FA5}">
                      <a16:colId xmlns:a16="http://schemas.microsoft.com/office/drawing/2014/main" val="3484704196"/>
                    </a:ext>
                  </a:extLst>
                </a:gridCol>
                <a:gridCol w="1121469">
                  <a:extLst>
                    <a:ext uri="{9D8B030D-6E8A-4147-A177-3AD203B41FA5}">
                      <a16:colId xmlns:a16="http://schemas.microsoft.com/office/drawing/2014/main" val="3863879091"/>
                    </a:ext>
                  </a:extLst>
                </a:gridCol>
                <a:gridCol w="5371638">
                  <a:extLst>
                    <a:ext uri="{9D8B030D-6E8A-4147-A177-3AD203B41FA5}">
                      <a16:colId xmlns:a16="http://schemas.microsoft.com/office/drawing/2014/main" val="99914978"/>
                    </a:ext>
                  </a:extLst>
                </a:gridCol>
                <a:gridCol w="2033026">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183680">
                <a:tc>
                  <a:txBody>
                    <a:bodyPr/>
                    <a:lstStyle/>
                    <a:p>
                      <a:pPr algn="ctr" fontAlgn="base">
                        <a:lnSpc>
                          <a:spcPts val="1200"/>
                        </a:lnSpc>
                      </a:pPr>
                      <a:r>
                        <a:rPr lang="en-US" sz="900" b="0" i="0">
                          <a:solidFill>
                            <a:srgbClr val="000000"/>
                          </a:solidFill>
                          <a:effectLst/>
                          <a:latin typeface="+mn-ea"/>
                          <a:ea typeface="+mn-ea"/>
                        </a:rPr>
                        <a:t>1</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マスタスケジュールの確認</a:t>
                      </a:r>
                    </a:p>
                  </a:txBody>
                  <a:tcPr marL="84298" marR="84298" marT="42149" marB="42149">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特になし。</a:t>
                      </a:r>
                      <a:endParaRPr kumimoji="1" lang="en-US" altLang="ja-JP" sz="900" b="0" i="0" u="none" strike="noStrike" kern="120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a:lnSpc>
                          <a:spcPct val="100000"/>
                        </a:lnSpc>
                        <a:spcBef>
                          <a:spcPts val="0"/>
                        </a:spcBef>
                        <a:spcAft>
                          <a:spcPts val="0"/>
                        </a:spcAft>
                        <a:buClrTx/>
                        <a:buSzTx/>
                        <a:buFont typeface="Wingdings" panose="05000000000000000000" pitchFamily="2" charset="2"/>
                        <a:buChar char="ü"/>
                      </a:pPr>
                      <a:r>
                        <a:rPr lang="ja-JP" altLang="en-US" sz="900" kern="1200">
                          <a:solidFill>
                            <a:schemeClr val="tx1"/>
                          </a:solidFill>
                          <a:latin typeface="+mn-ea"/>
                          <a:ea typeface="+mn-ea"/>
                          <a:cs typeface="+mn-cs"/>
                        </a:rPr>
                        <a:t>特になし。</a:t>
                      </a:r>
                      <a:endParaRPr lang="en-US"/>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11875067"/>
                  </a:ext>
                </a:extLst>
              </a:tr>
              <a:tr h="540000">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1</a:t>
                      </a:r>
                      <a:r>
                        <a:rPr kumimoji="1" lang="ja-JP" altLang="en-US" sz="900" b="1" i="0" u="sng" strike="noStrike" kern="1200">
                          <a:solidFill>
                            <a:srgbClr val="000000"/>
                          </a:solidFill>
                          <a:latin typeface="+mn-ea"/>
                          <a:ea typeface="+mn-ea"/>
                          <a:cs typeface="+mn-cs"/>
                        </a:rPr>
                        <a:t>．案件の新規起票​</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下記の新規案件を開発候補として、</a:t>
                      </a:r>
                      <a:r>
                        <a:rPr kumimoji="0" lang="en-US" altLang="ja-JP" sz="900" b="0" i="0" u="none" strike="noStrike" kern="0" cap="none" spc="0" normalizeH="0" baseline="0" noProof="0">
                          <a:ln>
                            <a:noFill/>
                          </a:ln>
                          <a:solidFill>
                            <a:prstClr val="black"/>
                          </a:solidFill>
                          <a:effectLst/>
                          <a:uLnTx/>
                          <a:uFillTx/>
                          <a:latin typeface="+mn-ea"/>
                          <a:ea typeface="+mn-ea"/>
                          <a:cs typeface="+mn-cs"/>
                        </a:rPr>
                        <a:t>10</a:t>
                      </a:r>
                      <a:r>
                        <a:rPr kumimoji="0" lang="ja-JP" altLang="en-US" sz="900" b="0" i="0" u="none" strike="noStrike" kern="0" cap="none" spc="0" normalizeH="0" baseline="0" noProof="0">
                          <a:ln>
                            <a:noFill/>
                          </a:ln>
                          <a:solidFill>
                            <a:prstClr val="black"/>
                          </a:solidFill>
                          <a:effectLst/>
                          <a:uLnTx/>
                          <a:uFillTx/>
                          <a:latin typeface="+mn-ea"/>
                          <a:ea typeface="+mn-ea"/>
                          <a:cs typeface="+mn-cs"/>
                        </a:rPr>
                        <a:t>月調達委員会に向けた後続の手続きを進める</a:t>
                      </a:r>
                      <a:r>
                        <a:rPr kumimoji="1" lang="ja-JP" altLang="en-US" sz="900" b="0" i="0" u="none" strike="noStrike" kern="1200">
                          <a:solidFill>
                            <a:srgbClr val="000000"/>
                          </a:solidFill>
                          <a:latin typeface="+mn-ea"/>
                          <a:ea typeface="+mn-ea"/>
                          <a:cs typeface="+mn-cs"/>
                        </a:rPr>
                        <a:t>。​</a:t>
                      </a:r>
                      <a:r>
                        <a:rPr kumimoji="1" lang="en-US" altLang="ja-JP" sz="900" b="0" i="0" u="none" strike="noStrike" kern="1200">
                          <a:solidFill>
                            <a:srgbClr val="000000"/>
                          </a:solidFill>
                          <a:latin typeface="+mn-ea"/>
                          <a:ea typeface="+mn-ea"/>
                          <a:cs typeface="+mn-cs"/>
                        </a:rPr>
                        <a:t>(12</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ID214(</a:t>
                      </a:r>
                      <a:r>
                        <a:rPr kumimoji="1" lang="ja-JP" altLang="en-US" sz="900" kern="1200">
                          <a:solidFill>
                            <a:schemeClr val="tx1"/>
                          </a:solidFill>
                          <a:latin typeface="+mn-ea"/>
                          <a:ea typeface="+mn-ea"/>
                          <a:cs typeface="+mn-cs"/>
                        </a:rPr>
                        <a:t>健診項目の拡充</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ID215(</a:t>
                      </a:r>
                      <a:r>
                        <a:rPr kumimoji="1" lang="ja-JP" altLang="en-US" sz="900" kern="1200">
                          <a:solidFill>
                            <a:schemeClr val="tx1"/>
                          </a:solidFill>
                          <a:latin typeface="+mn-ea"/>
                          <a:ea typeface="+mn-ea"/>
                          <a:cs typeface="+mn-cs"/>
                        </a:rPr>
                        <a:t>保険医療機関（歯科）の診療情報提供書</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ID216(</a:t>
                      </a:r>
                      <a:r>
                        <a:rPr kumimoji="1" lang="ja-JP" altLang="en-US" sz="900" kern="1200">
                          <a:solidFill>
                            <a:schemeClr val="tx1"/>
                          </a:solidFill>
                          <a:latin typeface="+mn-ea"/>
                          <a:ea typeface="+mn-ea"/>
                          <a:cs typeface="+mn-cs"/>
                        </a:rPr>
                        <a:t>サポートするプロファイルバージョンの終了</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令和</a:t>
                      </a:r>
                      <a:r>
                        <a:rPr kumimoji="1" lang="en-US" altLang="ja-JP" sz="900" kern="1200">
                          <a:solidFill>
                            <a:schemeClr val="tx1"/>
                          </a:solidFill>
                          <a:latin typeface="+mn-ea"/>
                          <a:ea typeface="+mn-ea"/>
                          <a:cs typeface="+mn-cs"/>
                        </a:rPr>
                        <a:t>9</a:t>
                      </a:r>
                      <a:r>
                        <a:rPr kumimoji="1" lang="ja-JP" altLang="en-US" sz="900" kern="1200">
                          <a:solidFill>
                            <a:schemeClr val="tx1"/>
                          </a:solidFill>
                          <a:latin typeface="+mn-ea"/>
                          <a:ea typeface="+mn-ea"/>
                          <a:cs typeface="+mn-cs"/>
                        </a:rPr>
                        <a:t>年度</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ID217(</a:t>
                      </a:r>
                      <a:r>
                        <a:rPr kumimoji="1" lang="ja-JP" altLang="en-US" sz="900" kern="1200">
                          <a:solidFill>
                            <a:schemeClr val="tx1"/>
                          </a:solidFill>
                          <a:latin typeface="+mn-ea"/>
                          <a:ea typeface="+mn-ea"/>
                          <a:cs typeface="+mn-cs"/>
                        </a:rPr>
                        <a:t>健診文書の登録について保険者へ連携する同意がなくても登録可能とする</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ID218(</a:t>
                      </a:r>
                      <a:r>
                        <a:rPr kumimoji="1" lang="ja-JP" altLang="en-US" sz="900" kern="1200">
                          <a:solidFill>
                            <a:schemeClr val="tx1"/>
                          </a:solidFill>
                          <a:latin typeface="+mn-ea"/>
                          <a:ea typeface="+mn-ea"/>
                          <a:cs typeface="+mn-cs"/>
                        </a:rPr>
                        <a:t>検査・感染症の検査結果に対する注意事項の追記</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ID219(</a:t>
                      </a:r>
                      <a:r>
                        <a:rPr kumimoji="1" lang="ja-JP" altLang="en-US" sz="900" kern="1200">
                          <a:solidFill>
                            <a:schemeClr val="tx1"/>
                          </a:solidFill>
                          <a:latin typeface="+mn-ea"/>
                          <a:ea typeface="+mn-ea"/>
                          <a:cs typeface="+mn-cs"/>
                        </a:rPr>
                        <a:t>医療機関の承継が発生した際における患者サマリーのマイナポでの処方情報・検査情報の表示対象範囲の正規化</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ID220(</a:t>
                      </a:r>
                      <a:r>
                        <a:rPr kumimoji="1" lang="ja-JP" altLang="en-US" sz="900" kern="1200">
                          <a:solidFill>
                            <a:schemeClr val="tx1"/>
                          </a:solidFill>
                          <a:latin typeface="+mn-ea"/>
                          <a:ea typeface="+mn-ea"/>
                          <a:cs typeface="+mn-cs"/>
                        </a:rPr>
                        <a:t>承継申請に基づく医療機関コードの変換処理における旧医療機関発行の患者サマリーの除外</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ID221(</a:t>
                      </a:r>
                      <a:r>
                        <a:rPr kumimoji="1" lang="ja-JP" altLang="en-US" sz="900" kern="1200">
                          <a:solidFill>
                            <a:schemeClr val="tx1"/>
                          </a:solidFill>
                          <a:latin typeface="+mn-ea"/>
                          <a:ea typeface="+mn-ea"/>
                          <a:cs typeface="+mn-cs"/>
                        </a:rPr>
                        <a:t>検査感染症 </a:t>
                      </a:r>
                      <a:r>
                        <a:rPr kumimoji="1" lang="en-US" altLang="ja-JP" sz="900" kern="1200">
                          <a:solidFill>
                            <a:schemeClr val="tx1"/>
                          </a:solidFill>
                          <a:latin typeface="+mn-ea"/>
                          <a:ea typeface="+mn-ea"/>
                          <a:cs typeface="+mn-cs"/>
                        </a:rPr>
                        <a:t>43+5</a:t>
                      </a:r>
                      <a:r>
                        <a:rPr kumimoji="1" lang="ja-JP" altLang="en-US" sz="900" kern="1200">
                          <a:solidFill>
                            <a:schemeClr val="tx1"/>
                          </a:solidFill>
                          <a:latin typeface="+mn-ea"/>
                          <a:ea typeface="+mn-ea"/>
                          <a:cs typeface="+mn-cs"/>
                        </a:rPr>
                        <a:t>項目のデータ登録時に</a:t>
                      </a:r>
                      <a:r>
                        <a:rPr kumimoji="1" lang="en-US" altLang="ja-JP" sz="900" kern="1200">
                          <a:solidFill>
                            <a:schemeClr val="tx1"/>
                          </a:solidFill>
                          <a:latin typeface="+mn-ea"/>
                          <a:ea typeface="+mn-ea"/>
                          <a:cs typeface="+mn-cs"/>
                        </a:rPr>
                        <a:t>JLAC11</a:t>
                      </a:r>
                      <a:r>
                        <a:rPr kumimoji="1" lang="ja-JP" altLang="en-US" sz="900" kern="1200">
                          <a:solidFill>
                            <a:schemeClr val="tx1"/>
                          </a:solidFill>
                          <a:latin typeface="+mn-ea"/>
                          <a:ea typeface="+mn-ea"/>
                          <a:cs typeface="+mn-cs"/>
                        </a:rPr>
                        <a:t>コード・</a:t>
                      </a:r>
                      <a:r>
                        <a:rPr kumimoji="1" lang="en-US" altLang="ja-JP" sz="900" kern="1200">
                          <a:solidFill>
                            <a:schemeClr val="tx1"/>
                          </a:solidFill>
                          <a:latin typeface="+mn-ea"/>
                          <a:ea typeface="+mn-ea"/>
                          <a:cs typeface="+mn-cs"/>
                        </a:rPr>
                        <a:t>JLAC10</a:t>
                      </a:r>
                      <a:r>
                        <a:rPr kumimoji="1" lang="ja-JP" altLang="en-US" sz="900" kern="1200">
                          <a:solidFill>
                            <a:schemeClr val="tx1"/>
                          </a:solidFill>
                          <a:latin typeface="+mn-ea"/>
                          <a:ea typeface="+mn-ea"/>
                          <a:cs typeface="+mn-cs"/>
                        </a:rPr>
                        <a:t>コードが併記されている場合に</a:t>
                      </a:r>
                      <a:r>
                        <a:rPr kumimoji="1" lang="en-US" altLang="ja-JP" sz="900" kern="1200">
                          <a:solidFill>
                            <a:schemeClr val="tx1"/>
                          </a:solidFill>
                          <a:latin typeface="+mn-ea"/>
                          <a:ea typeface="+mn-ea"/>
                          <a:cs typeface="+mn-cs"/>
                        </a:rPr>
                        <a:t>JLAC11</a:t>
                      </a:r>
                      <a:r>
                        <a:rPr kumimoji="1" lang="ja-JP" altLang="en-US" sz="900" kern="1200">
                          <a:solidFill>
                            <a:schemeClr val="tx1"/>
                          </a:solidFill>
                          <a:latin typeface="+mn-ea"/>
                          <a:ea typeface="+mn-ea"/>
                          <a:cs typeface="+mn-cs"/>
                        </a:rPr>
                        <a:t>コードを優先して出力する</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ID221</a:t>
                      </a:r>
                      <a:r>
                        <a:rPr kumimoji="1" lang="en-US" altLang="ja-JP" sz="900" kern="1200" baseline="30000">
                          <a:solidFill>
                            <a:schemeClr val="tx1"/>
                          </a:solidFill>
                          <a:latin typeface="+mn-ea"/>
                          <a:ea typeface="+mn-ea"/>
                          <a:cs typeface="+mn-cs"/>
                        </a:rPr>
                        <a:t>※</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患者サマリへの</a:t>
                      </a:r>
                      <a:r>
                        <a:rPr kumimoji="1" lang="en-US" altLang="ja-JP" sz="900" kern="1200">
                          <a:solidFill>
                            <a:schemeClr val="tx1"/>
                          </a:solidFill>
                          <a:latin typeface="+mn-ea"/>
                          <a:ea typeface="+mn-ea"/>
                          <a:cs typeface="+mn-cs"/>
                        </a:rPr>
                        <a:t>PDF</a:t>
                      </a:r>
                      <a:r>
                        <a:rPr kumimoji="1" lang="ja-JP" altLang="en-US" sz="900" kern="1200">
                          <a:solidFill>
                            <a:schemeClr val="tx1"/>
                          </a:solidFill>
                          <a:latin typeface="+mn-ea"/>
                          <a:ea typeface="+mn-ea"/>
                          <a:cs typeface="+mn-cs"/>
                        </a:rPr>
                        <a:t>の添付機能</a:t>
                      </a:r>
                      <a:r>
                        <a:rPr kumimoji="1" lang="en-US" altLang="ja-JP" sz="900" kern="1200">
                          <a:solidFill>
                            <a:schemeClr val="tx1"/>
                          </a:solidFill>
                          <a:latin typeface="+mn-ea"/>
                          <a:ea typeface="+mn-ea"/>
                          <a:cs typeface="+mn-cs"/>
                        </a:rPr>
                        <a:t>)</a:t>
                      </a:r>
                    </a:p>
                    <a:p>
                      <a:pPr marL="271463"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r>
                        <a:rPr kumimoji="1" lang="en-US" altLang="ja-JP" sz="900" kern="1200">
                          <a:solidFill>
                            <a:schemeClr val="tx1"/>
                          </a:solidFill>
                          <a:latin typeface="+mn-ea"/>
                          <a:ea typeface="+mn-ea"/>
                          <a:cs typeface="+mn-cs"/>
                        </a:rPr>
                        <a:t>※</a:t>
                      </a:r>
                      <a:r>
                        <a:rPr lang="ja-JP" altLang="en-US" sz="900">
                          <a:latin typeface="+mn-ea"/>
                        </a:rPr>
                        <a:t>会議後 採番が競合していたことが発覚したため </a:t>
                      </a:r>
                      <a:r>
                        <a:rPr lang="en-US" altLang="ja-JP" sz="900">
                          <a:latin typeface="+mn-ea"/>
                        </a:rPr>
                        <a:t>ID226</a:t>
                      </a:r>
                      <a:r>
                        <a:rPr lang="ja-JP" altLang="en-US" sz="900">
                          <a:latin typeface="+mn-ea"/>
                        </a:rPr>
                        <a:t>に修正</a:t>
                      </a:r>
                      <a:endParaRPr kumimoji="1" lang="en-US" altLang="ja-JP" sz="900" kern="1200">
                        <a:solidFill>
                          <a:schemeClr val="tx1"/>
                        </a:solidFill>
                        <a:latin typeface="+mn-ea"/>
                        <a:ea typeface="+mn-ea"/>
                        <a:cs typeface="+mn-cs"/>
                      </a:endParaRP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ID222(</a:t>
                      </a:r>
                      <a:r>
                        <a:rPr kumimoji="1" lang="ja-JP" altLang="en-US" sz="900" kern="1200">
                          <a:solidFill>
                            <a:schemeClr val="tx1"/>
                          </a:solidFill>
                          <a:latin typeface="+mn-ea"/>
                          <a:ea typeface="+mn-ea"/>
                          <a:cs typeface="+mn-cs"/>
                        </a:rPr>
                        <a:t>臨床情報等の</a:t>
                      </a:r>
                      <a:r>
                        <a:rPr kumimoji="1" lang="en-US" altLang="ja-JP" sz="900" kern="1200">
                          <a:solidFill>
                            <a:schemeClr val="tx1"/>
                          </a:solidFill>
                          <a:latin typeface="+mn-ea"/>
                          <a:ea typeface="+mn-ea"/>
                          <a:cs typeface="+mn-cs"/>
                        </a:rPr>
                        <a:t>XML</a:t>
                      </a:r>
                      <a:r>
                        <a:rPr kumimoji="1" lang="ja-JP" altLang="en-US" sz="900" kern="1200">
                          <a:solidFill>
                            <a:schemeClr val="tx1"/>
                          </a:solidFill>
                          <a:latin typeface="+mn-ea"/>
                          <a:ea typeface="+mn-ea"/>
                          <a:cs typeface="+mn-cs"/>
                        </a:rPr>
                        <a:t>から出力する文字の黒丸対応</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文字コードの固定</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拡張</a:t>
                      </a:r>
                      <a:r>
                        <a:rPr kumimoji="1" lang="en-US" altLang="ja-JP" sz="900" kern="1200">
                          <a:solidFill>
                            <a:schemeClr val="tx1"/>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rgbClr val="000000"/>
                          </a:solidFill>
                          <a:latin typeface="+mn-ea"/>
                          <a:ea typeface="+mn-ea"/>
                          <a:cs typeface="+mn-cs"/>
                        </a:rPr>
                        <a:t>ID223(</a:t>
                      </a:r>
                      <a:r>
                        <a:rPr kumimoji="1" lang="ja-JP" altLang="en-US" sz="900" kern="1200">
                          <a:solidFill>
                            <a:srgbClr val="000000"/>
                          </a:solidFill>
                          <a:latin typeface="+mn-ea"/>
                          <a:ea typeface="+mn-ea"/>
                          <a:cs typeface="+mn-cs"/>
                        </a:rPr>
                        <a:t>電子署名の危殆化対応</a:t>
                      </a:r>
                      <a:r>
                        <a:rPr kumimoji="1" lang="en-US" altLang="ja-JP" sz="900" kern="1200">
                          <a:solidFill>
                            <a:srgbClr val="000000"/>
                          </a:solidFill>
                          <a:latin typeface="+mn-ea"/>
                          <a:ea typeface="+mn-ea"/>
                          <a:cs typeface="+mn-cs"/>
                        </a:rPr>
                        <a:t>)</a:t>
                      </a:r>
                    </a:p>
                    <a:p>
                      <a:pPr marL="267970" marR="0" lvl="0" indent="-175895"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rgbClr val="000000"/>
                          </a:solidFill>
                          <a:latin typeface="+mn-ea"/>
                          <a:ea typeface="+mn-ea"/>
                          <a:cs typeface="+mn-cs"/>
                        </a:rPr>
                        <a:t>ID224(ICD11</a:t>
                      </a:r>
                      <a:r>
                        <a:rPr kumimoji="1" lang="ja-JP" altLang="en-US" sz="900" kern="1200">
                          <a:solidFill>
                            <a:srgbClr val="000000"/>
                          </a:solidFill>
                          <a:latin typeface="+mn-ea"/>
                          <a:ea typeface="+mn-ea"/>
                          <a:cs typeface="+mn-cs"/>
                        </a:rPr>
                        <a:t>への移行に伴う傷病名マスタの変更</a:t>
                      </a:r>
                      <a:r>
                        <a:rPr kumimoji="1" lang="en-US" altLang="ja-JP" sz="900" kern="1200">
                          <a:solidFill>
                            <a:srgbClr val="000000"/>
                          </a:solidFill>
                          <a:latin typeface="+mn-ea"/>
                          <a:ea typeface="+mn-ea"/>
                          <a:cs typeface="+mn-cs"/>
                        </a:rPr>
                        <a:t>)</a:t>
                      </a:r>
                    </a:p>
                    <a:p>
                      <a:pPr marL="92075"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kern="1200">
                        <a:solidFill>
                          <a:srgbClr val="000000"/>
                        </a:solidFill>
                        <a:latin typeface="+mn-ea"/>
                        <a:ea typeface="+mn-ea"/>
                        <a:cs typeface="+mn-cs"/>
                      </a:endParaRPr>
                    </a:p>
                    <a:p>
                      <a:pPr marL="177800"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下記の新規案件を案件台帳に起票する。​</a:t>
                      </a:r>
                      <a:r>
                        <a:rPr kumimoji="1" lang="en-US" altLang="ja-JP" sz="900" b="0" i="0" u="none" strike="noStrike" kern="1200">
                          <a:solidFill>
                            <a:srgbClr val="000000"/>
                          </a:solidFill>
                          <a:latin typeface="+mn-ea"/>
                          <a:ea typeface="+mn-ea"/>
                          <a:cs typeface="+mn-cs"/>
                        </a:rPr>
                        <a:t>(1</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p>
                    <a:p>
                      <a:pPr marL="271463"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rgbClr val="000000"/>
                          </a:solidFill>
                          <a:latin typeface="+mn-ea"/>
                          <a:ea typeface="+mn-ea"/>
                          <a:cs typeface="+mn-cs"/>
                        </a:rPr>
                        <a:t>ID225(BI</a:t>
                      </a:r>
                      <a:r>
                        <a:rPr kumimoji="1" lang="ja-JP" altLang="en-US" sz="900" kern="1200">
                          <a:solidFill>
                            <a:srgbClr val="000000"/>
                          </a:solidFill>
                          <a:latin typeface="+mn-ea"/>
                          <a:ea typeface="+mn-ea"/>
                          <a:cs typeface="+mn-cs"/>
                        </a:rPr>
                        <a:t>基盤活用による臨床情報の可視化</a:t>
                      </a:r>
                      <a:r>
                        <a:rPr kumimoji="1" lang="en-US" altLang="ja-JP" sz="900" kern="1200">
                          <a:solidFill>
                            <a:srgbClr val="000000"/>
                          </a:solidFill>
                          <a:latin typeface="+mn-ea"/>
                          <a:ea typeface="+mn-ea"/>
                          <a:cs typeface="+mn-cs"/>
                        </a:rPr>
                        <a:t>)</a:t>
                      </a:r>
                    </a:p>
                    <a:p>
                      <a:pPr marL="92075"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kern="1200">
                        <a:solidFill>
                          <a:srgbClr val="000000"/>
                        </a:solidFill>
                        <a:highlight>
                          <a:srgbClr val="FFFF00"/>
                        </a:highlight>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2</a:t>
                      </a:r>
                      <a:r>
                        <a:rPr kumimoji="1" lang="ja-JP" altLang="en-US" sz="900" b="1" i="0" u="sng" strike="noStrike" kern="1200">
                          <a:solidFill>
                            <a:srgbClr val="000000"/>
                          </a:solidFill>
                          <a:latin typeface="+mn-ea"/>
                          <a:ea typeface="+mn-ea"/>
                          <a:cs typeface="+mn-cs"/>
                        </a:rPr>
                        <a:t>．案件の記載変更​</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kern="1200">
                          <a:solidFill>
                            <a:schemeClr val="tx1"/>
                          </a:solidFill>
                          <a:latin typeface="+mn-ea"/>
                          <a:ea typeface="+mn-ea"/>
                          <a:cs typeface="+mn-cs"/>
                        </a:rPr>
                        <a:t>下記の案件の記載を変更する</a:t>
                      </a:r>
                      <a:r>
                        <a:rPr kumimoji="1" lang="en-US" altLang="ja-JP" sz="900" b="0" i="0" u="none" strike="noStrike" kern="1200">
                          <a:solidFill>
                            <a:srgbClr val="000000"/>
                          </a:solidFill>
                          <a:latin typeface="+mn-ea"/>
                          <a:ea typeface="+mn-ea"/>
                          <a:cs typeface="+mn-cs"/>
                        </a:rPr>
                        <a:t>(2</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endParaRPr kumimoji="1" lang="en-US" altLang="ja-JP" sz="900" kern="1200">
                        <a:solidFill>
                          <a:schemeClr val="tx1"/>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ID210(</a:t>
                      </a:r>
                      <a:r>
                        <a:rPr kumimoji="1" lang="ja-JP" altLang="en-US" sz="900" kern="1200">
                          <a:solidFill>
                            <a:schemeClr val="tx1"/>
                          </a:solidFill>
                          <a:latin typeface="+mn-ea"/>
                          <a:ea typeface="+mn-ea"/>
                          <a:cs typeface="+mn-cs"/>
                        </a:rPr>
                        <a:t>血液型に関する情報を共有対象外とする改修</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について、以下のように変更する。</a:t>
                      </a:r>
                      <a:br>
                        <a:rPr kumimoji="1" lang="en-US" altLang="ja-JP" sz="900" kern="1200">
                          <a:solidFill>
                            <a:srgbClr val="000000"/>
                          </a:solidFill>
                          <a:latin typeface="+mn-ea"/>
                          <a:ea typeface="+mn-ea"/>
                          <a:cs typeface="+mn-cs"/>
                        </a:rPr>
                      </a:br>
                      <a:r>
                        <a:rPr kumimoji="1" lang="ja-JP" altLang="en-US" sz="900" kern="1200">
                          <a:solidFill>
                            <a:schemeClr val="tx1"/>
                          </a:solidFill>
                          <a:latin typeface="+mn-ea"/>
                          <a:ea typeface="+mn-ea"/>
                          <a:cs typeface="+mn-cs"/>
                        </a:rPr>
                        <a:t>■変更点</a:t>
                      </a:r>
                      <a:endParaRPr kumimoji="1" lang="en-US" altLang="ja-JP" sz="900" kern="1200">
                        <a:solidFill>
                          <a:schemeClr val="tx1"/>
                        </a:solidFill>
                        <a:latin typeface="+mn-ea"/>
                        <a:ea typeface="+mn-ea"/>
                        <a:cs typeface="+mn-cs"/>
                      </a:endParaRPr>
                    </a:p>
                    <a:p>
                      <a:pPr marL="448945" marR="0" lvl="1" indent="-17780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r>
                        <a:rPr kumimoji="1" lang="ja-JP" altLang="en-US" sz="900" kern="1200">
                          <a:solidFill>
                            <a:schemeClr val="tx1"/>
                          </a:solidFill>
                          <a:latin typeface="+mn-ea"/>
                          <a:ea typeface="+mn-ea"/>
                          <a:cs typeface="+mn-cs"/>
                        </a:rPr>
                        <a:t>備考列：「</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本案件の実装対象外の関連検討</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」という文言を追加</a:t>
                      </a:r>
                      <a:endParaRPr kumimoji="1" lang="en-US" altLang="ja-JP" sz="900" kern="1200">
                        <a:solidFill>
                          <a:schemeClr val="tx1"/>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ID213(</a:t>
                      </a:r>
                      <a:r>
                        <a:rPr kumimoji="1" lang="ja-JP" altLang="en-US" sz="900" kern="1200">
                          <a:solidFill>
                            <a:schemeClr val="tx1"/>
                          </a:solidFill>
                          <a:latin typeface="+mn-ea"/>
                          <a:ea typeface="+mn-ea"/>
                          <a:cs typeface="+mn-cs"/>
                        </a:rPr>
                        <a:t>臨床情報詳細画面の傷病名を</a:t>
                      </a:r>
                      <a:r>
                        <a:rPr kumimoji="1" lang="en-US" altLang="ja-JP" sz="900" kern="1200">
                          <a:solidFill>
                            <a:schemeClr val="tx1"/>
                          </a:solidFill>
                          <a:latin typeface="+mn-ea"/>
                          <a:ea typeface="+mn-ea"/>
                          <a:cs typeface="+mn-cs"/>
                        </a:rPr>
                        <a:t>PDF</a:t>
                      </a:r>
                      <a:r>
                        <a:rPr kumimoji="1" lang="ja-JP" altLang="en-US" sz="900" kern="1200">
                          <a:solidFill>
                            <a:schemeClr val="tx1"/>
                          </a:solidFill>
                          <a:latin typeface="+mn-ea"/>
                          <a:ea typeface="+mn-ea"/>
                          <a:cs typeface="+mn-cs"/>
                        </a:rPr>
                        <a:t>と同様に出力する対応</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について、案件名を以下のように変更する。</a:t>
                      </a:r>
                      <a:br>
                        <a:rPr kumimoji="1" lang="en-US" altLang="ja-JP" sz="900" b="0" i="0" u="none" strike="noStrike" kern="1200">
                          <a:solidFill>
                            <a:srgbClr val="000000"/>
                          </a:solidFill>
                          <a:latin typeface="+mn-ea"/>
                          <a:ea typeface="+mn-ea"/>
                          <a:cs typeface="+mn-cs"/>
                        </a:rPr>
                      </a:br>
                      <a:r>
                        <a:rPr kumimoji="1" lang="ja-JP" altLang="en-US" sz="900" b="0" i="0" u="none" strike="noStrike" kern="1200">
                          <a:solidFill>
                            <a:srgbClr val="000000"/>
                          </a:solidFill>
                          <a:latin typeface="+mn-ea"/>
                          <a:ea typeface="+mn-ea"/>
                          <a:cs typeface="+mn-cs"/>
                        </a:rPr>
                        <a:t>なお、趣旨に変更はなく案件名のみの変更。</a:t>
                      </a:r>
                      <a:br>
                        <a:rPr kumimoji="1" lang="en-US" altLang="ja-JP" sz="900" kern="1200">
                          <a:solidFill>
                            <a:srgbClr val="000000"/>
                          </a:solidFill>
                          <a:latin typeface="+mn-ea"/>
                          <a:ea typeface="+mn-ea"/>
                          <a:cs typeface="+mn-cs"/>
                        </a:rPr>
                      </a:br>
                      <a:r>
                        <a:rPr kumimoji="1" lang="ja-JP" altLang="en-US" sz="900" kern="1200">
                          <a:solidFill>
                            <a:schemeClr val="tx1"/>
                          </a:solidFill>
                          <a:latin typeface="+mn-ea"/>
                          <a:ea typeface="+mn-ea"/>
                          <a:cs typeface="+mn-cs"/>
                        </a:rPr>
                        <a:t>■変更点</a:t>
                      </a:r>
                      <a:endParaRPr kumimoji="1" lang="en-US" altLang="ja-JP" sz="900" kern="1200">
                        <a:solidFill>
                          <a:schemeClr val="tx1"/>
                        </a:solidFill>
                        <a:latin typeface="+mn-ea"/>
                        <a:ea typeface="+mn-ea"/>
                        <a:cs typeface="+mn-cs"/>
                      </a:endParaRPr>
                    </a:p>
                    <a:p>
                      <a:pPr marL="448945" marR="0" lvl="1" indent="-17780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r>
                        <a:rPr kumimoji="1" lang="ja-JP" altLang="en-US" sz="900" kern="1200">
                          <a:solidFill>
                            <a:schemeClr val="tx1"/>
                          </a:solidFill>
                          <a:latin typeface="+mn-ea"/>
                          <a:ea typeface="+mn-ea"/>
                          <a:cs typeface="+mn-cs"/>
                        </a:rPr>
                        <a:t>案件名を「臨床情報：感染症・検査に関する改修​」から「臨床情報詳細画面の傷病名を</a:t>
                      </a:r>
                      <a:r>
                        <a:rPr kumimoji="1" lang="en-US" altLang="ja-JP" sz="900" kern="1200">
                          <a:solidFill>
                            <a:schemeClr val="tx1"/>
                          </a:solidFill>
                          <a:latin typeface="+mn-ea"/>
                          <a:ea typeface="+mn-ea"/>
                          <a:cs typeface="+mn-cs"/>
                        </a:rPr>
                        <a:t>PDF</a:t>
                      </a:r>
                      <a:r>
                        <a:rPr kumimoji="1" lang="ja-JP" altLang="en-US" sz="900" kern="1200">
                          <a:solidFill>
                            <a:schemeClr val="tx1"/>
                          </a:solidFill>
                          <a:latin typeface="+mn-ea"/>
                          <a:ea typeface="+mn-ea"/>
                          <a:cs typeface="+mn-cs"/>
                        </a:rPr>
                        <a:t>と同様に出力する対応」に変更。</a:t>
                      </a:r>
                      <a:endParaRPr kumimoji="1" lang="en-US" altLang="ja-JP" sz="900" b="1" i="0" u="sng" strike="noStrike" kern="1200">
                        <a:solidFill>
                          <a:srgbClr val="000000"/>
                        </a:solidFill>
                        <a:latin typeface="+mn-ea"/>
                        <a:ea typeface="+mn-ea"/>
                        <a:cs typeface="+mn-cs"/>
                      </a:endParaRPr>
                    </a:p>
                    <a:p>
                      <a:pPr marL="85725" marR="0" lvl="1" indent="0" algn="l" defTabSz="843930" rtl="0" eaLnBrk="1" fontAlgn="base" latinLnBrk="0" hangingPunct="1">
                        <a:lnSpc>
                          <a:spcPct val="100000"/>
                        </a:lnSpc>
                        <a:spcBef>
                          <a:spcPts val="0"/>
                        </a:spcBef>
                        <a:spcAft>
                          <a:spcPts val="0"/>
                        </a:spcAft>
                        <a:buClrTx/>
                        <a:buSzTx/>
                        <a:buFont typeface="Meiryo UI" panose="020B0604030504040204" pitchFamily="50" charset="-128"/>
                        <a:buNone/>
                        <a:tabLst/>
                        <a:defRPr/>
                      </a:pPr>
                      <a:r>
                        <a:rPr kumimoji="1" lang="ja-JP" altLang="en-US" sz="900" b="0" i="0" u="none" strike="noStrike" kern="1200">
                          <a:solidFill>
                            <a:srgbClr val="000000"/>
                          </a:solidFill>
                          <a:latin typeface="+mn-ea"/>
                          <a:ea typeface="+mn-ea"/>
                          <a:cs typeface="+mn-cs"/>
                        </a:rPr>
                        <a:t>(続)</a:t>
                      </a:r>
                      <a:endParaRPr kumimoji="1" lang="en-US" altLang="ja-JP" sz="900" b="0" i="0" u="none" strike="noStrike" kern="1200" noProof="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a:solidFill>
                            <a:srgbClr val="000000"/>
                          </a:solidFill>
                          <a:latin typeface="+mn-ea"/>
                          <a:ea typeface="+mn-ea"/>
                          <a:cs typeface="Arial"/>
                        </a:rPr>
                        <a:t>案件</a:t>
                      </a:r>
                      <a:r>
                        <a:rPr lang="en-US" altLang="ja-JP" sz="900" b="0" i="0" u="none" strike="noStrike" kern="1200" noProof="0">
                          <a:solidFill>
                            <a:srgbClr val="000000"/>
                          </a:solidFill>
                          <a:latin typeface="+mn-ea"/>
                          <a:ea typeface="+mn-ea"/>
                          <a:cs typeface="Arial"/>
                        </a:rPr>
                        <a:t>ID210(</a:t>
                      </a:r>
                      <a:r>
                        <a:rPr lang="ja-JP" altLang="en-US" sz="900" b="0" i="0" u="none" strike="noStrike" kern="1200" noProof="0">
                          <a:solidFill>
                            <a:srgbClr val="000000"/>
                          </a:solidFill>
                          <a:latin typeface="+mn-ea"/>
                          <a:ea typeface="+mn-ea"/>
                          <a:cs typeface="Arial"/>
                        </a:rPr>
                        <a:t>血液型に関する情報を共有対象外とする改修</a:t>
                      </a:r>
                      <a:r>
                        <a:rPr lang="en-US" altLang="ja-JP" sz="900" b="0" i="0" u="none" strike="noStrike" kern="1200" noProof="0">
                          <a:solidFill>
                            <a:srgbClr val="000000"/>
                          </a:solidFill>
                          <a:latin typeface="+mn-ea"/>
                          <a:ea typeface="+mn-ea"/>
                          <a:cs typeface="Arial"/>
                        </a:rPr>
                        <a:t>)</a:t>
                      </a:r>
                      <a:r>
                        <a:rPr lang="ja-JP" altLang="en-US" sz="900" b="0" i="0" u="none" strike="noStrike" kern="1200" noProof="0">
                          <a:solidFill>
                            <a:srgbClr val="000000"/>
                          </a:solidFill>
                          <a:latin typeface="+mn-ea"/>
                          <a:ea typeface="+mn-ea"/>
                          <a:cs typeface="Arial"/>
                        </a:rPr>
                        <a:t>について、以下のように案件台帳を更新する。</a:t>
                      </a:r>
                      <a:r>
                        <a:rPr lang="en-US" altLang="ja-JP" sz="900" b="0" i="0" u="none" strike="noStrike" kern="1200" noProof="0">
                          <a:solidFill>
                            <a:srgbClr val="000000"/>
                          </a:solidFill>
                          <a:latin typeface="+mn-ea"/>
                          <a:ea typeface="+mn-ea"/>
                          <a:cs typeface="Arial"/>
                        </a:rPr>
                        <a:t>【</a:t>
                      </a:r>
                      <a:r>
                        <a:rPr lang="ja-JP" altLang="en-US" sz="900" b="0" i="0" u="none" strike="noStrike" kern="1200" noProof="0">
                          <a:solidFill>
                            <a:srgbClr val="000000"/>
                          </a:solidFill>
                          <a:latin typeface="+mn-ea"/>
                          <a:ea typeface="+mn-ea"/>
                          <a:cs typeface="Arial"/>
                        </a:rPr>
                        <a:t>厚労省 </a:t>
                      </a:r>
                      <a:r>
                        <a:rPr lang="en-US" altLang="ja-JP" sz="900" b="0" i="0" u="none" strike="noStrike" kern="1200" noProof="0">
                          <a:solidFill>
                            <a:srgbClr val="000000"/>
                          </a:solidFill>
                          <a:latin typeface="+mn-ea"/>
                          <a:ea typeface="+mn-ea"/>
                          <a:cs typeface="Arial"/>
                        </a:rPr>
                        <a:t>10/13】</a:t>
                      </a:r>
                      <a:br>
                        <a:rPr lang="en-US" altLang="ja-JP" sz="900" b="0" i="0" u="none" strike="noStrike" kern="1200" noProof="0">
                          <a:solidFill>
                            <a:srgbClr val="000000"/>
                          </a:solidFill>
                          <a:latin typeface="+mn-ea"/>
                          <a:ea typeface="+mn-ea"/>
                          <a:cs typeface="Arial"/>
                        </a:rPr>
                      </a:br>
                      <a:r>
                        <a:rPr lang="en-US" altLang="ja-JP" sz="900" b="0" i="0" u="none" strike="noStrike" kern="1200" noProof="0">
                          <a:solidFill>
                            <a:srgbClr val="000000"/>
                          </a:solidFill>
                          <a:latin typeface="+mn-ea"/>
                          <a:ea typeface="+mn-ea"/>
                          <a:cs typeface="Arial"/>
                        </a:rPr>
                        <a:t>①</a:t>
                      </a:r>
                      <a:r>
                        <a:rPr lang="ja-JP" altLang="en-US" sz="900" b="0" i="0" u="none" strike="noStrike" kern="1200" noProof="0">
                          <a:solidFill>
                            <a:srgbClr val="000000"/>
                          </a:solidFill>
                          <a:latin typeface="+mn-ea"/>
                          <a:ea typeface="+mn-ea"/>
                          <a:cs typeface="Arial"/>
                        </a:rPr>
                        <a:t>以下の記載を削除する。</a:t>
                      </a:r>
                      <a:br>
                        <a:rPr lang="ja-JP" altLang="en-US" sz="900" b="0" i="0" u="none" strike="noStrike" kern="1200" noProof="0">
                          <a:solidFill>
                            <a:srgbClr val="000000"/>
                          </a:solidFill>
                          <a:latin typeface="+mn-ea"/>
                          <a:ea typeface="+mn-ea"/>
                          <a:cs typeface="Arial"/>
                        </a:rPr>
                      </a:br>
                      <a:r>
                        <a:rPr lang="ja-JP" altLang="en-US" sz="900" b="0" i="0" u="none" strike="noStrike" kern="1200" noProof="0">
                          <a:solidFill>
                            <a:srgbClr val="000000"/>
                          </a:solidFill>
                          <a:latin typeface="+mn-ea"/>
                          <a:ea typeface="+mn-ea"/>
                          <a:cs typeface="Arial"/>
                        </a:rPr>
                        <a:t>・要求事項列</a:t>
                      </a:r>
                      <a:r>
                        <a:rPr lang="en-US" altLang="ja-JP" sz="900" b="0" i="0" u="none" strike="noStrike" kern="1200" noProof="0">
                          <a:solidFill>
                            <a:srgbClr val="000000"/>
                          </a:solidFill>
                          <a:latin typeface="+mn-ea"/>
                          <a:ea typeface="+mn-ea"/>
                          <a:cs typeface="Arial"/>
                        </a:rPr>
                        <a:t>_</a:t>
                      </a:r>
                      <a:r>
                        <a:rPr lang="ja-JP" altLang="en-US" sz="900" b="0" i="0" u="none" strike="noStrike" kern="1200" noProof="0">
                          <a:solidFill>
                            <a:srgbClr val="000000"/>
                          </a:solidFill>
                          <a:latin typeface="+mn-ea"/>
                          <a:ea typeface="+mn-ea"/>
                          <a:cs typeface="Arial"/>
                        </a:rPr>
                        <a:t>対応案</a:t>
                      </a:r>
                      <a:r>
                        <a:rPr lang="en-US" altLang="ja-JP" sz="900" b="0" i="0" u="none" strike="noStrike" kern="1200" noProof="0">
                          <a:solidFill>
                            <a:srgbClr val="000000"/>
                          </a:solidFill>
                          <a:latin typeface="+mn-ea"/>
                          <a:ea typeface="+mn-ea"/>
                          <a:cs typeface="Arial"/>
                        </a:rPr>
                        <a:t>B</a:t>
                      </a:r>
                      <a:r>
                        <a:rPr lang="ja-JP" altLang="en-US" sz="900" b="0" i="0" u="none" strike="noStrike" kern="1200" noProof="0">
                          <a:solidFill>
                            <a:srgbClr val="000000"/>
                          </a:solidFill>
                          <a:latin typeface="+mn-ea"/>
                          <a:ea typeface="+mn-ea"/>
                          <a:cs typeface="Arial"/>
                        </a:rPr>
                        <a:t>に係る記載</a:t>
                      </a:r>
                    </a:p>
                    <a:p>
                      <a:pPr marL="180975" marR="0" lvl="0" indent="0" algn="l" rtl="0" eaLnBrk="1" fontAlgn="auto" latinLnBrk="0" hangingPunct="1">
                        <a:lnSpc>
                          <a:spcPct val="100000"/>
                        </a:lnSpc>
                        <a:spcBef>
                          <a:spcPts val="0"/>
                        </a:spcBef>
                        <a:spcAft>
                          <a:spcPts val="0"/>
                        </a:spcAft>
                        <a:buClrTx/>
                        <a:buSzTx/>
                        <a:buFont typeface="Wingdings" panose="05000000000000000000" pitchFamily="2" charset="2"/>
                        <a:buNone/>
                      </a:pPr>
                      <a:r>
                        <a:rPr lang="ja-JP" altLang="en-US" sz="900" b="0" i="0" u="none" strike="noStrike" kern="1200" noProof="0">
                          <a:solidFill>
                            <a:srgbClr val="000000"/>
                          </a:solidFill>
                          <a:latin typeface="+mn-ea"/>
                          <a:ea typeface="+mn-ea"/>
                          <a:cs typeface="Arial"/>
                        </a:rPr>
                        <a:t>②以下の記載について、機構側での論理削除の可否確認が完了しているため、厚労省側の検討状況を更新する。</a:t>
                      </a:r>
                      <a:br>
                        <a:rPr lang="ja-JP" altLang="en-US" sz="900" b="0" i="0" u="none" strike="noStrike" kern="1200" noProof="0">
                          <a:solidFill>
                            <a:srgbClr val="000000"/>
                          </a:solidFill>
                          <a:latin typeface="+mn-ea"/>
                          <a:ea typeface="+mn-ea"/>
                          <a:cs typeface="Arial"/>
                        </a:rPr>
                      </a:br>
                      <a:r>
                        <a:rPr lang="ja-JP" altLang="en-US" sz="900" b="0" i="0" u="none" strike="noStrike" kern="1200" noProof="0">
                          <a:solidFill>
                            <a:srgbClr val="000000"/>
                          </a:solidFill>
                          <a:latin typeface="+mn-ea"/>
                          <a:ea typeface="+mn-ea"/>
                          <a:cs typeface="Arial"/>
                        </a:rPr>
                        <a:t>・要求事項列</a:t>
                      </a:r>
                      <a:r>
                        <a:rPr lang="en-US" altLang="ja-JP" sz="900" b="0" i="0" u="none" strike="noStrike" kern="1200" noProof="0">
                          <a:solidFill>
                            <a:srgbClr val="000000"/>
                          </a:solidFill>
                          <a:latin typeface="+mn-ea"/>
                          <a:ea typeface="+mn-ea"/>
                          <a:cs typeface="Arial"/>
                        </a:rPr>
                        <a:t>_</a:t>
                      </a:r>
                      <a:r>
                        <a:rPr lang="ja-JP" altLang="en-US" sz="900" b="0" i="0" u="none" strike="noStrike" kern="1200" noProof="0">
                          <a:solidFill>
                            <a:srgbClr val="000000"/>
                          </a:solidFill>
                          <a:latin typeface="+mn-ea"/>
                          <a:ea typeface="+mn-ea"/>
                          <a:cs typeface="Arial"/>
                        </a:rPr>
                        <a:t>血液型データの論理削除に係る記載</a:t>
                      </a:r>
                      <a:endParaRPr lang="en-US" altLang="ja-JP" sz="900" b="0" i="0" u="none" strike="noStrike" kern="1200" noProof="0">
                        <a:solidFill>
                          <a:srgbClr val="000000"/>
                        </a:solidFill>
                        <a:latin typeface="+mn-ea"/>
                        <a:ea typeface="+mn-ea"/>
                        <a:cs typeface="Arial"/>
                      </a:endParaRPr>
                    </a:p>
                    <a:p>
                      <a:pPr marL="180975" marR="0" lvl="0" indent="0" algn="l" rtl="0" eaLnBrk="1" fontAlgn="auto" latinLnBrk="0" hangingPunct="1">
                        <a:lnSpc>
                          <a:spcPct val="100000"/>
                        </a:lnSpc>
                        <a:spcBef>
                          <a:spcPts val="0"/>
                        </a:spcBef>
                        <a:spcAft>
                          <a:spcPts val="0"/>
                        </a:spcAft>
                        <a:buClrTx/>
                        <a:buSzTx/>
                        <a:buFont typeface="Wingdings" panose="05000000000000000000" pitchFamily="2" charset="2"/>
                        <a:buNone/>
                      </a:pPr>
                      <a:r>
                        <a:rPr lang="ja-JP" altLang="en-US" sz="900" b="0" i="0" u="none" strike="noStrike" kern="1200" noProof="0">
                          <a:solidFill>
                            <a:srgbClr val="000000"/>
                          </a:solidFill>
                          <a:latin typeface="+mn-ea"/>
                          <a:ea typeface="+mn-ea"/>
                          <a:cs typeface="Arial"/>
                        </a:rPr>
                        <a:t>・備考列</a:t>
                      </a:r>
                      <a:r>
                        <a:rPr lang="en-US" altLang="ja-JP" sz="900" b="0" i="0" u="none" strike="noStrike" kern="1200" noProof="0">
                          <a:solidFill>
                            <a:srgbClr val="000000"/>
                          </a:solidFill>
                          <a:latin typeface="+mn-ea"/>
                          <a:ea typeface="+mn-ea"/>
                          <a:cs typeface="Arial"/>
                        </a:rPr>
                        <a:t>_</a:t>
                      </a:r>
                      <a:r>
                        <a:rPr lang="ja-JP" altLang="en-US" sz="900" b="0" i="0" u="none" strike="noStrike" kern="1200" noProof="0">
                          <a:solidFill>
                            <a:srgbClr val="000000"/>
                          </a:solidFill>
                          <a:latin typeface="+mn-ea"/>
                          <a:ea typeface="+mn-ea"/>
                          <a:cs typeface="Arial"/>
                        </a:rPr>
                        <a:t>血液型データの論理削除に係る記載</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CB73C7C7-5DE4-25B9-E37A-4419A1201A23}"/>
              </a:ext>
            </a:extLst>
          </p:cNvPr>
          <p:cNvSpPr>
            <a:spLocks noGrp="1"/>
          </p:cNvSpPr>
          <p:nvPr>
            <p:ph type="title"/>
          </p:nvPr>
        </p:nvSpPr>
        <p:spPr>
          <a:xfrm>
            <a:off x="507000" y="116696"/>
            <a:ext cx="8892000" cy="576000"/>
          </a:xfrm>
        </p:spPr>
        <p:txBody>
          <a:bodyPr vert="horz"/>
          <a:lstStyle/>
          <a:p>
            <a:r>
              <a:rPr lang="en-US" altLang="ja-JP" sz="1800">
                <a:solidFill>
                  <a:schemeClr val="tx2">
                    <a:lumMod val="75000"/>
                  </a:schemeClr>
                </a:solidFill>
              </a:rPr>
              <a:t>1</a:t>
            </a:r>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(1/6)</a:t>
            </a:r>
            <a:endParaRPr lang="ja-JP" altLang="en-US" sz="2000">
              <a:solidFill>
                <a:schemeClr val="tx2">
                  <a:lumMod val="75000"/>
                </a:schemeClr>
              </a:solidFill>
            </a:endParaRPr>
          </a:p>
        </p:txBody>
      </p:sp>
    </p:spTree>
    <p:extLst>
      <p:ext uri="{BB962C8B-B14F-4D97-AF65-F5344CB8AC3E}">
        <p14:creationId xmlns:p14="http://schemas.microsoft.com/office/powerpoint/2010/main" val="156796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40A0F-8ACF-A91F-45E3-157B26FE75BA}"/>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FD9C81D7-0F73-62D6-1286-8EC26C5406EF}"/>
              </a:ext>
            </a:extLst>
          </p:cNvPr>
          <p:cNvGraphicFramePr>
            <a:graphicFrameLocks noGrp="1"/>
          </p:cNvGraphicFramePr>
          <p:nvPr/>
        </p:nvGraphicFramePr>
        <p:xfrm>
          <a:off x="453000" y="843756"/>
          <a:ext cx="9000000" cy="5743668"/>
        </p:xfrm>
        <a:graphic>
          <a:graphicData uri="http://schemas.openxmlformats.org/drawingml/2006/table">
            <a:tbl>
              <a:tblPr/>
              <a:tblGrid>
                <a:gridCol w="473868">
                  <a:extLst>
                    <a:ext uri="{9D8B030D-6E8A-4147-A177-3AD203B41FA5}">
                      <a16:colId xmlns:a16="http://schemas.microsoft.com/office/drawing/2014/main" val="3484704196"/>
                    </a:ext>
                  </a:extLst>
                </a:gridCol>
                <a:gridCol w="1060329">
                  <a:extLst>
                    <a:ext uri="{9D8B030D-6E8A-4147-A177-3AD203B41FA5}">
                      <a16:colId xmlns:a16="http://schemas.microsoft.com/office/drawing/2014/main" val="3863879091"/>
                    </a:ext>
                  </a:extLst>
                </a:gridCol>
                <a:gridCol w="4777587">
                  <a:extLst>
                    <a:ext uri="{9D8B030D-6E8A-4147-A177-3AD203B41FA5}">
                      <a16:colId xmlns:a16="http://schemas.microsoft.com/office/drawing/2014/main" val="99914978"/>
                    </a:ext>
                  </a:extLst>
                </a:gridCol>
                <a:gridCol w="2688216">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540000">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857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続</a:t>
                      </a:r>
                      <a:r>
                        <a:rPr kumimoji="1" lang="en-US" altLang="ja-JP" sz="900" kern="1200">
                          <a:solidFill>
                            <a:schemeClr val="tx1"/>
                          </a:solidFill>
                          <a:latin typeface="+mn-ea"/>
                          <a:ea typeface="+mn-ea"/>
                          <a:cs typeface="+mn-cs"/>
                        </a:rPr>
                        <a:t>)</a:t>
                      </a: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endParaRPr kumimoji="1" lang="en-US" altLang="ja-JP" sz="900" kern="1200">
                        <a:solidFill>
                          <a:schemeClr val="tx1"/>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3</a:t>
                      </a:r>
                      <a:r>
                        <a:rPr kumimoji="1" lang="ja-JP" altLang="en-US" sz="900" b="1" i="0" u="sng" strike="noStrike" kern="1200">
                          <a:solidFill>
                            <a:srgbClr val="000000"/>
                          </a:solidFill>
                          <a:latin typeface="+mn-ea"/>
                          <a:ea typeface="+mn-ea"/>
                          <a:cs typeface="+mn-cs"/>
                        </a:rPr>
                        <a:t>．案件の取り下げ​</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下記の案件を取り下げる</a:t>
                      </a:r>
                      <a:r>
                        <a:rPr kumimoji="1" lang="ja-JP" altLang="en-US" sz="900" b="0" i="0" u="none" strike="noStrike" kern="1200">
                          <a:solidFill>
                            <a:schemeClr val="tx1"/>
                          </a:solidFill>
                          <a:latin typeface="+mn-ea"/>
                          <a:ea typeface="+mn-ea"/>
                          <a:cs typeface="+mn-cs"/>
                        </a:rPr>
                        <a:t>。</a:t>
                      </a:r>
                      <a:r>
                        <a:rPr kumimoji="1" lang="en-US" altLang="ja-JP" sz="900" b="0" i="0" u="none" strike="noStrike" kern="1200">
                          <a:solidFill>
                            <a:srgbClr val="000000"/>
                          </a:solidFill>
                          <a:latin typeface="+mn-ea"/>
                          <a:ea typeface="+mn-ea"/>
                          <a:cs typeface="+mn-cs"/>
                        </a:rPr>
                        <a:t>(1</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endParaRPr kumimoji="1" lang="en-US" altLang="ja-JP" sz="900" kern="1200">
                        <a:solidFill>
                          <a:schemeClr val="tx1"/>
                        </a:solidFill>
                        <a:latin typeface="+mn-ea"/>
                        <a:ea typeface="+mn-ea"/>
                        <a:cs typeface="+mn-cs"/>
                      </a:endParaRPr>
                    </a:p>
                    <a:p>
                      <a:pPr marL="180975"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kern="1200">
                          <a:solidFill>
                            <a:schemeClr val="tx1"/>
                          </a:solidFill>
                          <a:latin typeface="+mn-ea"/>
                          <a:ea typeface="+mn-ea"/>
                          <a:cs typeface="+mn-cs"/>
                        </a:rPr>
                        <a:t>ID204(</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検査感染症 </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43+5</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項目のデータ登録時に</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JLAC11</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コード・</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JLAC10</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コードが併記されている場合にエラーとするアドオンチェック</a:t>
                      </a:r>
                      <a:r>
                        <a:rPr kumimoji="1" lang="en-US" altLang="ja-JP" sz="900" kern="1200">
                          <a:solidFill>
                            <a:schemeClr val="tx1"/>
                          </a:solidFill>
                          <a:latin typeface="+mn-ea"/>
                          <a:ea typeface="+mn-ea"/>
                          <a:cs typeface="+mn-cs"/>
                        </a:rPr>
                        <a:t>)</a:t>
                      </a:r>
                      <a:br>
                        <a:rPr kumimoji="1" lang="en-US" altLang="ja-JP" sz="900" kern="1200">
                          <a:solidFill>
                            <a:srgbClr val="000000"/>
                          </a:solidFill>
                          <a:latin typeface="+mn-ea"/>
                          <a:ea typeface="+mn-ea"/>
                          <a:cs typeface="+mn-cs"/>
                        </a:rPr>
                      </a:br>
                      <a:r>
                        <a:rPr kumimoji="1" lang="ja-JP" altLang="en-US" sz="900" kern="1200">
                          <a:solidFill>
                            <a:schemeClr val="tx1"/>
                          </a:solidFill>
                          <a:latin typeface="+mn-ea"/>
                          <a:ea typeface="+mn-ea"/>
                          <a:cs typeface="+mn-cs"/>
                        </a:rPr>
                        <a:t>■取り下げの背景</a:t>
                      </a:r>
                      <a:endParaRPr kumimoji="1" lang="en-US" altLang="ja-JP" sz="900" kern="1200">
                        <a:solidFill>
                          <a:schemeClr val="tx1"/>
                        </a:solidFill>
                        <a:latin typeface="+mn-ea"/>
                        <a:ea typeface="+mn-ea"/>
                        <a:cs typeface="+mn-cs"/>
                      </a:endParaRPr>
                    </a:p>
                    <a:p>
                      <a:pPr marL="269875" marR="0" lvl="1" indent="1270" algn="l" defTabSz="843930" rtl="0" eaLnBrk="1" fontAlgn="base" latinLnBrk="0" hangingPunct="1">
                        <a:lnSpc>
                          <a:spcPct val="100000"/>
                        </a:lnSpc>
                        <a:spcBef>
                          <a:spcPts val="0"/>
                        </a:spcBef>
                        <a:spcAft>
                          <a:spcPts val="0"/>
                        </a:spcAft>
                        <a:buClrTx/>
                        <a:buSzTx/>
                        <a:buFont typeface="Meiryo UI" panose="020B0604030504040204" pitchFamily="50" charset="-128"/>
                        <a:buChar char="•"/>
                        <a:tabLst/>
                        <a:defRPr/>
                      </a:pPr>
                      <a:r>
                        <a:rPr kumimoji="1" lang="ja-JP" altLang="en-US" sz="900" kern="1200">
                          <a:solidFill>
                            <a:schemeClr val="tx1"/>
                          </a:solidFill>
                          <a:latin typeface="+mn-ea"/>
                          <a:ea typeface="+mn-ea"/>
                          <a:cs typeface="+mn-cs"/>
                        </a:rPr>
                        <a:t>案件</a:t>
                      </a:r>
                      <a:r>
                        <a:rPr kumimoji="1" lang="en-US" altLang="ja-JP" sz="900" kern="1200">
                          <a:solidFill>
                            <a:schemeClr val="tx1"/>
                          </a:solidFill>
                          <a:latin typeface="+mn-ea"/>
                          <a:ea typeface="+mn-ea"/>
                          <a:cs typeface="+mn-cs"/>
                        </a:rPr>
                        <a:t>ID221(</a:t>
                      </a:r>
                      <a:r>
                        <a:rPr kumimoji="1" lang="ja-JP" altLang="en-US" sz="900" kern="1200">
                          <a:solidFill>
                            <a:schemeClr val="tx1"/>
                          </a:solidFill>
                          <a:latin typeface="+mn-ea"/>
                          <a:ea typeface="+mn-ea"/>
                          <a:cs typeface="+mn-cs"/>
                        </a:rPr>
                        <a:t>検査感染症 </a:t>
                      </a:r>
                      <a:r>
                        <a:rPr kumimoji="1" lang="en-US" altLang="ja-JP" sz="900" kern="1200">
                          <a:solidFill>
                            <a:schemeClr val="tx1"/>
                          </a:solidFill>
                          <a:latin typeface="+mn-ea"/>
                          <a:ea typeface="+mn-ea"/>
                          <a:cs typeface="+mn-cs"/>
                        </a:rPr>
                        <a:t>43+5</a:t>
                      </a:r>
                      <a:r>
                        <a:rPr kumimoji="1" lang="ja-JP" altLang="en-US" sz="900" kern="1200">
                          <a:solidFill>
                            <a:schemeClr val="tx1"/>
                          </a:solidFill>
                          <a:latin typeface="+mn-ea"/>
                          <a:ea typeface="+mn-ea"/>
                          <a:cs typeface="+mn-cs"/>
                        </a:rPr>
                        <a:t>項目のデータ登録時に</a:t>
                      </a:r>
                      <a:r>
                        <a:rPr kumimoji="1" lang="en-US" altLang="ja-JP" sz="900" kern="1200">
                          <a:solidFill>
                            <a:schemeClr val="tx1"/>
                          </a:solidFill>
                          <a:latin typeface="+mn-ea"/>
                          <a:ea typeface="+mn-ea"/>
                          <a:cs typeface="+mn-cs"/>
                        </a:rPr>
                        <a:t>JLAC11</a:t>
                      </a:r>
                      <a:r>
                        <a:rPr kumimoji="1" lang="ja-JP" altLang="en-US" sz="900" kern="1200">
                          <a:solidFill>
                            <a:schemeClr val="tx1"/>
                          </a:solidFill>
                          <a:latin typeface="+mn-ea"/>
                          <a:ea typeface="+mn-ea"/>
                          <a:cs typeface="+mn-cs"/>
                        </a:rPr>
                        <a:t>コード・</a:t>
                      </a:r>
                      <a:r>
                        <a:rPr kumimoji="1" lang="en-US" altLang="ja-JP" sz="900" kern="1200">
                          <a:solidFill>
                            <a:schemeClr val="tx1"/>
                          </a:solidFill>
                          <a:latin typeface="+mn-ea"/>
                          <a:ea typeface="+mn-ea"/>
                          <a:cs typeface="+mn-cs"/>
                        </a:rPr>
                        <a:t>JLAC10</a:t>
                      </a:r>
                      <a:r>
                        <a:rPr kumimoji="1" lang="ja-JP" altLang="en-US" sz="900" kern="1200">
                          <a:solidFill>
                            <a:schemeClr val="tx1"/>
                          </a:solidFill>
                          <a:latin typeface="+mn-ea"/>
                          <a:ea typeface="+mn-ea"/>
                          <a:cs typeface="+mn-cs"/>
                        </a:rPr>
                        <a:t>コードが併記されている場合に</a:t>
                      </a:r>
                      <a:r>
                        <a:rPr kumimoji="1" lang="en-US" altLang="ja-JP" sz="900" kern="1200">
                          <a:solidFill>
                            <a:schemeClr val="tx1"/>
                          </a:solidFill>
                          <a:latin typeface="+mn-ea"/>
                          <a:ea typeface="+mn-ea"/>
                          <a:cs typeface="+mn-cs"/>
                        </a:rPr>
                        <a:t>JLAC11</a:t>
                      </a:r>
                      <a:r>
                        <a:rPr kumimoji="1" lang="ja-JP" altLang="en-US" sz="900" kern="1200">
                          <a:solidFill>
                            <a:schemeClr val="tx1"/>
                          </a:solidFill>
                          <a:latin typeface="+mn-ea"/>
                          <a:ea typeface="+mn-ea"/>
                          <a:cs typeface="+mn-cs"/>
                        </a:rPr>
                        <a:t>コードを優先して出力する</a:t>
                      </a: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で対応するため</a:t>
                      </a:r>
                      <a:endParaRPr kumimoji="1" lang="en-US" altLang="ja-JP" sz="900" kern="1200">
                        <a:solidFill>
                          <a:schemeClr val="tx1"/>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endParaRPr kumimoji="1" lang="en-US" altLang="ja-JP" sz="900" kern="1200">
                        <a:solidFill>
                          <a:schemeClr val="tx1"/>
                        </a:solidFill>
                        <a:latin typeface="+mn-ea"/>
                        <a:ea typeface="+mn-ea"/>
                        <a:cs typeface="+mn-cs"/>
                      </a:endParaRPr>
                    </a:p>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r>
                        <a:rPr kumimoji="1" lang="en-US" altLang="ja-JP" sz="900" b="1" i="0" u="sng" strike="noStrike" kern="1200">
                          <a:solidFill>
                            <a:srgbClr val="000000"/>
                          </a:solidFill>
                          <a:latin typeface="+mn-ea"/>
                          <a:ea typeface="+mn-ea"/>
                          <a:cs typeface="+mn-cs"/>
                        </a:rPr>
                        <a:t>4</a:t>
                      </a:r>
                      <a:r>
                        <a:rPr kumimoji="1" lang="ja-JP" altLang="en-US" sz="900" b="1" i="0" u="sng" strike="noStrike" kern="1200">
                          <a:solidFill>
                            <a:srgbClr val="000000"/>
                          </a:solidFill>
                          <a:latin typeface="+mn-ea"/>
                          <a:ea typeface="+mn-ea"/>
                          <a:cs typeface="+mn-cs"/>
                        </a:rPr>
                        <a:t>．</a:t>
                      </a:r>
                      <a:r>
                        <a:rPr kumimoji="1" lang="en-US" altLang="ja-JP" sz="900" b="1" i="0" u="sng" strike="noStrike" kern="1200">
                          <a:solidFill>
                            <a:srgbClr val="000000"/>
                          </a:solidFill>
                          <a:latin typeface="+mn-ea"/>
                          <a:ea typeface="+mn-ea"/>
                          <a:cs typeface="+mn-cs"/>
                        </a:rPr>
                        <a:t>ToDo</a:t>
                      </a:r>
                      <a:r>
                        <a:rPr kumimoji="1" lang="ja-JP" altLang="en-US" sz="900" b="1" i="0" u="sng" strike="noStrike" kern="1200">
                          <a:solidFill>
                            <a:srgbClr val="000000"/>
                          </a:solidFill>
                          <a:latin typeface="+mn-ea"/>
                          <a:ea typeface="+mn-ea"/>
                          <a:cs typeface="+mn-cs"/>
                        </a:rPr>
                        <a:t>のクローズ</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下記</a:t>
                      </a:r>
                      <a:r>
                        <a:rPr kumimoji="1" lang="en-US" altLang="ja-JP" sz="900" b="0" i="0" u="none" strike="noStrike" kern="1200">
                          <a:solidFill>
                            <a:srgbClr val="000000"/>
                          </a:solidFill>
                          <a:latin typeface="+mn-ea"/>
                          <a:ea typeface="+mn-ea"/>
                          <a:cs typeface="+mn-cs"/>
                        </a:rPr>
                        <a:t>ToDo</a:t>
                      </a:r>
                      <a:r>
                        <a:rPr kumimoji="1" lang="ja-JP" altLang="en-US" sz="900" b="0" i="0" u="none" strike="noStrike" kern="1200">
                          <a:solidFill>
                            <a:srgbClr val="000000"/>
                          </a:solidFill>
                          <a:latin typeface="+mn-ea"/>
                          <a:ea typeface="+mn-ea"/>
                          <a:cs typeface="+mn-cs"/>
                        </a:rPr>
                        <a:t>をクローズとする</a:t>
                      </a:r>
                      <a:r>
                        <a:rPr kumimoji="1" lang="en-US" altLang="ja-JP" sz="900" b="0" i="0" u="none" strike="noStrike" kern="1200">
                          <a:solidFill>
                            <a:srgbClr val="000000"/>
                          </a:solidFill>
                          <a:latin typeface="+mn-ea"/>
                          <a:ea typeface="+mn-ea"/>
                          <a:cs typeface="+mn-cs"/>
                        </a:rPr>
                        <a:t>(12</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#873(</a:t>
                      </a:r>
                      <a:r>
                        <a:rPr lang="ja-JP" altLang="en-US" sz="900" b="0">
                          <a:latin typeface="+mn-ea"/>
                          <a:ea typeface="+mn-ea"/>
                        </a:rPr>
                        <a:t>案件</a:t>
                      </a:r>
                      <a:r>
                        <a:rPr lang="en-US" altLang="ja-JP" sz="900" b="0">
                          <a:latin typeface="+mn-ea"/>
                          <a:ea typeface="+mn-ea"/>
                        </a:rPr>
                        <a:t>ID036(</a:t>
                      </a:r>
                      <a:r>
                        <a:rPr lang="ja-JP" altLang="en-US" sz="900" b="0">
                          <a:latin typeface="+mn-ea"/>
                          <a:ea typeface="+mn-ea"/>
                        </a:rPr>
                        <a:t>診療情報提供書の介護事業所送付機能の拡張</a:t>
                      </a:r>
                      <a:r>
                        <a:rPr lang="en-US" altLang="ja-JP" sz="900" b="0">
                          <a:latin typeface="+mn-ea"/>
                          <a:ea typeface="+mn-ea"/>
                        </a:rPr>
                        <a:t>)</a:t>
                      </a:r>
                      <a:r>
                        <a:rPr lang="ja-JP" altLang="en-US" sz="900" b="0">
                          <a:latin typeface="+mn-ea"/>
                          <a:ea typeface="+mn-ea"/>
                        </a:rPr>
                        <a:t>について、医療機関・介護事業者からの問い合わせに対し、医政局、DX機構、デジ庁、老健局等の複数組織間で連携できるよう、横断的なコミュニケーション方法を検討する。</a:t>
                      </a:r>
                      <a:r>
                        <a:rPr lang="en-US" altLang="ja-JP" sz="900" b="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i="0" u="none" strike="noStrike" kern="1200" noProof="0">
                          <a:solidFill>
                            <a:schemeClr val="tx1"/>
                          </a:solidFill>
                          <a:effectLst/>
                          <a:latin typeface="+mn-ea"/>
                          <a:ea typeface="+mn-ea"/>
                          <a:cs typeface="+mn-cs"/>
                        </a:rPr>
                        <a:t>#1108(JP CLINS 1.12.0</a:t>
                      </a:r>
                      <a:r>
                        <a:rPr kumimoji="1" lang="ja-JP" altLang="en-US" sz="900" b="0" i="0" u="none" strike="noStrike" kern="1200" noProof="0">
                          <a:solidFill>
                            <a:schemeClr val="tx1"/>
                          </a:solidFill>
                          <a:effectLst/>
                          <a:latin typeface="+mn-ea"/>
                          <a:ea typeface="+mn-ea"/>
                          <a:cs typeface="+mn-cs"/>
                        </a:rPr>
                        <a:t>版サポート終了に伴うモデル外ベンダへの周知を行う。 </a:t>
                      </a:r>
                      <a:r>
                        <a:rPr kumimoji="1" lang="en-US" altLang="ja-JP" sz="900" b="0" i="0" u="none" strike="noStrike" kern="1200" noProof="0">
                          <a:solidFill>
                            <a:schemeClr val="tx1"/>
                          </a:solidFill>
                          <a:effectLst/>
                          <a:latin typeface="+mn-ea"/>
                          <a:ea typeface="+mn-ea"/>
                          <a:cs typeface="+mn-cs"/>
                        </a:rPr>
                        <a:t>)</a:t>
                      </a:r>
                      <a:endParaRPr kumimoji="1" lang="en-US" altLang="ja-JP" sz="900" b="0" i="0" u="none" strike="noStrike" kern="1200">
                        <a:solidFill>
                          <a:schemeClr val="tx1"/>
                        </a:solidFill>
                        <a:effectLst/>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#1158(</a:t>
                      </a:r>
                      <a:r>
                        <a:rPr lang="ja-JP" altLang="en-US" sz="900" b="0">
                          <a:latin typeface="+mn-ea"/>
                          <a:ea typeface="+mn-ea"/>
                        </a:rPr>
                        <a:t>自施設宛て文書一覧から該当患者の文書が取得できなかった場合の運用として、紹介元医療機関へ診療情報提供書の再送を依頼し、再送時にエラーが発生した場合は紙運用に切り替える旨を運用マニュアルへ記載する。</a:t>
                      </a:r>
                      <a:r>
                        <a:rPr lang="en-US" altLang="ja-JP" sz="900" b="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#1181(</a:t>
                      </a:r>
                      <a:r>
                        <a:rPr lang="ja-JP" altLang="en-US" sz="900" b="0">
                          <a:latin typeface="+mn-ea"/>
                          <a:ea typeface="+mn-ea"/>
                        </a:rPr>
                        <a:t>今後</a:t>
                      </a:r>
                      <a:r>
                        <a:rPr lang="en-US" altLang="ja-JP" sz="900" b="0">
                          <a:latin typeface="+mn-ea"/>
                          <a:ea typeface="+mn-ea"/>
                        </a:rPr>
                        <a:t>BI</a:t>
                      </a:r>
                      <a:r>
                        <a:rPr lang="ja-JP" altLang="en-US" sz="900" b="0">
                          <a:latin typeface="+mn-ea"/>
                          <a:ea typeface="+mn-ea"/>
                        </a:rPr>
                        <a:t>ツールを使用する際のアウトプットを検討した際に、再度インプット部分の改修に跳ねることにならないか確認し、確認結果を厚労省に連携する。</a:t>
                      </a:r>
                      <a:r>
                        <a:rPr lang="en-US" altLang="ja-JP" sz="900" b="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#1183(</a:t>
                      </a:r>
                      <a:r>
                        <a:rPr kumimoji="1" lang="ja-JP" altLang="en-US" sz="900" b="0" kern="1200">
                          <a:solidFill>
                            <a:srgbClr val="000000"/>
                          </a:solidFill>
                          <a:latin typeface="+mn-ea"/>
                          <a:ea typeface="+mn-ea"/>
                          <a:cs typeface="+mn-cs"/>
                        </a:rPr>
                        <a:t>「臨床情報詳細画面」と「</a:t>
                      </a:r>
                      <a:r>
                        <a:rPr kumimoji="1" lang="en-US" altLang="ja-JP" sz="900" b="0" kern="1200">
                          <a:solidFill>
                            <a:srgbClr val="000000"/>
                          </a:solidFill>
                          <a:latin typeface="+mn-ea"/>
                          <a:ea typeface="+mn-ea"/>
                          <a:cs typeface="+mn-cs"/>
                        </a:rPr>
                        <a:t>PDF</a:t>
                      </a:r>
                      <a:r>
                        <a:rPr kumimoji="1" lang="ja-JP" altLang="en-US" sz="900" b="0" kern="1200">
                          <a:solidFill>
                            <a:srgbClr val="000000"/>
                          </a:solidFill>
                          <a:latin typeface="+mn-ea"/>
                          <a:ea typeface="+mn-ea"/>
                          <a:cs typeface="+mn-cs"/>
                        </a:rPr>
                        <a:t>帳票」の間における項目名・各項目の</a:t>
                      </a:r>
                      <a:r>
                        <a:rPr kumimoji="1" lang="en-US" altLang="ja-JP" sz="900" b="0" kern="1200">
                          <a:solidFill>
                            <a:srgbClr val="000000"/>
                          </a:solidFill>
                          <a:latin typeface="+mn-ea"/>
                          <a:ea typeface="+mn-ea"/>
                          <a:cs typeface="+mn-cs"/>
                        </a:rPr>
                        <a:t>FHIRパス</a:t>
                      </a:r>
                      <a:r>
                        <a:rPr kumimoji="1" lang="ja-JP" altLang="en-US" sz="900" b="0" kern="1200">
                          <a:solidFill>
                            <a:srgbClr val="000000"/>
                          </a:solidFill>
                          <a:latin typeface="+mn-ea"/>
                          <a:ea typeface="+mn-ea"/>
                          <a:cs typeface="+mn-cs"/>
                        </a:rPr>
                        <a:t>の差分有無について、富士通へ確認のうえ結果を厚労省に連携する。</a:t>
                      </a:r>
                      <a:r>
                        <a:rPr kumimoji="1" lang="en-US" altLang="ja-JP" sz="900" b="0" kern="1200">
                          <a:solidFill>
                            <a:srgbClr val="000000"/>
                          </a:solidFill>
                          <a:latin typeface="+mn-ea"/>
                          <a:ea typeface="+mn-ea"/>
                          <a:cs typeface="+mn-cs"/>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i="0" u="none" strike="noStrike" kern="1200">
                          <a:solidFill>
                            <a:srgbClr val="000000"/>
                          </a:solidFill>
                          <a:latin typeface="+mn-ea"/>
                          <a:ea typeface="+mn-ea"/>
                          <a:cs typeface="+mn-cs"/>
                        </a:rPr>
                        <a:t>#1209(10/20</a:t>
                      </a:r>
                      <a:r>
                        <a:rPr kumimoji="1" lang="ja-JP" altLang="en-US" sz="900" b="0" i="0" u="none" strike="noStrike" kern="1200">
                          <a:solidFill>
                            <a:srgbClr val="000000"/>
                          </a:solidFill>
                          <a:latin typeface="+mn-ea"/>
                          <a:ea typeface="+mn-ea"/>
                          <a:cs typeface="+mn-cs"/>
                        </a:rPr>
                        <a:t>の調達委員会時点で、令和</a:t>
                      </a:r>
                      <a:r>
                        <a:rPr kumimoji="1" lang="en-US" altLang="ja-JP" sz="900" b="0" i="0" u="none" strike="noStrike" kern="1200">
                          <a:solidFill>
                            <a:srgbClr val="000000"/>
                          </a:solidFill>
                          <a:latin typeface="+mn-ea"/>
                          <a:ea typeface="+mn-ea"/>
                          <a:cs typeface="+mn-cs"/>
                        </a:rPr>
                        <a:t>9</a:t>
                      </a:r>
                      <a:r>
                        <a:rPr kumimoji="1" lang="ja-JP" altLang="en-US" sz="900" b="0" i="0" u="none" strike="noStrike" kern="1200">
                          <a:solidFill>
                            <a:srgbClr val="000000"/>
                          </a:solidFill>
                          <a:latin typeface="+mn-ea"/>
                          <a:ea typeface="+mn-ea"/>
                          <a:cs typeface="+mn-cs"/>
                        </a:rPr>
                        <a:t>年度開発を希望する案件においては、</a:t>
                      </a:r>
                      <a:r>
                        <a:rPr kumimoji="1" lang="en-US" altLang="ja-JP" sz="900" b="0" i="0" u="none" strike="noStrike" kern="1200">
                          <a:solidFill>
                            <a:srgbClr val="000000"/>
                          </a:solidFill>
                          <a:latin typeface="+mn-ea"/>
                          <a:ea typeface="+mn-ea"/>
                          <a:cs typeface="+mn-cs"/>
                        </a:rPr>
                        <a:t>10/5</a:t>
                      </a:r>
                      <a:r>
                        <a:rPr kumimoji="1" lang="ja-JP" altLang="en-US" sz="900" b="0" i="0" u="none" strike="noStrike" kern="1200">
                          <a:solidFill>
                            <a:srgbClr val="000000"/>
                          </a:solidFill>
                          <a:latin typeface="+mn-ea"/>
                          <a:ea typeface="+mn-ea"/>
                          <a:cs typeface="+mn-cs"/>
                        </a:rPr>
                        <a:t>までに①案件名②案件概要、さらに可能であれば③案件の背景・目的を厚労省からDX機構に連携する。</a:t>
                      </a:r>
                      <a:r>
                        <a:rPr kumimoji="1" lang="en-US" altLang="ja-JP" sz="900" b="0" i="0" u="none" strike="noStrike" kern="1200">
                          <a:solidFill>
                            <a:srgbClr val="000000"/>
                          </a:solidFill>
                          <a:latin typeface="+mn-ea"/>
                          <a:ea typeface="+mn-ea"/>
                          <a:cs typeface="+mn-cs"/>
                        </a:rPr>
                        <a:t>)</a:t>
                      </a:r>
                      <a:endParaRPr kumimoji="1" lang="en-US" altLang="ja-JP" sz="900" b="1" i="0" u="sng" strike="noStrike" kern="120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#1212(</a:t>
                      </a:r>
                      <a:r>
                        <a:rPr lang="ja-JP" altLang="en-US" sz="900" b="0">
                          <a:latin typeface="+mn-ea"/>
                          <a:ea typeface="+mn-ea"/>
                        </a:rPr>
                        <a:t>「②ステークホルダーへのデータ共有」について、厚労省職員の端末で</a:t>
                      </a:r>
                      <a:r>
                        <a:rPr lang="en-US" altLang="ja-JP" sz="900" b="0">
                          <a:latin typeface="+mn-ea"/>
                          <a:ea typeface="+mn-ea"/>
                        </a:rPr>
                        <a:t>BI</a:t>
                      </a:r>
                      <a:r>
                        <a:rPr lang="ja-JP" altLang="en-US" sz="900" b="0">
                          <a:latin typeface="+mn-ea"/>
                          <a:ea typeface="+mn-ea"/>
                        </a:rPr>
                        <a:t>ツールのデータ閲覧需要の有無を確認し、結果をDX機構に連携する。</a:t>
                      </a:r>
                      <a:r>
                        <a:rPr lang="en-US" altLang="ja-JP" sz="900" b="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#1214(</a:t>
                      </a:r>
                      <a:r>
                        <a:rPr lang="ja-JP" altLang="en-US" sz="900" b="0">
                          <a:latin typeface="+mn-ea"/>
                          <a:ea typeface="+mn-ea"/>
                        </a:rPr>
                        <a:t>マイナポータルにおける臨床情報検査結果の基準値表示について、技術解説書</a:t>
                      </a:r>
                      <a:r>
                        <a:rPr lang="en-US" altLang="ja-JP" sz="900" b="0">
                          <a:latin typeface="+mn-ea"/>
                          <a:ea typeface="+mn-ea"/>
                        </a:rPr>
                        <a:t>2.1.0</a:t>
                      </a:r>
                      <a:r>
                        <a:rPr lang="ja-JP" altLang="en-US" sz="900" b="0">
                          <a:latin typeface="+mn-ea"/>
                          <a:ea typeface="+mn-ea"/>
                        </a:rPr>
                        <a:t>版で「未満」「超過」の意図を含む基準値登録が可能となった一方、マイナポータルは</a:t>
                      </a:r>
                      <a:r>
                        <a:rPr lang="en-US" altLang="ja-JP" sz="900" b="0">
                          <a:latin typeface="+mn-ea"/>
                          <a:ea typeface="+mn-ea"/>
                        </a:rPr>
                        <a:t>2.0.0</a:t>
                      </a:r>
                      <a:r>
                        <a:rPr lang="ja-JP" altLang="en-US" sz="900" b="0">
                          <a:latin typeface="+mn-ea"/>
                          <a:ea typeface="+mn-ea"/>
                        </a:rPr>
                        <a:t>版相当の表示仕様のため当該意図を表現できていないことを踏まえ、改修要否を検討し、検討結果をDX機構へ共有する。</a:t>
                      </a:r>
                      <a:r>
                        <a:rPr lang="en-US" altLang="ja-JP" sz="900" b="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#1216(</a:t>
                      </a:r>
                      <a:r>
                        <a:rPr lang="ja-JP" altLang="en-US" sz="900" b="0">
                          <a:latin typeface="+mn-ea"/>
                          <a:ea typeface="+mn-ea"/>
                        </a:rPr>
                        <a:t>医療介護連携における介護事業所宛て診療情報提供書の送付に係るランニングコストの按分を検討するためのインプットとして、電子カルテ情報共有サービスで資格確認の</a:t>
                      </a:r>
                      <a:r>
                        <a:rPr lang="en-US" altLang="ja-JP" sz="900" b="0">
                          <a:latin typeface="+mn-ea"/>
                          <a:ea typeface="+mn-ea"/>
                        </a:rPr>
                        <a:t>API</a:t>
                      </a:r>
                      <a:r>
                        <a:rPr lang="ja-JP" altLang="en-US" sz="900" b="0">
                          <a:latin typeface="+mn-ea"/>
                          <a:ea typeface="+mn-ea"/>
                        </a:rPr>
                        <a:t>を用いる機能のうち、統計ログの出力が必要な機能を抽出するための判断軸を整理し、整理結果をDX機構へ共有する。</a:t>
                      </a:r>
                      <a:r>
                        <a:rPr lang="en-US" altLang="ja-JP" sz="900" b="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#1220(</a:t>
                      </a:r>
                      <a:r>
                        <a:rPr lang="ja-JP" altLang="en-US" sz="900" b="0">
                          <a:latin typeface="+mn-ea"/>
                          <a:ea typeface="+mn-ea"/>
                        </a:rPr>
                        <a:t>電子署名の危殆化対応について、確認事項に対する回答を厚労省に連携する。</a:t>
                      </a:r>
                      <a:r>
                        <a:rPr lang="en-US" altLang="ja-JP" sz="900" b="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900" b="0" i="0" u="sng" strike="noStrike" kern="1200">
                        <a:solidFill>
                          <a:srgbClr val="000000"/>
                        </a:solidFill>
                        <a:latin typeface="+mn-ea"/>
                        <a:ea typeface="+mn-ea"/>
                        <a:cs typeface="+mn-cs"/>
                      </a:endParaRPr>
                    </a:p>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r>
                        <a:rPr kumimoji="1" lang="ja-JP" altLang="en-US" sz="900" b="0" i="0" u="none" strike="noStrike" kern="1200" noProof="0">
                          <a:solidFill>
                            <a:srgbClr val="000000"/>
                          </a:solidFill>
                          <a:latin typeface="+mn-ea"/>
                          <a:ea typeface="+mn-ea"/>
                          <a:cs typeface="+mn-cs"/>
                        </a:rPr>
                        <a:t>（続）</a:t>
                      </a:r>
                      <a:endParaRPr kumimoji="1" lang="en-US" altLang="ja-JP" sz="900" b="0" i="0" u="none" strike="noStrike" kern="1200" noProof="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a:solidFill>
                            <a:srgbClr val="000000"/>
                          </a:solidFill>
                          <a:latin typeface="+mn-ea"/>
                          <a:ea typeface="+mn-ea"/>
                          <a:cs typeface="Arial"/>
                        </a:rPr>
                        <a:t>案件</a:t>
                      </a:r>
                      <a:r>
                        <a:rPr lang="en-US" altLang="ja-JP" sz="900" b="0" i="0" u="none" strike="noStrike" kern="1200" noProof="0">
                          <a:solidFill>
                            <a:srgbClr val="000000"/>
                          </a:solidFill>
                          <a:latin typeface="+mn-ea"/>
                          <a:ea typeface="+mn-ea"/>
                          <a:cs typeface="Arial"/>
                        </a:rPr>
                        <a:t>ID225(BI</a:t>
                      </a:r>
                      <a:r>
                        <a:rPr lang="ja-JP" altLang="en-US" sz="900" b="0" i="0" u="none" strike="noStrike" kern="1200" noProof="0">
                          <a:solidFill>
                            <a:srgbClr val="000000"/>
                          </a:solidFill>
                          <a:latin typeface="+mn-ea"/>
                          <a:ea typeface="+mn-ea"/>
                          <a:cs typeface="Arial"/>
                        </a:rPr>
                        <a:t>基盤活用による臨床情報の可視化</a:t>
                      </a:r>
                      <a:r>
                        <a:rPr lang="en-US" altLang="ja-JP" sz="900" b="0" i="0" u="none" strike="noStrike" kern="1200" noProof="0">
                          <a:solidFill>
                            <a:srgbClr val="000000"/>
                          </a:solidFill>
                          <a:latin typeface="+mn-ea"/>
                          <a:ea typeface="+mn-ea"/>
                          <a:cs typeface="Arial"/>
                        </a:rPr>
                        <a:t>)</a:t>
                      </a:r>
                      <a:r>
                        <a:rPr lang="ja-JP" altLang="en-US" sz="900" b="0" i="0" u="none" strike="noStrike" kern="1200" noProof="0">
                          <a:solidFill>
                            <a:srgbClr val="000000"/>
                          </a:solidFill>
                          <a:latin typeface="+mn-ea"/>
                          <a:ea typeface="+mn-ea"/>
                          <a:cs typeface="Arial"/>
                        </a:rPr>
                        <a:t>の要求事項に記載されたダッシュボード作成のインプットデータについて、令和</a:t>
                      </a:r>
                      <a:r>
                        <a:rPr lang="en-US" altLang="ja-JP" sz="900" b="0" i="0" u="none" strike="noStrike" kern="1200" noProof="0">
                          <a:solidFill>
                            <a:srgbClr val="000000"/>
                          </a:solidFill>
                          <a:latin typeface="+mn-ea"/>
                          <a:ea typeface="+mn-ea"/>
                          <a:cs typeface="Arial"/>
                        </a:rPr>
                        <a:t>8</a:t>
                      </a:r>
                      <a:r>
                        <a:rPr lang="ja-JP" altLang="en-US" sz="900" b="0" i="0" u="none" strike="noStrike" kern="1200" noProof="0">
                          <a:solidFill>
                            <a:srgbClr val="000000"/>
                          </a:solidFill>
                          <a:latin typeface="+mn-ea"/>
                          <a:ea typeface="+mn-ea"/>
                          <a:cs typeface="Arial"/>
                        </a:rPr>
                        <a:t>年度</a:t>
                      </a:r>
                      <a:r>
                        <a:rPr lang="en-US" altLang="ja-JP" sz="900" b="0" i="0" u="none" strike="noStrike" kern="1200" noProof="0">
                          <a:solidFill>
                            <a:srgbClr val="000000"/>
                          </a:solidFill>
                          <a:latin typeface="+mn-ea"/>
                          <a:ea typeface="+mn-ea"/>
                          <a:cs typeface="Arial"/>
                        </a:rPr>
                        <a:t>3</a:t>
                      </a:r>
                      <a:r>
                        <a:rPr lang="ja-JP" altLang="en-US" sz="900" b="0" i="0" u="none" strike="noStrike" kern="1200" noProof="0">
                          <a:solidFill>
                            <a:srgbClr val="000000"/>
                          </a:solidFill>
                          <a:latin typeface="+mn-ea"/>
                          <a:ea typeface="+mn-ea"/>
                          <a:cs typeface="Arial"/>
                        </a:rPr>
                        <a:t>月末案件において既存データをどこまで拡充可能か、富士通・</a:t>
                      </a:r>
                      <a:r>
                        <a:rPr lang="en-US" altLang="ja-JP" sz="900" b="0" i="0" u="none" strike="noStrike" kern="1200" noProof="0">
                          <a:solidFill>
                            <a:srgbClr val="000000"/>
                          </a:solidFill>
                          <a:latin typeface="+mn-ea"/>
                          <a:ea typeface="+mn-ea"/>
                          <a:cs typeface="Arial"/>
                        </a:rPr>
                        <a:t>NTTD</a:t>
                      </a:r>
                      <a:r>
                        <a:rPr lang="ja-JP" altLang="en-US" sz="900" b="0" i="0" u="none" strike="noStrike" kern="1200" noProof="0">
                          <a:solidFill>
                            <a:srgbClr val="000000"/>
                          </a:solidFill>
                          <a:latin typeface="+mn-ea"/>
                          <a:ea typeface="+mn-ea"/>
                          <a:cs typeface="Arial"/>
                        </a:rPr>
                        <a:t>に確認する。</a:t>
                      </a:r>
                      <a:r>
                        <a:rPr lang="en-US" altLang="ja-JP" sz="900" b="0" i="0" u="none" strike="noStrike" kern="1200" noProof="0">
                          <a:solidFill>
                            <a:srgbClr val="000000"/>
                          </a:solidFill>
                          <a:latin typeface="+mn-ea"/>
                          <a:ea typeface="+mn-ea"/>
                          <a:cs typeface="Arial"/>
                        </a:rPr>
                        <a:t>【DX</a:t>
                      </a:r>
                      <a:r>
                        <a:rPr lang="ja-JP" altLang="en-US" sz="900" b="0" i="0" u="none" strike="noStrike" kern="1200" noProof="0">
                          <a:solidFill>
                            <a:srgbClr val="000000"/>
                          </a:solidFill>
                          <a:latin typeface="+mn-ea"/>
                          <a:ea typeface="+mn-ea"/>
                          <a:cs typeface="Arial"/>
                        </a:rPr>
                        <a:t>機構 </a:t>
                      </a:r>
                      <a:r>
                        <a:rPr lang="en-US" altLang="ja-JP" sz="900" b="0" i="0" u="none" strike="noStrike" kern="1200" noProof="0">
                          <a:solidFill>
                            <a:srgbClr val="000000"/>
                          </a:solidFill>
                          <a:latin typeface="+mn-ea"/>
                          <a:ea typeface="+mn-ea"/>
                          <a:cs typeface="Arial"/>
                        </a:rPr>
                        <a:t>10/13】</a:t>
                      </a:r>
                    </a:p>
                    <a:p>
                      <a:pPr marL="0" marR="0" lvl="0" indent="0" algn="l" rtl="0" eaLnBrk="1" fontAlgn="auto" latinLnBrk="0" hangingPunct="1">
                        <a:lnSpc>
                          <a:spcPct val="100000"/>
                        </a:lnSpc>
                        <a:spcBef>
                          <a:spcPts val="0"/>
                        </a:spcBef>
                        <a:spcAft>
                          <a:spcPts val="0"/>
                        </a:spcAft>
                        <a:buClrTx/>
                        <a:buSzTx/>
                        <a:buFont typeface="Wingdings" panose="05000000000000000000" pitchFamily="2" charset="2"/>
                        <a:buNone/>
                      </a:pPr>
                      <a:endParaRPr lang="en-US" altLang="ja-JP" sz="900" b="0" i="0" u="none" strike="noStrike" kern="1200" noProof="0">
                        <a:solidFill>
                          <a:srgbClr val="000000"/>
                        </a:solidFill>
                        <a:latin typeface="+mn-ea"/>
                        <a:ea typeface="+mn-ea"/>
                        <a:cs typeface="Arial"/>
                      </a:endParaRP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a:solidFill>
                            <a:srgbClr val="000000"/>
                          </a:solidFill>
                          <a:latin typeface="+mn-ea"/>
                          <a:ea typeface="+mn-ea"/>
                          <a:cs typeface="Arial"/>
                        </a:rPr>
                        <a:t>案件</a:t>
                      </a:r>
                      <a:r>
                        <a:rPr lang="en-US" altLang="ja-JP" sz="900" b="0" i="0" u="none" strike="noStrike" kern="1200" noProof="0">
                          <a:solidFill>
                            <a:srgbClr val="000000"/>
                          </a:solidFill>
                          <a:latin typeface="+mn-ea"/>
                          <a:ea typeface="+mn-ea"/>
                          <a:cs typeface="Arial"/>
                        </a:rPr>
                        <a:t>ID225</a:t>
                      </a:r>
                      <a:r>
                        <a:rPr lang="ja-JP" altLang="en-US" sz="900" b="0" i="0" u="none" strike="noStrike" kern="1200" noProof="0">
                          <a:solidFill>
                            <a:srgbClr val="000000"/>
                          </a:solidFill>
                          <a:latin typeface="+mn-ea"/>
                          <a:ea typeface="+mn-ea"/>
                          <a:cs typeface="Arial"/>
                        </a:rPr>
                        <a:t>(</a:t>
                      </a:r>
                      <a:r>
                        <a:rPr lang="en-US" altLang="ja-JP" sz="900" b="0" i="0" u="none" strike="noStrike" kern="1200" noProof="0">
                          <a:solidFill>
                            <a:srgbClr val="000000"/>
                          </a:solidFill>
                          <a:latin typeface="+mn-ea"/>
                          <a:ea typeface="+mn-ea"/>
                          <a:cs typeface="Arial"/>
                        </a:rPr>
                        <a:t>BI</a:t>
                      </a:r>
                      <a:r>
                        <a:rPr lang="ja-JP" altLang="en-US" sz="900" b="0" i="0" u="none" strike="noStrike" kern="1200" noProof="0">
                          <a:solidFill>
                            <a:srgbClr val="000000"/>
                          </a:solidFill>
                          <a:latin typeface="+mn-ea"/>
                          <a:ea typeface="+mn-ea"/>
                          <a:cs typeface="Arial"/>
                        </a:rPr>
                        <a:t>基盤活用による臨床情報の可視化)において、ダッシュボード作成のインプットデータのうち、令和</a:t>
                      </a:r>
                      <a:r>
                        <a:rPr lang="en-US" altLang="ja-JP" sz="900" b="0" i="0" u="none" strike="noStrike" kern="1200" noProof="0">
                          <a:solidFill>
                            <a:srgbClr val="000000"/>
                          </a:solidFill>
                          <a:latin typeface="+mn-ea"/>
                          <a:ea typeface="+mn-ea"/>
                          <a:cs typeface="Arial"/>
                        </a:rPr>
                        <a:t>8</a:t>
                      </a:r>
                      <a:r>
                        <a:rPr lang="ja-JP" altLang="en-US" sz="900" b="0" i="0" u="none" strike="noStrike" kern="1200" noProof="0">
                          <a:solidFill>
                            <a:srgbClr val="000000"/>
                          </a:solidFill>
                          <a:latin typeface="+mn-ea"/>
                          <a:ea typeface="+mn-ea"/>
                          <a:cs typeface="Arial"/>
                        </a:rPr>
                        <a:t>年度末(</a:t>
                      </a:r>
                      <a:r>
                        <a:rPr lang="en-US" altLang="ja-JP" sz="900" b="0" i="0" u="none" strike="noStrike" kern="1200" noProof="0">
                          <a:solidFill>
                            <a:srgbClr val="000000"/>
                          </a:solidFill>
                          <a:latin typeface="+mn-ea"/>
                          <a:ea typeface="+mn-ea"/>
                          <a:cs typeface="Arial"/>
                        </a:rPr>
                        <a:t>3</a:t>
                      </a:r>
                      <a:r>
                        <a:rPr lang="ja-JP" altLang="en-US" sz="900" b="0" i="0" u="none" strike="noStrike" kern="1200" noProof="0">
                          <a:solidFill>
                            <a:srgbClr val="000000"/>
                          </a:solidFill>
                          <a:latin typeface="+mn-ea"/>
                          <a:ea typeface="+mn-ea"/>
                          <a:cs typeface="Arial"/>
                        </a:rPr>
                        <a:t>月末)までに反映できない既存データについて、対応可能時期を富士通へ確認する。</a:t>
                      </a:r>
                      <a:r>
                        <a:rPr lang="en-US" altLang="ja-JP" sz="900" b="0" i="0" u="none" strike="noStrike" kern="1200" noProof="0">
                          <a:solidFill>
                            <a:srgbClr val="000000"/>
                          </a:solidFill>
                          <a:latin typeface="+mn-ea"/>
                          <a:ea typeface="+mn-ea"/>
                          <a:cs typeface="Arial"/>
                        </a:rPr>
                        <a:t>【DX</a:t>
                      </a:r>
                      <a:r>
                        <a:rPr lang="ja-JP" altLang="en-US" sz="900" b="0" i="0" u="none" strike="noStrike" kern="1200" noProof="0">
                          <a:solidFill>
                            <a:srgbClr val="000000"/>
                          </a:solidFill>
                          <a:latin typeface="+mn-ea"/>
                          <a:ea typeface="+mn-ea"/>
                          <a:cs typeface="Arial"/>
                        </a:rPr>
                        <a:t>機構 </a:t>
                      </a:r>
                      <a:r>
                        <a:rPr lang="en-US" altLang="ja-JP" sz="900" b="0" i="0" u="none" strike="noStrike" kern="1200" noProof="0">
                          <a:solidFill>
                            <a:srgbClr val="000000"/>
                          </a:solidFill>
                          <a:latin typeface="+mn-ea"/>
                          <a:ea typeface="+mn-ea"/>
                          <a:cs typeface="Arial"/>
                        </a:rPr>
                        <a:t>10/13】</a:t>
                      </a: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endParaRPr lang="en-US" altLang="ja-JP" sz="900" b="0" i="0" u="none" strike="noStrike" kern="1200" noProof="0">
                        <a:solidFill>
                          <a:srgbClr val="000000"/>
                        </a:solidFill>
                        <a:latin typeface="+mn-ea"/>
                        <a:ea typeface="+mn-ea"/>
                        <a:cs typeface="Arial"/>
                      </a:endParaRP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a:solidFill>
                            <a:srgbClr val="000000"/>
                          </a:solidFill>
                          <a:latin typeface="+mn-ea"/>
                          <a:ea typeface="+mn-ea"/>
                          <a:cs typeface="Arial"/>
                        </a:rPr>
                        <a:t>案件</a:t>
                      </a:r>
                      <a:r>
                        <a:rPr lang="en-US" altLang="ja-JP" sz="900" b="0" i="0" u="none" strike="noStrike" kern="1200" noProof="0">
                          <a:solidFill>
                            <a:srgbClr val="000000"/>
                          </a:solidFill>
                          <a:latin typeface="+mn-ea"/>
                          <a:ea typeface="+mn-ea"/>
                          <a:cs typeface="Arial"/>
                        </a:rPr>
                        <a:t>ID225(BI</a:t>
                      </a:r>
                      <a:r>
                        <a:rPr lang="ja-JP" altLang="en-US" sz="900" b="0" i="0" u="none" strike="noStrike" kern="1200" noProof="0">
                          <a:solidFill>
                            <a:srgbClr val="000000"/>
                          </a:solidFill>
                          <a:latin typeface="+mn-ea"/>
                          <a:ea typeface="+mn-ea"/>
                          <a:cs typeface="Arial"/>
                        </a:rPr>
                        <a:t>基盤活用による臨床情報の可視化</a:t>
                      </a:r>
                      <a:r>
                        <a:rPr lang="en-US" altLang="ja-JP" sz="900" b="0" i="0" u="none" strike="noStrike" kern="1200" noProof="0">
                          <a:solidFill>
                            <a:srgbClr val="000000"/>
                          </a:solidFill>
                          <a:latin typeface="+mn-ea"/>
                          <a:ea typeface="+mn-ea"/>
                          <a:cs typeface="Arial"/>
                        </a:rPr>
                        <a:t>)</a:t>
                      </a:r>
                      <a:r>
                        <a:rPr lang="ja-JP" altLang="en-US" sz="900" b="0" i="0" u="none" strike="noStrike" kern="1200" noProof="0">
                          <a:solidFill>
                            <a:srgbClr val="000000"/>
                          </a:solidFill>
                          <a:latin typeface="+mn-ea"/>
                          <a:ea typeface="+mn-ea"/>
                          <a:cs typeface="Arial"/>
                        </a:rPr>
                        <a:t>の要求事項に記載された</a:t>
                      </a:r>
                      <a:r>
                        <a:rPr lang="en-US" altLang="ja-JP" sz="900" b="0" i="0" u="none" strike="noStrike" kern="1200" noProof="0">
                          <a:solidFill>
                            <a:srgbClr val="000000"/>
                          </a:solidFill>
                          <a:latin typeface="+mn-ea"/>
                          <a:ea typeface="+mn-ea"/>
                          <a:cs typeface="Arial"/>
                        </a:rPr>
                        <a:t>15</a:t>
                      </a:r>
                      <a:r>
                        <a:rPr lang="ja-JP" altLang="en-US" sz="900" b="0" i="0" u="none" strike="noStrike" kern="1200" noProof="0">
                          <a:solidFill>
                            <a:srgbClr val="000000"/>
                          </a:solidFill>
                          <a:latin typeface="+mn-ea"/>
                          <a:ea typeface="+mn-ea"/>
                          <a:cs typeface="Arial"/>
                        </a:rPr>
                        <a:t>種類のダッシュボード</a:t>
                      </a:r>
                      <a:r>
                        <a:rPr lang="en-US" altLang="ja-JP" sz="900" b="0" i="0" u="none" strike="noStrike" kern="1200" baseline="30000" noProof="0">
                          <a:solidFill>
                            <a:srgbClr val="000000"/>
                          </a:solidFill>
                          <a:latin typeface="+mn-ea"/>
                          <a:ea typeface="+mn-ea"/>
                          <a:cs typeface="Arial"/>
                        </a:rPr>
                        <a:t>※</a:t>
                      </a:r>
                      <a:r>
                        <a:rPr lang="ja-JP" altLang="en-US" sz="900" b="0" i="0" u="none" strike="noStrike" kern="1200" noProof="0">
                          <a:solidFill>
                            <a:srgbClr val="000000"/>
                          </a:solidFill>
                          <a:latin typeface="+mn-ea"/>
                          <a:ea typeface="+mn-ea"/>
                          <a:cs typeface="Arial"/>
                        </a:rPr>
                        <a:t>について、各ダッシュボードの確認観点・活用目的を整理し、厚労省に提示する。</a:t>
                      </a:r>
                      <a:r>
                        <a:rPr lang="en-US" altLang="ja-JP" sz="900" b="0" i="0" u="none" strike="noStrike" kern="1200" noProof="0">
                          <a:solidFill>
                            <a:srgbClr val="000000"/>
                          </a:solidFill>
                          <a:latin typeface="+mn-ea"/>
                          <a:ea typeface="+mn-ea"/>
                          <a:cs typeface="Arial"/>
                        </a:rPr>
                        <a:t>【DX</a:t>
                      </a:r>
                      <a:r>
                        <a:rPr lang="ja-JP" altLang="en-US" sz="900" b="0" i="0" u="none" strike="noStrike" kern="1200" noProof="0">
                          <a:solidFill>
                            <a:srgbClr val="000000"/>
                          </a:solidFill>
                          <a:latin typeface="+mn-ea"/>
                          <a:ea typeface="+mn-ea"/>
                          <a:cs typeface="Arial"/>
                        </a:rPr>
                        <a:t>機構 </a:t>
                      </a:r>
                      <a:r>
                        <a:rPr lang="en-US" altLang="ja-JP" sz="900" b="0" i="0" u="none" strike="noStrike" kern="1200" noProof="0">
                          <a:solidFill>
                            <a:srgbClr val="000000"/>
                          </a:solidFill>
                          <a:latin typeface="+mn-ea"/>
                          <a:ea typeface="+mn-ea"/>
                          <a:cs typeface="Arial"/>
                        </a:rPr>
                        <a:t>10/13】</a:t>
                      </a:r>
                    </a:p>
                    <a:p>
                      <a:pPr marL="182245" marR="0" lvl="0" indent="0" algn="l" rtl="0" eaLnBrk="1" fontAlgn="auto" latinLnBrk="0" hangingPunct="1">
                        <a:lnSpc>
                          <a:spcPct val="100000"/>
                        </a:lnSpc>
                        <a:spcBef>
                          <a:spcPts val="0"/>
                        </a:spcBef>
                        <a:spcAft>
                          <a:spcPts val="0"/>
                        </a:spcAft>
                        <a:buClrTx/>
                        <a:buSzTx/>
                        <a:buFont typeface="Wingdings" panose="05000000000000000000" pitchFamily="2" charset="2"/>
                        <a:buNone/>
                      </a:pPr>
                      <a:r>
                        <a:rPr lang="en-US" altLang="ja-JP" sz="900" b="0" i="0" u="none" strike="noStrike" kern="1200" noProof="0">
                          <a:solidFill>
                            <a:srgbClr val="000000"/>
                          </a:solidFill>
                          <a:latin typeface="+mn-ea"/>
                          <a:ea typeface="+mn-ea"/>
                          <a:cs typeface="Arial"/>
                        </a:rPr>
                        <a:t>※</a:t>
                      </a:r>
                      <a:r>
                        <a:rPr lang="ja-JP" altLang="en-US" sz="900" b="0" i="0" u="none" strike="noStrike" kern="1200" noProof="0">
                          <a:solidFill>
                            <a:srgbClr val="000000"/>
                          </a:solidFill>
                          <a:latin typeface="+mn-ea"/>
                          <a:ea typeface="+mn-ea"/>
                          <a:cs typeface="Arial"/>
                        </a:rPr>
                        <a:t>「</a:t>
                      </a:r>
                      <a:r>
                        <a:rPr lang="en-US" altLang="ja-JP" sz="900" b="0" i="0" u="none" strike="noStrike" kern="1200" noProof="0">
                          <a:solidFill>
                            <a:srgbClr val="000000"/>
                          </a:solidFill>
                          <a:latin typeface="+mn-ea"/>
                          <a:ea typeface="+mn-ea"/>
                          <a:cs typeface="Arial"/>
                        </a:rPr>
                        <a:t>(</a:t>
                      </a:r>
                      <a:r>
                        <a:rPr lang="ja-JP" altLang="en-US" sz="900" b="0" i="0" u="none" strike="noStrike" kern="1200" noProof="0">
                          <a:solidFill>
                            <a:srgbClr val="000000"/>
                          </a:solidFill>
                          <a:latin typeface="+mn-ea"/>
                          <a:ea typeface="+mn-ea"/>
                          <a:cs typeface="Arial"/>
                        </a:rPr>
                        <a:t>原本</a:t>
                      </a:r>
                      <a:r>
                        <a:rPr lang="en-US" altLang="ja-JP" sz="900" b="0" i="0" u="none" strike="noStrike" kern="1200" noProof="0">
                          <a:solidFill>
                            <a:srgbClr val="000000"/>
                          </a:solidFill>
                          <a:latin typeface="+mn-ea"/>
                          <a:ea typeface="+mn-ea"/>
                          <a:cs typeface="Arial"/>
                        </a:rPr>
                        <a:t>)【</a:t>
                      </a:r>
                      <a:r>
                        <a:rPr lang="ja-JP" altLang="en-US" sz="900" b="0" i="0" u="none" strike="noStrike" kern="1200" noProof="0">
                          <a:solidFill>
                            <a:srgbClr val="000000"/>
                          </a:solidFill>
                          <a:latin typeface="+mn-ea"/>
                          <a:ea typeface="+mn-ea"/>
                          <a:cs typeface="Arial"/>
                        </a:rPr>
                        <a:t>電カル共有</a:t>
                      </a:r>
                      <a:r>
                        <a:rPr lang="en-US" altLang="ja-JP" sz="900" b="0" i="0" u="none" strike="noStrike" kern="1200" noProof="0">
                          <a:solidFill>
                            <a:srgbClr val="000000"/>
                          </a:solidFill>
                          <a:latin typeface="+mn-ea"/>
                          <a:ea typeface="+mn-ea"/>
                          <a:cs typeface="Arial"/>
                        </a:rPr>
                        <a:t>】</a:t>
                      </a:r>
                      <a:r>
                        <a:rPr lang="ja-JP" altLang="en-US" sz="900" b="0" i="0" u="none" strike="noStrike" kern="1200" noProof="0">
                          <a:solidFill>
                            <a:srgbClr val="000000"/>
                          </a:solidFill>
                          <a:latin typeface="+mn-ea"/>
                          <a:ea typeface="+mn-ea"/>
                          <a:cs typeface="Arial"/>
                        </a:rPr>
                        <a:t>案件台帳</a:t>
                      </a:r>
                      <a:r>
                        <a:rPr lang="en-US" altLang="ja-JP" sz="900" b="0" i="0" u="none" strike="noStrike" kern="1200" noProof="0">
                          <a:solidFill>
                            <a:srgbClr val="000000"/>
                          </a:solidFill>
                          <a:latin typeface="+mn-ea"/>
                          <a:ea typeface="+mn-ea"/>
                          <a:cs typeface="Arial"/>
                        </a:rPr>
                        <a:t>_</a:t>
                      </a:r>
                      <a:r>
                        <a:rPr lang="ja-JP" altLang="en-US" sz="900" b="0" i="0" u="none" strike="noStrike" kern="1200" noProof="0">
                          <a:solidFill>
                            <a:srgbClr val="000000"/>
                          </a:solidFill>
                          <a:latin typeface="+mn-ea"/>
                          <a:ea typeface="+mn-ea"/>
                          <a:cs typeface="Arial"/>
                        </a:rPr>
                        <a:t>令和</a:t>
                      </a:r>
                      <a:r>
                        <a:rPr lang="en-US" altLang="ja-JP" sz="900" b="0" i="0" u="none" strike="noStrike" kern="1200" noProof="0">
                          <a:solidFill>
                            <a:srgbClr val="000000"/>
                          </a:solidFill>
                          <a:latin typeface="+mn-ea"/>
                          <a:ea typeface="+mn-ea"/>
                          <a:cs typeface="Arial"/>
                        </a:rPr>
                        <a:t>8</a:t>
                      </a:r>
                      <a:r>
                        <a:rPr lang="ja-JP" altLang="en-US" sz="900" b="0" i="0" u="none" strike="noStrike" kern="1200" noProof="0">
                          <a:solidFill>
                            <a:srgbClr val="000000"/>
                          </a:solidFill>
                          <a:latin typeface="+mn-ea"/>
                          <a:ea typeface="+mn-ea"/>
                          <a:cs typeface="Arial"/>
                        </a:rPr>
                        <a:t>年度</a:t>
                      </a:r>
                      <a:r>
                        <a:rPr lang="en-US" altLang="ja-JP" sz="900" b="0" i="0" u="none" strike="noStrike" kern="1200" noProof="0">
                          <a:solidFill>
                            <a:srgbClr val="000000"/>
                          </a:solidFill>
                          <a:latin typeface="+mn-ea"/>
                          <a:ea typeface="+mn-ea"/>
                          <a:cs typeface="Arial"/>
                        </a:rPr>
                        <a:t>.xlsx</a:t>
                      </a:r>
                      <a:r>
                        <a:rPr lang="ja-JP" altLang="en-US" sz="900" b="0" i="0" u="none" strike="noStrike" kern="1200" noProof="0">
                          <a:solidFill>
                            <a:srgbClr val="000000"/>
                          </a:solidFill>
                          <a:latin typeface="+mn-ea"/>
                          <a:ea typeface="+mn-ea"/>
                          <a:cs typeface="Arial"/>
                        </a:rPr>
                        <a:t>」の案件</a:t>
                      </a:r>
                      <a:r>
                        <a:rPr lang="en-US" altLang="ja-JP" sz="900" b="0" i="0" u="none" strike="noStrike" kern="1200" noProof="0">
                          <a:solidFill>
                            <a:srgbClr val="000000"/>
                          </a:solidFill>
                          <a:latin typeface="+mn-ea"/>
                          <a:ea typeface="+mn-ea"/>
                          <a:cs typeface="Arial"/>
                        </a:rPr>
                        <a:t>ID225</a:t>
                      </a:r>
                      <a:r>
                        <a:rPr lang="ja-JP" altLang="en-US" sz="900" b="0" i="0" u="none" strike="noStrike" kern="1200" noProof="0">
                          <a:solidFill>
                            <a:srgbClr val="000000"/>
                          </a:solidFill>
                          <a:latin typeface="+mn-ea"/>
                          <a:ea typeface="+mn-ea"/>
                          <a:cs typeface="Arial"/>
                        </a:rPr>
                        <a:t>の要求事項に記載</a:t>
                      </a:r>
                      <a:endParaRPr lang="en-US" altLang="ja-JP" sz="900" b="0" i="0" u="none" strike="noStrike" kern="1200" noProof="0">
                        <a:solidFill>
                          <a:srgbClr val="000000"/>
                        </a:solidFill>
                        <a:latin typeface="+mn-ea"/>
                        <a:ea typeface="+mn-ea"/>
                        <a:cs typeface="Arial"/>
                      </a:endParaRPr>
                    </a:p>
                    <a:p>
                      <a:pPr marL="0" marR="0" lvl="0" indent="0" algn="l" rtl="0" eaLnBrk="1" fontAlgn="auto" latinLnBrk="0" hangingPunct="1">
                        <a:lnSpc>
                          <a:spcPct val="100000"/>
                        </a:lnSpc>
                        <a:spcBef>
                          <a:spcPts val="0"/>
                        </a:spcBef>
                        <a:spcAft>
                          <a:spcPts val="0"/>
                        </a:spcAft>
                        <a:buClrTx/>
                        <a:buSzTx/>
                        <a:buFont typeface="Wingdings" panose="05000000000000000000" pitchFamily="2" charset="2"/>
                        <a:buNone/>
                      </a:pPr>
                      <a:endParaRPr lang="en-US" altLang="ja-JP" sz="900" b="0" i="0" u="none" strike="noStrike" kern="1200" noProof="0">
                        <a:solidFill>
                          <a:srgbClr val="000000"/>
                        </a:solidFill>
                        <a:latin typeface="+mn-ea"/>
                        <a:ea typeface="+mn-ea"/>
                        <a:cs typeface="Arial"/>
                      </a:endParaRPr>
                    </a:p>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ja-JP" altLang="en-US" sz="900" b="0" i="0" u="none" strike="noStrike" kern="1200" noProof="0">
                          <a:solidFill>
                            <a:srgbClr val="000000"/>
                          </a:solidFill>
                          <a:latin typeface="+mn-ea"/>
                          <a:ea typeface="+mn-ea"/>
                          <a:cs typeface="Arial"/>
                        </a:rPr>
                        <a:t>臨床情報詳細画面と</a:t>
                      </a:r>
                      <a:r>
                        <a:rPr lang="en-US" altLang="ja-JP" sz="900" b="0" i="0" u="none" strike="noStrike" kern="1200" noProof="0">
                          <a:solidFill>
                            <a:srgbClr val="000000"/>
                          </a:solidFill>
                          <a:latin typeface="+mn-ea"/>
                          <a:ea typeface="+mn-ea"/>
                          <a:cs typeface="Arial"/>
                        </a:rPr>
                        <a:t>PDF</a:t>
                      </a:r>
                      <a:r>
                        <a:rPr lang="ja-JP" altLang="en-US" sz="900" b="0" i="0" u="none" strike="noStrike" kern="1200" noProof="0">
                          <a:solidFill>
                            <a:srgbClr val="000000"/>
                          </a:solidFill>
                          <a:latin typeface="+mn-ea"/>
                          <a:ea typeface="+mn-ea"/>
                          <a:cs typeface="Arial"/>
                        </a:rPr>
                        <a:t>帳票間における項目名および</a:t>
                      </a:r>
                      <a:r>
                        <a:rPr lang="en-US" altLang="ja-JP" sz="900" b="0" i="0" u="none" strike="noStrike" kern="1200" noProof="0">
                          <a:solidFill>
                            <a:srgbClr val="000000"/>
                          </a:solidFill>
                          <a:latin typeface="+mn-ea"/>
                          <a:ea typeface="+mn-ea"/>
                          <a:cs typeface="Arial"/>
                        </a:rPr>
                        <a:t>FHIR</a:t>
                      </a:r>
                      <a:r>
                        <a:rPr lang="ja-JP" altLang="en-US" sz="900" b="0" i="0" u="none" strike="noStrike" kern="1200" noProof="0">
                          <a:solidFill>
                            <a:srgbClr val="000000"/>
                          </a:solidFill>
                          <a:latin typeface="+mn-ea"/>
                          <a:ea typeface="+mn-ea"/>
                          <a:cs typeface="Arial"/>
                        </a:rPr>
                        <a:t>パスの差分について、富士通へ</a:t>
                      </a:r>
                      <a:r>
                        <a:rPr lang="en-US" altLang="ja-JP" sz="900" b="0" i="0" u="none" strike="noStrike" kern="1200" noProof="0">
                          <a:solidFill>
                            <a:srgbClr val="000000"/>
                          </a:solidFill>
                          <a:latin typeface="+mn-ea"/>
                          <a:ea typeface="+mn-ea"/>
                          <a:cs typeface="Arial"/>
                        </a:rPr>
                        <a:t>FHIR</a:t>
                      </a:r>
                      <a:r>
                        <a:rPr lang="ja-JP" altLang="en-US" sz="900" b="0" i="0" u="none" strike="noStrike" kern="1200" noProof="0">
                          <a:solidFill>
                            <a:srgbClr val="000000"/>
                          </a:solidFill>
                          <a:latin typeface="+mn-ea"/>
                          <a:ea typeface="+mn-ea"/>
                          <a:cs typeface="Arial"/>
                        </a:rPr>
                        <a:t>パスの追記を依頼し、</a:t>
                      </a:r>
                      <a:r>
                        <a:rPr lang="en-US" altLang="ja-JP" sz="900" b="0" i="0" u="none" strike="noStrike" kern="1200" noProof="0">
                          <a:solidFill>
                            <a:srgbClr val="000000"/>
                          </a:solidFill>
                          <a:latin typeface="+mn-ea"/>
                          <a:ea typeface="+mn-ea"/>
                          <a:cs typeface="Arial"/>
                        </a:rPr>
                        <a:t>FHIR</a:t>
                      </a:r>
                      <a:r>
                        <a:rPr lang="ja-JP" altLang="en-US" sz="900" b="0" i="0" u="none" strike="noStrike" kern="1200" noProof="0">
                          <a:solidFill>
                            <a:srgbClr val="000000"/>
                          </a:solidFill>
                          <a:latin typeface="+mn-ea"/>
                          <a:ea typeface="+mn-ea"/>
                          <a:cs typeface="Arial"/>
                        </a:rPr>
                        <a:t>パスを明記した</a:t>
                      </a:r>
                      <a:r>
                        <a:rPr lang="en-US" altLang="ja-JP" sz="900" b="0" i="0" u="none" strike="noStrike" kern="1200" noProof="0">
                          <a:solidFill>
                            <a:srgbClr val="000000"/>
                          </a:solidFill>
                          <a:latin typeface="+mn-ea"/>
                          <a:ea typeface="+mn-ea"/>
                          <a:cs typeface="Arial"/>
                        </a:rPr>
                        <a:t>Excel</a:t>
                      </a:r>
                      <a:r>
                        <a:rPr lang="ja-JP" altLang="en-US" sz="900" b="0" i="0" u="none" strike="noStrike" kern="1200" noProof="0">
                          <a:solidFill>
                            <a:srgbClr val="000000"/>
                          </a:solidFill>
                          <a:latin typeface="+mn-ea"/>
                          <a:ea typeface="+mn-ea"/>
                          <a:cs typeface="Arial"/>
                        </a:rPr>
                        <a:t>資料を厚労省へ共有する。</a:t>
                      </a:r>
                      <a:r>
                        <a:rPr lang="en-US" altLang="ja-JP" sz="900" b="0" i="0" u="none" strike="noStrike" kern="1200" noProof="0">
                          <a:solidFill>
                            <a:srgbClr val="000000"/>
                          </a:solidFill>
                          <a:latin typeface="+mn-ea"/>
                          <a:ea typeface="+mn-ea"/>
                          <a:cs typeface="Arial"/>
                        </a:rPr>
                        <a:t>【DX</a:t>
                      </a:r>
                      <a:r>
                        <a:rPr lang="ja-JP" altLang="en-US" sz="900" b="0" i="0" u="none" strike="noStrike" kern="1200" noProof="0">
                          <a:solidFill>
                            <a:srgbClr val="000000"/>
                          </a:solidFill>
                          <a:latin typeface="+mn-ea"/>
                          <a:ea typeface="+mn-ea"/>
                          <a:cs typeface="Arial"/>
                        </a:rPr>
                        <a:t>機構 </a:t>
                      </a:r>
                      <a:r>
                        <a:rPr lang="en-US" altLang="ja-JP" sz="900" b="0" i="0" u="none" strike="noStrike" kern="1200" noProof="0">
                          <a:solidFill>
                            <a:srgbClr val="000000"/>
                          </a:solidFill>
                          <a:latin typeface="+mn-ea"/>
                          <a:ea typeface="+mn-ea"/>
                          <a:cs typeface="Arial"/>
                        </a:rPr>
                        <a:t>10/13】</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F0362052-4A07-4322-45D5-4CF8A0306FCB}"/>
              </a:ext>
            </a:extLst>
          </p:cNvPr>
          <p:cNvSpPr>
            <a:spLocks noGrp="1"/>
          </p:cNvSpPr>
          <p:nvPr>
            <p:ph type="title"/>
          </p:nvPr>
        </p:nvSpPr>
        <p:spPr>
          <a:xfrm>
            <a:off x="507000" y="116696"/>
            <a:ext cx="8892000" cy="576000"/>
          </a:xfrm>
        </p:spPr>
        <p:txBody>
          <a:bodyPr vert="horz"/>
          <a:lstStyle/>
          <a:p>
            <a:r>
              <a:rPr lang="en-US" altLang="ja-JP" sz="1800">
                <a:solidFill>
                  <a:schemeClr val="tx2">
                    <a:lumMod val="75000"/>
                  </a:schemeClr>
                </a:solidFill>
              </a:rPr>
              <a:t>1</a:t>
            </a:r>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(2/6)</a:t>
            </a:r>
            <a:endParaRPr lang="ja-JP" altLang="en-US" sz="2000">
              <a:solidFill>
                <a:schemeClr val="tx2">
                  <a:lumMod val="75000"/>
                </a:schemeClr>
              </a:solidFill>
            </a:endParaRPr>
          </a:p>
        </p:txBody>
      </p:sp>
    </p:spTree>
    <p:extLst>
      <p:ext uri="{BB962C8B-B14F-4D97-AF65-F5344CB8AC3E}">
        <p14:creationId xmlns:p14="http://schemas.microsoft.com/office/powerpoint/2010/main" val="14694033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27DA3-36AF-82D6-8266-E279604845D3}"/>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93DB6213-59FD-AB24-D346-BDE292898E9C}"/>
              </a:ext>
            </a:extLst>
          </p:cNvPr>
          <p:cNvGraphicFramePr>
            <a:graphicFrameLocks noGrp="1"/>
          </p:cNvGraphicFramePr>
          <p:nvPr/>
        </p:nvGraphicFramePr>
        <p:xfrm>
          <a:off x="452999" y="843756"/>
          <a:ext cx="9134882" cy="5935692"/>
        </p:xfrm>
        <a:graphic>
          <a:graphicData uri="http://schemas.openxmlformats.org/drawingml/2006/table">
            <a:tbl>
              <a:tblPr/>
              <a:tblGrid>
                <a:gridCol w="480970">
                  <a:extLst>
                    <a:ext uri="{9D8B030D-6E8A-4147-A177-3AD203B41FA5}">
                      <a16:colId xmlns:a16="http://schemas.microsoft.com/office/drawing/2014/main" val="3484704196"/>
                    </a:ext>
                  </a:extLst>
                </a:gridCol>
                <a:gridCol w="1138276">
                  <a:extLst>
                    <a:ext uri="{9D8B030D-6E8A-4147-A177-3AD203B41FA5}">
                      <a16:colId xmlns:a16="http://schemas.microsoft.com/office/drawing/2014/main" val="3863879091"/>
                    </a:ext>
                  </a:extLst>
                </a:gridCol>
                <a:gridCol w="6787512">
                  <a:extLst>
                    <a:ext uri="{9D8B030D-6E8A-4147-A177-3AD203B41FA5}">
                      <a16:colId xmlns:a16="http://schemas.microsoft.com/office/drawing/2014/main" val="99914978"/>
                    </a:ext>
                  </a:extLst>
                </a:gridCol>
                <a:gridCol w="728124">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err="1">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540000">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85725" marR="0" lvl="0" indent="3175"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r>
                        <a:rPr kumimoji="1" lang="en-US" altLang="ja-JP" sz="900" b="0" i="0" u="none" strike="noStrike" kern="1200">
                          <a:solidFill>
                            <a:srgbClr val="000000"/>
                          </a:solidFill>
                          <a:latin typeface="+mn-ea"/>
                          <a:ea typeface="+mn-ea"/>
                          <a:cs typeface="+mn-cs"/>
                        </a:rPr>
                        <a:t>(</a:t>
                      </a:r>
                      <a:r>
                        <a:rPr kumimoji="1" lang="ja-JP" altLang="en-US" sz="900" b="0" i="0" u="none" strike="noStrike" kern="1200">
                          <a:solidFill>
                            <a:srgbClr val="000000"/>
                          </a:solidFill>
                          <a:latin typeface="+mn-ea"/>
                          <a:ea typeface="+mn-ea"/>
                          <a:cs typeface="+mn-cs"/>
                        </a:rPr>
                        <a:t>続</a:t>
                      </a:r>
                      <a:r>
                        <a:rPr kumimoji="1" lang="en-US" altLang="ja-JP" sz="900" b="0" i="0" u="none" strike="noStrike" kern="1200">
                          <a:solidFill>
                            <a:srgbClr val="000000"/>
                          </a:solidFill>
                          <a:latin typeface="+mn-ea"/>
                          <a:ea typeface="+mn-ea"/>
                          <a:cs typeface="+mn-cs"/>
                        </a:rPr>
                        <a:t>)</a:t>
                      </a:r>
                    </a:p>
                    <a:p>
                      <a:pPr marL="0" marR="0" lvl="0" indent="3175"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b="1" i="0" u="sng" strike="noStrike" kern="1200">
                        <a:solidFill>
                          <a:srgbClr val="000000"/>
                        </a:solidFill>
                        <a:latin typeface="+mn-ea"/>
                        <a:ea typeface="+mn-ea"/>
                        <a:cs typeface="+mn-cs"/>
                      </a:endParaRPr>
                    </a:p>
                    <a:p>
                      <a:pPr marL="0" marR="0" lvl="0" indent="3175"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r>
                        <a:rPr kumimoji="1" lang="en-US" altLang="ja-JP" sz="900" b="1" i="0" u="sng" strike="noStrike" kern="1200">
                          <a:solidFill>
                            <a:srgbClr val="000000"/>
                          </a:solidFill>
                          <a:latin typeface="+mn-ea"/>
                          <a:ea typeface="+mn-ea"/>
                          <a:cs typeface="+mn-cs"/>
                        </a:rPr>
                        <a:t>4</a:t>
                      </a:r>
                      <a:r>
                        <a:rPr kumimoji="1" lang="ja-JP" altLang="en-US" sz="900" b="1" i="0" u="sng" strike="noStrike" kern="1200">
                          <a:solidFill>
                            <a:srgbClr val="000000"/>
                          </a:solidFill>
                          <a:latin typeface="+mn-ea"/>
                          <a:ea typeface="+mn-ea"/>
                          <a:cs typeface="+mn-cs"/>
                        </a:rPr>
                        <a:t>．</a:t>
                      </a:r>
                      <a:r>
                        <a:rPr kumimoji="1" lang="en-US" altLang="ja-JP" sz="900" b="1" i="0" u="sng" strike="noStrike" kern="1200">
                          <a:solidFill>
                            <a:srgbClr val="000000"/>
                          </a:solidFill>
                          <a:latin typeface="+mn-ea"/>
                          <a:ea typeface="+mn-ea"/>
                          <a:cs typeface="+mn-cs"/>
                        </a:rPr>
                        <a:t>ToDo</a:t>
                      </a:r>
                      <a:r>
                        <a:rPr kumimoji="1" lang="ja-JP" altLang="en-US" sz="900" b="1" i="0" u="sng" strike="noStrike" kern="1200">
                          <a:solidFill>
                            <a:srgbClr val="000000"/>
                          </a:solidFill>
                          <a:latin typeface="+mn-ea"/>
                          <a:ea typeface="+mn-ea"/>
                          <a:cs typeface="+mn-cs"/>
                        </a:rPr>
                        <a:t>のクローズ</a:t>
                      </a:r>
                      <a:endParaRPr kumimoji="1" lang="en-US" altLang="ja-JP" sz="900" b="1" i="0" u="sng" strike="noStrike" kern="120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#1221(</a:t>
                      </a:r>
                      <a:r>
                        <a:rPr lang="ja-JP" altLang="en-US" sz="900" b="0">
                          <a:latin typeface="+mn-ea"/>
                          <a:ea typeface="+mn-ea"/>
                        </a:rPr>
                        <a:t>令和</a:t>
                      </a:r>
                      <a:r>
                        <a:rPr lang="en-US" altLang="ja-JP" sz="900" b="0">
                          <a:latin typeface="+mn-ea"/>
                          <a:ea typeface="+mn-ea"/>
                        </a:rPr>
                        <a:t>9</a:t>
                      </a:r>
                      <a:r>
                        <a:rPr lang="ja-JP" altLang="en-US" sz="900" b="0">
                          <a:latin typeface="+mn-ea"/>
                          <a:ea typeface="+mn-ea"/>
                        </a:rPr>
                        <a:t>年度のプロファイル更新の取り込みについて、令和</a:t>
                      </a:r>
                      <a:r>
                        <a:rPr lang="en-US" altLang="ja-JP" sz="900" b="0">
                          <a:latin typeface="+mn-ea"/>
                          <a:ea typeface="+mn-ea"/>
                        </a:rPr>
                        <a:t>9</a:t>
                      </a:r>
                      <a:r>
                        <a:rPr lang="ja-JP" altLang="en-US" sz="900" b="0">
                          <a:latin typeface="+mn-ea"/>
                          <a:ea typeface="+mn-ea"/>
                        </a:rPr>
                        <a:t>年度案件として新規起票が必要か確認する。</a:t>
                      </a:r>
                      <a:r>
                        <a:rPr lang="en-US" altLang="ja-JP" sz="900" b="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#1223(</a:t>
                      </a:r>
                      <a:r>
                        <a:rPr lang="ja-JP" altLang="en-US" sz="900" b="0">
                          <a:latin typeface="+mn-ea"/>
                          <a:ea typeface="+mn-ea"/>
                        </a:rPr>
                        <a:t>令和</a:t>
                      </a:r>
                      <a:r>
                        <a:rPr lang="en-US" altLang="ja-JP" sz="900" b="0">
                          <a:latin typeface="+mn-ea"/>
                          <a:ea typeface="+mn-ea"/>
                        </a:rPr>
                        <a:t>9</a:t>
                      </a:r>
                      <a:r>
                        <a:rPr lang="ja-JP" altLang="en-US" sz="900" b="0">
                          <a:latin typeface="+mn-ea"/>
                          <a:ea typeface="+mn-ea"/>
                        </a:rPr>
                        <a:t>年度登録予定案件の要件および優先度を確認し、質問事項等があれば厚労省に連携する。</a:t>
                      </a:r>
                      <a:r>
                        <a:rPr lang="en-US" altLang="ja-JP" sz="900" b="0">
                          <a:latin typeface="+mn-ea"/>
                          <a:ea typeface="+mn-ea"/>
                        </a:rPr>
                        <a:t>)</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lang="en-US" altLang="ja-JP" sz="900" b="0">
                        <a:latin typeface="+mn-ea"/>
                        <a:ea typeface="+mn-ea"/>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5</a:t>
                      </a:r>
                      <a:r>
                        <a:rPr kumimoji="1" lang="ja-JP" altLang="en-US" sz="900" b="1" i="0" u="sng" strike="noStrike" kern="1200">
                          <a:solidFill>
                            <a:srgbClr val="000000"/>
                          </a:solidFill>
                          <a:latin typeface="+mn-ea"/>
                          <a:ea typeface="+mn-ea"/>
                          <a:cs typeface="+mn-cs"/>
                        </a:rPr>
                        <a:t>．</a:t>
                      </a:r>
                      <a:r>
                        <a:rPr kumimoji="1" lang="en-US" altLang="ja-JP" sz="900" b="1" i="0" u="sng" strike="noStrike" kern="1200">
                          <a:solidFill>
                            <a:srgbClr val="000000"/>
                          </a:solidFill>
                          <a:latin typeface="+mn-ea"/>
                          <a:ea typeface="+mn-ea"/>
                          <a:cs typeface="+mn-cs"/>
                        </a:rPr>
                        <a:t>ToDo</a:t>
                      </a:r>
                      <a:r>
                        <a:rPr kumimoji="1" lang="ja-JP" altLang="en-US" sz="900" b="1" i="0" u="sng" strike="noStrike" kern="1200">
                          <a:solidFill>
                            <a:srgbClr val="000000"/>
                          </a:solidFill>
                          <a:latin typeface="+mn-ea"/>
                          <a:ea typeface="+mn-ea"/>
                          <a:cs typeface="+mn-cs"/>
                        </a:rPr>
                        <a:t>の期限延伸</a:t>
                      </a:r>
                      <a:endParaRPr kumimoji="1" lang="en-US" altLang="ja-JP" sz="900" b="1" i="0" u="sng" strike="noStrike" kern="1200">
                        <a:solidFill>
                          <a:srgbClr val="000000"/>
                        </a:solidFill>
                        <a:latin typeface="+mn-ea"/>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ja-JP" altLang="en-US" sz="900" b="0" i="0" u="none" strike="noStrike" kern="1200">
                          <a:solidFill>
                            <a:srgbClr val="000000"/>
                          </a:solidFill>
                          <a:latin typeface="+mn-ea"/>
                          <a:ea typeface="+mn-ea"/>
                          <a:cs typeface="+mn-cs"/>
                        </a:rPr>
                        <a:t>下記</a:t>
                      </a:r>
                      <a:r>
                        <a:rPr kumimoji="1" lang="en-US" altLang="ja-JP" sz="900" b="0" i="0" u="none" strike="noStrike" kern="1200">
                          <a:solidFill>
                            <a:srgbClr val="000000"/>
                          </a:solidFill>
                          <a:latin typeface="+mn-ea"/>
                          <a:ea typeface="+mn-ea"/>
                          <a:cs typeface="+mn-cs"/>
                        </a:rPr>
                        <a:t>ToDo</a:t>
                      </a:r>
                      <a:r>
                        <a:rPr kumimoji="1" lang="ja-JP" altLang="en-US" sz="900" b="0" i="0" u="none" strike="noStrike" kern="1200">
                          <a:solidFill>
                            <a:srgbClr val="000000"/>
                          </a:solidFill>
                          <a:latin typeface="+mn-ea"/>
                          <a:ea typeface="+mn-ea"/>
                          <a:cs typeface="+mn-cs"/>
                        </a:rPr>
                        <a:t>の対応期限を延伸する。</a:t>
                      </a:r>
                      <a:r>
                        <a:rPr kumimoji="1" lang="en-US" altLang="ja-JP" sz="900" b="0" i="0" u="none" strike="noStrike" kern="1200">
                          <a:solidFill>
                            <a:srgbClr val="000000"/>
                          </a:solidFill>
                          <a:latin typeface="+mn-ea"/>
                          <a:ea typeface="+mn-ea"/>
                          <a:cs typeface="+mn-cs"/>
                        </a:rPr>
                        <a:t>(12</a:t>
                      </a:r>
                      <a:r>
                        <a:rPr kumimoji="1" lang="ja-JP" altLang="en-US" sz="900" b="0" i="0" u="none" strike="noStrike" kern="1200">
                          <a:solidFill>
                            <a:srgbClr val="000000"/>
                          </a:solidFill>
                          <a:latin typeface="+mn-ea"/>
                          <a:ea typeface="+mn-ea"/>
                          <a:cs typeface="+mn-cs"/>
                        </a:rPr>
                        <a:t>件</a:t>
                      </a:r>
                      <a:r>
                        <a:rPr kumimoji="1" lang="en-US" altLang="ja-JP" sz="900" b="0" i="0" u="none" strike="noStrike" kern="1200">
                          <a:solidFill>
                            <a:srgbClr val="000000"/>
                          </a:solidFill>
                          <a:latin typeface="+mn-ea"/>
                          <a:ea typeface="+mn-ea"/>
                          <a:cs typeface="+mn-cs"/>
                        </a:rPr>
                        <a:t>)</a:t>
                      </a:r>
                      <a:endParaRPr kumimoji="1" lang="en-US" altLang="ja-JP" sz="900" kern="1200">
                        <a:solidFill>
                          <a:schemeClr val="tx1"/>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#1056(</a:t>
                      </a:r>
                      <a:r>
                        <a:rPr kumimoji="1" lang="ja-JP" altLang="en-US" sz="900" b="0" kern="1200">
                          <a:solidFill>
                            <a:srgbClr val="000000"/>
                          </a:solidFill>
                          <a:latin typeface="+mn-ea"/>
                          <a:ea typeface="+mn-ea"/>
                          <a:cs typeface="+mn-cs"/>
                        </a:rPr>
                        <a:t>電子カルテ情報共有サービスの利用を健診実施機関</a:t>
                      </a:r>
                      <a:r>
                        <a:rPr kumimoji="1" lang="en-US" altLang="ja-JP" sz="900" b="0" kern="1200">
                          <a:solidFill>
                            <a:srgbClr val="000000"/>
                          </a:solidFill>
                          <a:latin typeface="+mn-ea"/>
                          <a:ea typeface="+mn-ea"/>
                          <a:cs typeface="+mn-cs"/>
                        </a:rPr>
                        <a:t>(</a:t>
                      </a:r>
                      <a:r>
                        <a:rPr kumimoji="1" lang="ja-JP" altLang="en-US" sz="900" b="0" kern="1200">
                          <a:solidFill>
                            <a:srgbClr val="000000"/>
                          </a:solidFill>
                          <a:latin typeface="+mn-ea"/>
                          <a:ea typeface="+mn-ea"/>
                          <a:cs typeface="+mn-cs"/>
                        </a:rPr>
                        <a:t>単独</a:t>
                      </a:r>
                      <a:r>
                        <a:rPr kumimoji="1" lang="en-US" altLang="ja-JP" sz="900" b="0" kern="1200">
                          <a:solidFill>
                            <a:srgbClr val="000000"/>
                          </a:solidFill>
                          <a:latin typeface="+mn-ea"/>
                          <a:ea typeface="+mn-ea"/>
                          <a:cs typeface="+mn-cs"/>
                        </a:rPr>
                        <a:t>)</a:t>
                      </a:r>
                      <a:r>
                        <a:rPr kumimoji="1" lang="ja-JP" altLang="en-US" sz="900" b="0" kern="1200">
                          <a:solidFill>
                            <a:srgbClr val="000000"/>
                          </a:solidFill>
                          <a:latin typeface="+mn-ea"/>
                          <a:ea typeface="+mn-ea"/>
                          <a:cs typeface="+mn-cs"/>
                        </a:rPr>
                        <a:t>に拡大する検討において、「健診文書の登録」を行う上での業務要件を、業務フロー図、機能要件として機能一覧、外部</a:t>
                      </a:r>
                      <a:r>
                        <a:rPr kumimoji="1" lang="en-US" altLang="ja-JP" sz="900" b="0" kern="1200">
                          <a:solidFill>
                            <a:srgbClr val="000000"/>
                          </a:solidFill>
                          <a:latin typeface="+mn-ea"/>
                          <a:ea typeface="+mn-ea"/>
                          <a:cs typeface="+mn-cs"/>
                        </a:rPr>
                        <a:t>IF</a:t>
                      </a:r>
                      <a:r>
                        <a:rPr kumimoji="1" lang="ja-JP" altLang="en-US" sz="900" b="0" kern="1200">
                          <a:solidFill>
                            <a:srgbClr val="000000"/>
                          </a:solidFill>
                          <a:latin typeface="+mn-ea"/>
                          <a:ea typeface="+mn-ea"/>
                          <a:cs typeface="+mn-cs"/>
                        </a:rPr>
                        <a:t>一覧、システムフロー図を用いて整理し、整理結果をDX機構に連携する。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2026/9/30→2026/10/13</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10/13令和9</a:t>
                      </a:r>
                      <a:r>
                        <a:rPr kumimoji="1" lang="ja-JP" altLang="en-US" sz="900" b="0" kern="1200">
                          <a:solidFill>
                            <a:srgbClr val="000000"/>
                          </a:solidFill>
                          <a:latin typeface="+mn-ea"/>
                          <a:ea typeface="+mn-ea"/>
                          <a:cs typeface="+mn-cs"/>
                        </a:rPr>
                        <a:t>年度開発状況確認会にて、厚労省より連携予定のため。</a:t>
                      </a:r>
                      <a:endParaRPr kumimoji="1" lang="en-US" altLang="ja-JP" sz="900" b="1" i="0" u="sng" strike="noStrike" kern="1200">
                        <a:solidFill>
                          <a:srgbClr val="000000"/>
                        </a:solidFill>
                        <a:latin typeface="+mn-ea"/>
                        <a:ea typeface="+mn-ea"/>
                        <a:cs typeface="+mn-cs"/>
                      </a:endParaRPr>
                    </a:p>
                    <a:p>
                      <a:pPr marL="274320" marR="0" lvl="0" indent="-185420" algn="l" defTabSz="843930">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#1166(</a:t>
                      </a:r>
                      <a:r>
                        <a:rPr kumimoji="1" lang="ja-JP" altLang="en-US" sz="900" b="0" kern="1200">
                          <a:solidFill>
                            <a:srgbClr val="000000"/>
                          </a:solidFill>
                          <a:latin typeface="+mn-ea"/>
                          <a:ea typeface="+mn-ea"/>
                          <a:cs typeface="+mn-cs"/>
                        </a:rPr>
                        <a:t>電子カルテ情報共有サービスを利用して診療情報提供書を紹介先医療機関に送付する場合の口頭同意の取得方法について、運用マニュアルに反映する。 </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2026/9/30→2026/12/21</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DX</a:t>
                      </a:r>
                      <a:r>
                        <a:rPr kumimoji="1" lang="ja-JP" altLang="en-US" sz="900" b="0" kern="1200">
                          <a:solidFill>
                            <a:srgbClr val="000000"/>
                          </a:solidFill>
                          <a:latin typeface="+mn-ea"/>
                          <a:ea typeface="+mn-ea"/>
                          <a:cs typeface="+mn-cs"/>
                        </a:rPr>
                        <a:t>機構と厚労省で運用マニュアルや指針に関する会議を別途実施予定であり、当該会議の中で改めて対応を検討するため。</a:t>
                      </a:r>
                      <a:endParaRPr kumimoji="1" lang="ja-JP"/>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#1167(</a:t>
                      </a:r>
                      <a:r>
                        <a:rPr kumimoji="1" lang="ja-JP" altLang="en-US" sz="900" b="0" kern="1200">
                          <a:solidFill>
                            <a:srgbClr val="000000"/>
                          </a:solidFill>
                          <a:latin typeface="+mn-ea"/>
                          <a:ea typeface="+mn-ea"/>
                          <a:cs typeface="+mn-cs"/>
                        </a:rPr>
                        <a:t>医療従事者向け指針に、電子カルテ情報共有サービスを利用して診療情報提供書を送付する際、紙媒体ではなく電子的に紹介先医療機関へ送付されることを患者に説明する旨を記載する。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2026/9/30→2026/10/31</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当該修正については指針に盛り込む方針であるものの、診療情報提供書の送付時の同意について厚労省内で整理中であり、当該修正の記載内容が</a:t>
                      </a:r>
                      <a:r>
                        <a:rPr kumimoji="1" lang="en-US" altLang="ja-JP" sz="900" b="0" kern="1200">
                          <a:solidFill>
                            <a:srgbClr val="000000"/>
                          </a:solidFill>
                          <a:latin typeface="+mn-ea"/>
                          <a:ea typeface="+mn-ea"/>
                          <a:cs typeface="+mn-cs"/>
                        </a:rPr>
                        <a:t>FIX</a:t>
                      </a:r>
                      <a:r>
                        <a:rPr kumimoji="1" lang="ja-JP" altLang="en-US" sz="900" b="0" kern="1200">
                          <a:solidFill>
                            <a:srgbClr val="000000"/>
                          </a:solidFill>
                          <a:latin typeface="+mn-ea"/>
                          <a:ea typeface="+mn-ea"/>
                          <a:cs typeface="+mn-cs"/>
                        </a:rPr>
                        <a:t>していないため。</a:t>
                      </a:r>
                      <a:endParaRPr kumimoji="1" lang="en-US" altLang="ja-JP" sz="900" b="0" kern="120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#1194(</a:t>
                      </a:r>
                      <a:r>
                        <a:rPr kumimoji="1" lang="ja-JP" altLang="en-US" sz="900" b="0" kern="1200">
                          <a:solidFill>
                            <a:srgbClr val="000000"/>
                          </a:solidFill>
                          <a:latin typeface="+mn-ea"/>
                          <a:ea typeface="+mn-ea"/>
                          <a:cs typeface="+mn-cs"/>
                        </a:rPr>
                        <a:t>令和</a:t>
                      </a:r>
                      <a:r>
                        <a:rPr kumimoji="1" lang="en-US" altLang="ja-JP" sz="900" b="0" kern="1200">
                          <a:solidFill>
                            <a:srgbClr val="000000"/>
                          </a:solidFill>
                          <a:latin typeface="+mn-ea"/>
                          <a:ea typeface="+mn-ea"/>
                          <a:cs typeface="+mn-cs"/>
                        </a:rPr>
                        <a:t>9</a:t>
                      </a:r>
                      <a:r>
                        <a:rPr kumimoji="1" lang="ja-JP" altLang="en-US" sz="900" b="0" kern="1200">
                          <a:solidFill>
                            <a:srgbClr val="000000"/>
                          </a:solidFill>
                          <a:latin typeface="+mn-ea"/>
                          <a:ea typeface="+mn-ea"/>
                          <a:cs typeface="+mn-cs"/>
                        </a:rPr>
                        <a:t>年度の</a:t>
                      </a:r>
                      <a:r>
                        <a:rPr kumimoji="1" lang="en-US" altLang="ja-JP" sz="900" b="0" kern="1200">
                          <a:solidFill>
                            <a:srgbClr val="000000"/>
                          </a:solidFill>
                          <a:latin typeface="+mn-ea"/>
                          <a:ea typeface="+mn-ea"/>
                          <a:cs typeface="+mn-cs"/>
                        </a:rPr>
                        <a:t>JLAC</a:t>
                      </a:r>
                      <a:r>
                        <a:rPr kumimoji="1" lang="ja-JP" altLang="en-US" sz="900" b="0" kern="1200">
                          <a:solidFill>
                            <a:srgbClr val="000000"/>
                          </a:solidFill>
                          <a:latin typeface="+mn-ea"/>
                          <a:ea typeface="+mn-ea"/>
                          <a:cs typeface="+mn-cs"/>
                        </a:rPr>
                        <a:t>マスタ・薬剤関連マスタの新規契約について、電子カルテ情報共有サービスの開発費用から契約費用を充当し、DX機構で委託契約する方針で問題ないか、標準マスタの契約に関する過去の経緯も含めて厚労省からDX機構の榊原特任に説明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2026/9/30→2026/10/19</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厚労省にて、榊原特任への説明準備に時間を要しているため。</a:t>
                      </a: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#1196(</a:t>
                      </a:r>
                      <a:r>
                        <a:rPr kumimoji="1" lang="ja-JP" altLang="en-US" sz="900" b="0" kern="1200">
                          <a:solidFill>
                            <a:srgbClr val="000000"/>
                          </a:solidFill>
                          <a:latin typeface="+mn-ea"/>
                          <a:ea typeface="+mn-ea"/>
                          <a:cs typeface="+mn-cs"/>
                        </a:rPr>
                        <a:t>ポータルサイト一括申請に係る前提条件について、厚労省からの確認結果</a:t>
                      </a:r>
                      <a:r>
                        <a:rPr kumimoji="1" lang="en-US" altLang="ja-JP" sz="900" b="0" kern="1200">
                          <a:solidFill>
                            <a:srgbClr val="000000"/>
                          </a:solidFill>
                          <a:latin typeface="+mn-ea"/>
                          <a:ea typeface="+mn-ea"/>
                          <a:cs typeface="+mn-cs"/>
                        </a:rPr>
                        <a:t>(ToDo#1175)</a:t>
                      </a:r>
                      <a:r>
                        <a:rPr kumimoji="1" lang="ja-JP" altLang="en-US" sz="900" b="0" kern="1200">
                          <a:solidFill>
                            <a:srgbClr val="000000"/>
                          </a:solidFill>
                          <a:latin typeface="+mn-ea"/>
                          <a:ea typeface="+mn-ea"/>
                          <a:cs typeface="+mn-cs"/>
                        </a:rPr>
                        <a:t>を確認し、厚労省からの追加照会事項に回答する。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2026/10/5→2026/10/13</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厚労省からの更問で求められている電子処方箋の利用規約のポップアップ画面のイメージを</a:t>
                      </a:r>
                      <a:r>
                        <a:rPr kumimoji="1" lang="en-US" altLang="ja-JP" sz="900" b="0" kern="1200">
                          <a:solidFill>
                            <a:srgbClr val="000000"/>
                          </a:solidFill>
                          <a:latin typeface="+mn-ea"/>
                          <a:ea typeface="+mn-ea"/>
                          <a:cs typeface="+mn-cs"/>
                        </a:rPr>
                        <a:t>NTTD</a:t>
                      </a:r>
                      <a:r>
                        <a:rPr kumimoji="1" lang="ja-JP" altLang="en-US" sz="900" b="0" kern="1200">
                          <a:solidFill>
                            <a:srgbClr val="000000"/>
                          </a:solidFill>
                          <a:latin typeface="+mn-ea"/>
                          <a:ea typeface="+mn-ea"/>
                          <a:cs typeface="+mn-cs"/>
                        </a:rPr>
                        <a:t>で作成中のため。</a:t>
                      </a:r>
                      <a:endParaRPr kumimoji="1" lang="en-US" altLang="ja-JP" sz="900" b="0" kern="1200">
                        <a:solidFill>
                          <a:srgbClr val="000000"/>
                        </a:solidFill>
                        <a:latin typeface="+mn-ea"/>
                        <a:ea typeface="+mn-ea"/>
                        <a:cs typeface="+mn-cs"/>
                      </a:endParaRPr>
                    </a:p>
                    <a:p>
                      <a:pPr marL="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br>
                        <a:rPr kumimoji="1" lang="en-US" altLang="ja-JP" sz="900" b="1" i="0" u="sng" strike="noStrike" kern="1200">
                          <a:solidFill>
                            <a:srgbClr val="000000"/>
                          </a:solidFill>
                          <a:latin typeface="+mn-ea"/>
                          <a:ea typeface="+mn-ea"/>
                          <a:cs typeface="+mn-cs"/>
                        </a:rPr>
                      </a:br>
                      <a:r>
                        <a:rPr kumimoji="1" lang="en-US" altLang="ja-JP" sz="900" b="0" i="0" u="none" strike="noStrike" kern="1200">
                          <a:solidFill>
                            <a:srgbClr val="000000"/>
                          </a:solidFill>
                          <a:latin typeface="+mn-ea"/>
                          <a:ea typeface="+mn-ea"/>
                          <a:cs typeface="+mn-cs"/>
                        </a:rPr>
                        <a:t>(</a:t>
                      </a:r>
                      <a:r>
                        <a:rPr kumimoji="1" lang="ja-JP" altLang="en-US" sz="900" b="0" i="0" u="none" strike="noStrike" kern="1200">
                          <a:solidFill>
                            <a:srgbClr val="000000"/>
                          </a:solidFill>
                          <a:latin typeface="+mn-ea"/>
                          <a:ea typeface="+mn-ea"/>
                          <a:cs typeface="+mn-cs"/>
                        </a:rPr>
                        <a:t>続</a:t>
                      </a:r>
                      <a:r>
                        <a:rPr kumimoji="1" lang="en-US" altLang="ja-JP" sz="900" b="0" i="0" u="none" strike="noStrike" kern="1200">
                          <a:solidFill>
                            <a:srgbClr val="000000"/>
                          </a:solidFill>
                          <a:latin typeface="+mn-ea"/>
                          <a:ea typeface="+mn-ea"/>
                          <a:cs typeface="+mn-cs"/>
                        </a:rPr>
                        <a:t>)</a:t>
                      </a:r>
                      <a:endParaRPr kumimoji="1" lang="en-US" altLang="ja-JP" sz="900" b="0" i="0" u="none" strike="noStrike" kern="1200" noProof="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a:solidFill>
                            <a:srgbClr val="000000"/>
                          </a:solidFill>
                          <a:latin typeface="+mn-ea"/>
                          <a:ea typeface="+mn-ea"/>
                          <a:cs typeface="Arial"/>
                        </a:rPr>
                        <a:t>特になし。</a:t>
                      </a:r>
                      <a:endParaRPr lang="en-US" altLang="ja-JP" sz="900" b="0" i="0" u="none" strike="noStrike" kern="1200" noProof="0">
                        <a:solidFill>
                          <a:srgbClr val="000000"/>
                        </a:solidFill>
                        <a:latin typeface="+mn-ea"/>
                        <a:ea typeface="+mn-ea"/>
                        <a:cs typeface="Arial"/>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0C3137E1-437D-9D83-02E7-F3A849DE45CA}"/>
              </a:ext>
            </a:extLst>
          </p:cNvPr>
          <p:cNvSpPr>
            <a:spLocks noGrp="1"/>
          </p:cNvSpPr>
          <p:nvPr>
            <p:ph type="title"/>
          </p:nvPr>
        </p:nvSpPr>
        <p:spPr>
          <a:xfrm>
            <a:off x="507000" y="116696"/>
            <a:ext cx="8892000" cy="576000"/>
          </a:xfrm>
        </p:spPr>
        <p:txBody>
          <a:bodyPr vert="horz"/>
          <a:lstStyle/>
          <a:p>
            <a:r>
              <a:rPr lang="en-US" altLang="ja-JP" sz="1800">
                <a:solidFill>
                  <a:schemeClr val="tx2">
                    <a:lumMod val="75000"/>
                  </a:schemeClr>
                </a:solidFill>
              </a:rPr>
              <a:t>1</a:t>
            </a:r>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(3/6)</a:t>
            </a:r>
            <a:endParaRPr lang="ja-JP" altLang="en-US" sz="2000">
              <a:solidFill>
                <a:schemeClr val="tx2">
                  <a:lumMod val="75000"/>
                </a:schemeClr>
              </a:solidFill>
            </a:endParaRPr>
          </a:p>
        </p:txBody>
      </p:sp>
    </p:spTree>
    <p:extLst>
      <p:ext uri="{BB962C8B-B14F-4D97-AF65-F5344CB8AC3E}">
        <p14:creationId xmlns:p14="http://schemas.microsoft.com/office/powerpoint/2010/main" val="4206761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77F59-6656-3178-6396-8092B08D3BCA}"/>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E89AFD92-EE63-1BCD-9866-A8CF707ED9FC}"/>
              </a:ext>
            </a:extLst>
          </p:cNvPr>
          <p:cNvGraphicFramePr>
            <a:graphicFrameLocks noGrp="1"/>
          </p:cNvGraphicFramePr>
          <p:nvPr/>
        </p:nvGraphicFramePr>
        <p:xfrm>
          <a:off x="301083" y="843756"/>
          <a:ext cx="9333570" cy="5551644"/>
        </p:xfrm>
        <a:graphic>
          <a:graphicData uri="http://schemas.openxmlformats.org/drawingml/2006/table">
            <a:tbl>
              <a:tblPr/>
              <a:tblGrid>
                <a:gridCol w="491430">
                  <a:extLst>
                    <a:ext uri="{9D8B030D-6E8A-4147-A177-3AD203B41FA5}">
                      <a16:colId xmlns:a16="http://schemas.microsoft.com/office/drawing/2014/main" val="3484704196"/>
                    </a:ext>
                  </a:extLst>
                </a:gridCol>
                <a:gridCol w="1163034">
                  <a:extLst>
                    <a:ext uri="{9D8B030D-6E8A-4147-A177-3AD203B41FA5}">
                      <a16:colId xmlns:a16="http://schemas.microsoft.com/office/drawing/2014/main" val="3863879091"/>
                    </a:ext>
                  </a:extLst>
                </a:gridCol>
                <a:gridCol w="6815591">
                  <a:extLst>
                    <a:ext uri="{9D8B030D-6E8A-4147-A177-3AD203B41FA5}">
                      <a16:colId xmlns:a16="http://schemas.microsoft.com/office/drawing/2014/main" val="99914978"/>
                    </a:ext>
                  </a:extLst>
                </a:gridCol>
                <a:gridCol w="863515">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err="1">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690479">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続</a:t>
                      </a:r>
                      <a:r>
                        <a:rPr kumimoji="1" lang="en-US" altLang="ja-JP" sz="900" kern="1200">
                          <a:solidFill>
                            <a:schemeClr val="tx1"/>
                          </a:solidFill>
                          <a:latin typeface="+mn-ea"/>
                          <a:ea typeface="+mn-ea"/>
                          <a:cs typeface="+mn-cs"/>
                        </a:rPr>
                        <a:t>)</a:t>
                      </a: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endParaRPr kumimoji="1" lang="en-US" altLang="ja-JP" sz="900" kern="1200">
                        <a:solidFill>
                          <a:schemeClr val="tx1"/>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5</a:t>
                      </a:r>
                      <a:r>
                        <a:rPr kumimoji="1" lang="ja-JP" altLang="en-US" sz="900" b="1" i="0" u="sng" strike="noStrike" kern="1200">
                          <a:solidFill>
                            <a:srgbClr val="000000"/>
                          </a:solidFill>
                          <a:latin typeface="+mn-ea"/>
                          <a:ea typeface="+mn-ea"/>
                          <a:cs typeface="+mn-cs"/>
                        </a:rPr>
                        <a:t>．</a:t>
                      </a:r>
                      <a:r>
                        <a:rPr kumimoji="1" lang="en-US" altLang="ja-JP" sz="900" b="1" i="0" u="sng" strike="noStrike" kern="1200">
                          <a:solidFill>
                            <a:srgbClr val="000000"/>
                          </a:solidFill>
                          <a:latin typeface="+mn-ea"/>
                          <a:ea typeface="+mn-ea"/>
                          <a:cs typeface="+mn-cs"/>
                        </a:rPr>
                        <a:t>ToDo</a:t>
                      </a:r>
                      <a:r>
                        <a:rPr kumimoji="1" lang="ja-JP" altLang="en-US" sz="900" b="1" i="0" u="sng" strike="noStrike" kern="1200">
                          <a:solidFill>
                            <a:srgbClr val="000000"/>
                          </a:solidFill>
                          <a:latin typeface="+mn-ea"/>
                          <a:ea typeface="+mn-ea"/>
                          <a:cs typeface="+mn-cs"/>
                        </a:rPr>
                        <a:t>の期限延伸</a:t>
                      </a:r>
                      <a:endParaRPr kumimoji="1" lang="en-US" altLang="ja-JP" sz="900" b="1" i="0" u="sng" strike="noStrike" kern="120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#1210(BI</a:t>
                      </a:r>
                      <a:r>
                        <a:rPr lang="ja-JP" altLang="en-US" sz="900" b="0">
                          <a:latin typeface="+mn-ea"/>
                          <a:ea typeface="+mn-ea"/>
                        </a:rPr>
                        <a:t>ツール活用に係る案件を起票し、厚労省へ説明する。</a:t>
                      </a:r>
                      <a:r>
                        <a:rPr lang="en-US" altLang="ja-JP" sz="900" b="0">
                          <a:latin typeface="+mn-ea"/>
                          <a:ea typeface="+mn-ea"/>
                        </a:rPr>
                        <a:t>)</a:t>
                      </a:r>
                      <a:br>
                        <a:rPr lang="en-US" altLang="ja-JP" sz="900" b="0">
                          <a:latin typeface="+mn-ea"/>
                          <a:ea typeface="+mn-ea"/>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2026/10/5→2026/10/13</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開発事業者にインプットのデータとなる既存データをどこまで反映できるかを確認するため。</a:t>
                      </a:r>
                      <a:endParaRPr lang="en-US" altLang="ja-JP" sz="900" b="0">
                        <a:latin typeface="+mn-ea"/>
                        <a:ea typeface="+mn-ea"/>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#1211(BI</a:t>
                      </a:r>
                      <a:r>
                        <a:rPr lang="ja-JP" altLang="en-US" sz="900" b="0">
                          <a:latin typeface="+mn-ea"/>
                          <a:ea typeface="+mn-ea"/>
                        </a:rPr>
                        <a:t>ツール活用に係る案件を起票するにあたり、開発事業者とDX機構にて調整したデータ連携スコープについて厚労省へ説明する。</a:t>
                      </a:r>
                      <a:r>
                        <a:rPr lang="en-US" altLang="ja-JP" sz="900" b="0">
                          <a:latin typeface="+mn-ea"/>
                          <a:ea typeface="+mn-ea"/>
                        </a:rPr>
                        <a:t>)</a:t>
                      </a:r>
                      <a:br>
                        <a:rPr lang="en-US" altLang="ja-JP" sz="900" b="0">
                          <a:latin typeface="+mn-ea"/>
                          <a:ea typeface="+mn-ea"/>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2026/10/5→2026/10/13</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開発事業者にインプットのデータとなる既存データをどこまで反映できるかを確認するため。</a:t>
                      </a:r>
                      <a:endParaRPr kumimoji="1" lang="en-US" altLang="ja-JP" sz="900" b="0" kern="120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#1213(</a:t>
                      </a:r>
                      <a:r>
                        <a:rPr kumimoji="1" lang="ja-JP" altLang="en-US" sz="900" b="0" kern="1200">
                          <a:solidFill>
                            <a:srgbClr val="000000"/>
                          </a:solidFill>
                          <a:latin typeface="+mn-ea"/>
                          <a:ea typeface="+mn-ea"/>
                          <a:cs typeface="+mn-cs"/>
                        </a:rPr>
                        <a:t>「②ステークホルダーへのデータ共有」について、厚労省職員の端末で</a:t>
                      </a:r>
                      <a:r>
                        <a:rPr kumimoji="1" lang="en-US" altLang="ja-JP" sz="900" b="0" kern="1200">
                          <a:solidFill>
                            <a:srgbClr val="000000"/>
                          </a:solidFill>
                          <a:latin typeface="+mn-ea"/>
                          <a:ea typeface="+mn-ea"/>
                          <a:cs typeface="+mn-cs"/>
                        </a:rPr>
                        <a:t>BI</a:t>
                      </a:r>
                      <a:r>
                        <a:rPr kumimoji="1" lang="ja-JP" altLang="en-US" sz="900" b="0" kern="1200">
                          <a:solidFill>
                            <a:srgbClr val="000000"/>
                          </a:solidFill>
                          <a:latin typeface="+mn-ea"/>
                          <a:ea typeface="+mn-ea"/>
                          <a:cs typeface="+mn-cs"/>
                        </a:rPr>
                        <a:t>ツールへアクセスする際のネットワーク形式を確認し、結果をDX機構に連携する。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2026/10/5→2026/10/13</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厚労省内での確認作業(</a:t>
                      </a:r>
                      <a:r>
                        <a:rPr kumimoji="1" lang="en-US" altLang="ja-JP" sz="900" b="0" kern="1200">
                          <a:solidFill>
                            <a:srgbClr val="000000"/>
                          </a:solidFill>
                          <a:latin typeface="+mn-ea"/>
                          <a:ea typeface="+mn-ea"/>
                          <a:cs typeface="+mn-cs"/>
                        </a:rPr>
                        <a:t>DX</a:t>
                      </a:r>
                      <a:r>
                        <a:rPr kumimoji="1" lang="ja-JP" altLang="en-US" sz="900" b="0" kern="1200">
                          <a:solidFill>
                            <a:srgbClr val="000000"/>
                          </a:solidFill>
                          <a:latin typeface="+mn-ea"/>
                          <a:ea typeface="+mn-ea"/>
                          <a:cs typeface="+mn-cs"/>
                        </a:rPr>
                        <a:t>機構への更問含む)に時間を要しているため。</a:t>
                      </a:r>
                      <a:endParaRPr lang="en-US" altLang="ja-JP" sz="900" b="0">
                        <a:latin typeface="+mn-ea"/>
                        <a:ea typeface="+mn-ea"/>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ja-JP" sz="900" b="0">
                          <a:latin typeface="+mn-ea"/>
                          <a:ea typeface="+mn-ea"/>
                        </a:rPr>
                        <a:t>#1215(</a:t>
                      </a:r>
                      <a:r>
                        <a:rPr lang="ja-JP" altLang="en-US" sz="900" b="0">
                          <a:latin typeface="+mn-ea"/>
                          <a:ea typeface="+mn-ea"/>
                        </a:rPr>
                        <a:t>受入テストシナリオの厚労省レビュー時に、DX機構より厚労省に対して当該シナリオに関する説明の可否を確認し、結果を厚労省へ連携する。</a:t>
                      </a:r>
                      <a:r>
                        <a:rPr lang="en-US" altLang="ja-JP" sz="900" b="0">
                          <a:latin typeface="+mn-ea"/>
                          <a:ea typeface="+mn-ea"/>
                        </a:rPr>
                        <a:t>)</a:t>
                      </a:r>
                      <a:br>
                        <a:rPr lang="en-US" altLang="ja-JP" sz="900" b="0">
                          <a:latin typeface="+mn-ea"/>
                          <a:ea typeface="+mn-ea"/>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2026/10/5→2026/10/13</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各シナリオ担当者が背景説明を行うためのスケジュールを調整できるか、</a:t>
                      </a:r>
                      <a:r>
                        <a:rPr kumimoji="1" lang="en-US" altLang="ja-JP" sz="900" b="0" kern="1200">
                          <a:solidFill>
                            <a:srgbClr val="000000"/>
                          </a:solidFill>
                          <a:latin typeface="+mn-ea"/>
                          <a:ea typeface="+mn-ea"/>
                          <a:cs typeface="+mn-cs"/>
                        </a:rPr>
                        <a:t>DX</a:t>
                      </a:r>
                      <a:r>
                        <a:rPr kumimoji="1" lang="ja-JP" altLang="en-US" sz="900" b="0" kern="1200">
                          <a:solidFill>
                            <a:srgbClr val="000000"/>
                          </a:solidFill>
                          <a:latin typeface="+mn-ea"/>
                          <a:ea typeface="+mn-ea"/>
                          <a:cs typeface="+mn-cs"/>
                        </a:rPr>
                        <a:t>機構内で確認・調整するため。</a:t>
                      </a:r>
                      <a:endParaRPr kumimoji="1" lang="en-US" altLang="ja-JP" sz="900" b="0" kern="120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#1217(</a:t>
                      </a:r>
                      <a:r>
                        <a:rPr kumimoji="1" lang="ja-JP" altLang="en-US" sz="900" b="0" kern="1200">
                          <a:solidFill>
                            <a:srgbClr val="000000"/>
                          </a:solidFill>
                          <a:latin typeface="+mn-ea"/>
                          <a:ea typeface="+mn-ea"/>
                          <a:cs typeface="+mn-cs"/>
                        </a:rPr>
                        <a:t>患者サマリーの運用整理に関する問い合わせ結果について書面にて確認し、確認結果を厚労省へ共有する。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2026/10/5→2026/10/13</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DX</a:t>
                      </a:r>
                      <a:r>
                        <a:rPr kumimoji="1" lang="ja-JP" altLang="en-US" sz="900" b="0" kern="1200">
                          <a:solidFill>
                            <a:srgbClr val="000000"/>
                          </a:solidFill>
                          <a:latin typeface="+mn-ea"/>
                          <a:ea typeface="+mn-ea"/>
                          <a:cs typeface="+mn-cs"/>
                        </a:rPr>
                        <a:t>機構内で確認中のため。</a:t>
                      </a:r>
                      <a:endParaRPr kumimoji="1" lang="en-US" altLang="ja-JP" sz="900" b="0" kern="1200">
                        <a:solidFill>
                          <a:srgbClr val="000000"/>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#1218(</a:t>
                      </a:r>
                      <a:r>
                        <a:rPr kumimoji="1" lang="ja-JP" altLang="en-US" sz="900" b="0" kern="1200">
                          <a:solidFill>
                            <a:srgbClr val="000000"/>
                          </a:solidFill>
                          <a:latin typeface="+mn-ea"/>
                          <a:ea typeface="+mn-ea"/>
                          <a:cs typeface="+mn-cs"/>
                        </a:rPr>
                        <a:t>標準マスタにおいて </a:t>
                      </a:r>
                      <a:r>
                        <a:rPr kumimoji="1" lang="en-US" altLang="ja-JP" sz="900" b="0" kern="1200">
                          <a:solidFill>
                            <a:srgbClr val="000000"/>
                          </a:solidFill>
                          <a:latin typeface="+mn-ea"/>
                          <a:ea typeface="+mn-ea"/>
                          <a:cs typeface="+mn-cs"/>
                        </a:rPr>
                        <a:t>1</a:t>
                      </a:r>
                      <a:r>
                        <a:rPr kumimoji="1" lang="ja-JP" altLang="en-US" sz="900" b="0" kern="1200">
                          <a:solidFill>
                            <a:srgbClr val="000000"/>
                          </a:solidFill>
                          <a:latin typeface="+mn-ea"/>
                          <a:ea typeface="+mn-ea"/>
                          <a:cs typeface="+mn-cs"/>
                        </a:rPr>
                        <a:t>つの</a:t>
                      </a:r>
                      <a:r>
                        <a:rPr kumimoji="1" lang="en-US" altLang="ja-JP" sz="900" b="0" kern="1200">
                          <a:solidFill>
                            <a:srgbClr val="000000"/>
                          </a:solidFill>
                          <a:latin typeface="+mn-ea"/>
                          <a:ea typeface="+mn-ea"/>
                          <a:cs typeface="+mn-cs"/>
                        </a:rPr>
                        <a:t>code</a:t>
                      </a:r>
                      <a:r>
                        <a:rPr kumimoji="1" lang="ja-JP" altLang="en-US" sz="900" b="0" kern="1200">
                          <a:solidFill>
                            <a:srgbClr val="000000"/>
                          </a:solidFill>
                          <a:latin typeface="+mn-ea"/>
                          <a:ea typeface="+mn-ea"/>
                          <a:cs typeface="+mn-cs"/>
                        </a:rPr>
                        <a:t>に対する</a:t>
                      </a:r>
                      <a:r>
                        <a:rPr kumimoji="1" lang="en-US" altLang="ja-JP" sz="900" b="0" kern="1200">
                          <a:solidFill>
                            <a:srgbClr val="000000"/>
                          </a:solidFill>
                          <a:latin typeface="+mn-ea"/>
                          <a:ea typeface="+mn-ea"/>
                          <a:cs typeface="+mn-cs"/>
                        </a:rPr>
                        <a:t>display</a:t>
                      </a:r>
                      <a:r>
                        <a:rPr kumimoji="1" lang="ja-JP" altLang="en-US" sz="900" b="0" kern="1200">
                          <a:solidFill>
                            <a:srgbClr val="000000"/>
                          </a:solidFill>
                          <a:latin typeface="+mn-ea"/>
                          <a:ea typeface="+mn-ea"/>
                          <a:cs typeface="+mn-cs"/>
                        </a:rPr>
                        <a:t>値の変更によるエラーの恒久対応の運用フローの運用フロー案について、DX機構として担当できる運用範囲や、厚労省から管理団体への調整が必要な事項を確認し、確認結果を厚労省へ連携する。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ja-JP" altLang="en-US" sz="900" b="0" kern="1200">
                          <a:solidFill>
                            <a:srgbClr val="000000"/>
                          </a:solidFill>
                          <a:latin typeface="+mn-ea"/>
                          <a:ea typeface="+mn-ea"/>
                          <a:cs typeface="+mn-cs"/>
                        </a:rPr>
                        <a:t>■延伸期限</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2026/10/5→2026/10/31</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期限延伸の背景</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DX</a:t>
                      </a:r>
                      <a:r>
                        <a:rPr kumimoji="1" lang="ja-JP" altLang="en-US" sz="900" b="0" kern="1200">
                          <a:solidFill>
                            <a:srgbClr val="000000"/>
                          </a:solidFill>
                          <a:latin typeface="+mn-ea"/>
                          <a:ea typeface="+mn-ea"/>
                          <a:cs typeface="+mn-cs"/>
                        </a:rPr>
                        <a:t>機構内で確認中のため。</a:t>
                      </a:r>
                      <a:endParaRPr kumimoji="1" lang="en-US" altLang="ja-JP" sz="900" b="0" kern="1200">
                        <a:solidFill>
                          <a:srgbClr val="000000"/>
                        </a:solidFill>
                        <a:latin typeface="+mn-ea"/>
                        <a:ea typeface="+mn-ea"/>
                        <a:cs typeface="+mn-cs"/>
                      </a:endParaRPr>
                    </a:p>
                    <a:p>
                      <a:pPr marL="8890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b="0" kern="1200">
                        <a:solidFill>
                          <a:srgbClr val="000000"/>
                        </a:solidFill>
                        <a:latin typeface="+mn-ea"/>
                        <a:ea typeface="+mn-ea"/>
                        <a:cs typeface="+mn-cs"/>
                      </a:endParaRPr>
                    </a:p>
                    <a:p>
                      <a:pPr marL="8890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r>
                        <a:rPr kumimoji="1" lang="en-US" altLang="ja-JP" sz="900" b="0" kern="1200">
                          <a:solidFill>
                            <a:srgbClr val="000000"/>
                          </a:solidFill>
                          <a:latin typeface="+mn-ea"/>
                          <a:ea typeface="+mn-ea"/>
                          <a:cs typeface="+mn-cs"/>
                        </a:rPr>
                        <a:t>(</a:t>
                      </a:r>
                      <a:r>
                        <a:rPr kumimoji="1" lang="ja-JP" altLang="en-US" sz="900" b="0" kern="1200">
                          <a:solidFill>
                            <a:srgbClr val="000000"/>
                          </a:solidFill>
                          <a:latin typeface="+mn-ea"/>
                          <a:ea typeface="+mn-ea"/>
                          <a:cs typeface="+mn-cs"/>
                        </a:rPr>
                        <a:t>続</a:t>
                      </a:r>
                      <a:r>
                        <a:rPr kumimoji="1" lang="en-US" altLang="ja-JP" sz="900" b="0" kern="1200">
                          <a:solidFill>
                            <a:srgbClr val="000000"/>
                          </a:solidFill>
                          <a:latin typeface="+mn-ea"/>
                          <a:ea typeface="+mn-ea"/>
                          <a:cs typeface="+mn-cs"/>
                        </a:rPr>
                        <a:t>)</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a:solidFill>
                            <a:srgbClr val="000000"/>
                          </a:solidFill>
                          <a:latin typeface="+mn-ea"/>
                          <a:ea typeface="+mn-ea"/>
                          <a:cs typeface="Arial"/>
                        </a:rPr>
                        <a:t>特になし。</a:t>
                      </a:r>
                      <a:endParaRPr lang="en-US" altLang="ja-JP" sz="900" b="0" i="0" u="none" strike="noStrike" kern="1200" noProof="0">
                        <a:solidFill>
                          <a:srgbClr val="000000"/>
                        </a:solidFill>
                        <a:latin typeface="+mn-ea"/>
                        <a:ea typeface="+mn-ea"/>
                        <a:cs typeface="Arial"/>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bl>
          </a:graphicData>
        </a:graphic>
      </p:graphicFrame>
      <p:sp>
        <p:nvSpPr>
          <p:cNvPr id="6" name="タイトル 1">
            <a:extLst>
              <a:ext uri="{FF2B5EF4-FFF2-40B4-BE49-F238E27FC236}">
                <a16:creationId xmlns:a16="http://schemas.microsoft.com/office/drawing/2014/main" id="{FCFD0412-D475-BC0E-A9A2-74EAB62209DE}"/>
              </a:ext>
            </a:extLst>
          </p:cNvPr>
          <p:cNvSpPr>
            <a:spLocks noGrp="1"/>
          </p:cNvSpPr>
          <p:nvPr>
            <p:ph type="title"/>
          </p:nvPr>
        </p:nvSpPr>
        <p:spPr>
          <a:xfrm>
            <a:off x="507000" y="116696"/>
            <a:ext cx="8892000" cy="576000"/>
          </a:xfrm>
        </p:spPr>
        <p:txBody>
          <a:bodyPr vert="horz"/>
          <a:lstStyle/>
          <a:p>
            <a:r>
              <a:rPr lang="en-US" altLang="ja-JP" sz="1800">
                <a:solidFill>
                  <a:schemeClr val="tx2">
                    <a:lumMod val="75000"/>
                  </a:schemeClr>
                </a:solidFill>
              </a:rPr>
              <a:t>1</a:t>
            </a:r>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(4/6)</a:t>
            </a:r>
            <a:endParaRPr lang="ja-JP" altLang="en-US" sz="2000">
              <a:solidFill>
                <a:schemeClr val="tx2">
                  <a:lumMod val="75000"/>
                </a:schemeClr>
              </a:solidFill>
            </a:endParaRPr>
          </a:p>
        </p:txBody>
      </p:sp>
    </p:spTree>
    <p:extLst>
      <p:ext uri="{BB962C8B-B14F-4D97-AF65-F5344CB8AC3E}">
        <p14:creationId xmlns:p14="http://schemas.microsoft.com/office/powerpoint/2010/main" val="2422798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1C690-BD71-7344-35A4-4FE45A580ACA}"/>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FE6FC4AD-C612-6F05-DD9C-43AF588090F1}"/>
              </a:ext>
            </a:extLst>
          </p:cNvPr>
          <p:cNvGraphicFramePr>
            <a:graphicFrameLocks noGrp="1"/>
          </p:cNvGraphicFramePr>
          <p:nvPr/>
        </p:nvGraphicFramePr>
        <p:xfrm>
          <a:off x="301083" y="843756"/>
          <a:ext cx="9333572" cy="5916756"/>
        </p:xfrm>
        <a:graphic>
          <a:graphicData uri="http://schemas.openxmlformats.org/drawingml/2006/table">
            <a:tbl>
              <a:tblPr/>
              <a:tblGrid>
                <a:gridCol w="491431">
                  <a:extLst>
                    <a:ext uri="{9D8B030D-6E8A-4147-A177-3AD203B41FA5}">
                      <a16:colId xmlns:a16="http://schemas.microsoft.com/office/drawing/2014/main" val="3484704196"/>
                    </a:ext>
                  </a:extLst>
                </a:gridCol>
                <a:gridCol w="1163034">
                  <a:extLst>
                    <a:ext uri="{9D8B030D-6E8A-4147-A177-3AD203B41FA5}">
                      <a16:colId xmlns:a16="http://schemas.microsoft.com/office/drawing/2014/main" val="3863879091"/>
                    </a:ext>
                  </a:extLst>
                </a:gridCol>
                <a:gridCol w="4986790">
                  <a:extLst>
                    <a:ext uri="{9D8B030D-6E8A-4147-A177-3AD203B41FA5}">
                      <a16:colId xmlns:a16="http://schemas.microsoft.com/office/drawing/2014/main" val="99914978"/>
                    </a:ext>
                  </a:extLst>
                </a:gridCol>
                <a:gridCol w="2692317">
                  <a:extLst>
                    <a:ext uri="{9D8B030D-6E8A-4147-A177-3AD203B41FA5}">
                      <a16:colId xmlns:a16="http://schemas.microsoft.com/office/drawing/2014/main" val="2028788276"/>
                    </a:ext>
                  </a:extLst>
                </a:gridCol>
              </a:tblGrid>
              <a:tr h="125506">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690479">
                <a:tc>
                  <a:txBody>
                    <a:bodyPr/>
                    <a:lstStyle/>
                    <a:p>
                      <a:pPr algn="ctr" fontAlgn="base">
                        <a:lnSpc>
                          <a:spcPts val="1200"/>
                        </a:lnSpc>
                      </a:pPr>
                      <a:r>
                        <a:rPr lang="en-US" altLang="ja-JP" sz="900" b="0" i="0">
                          <a:solidFill>
                            <a:srgbClr val="000000"/>
                          </a:solidFill>
                          <a:effectLst/>
                          <a:latin typeface="+mn-ea"/>
                          <a:ea typeface="+mn-ea"/>
                        </a:rPr>
                        <a:t>2</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各種台帳の更新確認</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kern="1200">
                          <a:solidFill>
                            <a:schemeClr val="tx1"/>
                          </a:solidFill>
                          <a:latin typeface="+mn-ea"/>
                          <a:ea typeface="+mn-ea"/>
                          <a:cs typeface="+mn-cs"/>
                        </a:rPr>
                        <a:t>(</a:t>
                      </a:r>
                      <a:r>
                        <a:rPr kumimoji="1" lang="ja-JP" altLang="en-US" sz="900" kern="1200">
                          <a:solidFill>
                            <a:schemeClr val="tx1"/>
                          </a:solidFill>
                          <a:latin typeface="+mn-ea"/>
                          <a:ea typeface="+mn-ea"/>
                          <a:cs typeface="+mn-cs"/>
                        </a:rPr>
                        <a:t>続</a:t>
                      </a:r>
                      <a:r>
                        <a:rPr kumimoji="1" lang="en-US" altLang="ja-JP" sz="900" kern="1200">
                          <a:solidFill>
                            <a:schemeClr val="tx1"/>
                          </a:solidFill>
                          <a:latin typeface="+mn-ea"/>
                          <a:ea typeface="+mn-ea"/>
                          <a:cs typeface="+mn-cs"/>
                        </a:rPr>
                        <a:t>)</a:t>
                      </a: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endParaRPr kumimoji="1" lang="en-US" altLang="ja-JP" sz="900" kern="1200">
                        <a:solidFill>
                          <a:schemeClr val="tx1"/>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i="0" u="sng" strike="noStrike" kern="1200">
                          <a:solidFill>
                            <a:srgbClr val="000000"/>
                          </a:solidFill>
                          <a:latin typeface="+mn-ea"/>
                          <a:ea typeface="+mn-ea"/>
                          <a:cs typeface="+mn-cs"/>
                        </a:rPr>
                        <a:t>5</a:t>
                      </a:r>
                      <a:r>
                        <a:rPr kumimoji="1" lang="ja-JP" altLang="en-US" sz="900" b="1" i="0" u="sng" strike="noStrike" kern="1200">
                          <a:solidFill>
                            <a:srgbClr val="000000"/>
                          </a:solidFill>
                          <a:latin typeface="+mn-ea"/>
                          <a:ea typeface="+mn-ea"/>
                          <a:cs typeface="+mn-cs"/>
                        </a:rPr>
                        <a:t>．</a:t>
                      </a:r>
                      <a:r>
                        <a:rPr kumimoji="1" lang="en-US" altLang="ja-JP" sz="900" b="1" i="0" u="sng" strike="noStrike" kern="1200">
                          <a:solidFill>
                            <a:srgbClr val="000000"/>
                          </a:solidFill>
                          <a:latin typeface="+mn-ea"/>
                          <a:ea typeface="+mn-ea"/>
                          <a:cs typeface="+mn-cs"/>
                        </a:rPr>
                        <a:t>ToDo</a:t>
                      </a:r>
                      <a:r>
                        <a:rPr kumimoji="1" lang="ja-JP" altLang="en-US" sz="900" b="1" i="0" u="sng" strike="noStrike" kern="1200">
                          <a:solidFill>
                            <a:srgbClr val="000000"/>
                          </a:solidFill>
                          <a:latin typeface="+mn-ea"/>
                          <a:ea typeface="+mn-ea"/>
                          <a:cs typeface="+mn-cs"/>
                        </a:rPr>
                        <a:t>の期限延伸</a:t>
                      </a:r>
                      <a:endParaRPr kumimoji="1" lang="en-US" altLang="ja-JP" sz="900" kern="1200">
                        <a:solidFill>
                          <a:schemeClr val="tx1"/>
                        </a:solidFill>
                        <a:latin typeface="+mn-ea"/>
                        <a:ea typeface="+mn-ea"/>
                        <a:cs typeface="+mn-cs"/>
                      </a:endParaRPr>
                    </a:p>
                    <a:p>
                      <a:pPr marL="274320" marR="0" lvl="0" indent="-18542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i="0" u="none" strike="noStrike" kern="1200" cap="none" spc="0" normalizeH="0" baseline="0" noProof="0">
                          <a:ln>
                            <a:noFill/>
                          </a:ln>
                          <a:solidFill>
                            <a:srgbClr val="000000"/>
                          </a:solidFill>
                          <a:effectLst/>
                          <a:uLnTx/>
                          <a:uFillTx/>
                          <a:latin typeface="Meiryo UI"/>
                          <a:ea typeface="+mn-ea"/>
                          <a:cs typeface="+mn-cs"/>
                        </a:rPr>
                        <a:t>#1222(</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厚労省より提示いただいた令和</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9</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年度のプロファイル更新の取り込みスケジュールのドラフト版について、開発事業者と認識合わせを行い、確認結果を厚労省に連携する。</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a:t>
                      </a:r>
                      <a:br>
                        <a:rPr kumimoji="1" lang="en-US" altLang="ja-JP" sz="900" b="0" i="0" u="none" strike="noStrike" kern="1200" cap="none" spc="0" normalizeH="0" baseline="0" noProof="0">
                          <a:ln>
                            <a:noFill/>
                          </a:ln>
                          <a:solidFill>
                            <a:srgbClr val="000000"/>
                          </a:solidFill>
                          <a:effectLst/>
                          <a:uLnTx/>
                          <a:uFillTx/>
                          <a:latin typeface="Meiryo UI"/>
                          <a:ea typeface="+mn-ea"/>
                          <a:cs typeface="+mn-cs"/>
                        </a:rPr>
                      </a:br>
                      <a:r>
                        <a:rPr kumimoji="1" lang="ja-JP" altLang="en-US" sz="900" b="0" i="0" u="none" strike="noStrike" kern="1200" cap="none" spc="0" normalizeH="0" baseline="0" noProof="0">
                          <a:ln>
                            <a:noFill/>
                          </a:ln>
                          <a:solidFill>
                            <a:srgbClr val="000000"/>
                          </a:solidFill>
                          <a:effectLst/>
                          <a:uLnTx/>
                          <a:uFillTx/>
                          <a:latin typeface="Meiryo UI"/>
                          <a:ea typeface="+mn-ea"/>
                          <a:cs typeface="+mn-cs"/>
                        </a:rPr>
                        <a:t>■延伸期限</a:t>
                      </a:r>
                      <a:br>
                        <a:rPr kumimoji="1" lang="en-US" altLang="ja-JP" sz="900" b="0" i="0" u="none" strike="noStrike" kern="1200" cap="none" spc="0" normalizeH="0" baseline="0" noProof="0">
                          <a:ln>
                            <a:noFill/>
                          </a:ln>
                          <a:solidFill>
                            <a:srgbClr val="000000"/>
                          </a:solidFill>
                          <a:effectLst/>
                          <a:uLnTx/>
                          <a:uFillTx/>
                          <a:latin typeface="Meiryo UI"/>
                          <a:ea typeface="+mn-ea"/>
                          <a:cs typeface="+mn-cs"/>
                        </a:rPr>
                      </a:br>
                      <a:r>
                        <a:rPr kumimoji="1" lang="en-US" altLang="ja-JP" sz="900" b="0" i="0" u="none" strike="noStrike" kern="1200" cap="none" spc="0" normalizeH="0" baseline="0" noProof="0">
                          <a:ln>
                            <a:noFill/>
                          </a:ln>
                          <a:solidFill>
                            <a:prstClr val="black"/>
                          </a:solidFill>
                          <a:effectLst/>
                          <a:uLnTx/>
                          <a:uFillTx/>
                          <a:latin typeface="Meiryo UI"/>
                          <a:ea typeface="+mn-ea"/>
                          <a:cs typeface="+mn-cs"/>
                        </a:rPr>
                        <a:t>2026/10/5→2026/10/13</a:t>
                      </a:r>
                      <a:br>
                        <a:rPr kumimoji="1" lang="en-US" altLang="ja-JP" sz="900" b="0" i="0" u="none" strike="noStrike" kern="1200" cap="none" spc="0" normalizeH="0" baseline="0" noProof="0">
                          <a:ln>
                            <a:noFill/>
                          </a:ln>
                          <a:solidFill>
                            <a:srgbClr val="000000"/>
                          </a:solidFill>
                          <a:effectLst/>
                          <a:uLnTx/>
                          <a:uFillTx/>
                          <a:latin typeface="Meiryo UI"/>
                          <a:ea typeface="+mn-ea"/>
                          <a:cs typeface="+mn-cs"/>
                        </a:rPr>
                      </a:br>
                      <a:r>
                        <a:rPr kumimoji="1" lang="en-US" altLang="ja-JP" sz="900" b="0" i="0" u="none" strike="noStrike" kern="1200" cap="none" spc="0" normalizeH="0" baseline="0" noProof="0">
                          <a:ln>
                            <a:noFill/>
                          </a:ln>
                          <a:solidFill>
                            <a:prstClr val="black"/>
                          </a:solidFill>
                          <a:effectLst/>
                          <a:uLnTx/>
                          <a:uFillTx/>
                          <a:latin typeface="Meiryo UI"/>
                          <a:ea typeface="+mn-ea"/>
                          <a:cs typeface="+mn-cs"/>
                        </a:rPr>
                        <a:t>■</a:t>
                      </a:r>
                      <a:r>
                        <a:rPr kumimoji="1" lang="ja-JP" altLang="en-US" sz="900" b="0" i="0" u="none" strike="noStrike" kern="1200" cap="none" spc="0" normalizeH="0" baseline="0" noProof="0">
                          <a:ln>
                            <a:noFill/>
                          </a:ln>
                          <a:solidFill>
                            <a:prstClr val="black"/>
                          </a:solidFill>
                          <a:effectLst/>
                          <a:uLnTx/>
                          <a:uFillTx/>
                          <a:latin typeface="Meiryo UI"/>
                          <a:ea typeface="+mn-ea"/>
                          <a:cs typeface="+mn-cs"/>
                        </a:rPr>
                        <a:t>期限延伸の背景</a:t>
                      </a:r>
                      <a:br>
                        <a:rPr kumimoji="1" lang="en-US" altLang="ja-JP" sz="900" b="0" i="0" u="none" strike="noStrike" kern="1200" cap="none" spc="0" normalizeH="0" baseline="0" noProof="0">
                          <a:ln>
                            <a:noFill/>
                          </a:ln>
                          <a:solidFill>
                            <a:srgbClr val="000000"/>
                          </a:solidFill>
                          <a:effectLst/>
                          <a:uLnTx/>
                          <a:uFillTx/>
                          <a:latin typeface="Meiryo UI"/>
                          <a:ea typeface="+mn-ea"/>
                          <a:cs typeface="+mn-cs"/>
                        </a:rPr>
                      </a:br>
                      <a:r>
                        <a:rPr kumimoji="1" lang="ja-JP" altLang="en-US" sz="900" b="0" i="0" u="none" strike="noStrike" kern="1200" cap="none" spc="0" normalizeH="0" baseline="0" noProof="0">
                          <a:ln>
                            <a:noFill/>
                          </a:ln>
                          <a:solidFill>
                            <a:srgbClr val="000000"/>
                          </a:solidFill>
                          <a:effectLst/>
                          <a:uLnTx/>
                          <a:uFillTx/>
                          <a:latin typeface="Meiryo UI"/>
                          <a:ea typeface="+mn-ea"/>
                          <a:cs typeface="+mn-cs"/>
                        </a:rPr>
                        <a:t>令和</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9</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年度のプロファイル更新の取り込みスケジュールについて、</a:t>
                      </a:r>
                      <a:r>
                        <a:rPr kumimoji="1" lang="en-US" altLang="ja-JP" sz="900" b="0" i="0" u="none" strike="noStrike" kern="1200" cap="none" spc="0" normalizeH="0" baseline="0" noProof="0">
                          <a:ln>
                            <a:noFill/>
                          </a:ln>
                          <a:solidFill>
                            <a:srgbClr val="000000"/>
                          </a:solidFill>
                          <a:effectLst/>
                          <a:uLnTx/>
                          <a:uFillTx/>
                          <a:latin typeface="Meiryo UI"/>
                          <a:ea typeface="+mn-ea"/>
                          <a:cs typeface="+mn-cs"/>
                        </a:rPr>
                        <a:t>NTTD</a:t>
                      </a:r>
                      <a:r>
                        <a:rPr kumimoji="1" lang="ja-JP" altLang="en-US" sz="900" b="0" i="0" u="none" strike="noStrike" kern="1200" cap="none" spc="0" normalizeH="0" baseline="0" noProof="0">
                          <a:ln>
                            <a:noFill/>
                          </a:ln>
                          <a:solidFill>
                            <a:srgbClr val="000000"/>
                          </a:solidFill>
                          <a:effectLst/>
                          <a:uLnTx/>
                          <a:uFillTx/>
                          <a:latin typeface="Meiryo UI"/>
                          <a:ea typeface="+mn-ea"/>
                          <a:cs typeface="+mn-cs"/>
                        </a:rPr>
                        <a:t>に確認中のため。</a:t>
                      </a:r>
                      <a:endParaRPr kumimoji="1" lang="en-US" altLang="ja-JP" sz="900" b="0" i="0" u="none" strike="noStrike" kern="1200" cap="none" spc="0" normalizeH="0" baseline="0" noProof="0">
                        <a:ln>
                          <a:noFill/>
                        </a:ln>
                        <a:solidFill>
                          <a:srgbClr val="000000"/>
                        </a:solidFill>
                        <a:effectLst/>
                        <a:uLnTx/>
                        <a:uFillTx/>
                        <a:latin typeface="Meiryo UI"/>
                        <a:ea typeface="+mn-ea"/>
                        <a:cs typeface="+mn-cs"/>
                      </a:endParaRPr>
                    </a:p>
                    <a:p>
                      <a:pPr marL="88900" marR="0" lvl="0" indent="0" algn="l" defTabSz="843930" rtl="0" eaLnBrk="1" fontAlgn="base"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900" kern="1200">
                        <a:solidFill>
                          <a:schemeClr val="tx1"/>
                        </a:solidFill>
                        <a:latin typeface="+mn-ea"/>
                        <a:ea typeface="+mn-ea"/>
                        <a:cs typeface="+mn-cs"/>
                      </a:endParaRPr>
                    </a:p>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ja-JP" altLang="en-US" sz="900" b="1" i="0" u="sng" strike="noStrike" kern="1200">
                          <a:solidFill>
                            <a:srgbClr val="000000"/>
                          </a:solidFill>
                          <a:latin typeface="+mn-ea"/>
                          <a:ea typeface="+mn-ea"/>
                          <a:cs typeface="+mn-cs"/>
                        </a:rPr>
                        <a:t>6．</a:t>
                      </a:r>
                      <a:r>
                        <a:rPr kumimoji="1" lang="en-US" altLang="ja-JP" sz="900" b="1" i="0" u="sng" strike="noStrike" kern="1200">
                          <a:solidFill>
                            <a:srgbClr val="000000"/>
                          </a:solidFill>
                          <a:latin typeface="+mn-ea"/>
                          <a:ea typeface="+mn-ea"/>
                          <a:cs typeface="+mn-cs"/>
                        </a:rPr>
                        <a:t>ToDo</a:t>
                      </a:r>
                      <a:r>
                        <a:rPr kumimoji="1" lang="ja-JP" altLang="en-US" sz="900" b="1" i="0" u="sng" strike="noStrike" kern="1200">
                          <a:solidFill>
                            <a:srgbClr val="000000"/>
                          </a:solidFill>
                          <a:latin typeface="+mn-ea"/>
                          <a:ea typeface="+mn-ea"/>
                          <a:cs typeface="+mn-cs"/>
                        </a:rPr>
                        <a:t>の取り下げ</a:t>
                      </a:r>
                      <a:endParaRPr kumimoji="1" lang="en-US" altLang="ja-JP" sz="900" b="1" i="0" u="sng" strike="noStrike" kern="1200">
                        <a:solidFill>
                          <a:srgbClr val="000000"/>
                        </a:solidFill>
                        <a:latin typeface="+mn-ea"/>
                        <a:ea typeface="+mn-ea"/>
                        <a:cs typeface="+mn-cs"/>
                      </a:endParaRPr>
                    </a:p>
                    <a:p>
                      <a:pPr marL="260350" marR="0" lvl="0"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kern="1200">
                          <a:solidFill>
                            <a:srgbClr val="000000"/>
                          </a:solidFill>
                          <a:latin typeface="+mn-ea"/>
                          <a:ea typeface="+mn-ea"/>
                          <a:cs typeface="+mn-cs"/>
                        </a:rPr>
                        <a:t>下記</a:t>
                      </a:r>
                      <a:r>
                        <a:rPr kumimoji="1" lang="en-US" altLang="ja-JP" sz="900" b="0" kern="1200">
                          <a:solidFill>
                            <a:srgbClr val="000000"/>
                          </a:solidFill>
                          <a:latin typeface="+mn-ea"/>
                          <a:ea typeface="+mn-ea"/>
                          <a:cs typeface="+mn-cs"/>
                        </a:rPr>
                        <a:t>ToDo</a:t>
                      </a:r>
                      <a:r>
                        <a:rPr kumimoji="1" lang="ja-JP" altLang="en-US" sz="900" b="0" kern="1200">
                          <a:solidFill>
                            <a:srgbClr val="000000"/>
                          </a:solidFill>
                          <a:latin typeface="+mn-ea"/>
                          <a:ea typeface="+mn-ea"/>
                          <a:cs typeface="+mn-cs"/>
                        </a:rPr>
                        <a:t>を取り下げる。(</a:t>
                      </a:r>
                      <a:r>
                        <a:rPr kumimoji="1" lang="en-US" altLang="ja-JP" sz="900" b="0" kern="1200">
                          <a:solidFill>
                            <a:srgbClr val="000000"/>
                          </a:solidFill>
                          <a:latin typeface="+mn-ea"/>
                          <a:ea typeface="+mn-ea"/>
                          <a:cs typeface="+mn-cs"/>
                        </a:rPr>
                        <a:t>2</a:t>
                      </a:r>
                      <a:r>
                        <a:rPr kumimoji="1" lang="ja-JP" altLang="en-US" sz="900" b="0" kern="1200">
                          <a:solidFill>
                            <a:srgbClr val="000000"/>
                          </a:solidFill>
                          <a:latin typeface="+mn-ea"/>
                          <a:ea typeface="+mn-ea"/>
                          <a:cs typeface="+mn-cs"/>
                        </a:rPr>
                        <a:t>件)</a:t>
                      </a:r>
                      <a:endParaRPr kumimoji="1" lang="en-US" altLang="ja-JP" sz="900" b="0" kern="1200">
                        <a:solidFill>
                          <a:srgbClr val="000000"/>
                        </a:solidFill>
                        <a:latin typeface="+mn-ea"/>
                        <a:ea typeface="+mn-ea"/>
                        <a:cs typeface="+mn-cs"/>
                      </a:endParaRPr>
                    </a:p>
                    <a:p>
                      <a:pPr marL="260350"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#1180(</a:t>
                      </a:r>
                      <a:r>
                        <a:rPr kumimoji="1" lang="ja-JP" altLang="en-US" sz="900" b="0" kern="1200">
                          <a:solidFill>
                            <a:srgbClr val="000000"/>
                          </a:solidFill>
                          <a:latin typeface="+mn-ea"/>
                          <a:ea typeface="+mn-ea"/>
                          <a:cs typeface="+mn-cs"/>
                        </a:rPr>
                        <a:t>厚労省において</a:t>
                      </a:r>
                      <a:r>
                        <a:rPr kumimoji="1" lang="en-US" altLang="ja-JP" sz="900" b="0" kern="1200">
                          <a:solidFill>
                            <a:srgbClr val="000000"/>
                          </a:solidFill>
                          <a:latin typeface="+mn-ea"/>
                          <a:ea typeface="+mn-ea"/>
                          <a:cs typeface="+mn-cs"/>
                        </a:rPr>
                        <a:t>BI</a:t>
                      </a:r>
                      <a:r>
                        <a:rPr kumimoji="1" lang="ja-JP" altLang="en-US" sz="900" b="0" kern="1200">
                          <a:solidFill>
                            <a:srgbClr val="000000"/>
                          </a:solidFill>
                          <a:latin typeface="+mn-ea"/>
                          <a:ea typeface="+mn-ea"/>
                          <a:cs typeface="+mn-cs"/>
                        </a:rPr>
                        <a:t>ツールを用いた統計ログ出力に関する案件を新規起票するにあたり、現行の</a:t>
                      </a:r>
                      <a:r>
                        <a:rPr kumimoji="1" lang="en-US" altLang="ja-JP" sz="900" b="0" kern="1200">
                          <a:solidFill>
                            <a:srgbClr val="000000"/>
                          </a:solidFill>
                          <a:latin typeface="+mn-ea"/>
                          <a:ea typeface="+mn-ea"/>
                          <a:cs typeface="+mn-cs"/>
                        </a:rPr>
                        <a:t>BI</a:t>
                      </a:r>
                      <a:r>
                        <a:rPr kumimoji="1" lang="ja-JP" altLang="en-US" sz="900" b="0" kern="1200">
                          <a:solidFill>
                            <a:srgbClr val="000000"/>
                          </a:solidFill>
                          <a:latin typeface="+mn-ea"/>
                          <a:ea typeface="+mn-ea"/>
                          <a:cs typeface="+mn-cs"/>
                        </a:rPr>
                        <a:t>ツールで実施可能な事項と実現不可能な事項をそれぞれ整理するとともに、今後実施想定の内容を整理し、厚労省へ説明する。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取り下げの背景</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ToDo#1210</a:t>
                      </a:r>
                      <a:r>
                        <a:rPr kumimoji="1" lang="ja-JP" altLang="en-US" sz="900" b="0" kern="1200">
                          <a:solidFill>
                            <a:srgbClr val="000000"/>
                          </a:solidFill>
                          <a:latin typeface="+mn-ea"/>
                          <a:ea typeface="+mn-ea"/>
                          <a:cs typeface="+mn-cs"/>
                        </a:rPr>
                        <a:t>、</a:t>
                      </a:r>
                      <a:r>
                        <a:rPr kumimoji="1" lang="en-US" altLang="ja-JP" sz="900" b="0" kern="1200">
                          <a:solidFill>
                            <a:srgbClr val="000000"/>
                          </a:solidFill>
                          <a:latin typeface="+mn-ea"/>
                          <a:ea typeface="+mn-ea"/>
                          <a:cs typeface="+mn-cs"/>
                        </a:rPr>
                        <a:t>#1211</a:t>
                      </a:r>
                      <a:r>
                        <a:rPr kumimoji="1" lang="ja-JP" altLang="en-US" sz="900" b="0" kern="1200">
                          <a:solidFill>
                            <a:srgbClr val="000000"/>
                          </a:solidFill>
                          <a:latin typeface="+mn-ea"/>
                          <a:ea typeface="+mn-ea"/>
                          <a:cs typeface="+mn-cs"/>
                        </a:rPr>
                        <a:t>で後続対応を行うため。</a:t>
                      </a:r>
                      <a:endParaRPr kumimoji="1" lang="en-US" altLang="ja-JP" sz="900" b="0" kern="1200">
                        <a:solidFill>
                          <a:srgbClr val="000000"/>
                        </a:solidFill>
                        <a:latin typeface="+mn-ea"/>
                        <a:ea typeface="+mn-ea"/>
                        <a:cs typeface="+mn-cs"/>
                      </a:endParaRPr>
                    </a:p>
                    <a:p>
                      <a:pPr marL="260350"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900" b="0" kern="1200">
                          <a:solidFill>
                            <a:srgbClr val="000000"/>
                          </a:solidFill>
                          <a:latin typeface="+mn-ea"/>
                          <a:ea typeface="+mn-ea"/>
                          <a:cs typeface="+mn-cs"/>
                        </a:rPr>
                        <a:t>#1198(</a:t>
                      </a:r>
                      <a:r>
                        <a:rPr kumimoji="1" lang="ja-JP" altLang="en-US" sz="900" b="0" kern="1200">
                          <a:solidFill>
                            <a:srgbClr val="000000"/>
                          </a:solidFill>
                          <a:latin typeface="+mn-ea"/>
                          <a:ea typeface="+mn-ea"/>
                          <a:cs typeface="+mn-cs"/>
                        </a:rPr>
                        <a:t>標準マスタにおいて</a:t>
                      </a:r>
                      <a:r>
                        <a:rPr kumimoji="1" lang="en-US" altLang="ja-JP" sz="900" b="0" kern="1200">
                          <a:solidFill>
                            <a:srgbClr val="000000"/>
                          </a:solidFill>
                          <a:latin typeface="+mn-ea"/>
                          <a:ea typeface="+mn-ea"/>
                          <a:cs typeface="+mn-cs"/>
                        </a:rPr>
                        <a:t>1</a:t>
                      </a:r>
                      <a:r>
                        <a:rPr kumimoji="1" lang="ja-JP" altLang="en-US" sz="900" b="0" kern="1200">
                          <a:solidFill>
                            <a:srgbClr val="000000"/>
                          </a:solidFill>
                          <a:latin typeface="+mn-ea"/>
                          <a:ea typeface="+mn-ea"/>
                          <a:cs typeface="+mn-cs"/>
                        </a:rPr>
                        <a:t>つの</a:t>
                      </a:r>
                      <a:r>
                        <a:rPr kumimoji="1" lang="en-US" altLang="ja-JP" sz="900" b="0" kern="1200">
                          <a:solidFill>
                            <a:srgbClr val="000000"/>
                          </a:solidFill>
                          <a:latin typeface="+mn-ea"/>
                          <a:ea typeface="+mn-ea"/>
                          <a:cs typeface="+mn-cs"/>
                        </a:rPr>
                        <a:t>code</a:t>
                      </a:r>
                      <a:r>
                        <a:rPr kumimoji="1" lang="ja-JP" altLang="en-US" sz="900" b="0" kern="1200">
                          <a:solidFill>
                            <a:srgbClr val="000000"/>
                          </a:solidFill>
                          <a:latin typeface="+mn-ea"/>
                          <a:ea typeface="+mn-ea"/>
                          <a:cs typeface="+mn-cs"/>
                        </a:rPr>
                        <a:t>に対する</a:t>
                      </a:r>
                      <a:r>
                        <a:rPr kumimoji="1" lang="en-US" altLang="ja-JP" sz="900" b="0" kern="1200">
                          <a:solidFill>
                            <a:srgbClr val="000000"/>
                          </a:solidFill>
                          <a:latin typeface="+mn-ea"/>
                          <a:ea typeface="+mn-ea"/>
                          <a:cs typeface="+mn-cs"/>
                        </a:rPr>
                        <a:t>display</a:t>
                      </a:r>
                      <a:r>
                        <a:rPr kumimoji="1" lang="ja-JP" altLang="en-US" sz="900" b="0" kern="1200">
                          <a:solidFill>
                            <a:srgbClr val="000000"/>
                          </a:solidFill>
                          <a:latin typeface="+mn-ea"/>
                          <a:ea typeface="+mn-ea"/>
                          <a:cs typeface="+mn-cs"/>
                        </a:rPr>
                        <a:t>値が変更された場合に発生するエラーの恒久対応について、厚労省から提示予定の経過措置期間の設定・登録に係る運用方針に基づいて、改修費用およびランニングコストの見積もりを取得する。また、見積もり結果を厚労省に連携する。</a:t>
                      </a:r>
                      <a:r>
                        <a:rPr kumimoji="1" lang="en-US" altLang="ja-JP" sz="900" b="0" kern="1200">
                          <a:solidFill>
                            <a:srgbClr val="000000"/>
                          </a:solidFill>
                          <a:latin typeface="+mn-ea"/>
                          <a:ea typeface="+mn-ea"/>
                          <a:cs typeface="+mn-cs"/>
                        </a:rPr>
                        <a:t>)</a:t>
                      </a:r>
                      <a:br>
                        <a:rPr kumimoji="1" lang="en-US" altLang="ja-JP" sz="900" b="0" kern="1200">
                          <a:solidFill>
                            <a:srgbClr val="000000"/>
                          </a:solidFill>
                          <a:latin typeface="+mn-ea"/>
                          <a:ea typeface="+mn-ea"/>
                          <a:cs typeface="+mn-cs"/>
                        </a:rPr>
                      </a:br>
                      <a:r>
                        <a:rPr kumimoji="1" lang="en-US" altLang="ja-JP" sz="900" b="0" kern="1200">
                          <a:solidFill>
                            <a:schemeClr val="tx1"/>
                          </a:solidFill>
                          <a:latin typeface="+mn-ea"/>
                          <a:ea typeface="+mn-ea"/>
                          <a:cs typeface="+mn-cs"/>
                        </a:rPr>
                        <a:t>■</a:t>
                      </a:r>
                      <a:r>
                        <a:rPr kumimoji="1" lang="ja-JP" altLang="en-US" sz="900" b="0" kern="1200">
                          <a:solidFill>
                            <a:schemeClr val="tx1"/>
                          </a:solidFill>
                          <a:latin typeface="+mn-ea"/>
                          <a:ea typeface="+mn-ea"/>
                          <a:cs typeface="+mn-cs"/>
                        </a:rPr>
                        <a:t>取り下げの背景</a:t>
                      </a:r>
                      <a:br>
                        <a:rPr kumimoji="1" lang="en-US" altLang="ja-JP" sz="900" b="0" kern="1200">
                          <a:solidFill>
                            <a:srgbClr val="000000"/>
                          </a:solidFill>
                          <a:latin typeface="+mn-ea"/>
                          <a:ea typeface="+mn-ea"/>
                          <a:cs typeface="+mn-cs"/>
                        </a:rPr>
                      </a:br>
                      <a:r>
                        <a:rPr kumimoji="1" lang="en-US" altLang="ja-JP" sz="900" b="0" kern="1200">
                          <a:solidFill>
                            <a:srgbClr val="000000"/>
                          </a:solidFill>
                          <a:latin typeface="+mn-ea"/>
                          <a:ea typeface="+mn-ea"/>
                          <a:cs typeface="+mn-cs"/>
                        </a:rPr>
                        <a:t>ToDo#1219</a:t>
                      </a:r>
                      <a:r>
                        <a:rPr kumimoji="1" lang="ja-JP" altLang="en-US" sz="900" b="0" kern="1200">
                          <a:solidFill>
                            <a:srgbClr val="000000"/>
                          </a:solidFill>
                          <a:latin typeface="+mn-ea"/>
                          <a:ea typeface="+mn-ea"/>
                          <a:cs typeface="+mn-cs"/>
                        </a:rPr>
                        <a:t>で後続対応を行うため。</a:t>
                      </a:r>
                      <a:endParaRPr kumimoji="1" lang="en-US" altLang="ja-JP" sz="900" b="0" i="0" u="none" strike="noStrike" kern="1200" noProof="0">
                        <a:solidFill>
                          <a:srgbClr val="000000"/>
                        </a:solidFill>
                        <a:latin typeface="+mn-ea"/>
                        <a:ea typeface="+mn-ea"/>
                        <a:cs typeface="+mn-cs"/>
                      </a:endParaRPr>
                    </a:p>
                    <a:p>
                      <a:pPr marL="260350" marR="0" lvl="0" indent="-171450" algn="l" defTabSz="843930" rtl="0" eaLnBrk="1" fontAlgn="base"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900" b="0" i="0" u="none" strike="noStrike" kern="1200" noProof="0">
                        <a:solidFill>
                          <a:srgbClr val="000000"/>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ja-JP" altLang="en-US" sz="900" b="0" i="0" u="none" strike="noStrike" kern="1200" noProof="0">
                          <a:solidFill>
                            <a:srgbClr val="000000"/>
                          </a:solidFill>
                          <a:latin typeface="+mn-ea"/>
                          <a:ea typeface="+mn-ea"/>
                          <a:cs typeface="Arial"/>
                        </a:rPr>
                        <a:t>特になし。</a:t>
                      </a:r>
                      <a:endParaRPr lang="en-US" altLang="ja-JP" sz="900" b="0" i="0" u="none" strike="noStrike" kern="1200" noProof="0">
                        <a:solidFill>
                          <a:srgbClr val="000000"/>
                        </a:solidFill>
                        <a:latin typeface="+mn-ea"/>
                        <a:ea typeface="+mn-ea"/>
                        <a:cs typeface="Arial"/>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657906441"/>
                  </a:ext>
                </a:extLst>
              </a:tr>
              <a:tr h="540000">
                <a:tc>
                  <a:txBody>
                    <a:bodyPr/>
                    <a:lstStyle/>
                    <a:p>
                      <a:pPr algn="ctr" fontAlgn="base">
                        <a:lnSpc>
                          <a:spcPts val="1200"/>
                        </a:lnSpc>
                      </a:pPr>
                      <a:r>
                        <a:rPr lang="en-US" altLang="ja-JP" sz="900" b="0" i="0">
                          <a:solidFill>
                            <a:srgbClr val="000000"/>
                          </a:solidFill>
                          <a:effectLst/>
                          <a:latin typeface="+mn-ea"/>
                          <a:ea typeface="+mn-ea"/>
                        </a:rPr>
                        <a:t>3</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令和</a:t>
                      </a:r>
                      <a:r>
                        <a:rPr kumimoji="1" lang="en-US" altLang="ja-JP" sz="900" b="0" i="0" kern="1200">
                          <a:solidFill>
                            <a:srgbClr val="000000"/>
                          </a:solidFill>
                          <a:effectLst/>
                          <a:latin typeface="+mn-ea"/>
                          <a:ea typeface="+mn-ea"/>
                          <a:cs typeface="+mn-cs"/>
                        </a:rPr>
                        <a:t>8</a:t>
                      </a:r>
                      <a:r>
                        <a:rPr kumimoji="1" lang="ja-JP" altLang="en-US" sz="900" b="0" i="0" kern="1200">
                          <a:solidFill>
                            <a:srgbClr val="000000"/>
                          </a:solidFill>
                          <a:effectLst/>
                          <a:latin typeface="+mn-ea"/>
                          <a:ea typeface="+mn-ea"/>
                          <a:cs typeface="+mn-cs"/>
                        </a:rPr>
                        <a:t>年度案件の概況</a:t>
                      </a:r>
                      <a:endParaRPr kumimoji="1" lang="en-US" altLang="ja-JP" sz="900" b="0" i="0" kern="1200">
                        <a:solidFill>
                          <a:srgbClr val="000000"/>
                        </a:solidFill>
                        <a:effectLst/>
                        <a:latin typeface="+mn-ea"/>
                        <a:ea typeface="+mn-ea"/>
                        <a:cs typeface="+mn-cs"/>
                      </a:endParaRP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特になし。</a:t>
                      </a:r>
                      <a:endParaRPr kumimoji="1" lang="en-US" altLang="ja-JP" sz="900" b="0" u="none" kern="1200">
                        <a:solidFill>
                          <a:schemeClr val="tx1"/>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案件</a:t>
                      </a:r>
                      <a:r>
                        <a:rPr kumimoji="1" lang="en-US" altLang="ja-JP" sz="900" b="0" u="none" kern="1200">
                          <a:solidFill>
                            <a:schemeClr val="tx1"/>
                          </a:solidFill>
                          <a:latin typeface="+mn-ea"/>
                          <a:ea typeface="+mn-ea"/>
                          <a:cs typeface="+mn-cs"/>
                        </a:rPr>
                        <a:t>ID192(</a:t>
                      </a:r>
                      <a:r>
                        <a:rPr kumimoji="1" lang="ja-JP" altLang="en-US" sz="900" b="0" u="none" kern="1200">
                          <a:solidFill>
                            <a:schemeClr val="tx1"/>
                          </a:solidFill>
                          <a:latin typeface="+mn-ea"/>
                          <a:ea typeface="+mn-ea"/>
                          <a:cs typeface="+mn-cs"/>
                        </a:rPr>
                        <a:t>サポートするプロファイルバージョンの終了</a:t>
                      </a:r>
                      <a:r>
                        <a:rPr kumimoji="1" lang="en-US" altLang="ja-JP" sz="900" b="0" u="none" kern="1200">
                          <a:solidFill>
                            <a:schemeClr val="tx1"/>
                          </a:solidFill>
                          <a:latin typeface="+mn-ea"/>
                          <a:ea typeface="+mn-ea"/>
                          <a:cs typeface="+mn-cs"/>
                        </a:rPr>
                        <a:t>(</a:t>
                      </a:r>
                      <a:r>
                        <a:rPr kumimoji="1" lang="ja-JP" altLang="en-US" sz="900" b="0" u="none" kern="1200">
                          <a:solidFill>
                            <a:schemeClr val="tx1"/>
                          </a:solidFill>
                          <a:latin typeface="+mn-ea"/>
                          <a:ea typeface="+mn-ea"/>
                          <a:cs typeface="+mn-cs"/>
                        </a:rPr>
                        <a:t>令和</a:t>
                      </a:r>
                      <a:r>
                        <a:rPr kumimoji="1" lang="en-US" altLang="ja-JP" sz="900" b="0" u="none" kern="1200">
                          <a:solidFill>
                            <a:schemeClr val="tx1"/>
                          </a:solidFill>
                          <a:latin typeface="+mn-ea"/>
                          <a:ea typeface="+mn-ea"/>
                          <a:cs typeface="+mn-cs"/>
                        </a:rPr>
                        <a:t>8</a:t>
                      </a:r>
                      <a:r>
                        <a:rPr kumimoji="1" lang="ja-JP" altLang="en-US" sz="900" b="0" u="none" kern="1200">
                          <a:solidFill>
                            <a:schemeClr val="tx1"/>
                          </a:solidFill>
                          <a:latin typeface="+mn-ea"/>
                          <a:ea typeface="+mn-ea"/>
                          <a:cs typeface="+mn-cs"/>
                        </a:rPr>
                        <a:t>年</a:t>
                      </a:r>
                      <a:r>
                        <a:rPr kumimoji="1" lang="en-US" altLang="ja-JP" sz="900" b="0" u="none" kern="1200">
                          <a:solidFill>
                            <a:schemeClr val="tx1"/>
                          </a:solidFill>
                          <a:latin typeface="+mn-ea"/>
                          <a:ea typeface="+mn-ea"/>
                          <a:cs typeface="+mn-cs"/>
                        </a:rPr>
                        <a:t>9</a:t>
                      </a:r>
                      <a:r>
                        <a:rPr kumimoji="1" lang="ja-JP" altLang="en-US" sz="900" b="0" u="none" kern="1200">
                          <a:solidFill>
                            <a:schemeClr val="tx1"/>
                          </a:solidFill>
                          <a:latin typeface="+mn-ea"/>
                          <a:ea typeface="+mn-ea"/>
                          <a:cs typeface="+mn-cs"/>
                        </a:rPr>
                        <a:t>末</a:t>
                      </a:r>
                      <a:r>
                        <a:rPr kumimoji="1" lang="en-US" altLang="ja-JP" sz="900" b="0" u="none" kern="1200">
                          <a:solidFill>
                            <a:schemeClr val="tx1"/>
                          </a:solidFill>
                          <a:latin typeface="+mn-ea"/>
                          <a:ea typeface="+mn-ea"/>
                          <a:cs typeface="+mn-cs"/>
                        </a:rPr>
                        <a:t>))</a:t>
                      </a:r>
                      <a:r>
                        <a:rPr kumimoji="1" lang="ja-JP" altLang="en-US" sz="900" b="0" u="none" kern="1200">
                          <a:solidFill>
                            <a:schemeClr val="tx1"/>
                          </a:solidFill>
                          <a:latin typeface="+mn-ea"/>
                          <a:ea typeface="+mn-ea"/>
                          <a:cs typeface="+mn-cs"/>
                        </a:rPr>
                        <a:t>について、案件台帳上の案件名から「令和</a:t>
                      </a:r>
                      <a:r>
                        <a:rPr kumimoji="1" lang="en-US" altLang="ja-JP" sz="900" b="0" u="none" kern="1200">
                          <a:solidFill>
                            <a:schemeClr val="tx1"/>
                          </a:solidFill>
                          <a:latin typeface="+mn-ea"/>
                          <a:ea typeface="+mn-ea"/>
                          <a:cs typeface="+mn-cs"/>
                        </a:rPr>
                        <a:t>8</a:t>
                      </a:r>
                      <a:r>
                        <a:rPr kumimoji="1" lang="ja-JP" altLang="en-US" sz="900" b="0" u="none" kern="1200">
                          <a:solidFill>
                            <a:schemeClr val="tx1"/>
                          </a:solidFill>
                          <a:latin typeface="+mn-ea"/>
                          <a:ea typeface="+mn-ea"/>
                          <a:cs typeface="+mn-cs"/>
                        </a:rPr>
                        <a:t>年</a:t>
                      </a:r>
                      <a:r>
                        <a:rPr kumimoji="1" lang="en-US" altLang="ja-JP" sz="900" b="0" u="none" kern="1200">
                          <a:solidFill>
                            <a:schemeClr val="tx1"/>
                          </a:solidFill>
                          <a:latin typeface="+mn-ea"/>
                          <a:ea typeface="+mn-ea"/>
                          <a:cs typeface="+mn-cs"/>
                        </a:rPr>
                        <a:t>9</a:t>
                      </a:r>
                      <a:r>
                        <a:rPr kumimoji="1" lang="ja-JP" altLang="en-US" sz="900" b="0" u="none" kern="1200">
                          <a:solidFill>
                            <a:schemeClr val="tx1"/>
                          </a:solidFill>
                          <a:latin typeface="+mn-ea"/>
                          <a:ea typeface="+mn-ea"/>
                          <a:cs typeface="+mn-cs"/>
                        </a:rPr>
                        <a:t>末」の文言を削除する。</a:t>
                      </a:r>
                      <a:r>
                        <a:rPr kumimoji="1" lang="en-US" altLang="ja-JP" sz="900" b="0" u="none" kern="1200">
                          <a:solidFill>
                            <a:schemeClr val="tx1"/>
                          </a:solidFill>
                          <a:latin typeface="+mn-ea"/>
                          <a:ea typeface="+mn-ea"/>
                          <a:cs typeface="+mn-cs"/>
                        </a:rPr>
                        <a:t>【</a:t>
                      </a:r>
                      <a:r>
                        <a:rPr kumimoji="1" lang="ja-JP" altLang="en-US" sz="900" b="0" u="none" kern="1200">
                          <a:solidFill>
                            <a:schemeClr val="tx1"/>
                          </a:solidFill>
                          <a:latin typeface="+mn-ea"/>
                          <a:ea typeface="+mn-ea"/>
                          <a:cs typeface="+mn-cs"/>
                        </a:rPr>
                        <a:t>厚労省 </a:t>
                      </a:r>
                      <a:r>
                        <a:rPr kumimoji="1" lang="en-US" altLang="ja-JP" sz="900" b="0" u="none" kern="1200">
                          <a:solidFill>
                            <a:schemeClr val="tx1"/>
                          </a:solidFill>
                          <a:latin typeface="+mn-ea"/>
                          <a:ea typeface="+mn-ea"/>
                          <a:cs typeface="+mn-cs"/>
                        </a:rPr>
                        <a:t>10/9】</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60509963"/>
                  </a:ext>
                </a:extLst>
              </a:tr>
              <a:tr h="540000">
                <a:tc>
                  <a:txBody>
                    <a:bodyPr/>
                    <a:lstStyle/>
                    <a:p>
                      <a:pPr lvl="0" algn="ctr">
                        <a:lnSpc>
                          <a:spcPts val="1200"/>
                        </a:lnSpc>
                        <a:buNone/>
                      </a:pPr>
                      <a:r>
                        <a:rPr lang="en-US" altLang="ja-JP" sz="900" b="0" i="0">
                          <a:solidFill>
                            <a:srgbClr val="000000"/>
                          </a:solidFill>
                          <a:effectLst/>
                          <a:latin typeface="+mn-ea"/>
                          <a:ea typeface="+mn-ea"/>
                        </a:rPr>
                        <a:t>4</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令和</a:t>
                      </a:r>
                      <a:r>
                        <a:rPr kumimoji="1" lang="en-US" altLang="ja-JP" sz="900" b="0">
                          <a:latin typeface="+mn-ea"/>
                          <a:ea typeface="+mn-ea"/>
                        </a:rPr>
                        <a:t>9</a:t>
                      </a:r>
                      <a:r>
                        <a:rPr kumimoji="1" lang="ja-JP" altLang="en-US" sz="900" b="0">
                          <a:latin typeface="+mn-ea"/>
                          <a:ea typeface="+mn-ea"/>
                        </a:rPr>
                        <a:t>年度開発向け要件整理案件の実施内容・進め方</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特になし。</a:t>
                      </a:r>
                      <a:endParaRPr kumimoji="1" lang="en-US" altLang="ja-JP" sz="900" b="0" u="none" kern="1200">
                        <a:solidFill>
                          <a:schemeClr val="tx1"/>
                        </a:solidFill>
                        <a:latin typeface="+mn-ea"/>
                        <a:ea typeface="+mn-ea"/>
                        <a:cs typeface="+mn-cs"/>
                      </a:endParaRPr>
                    </a:p>
                    <a:p>
                      <a:pPr marL="0" marR="0" lvl="1" indent="0" algn="l" defTabSz="843930" rtl="0" eaLnBrk="1" fontAlgn="base" latinLnBrk="0" hangingPunct="1">
                        <a:lnSpc>
                          <a:spcPct val="100000"/>
                        </a:lnSpc>
                        <a:spcBef>
                          <a:spcPts val="0"/>
                        </a:spcBef>
                        <a:spcAft>
                          <a:spcPts val="0"/>
                        </a:spcAft>
                        <a:buClrTx/>
                        <a:buSzTx/>
                        <a:buFont typeface="Meiryo UI" panose="020B0604030504040204" pitchFamily="50" charset="-128"/>
                        <a:buNone/>
                        <a:tabLst/>
                        <a:defRPr/>
                      </a:pPr>
                      <a:br>
                        <a:rPr kumimoji="1" lang="en-US" altLang="ja-JP" sz="900" b="0" u="none" kern="1200">
                          <a:solidFill>
                            <a:srgbClr val="000000"/>
                          </a:solidFill>
                          <a:latin typeface="+mn-ea"/>
                          <a:ea typeface="+mn-ea"/>
                          <a:cs typeface="+mn-cs"/>
                        </a:rPr>
                      </a:b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n-ea"/>
                          <a:ea typeface="+mn-ea"/>
                          <a:cs typeface="+mn-cs"/>
                        </a:rPr>
                        <a:t>令和</a:t>
                      </a:r>
                      <a:r>
                        <a:rPr kumimoji="0" lang="en-US" altLang="ja-JP" sz="900" b="0" i="0" u="none" strike="noStrike" kern="0" cap="none" spc="0" normalizeH="0" baseline="0" noProof="0">
                          <a:ln>
                            <a:noFill/>
                          </a:ln>
                          <a:solidFill>
                            <a:srgbClr val="000000"/>
                          </a:solidFill>
                          <a:effectLst/>
                          <a:uLnTx/>
                          <a:uFillTx/>
                          <a:latin typeface="+mn-ea"/>
                          <a:ea typeface="+mn-ea"/>
                          <a:cs typeface="+mn-cs"/>
                        </a:rPr>
                        <a:t>9</a:t>
                      </a:r>
                      <a:r>
                        <a:rPr kumimoji="0" lang="ja-JP" altLang="en-US" sz="900" b="0" i="0" u="none" strike="noStrike" kern="0" cap="none" spc="0" normalizeH="0" baseline="0" noProof="0">
                          <a:ln>
                            <a:noFill/>
                          </a:ln>
                          <a:solidFill>
                            <a:srgbClr val="000000"/>
                          </a:solidFill>
                          <a:effectLst/>
                          <a:uLnTx/>
                          <a:uFillTx/>
                          <a:latin typeface="+mn-ea"/>
                          <a:ea typeface="+mn-ea"/>
                          <a:cs typeface="+mn-cs"/>
                        </a:rPr>
                        <a:t>年度開発向け要件整理案件の実施内容および進め方について書面</a:t>
                      </a:r>
                      <a:r>
                        <a:rPr kumimoji="0" lang="en-US" altLang="ja-JP" sz="900" b="0" i="0" u="none" strike="noStrike" kern="0" cap="none" spc="0" normalizeH="0" baseline="30000" noProof="0">
                          <a:ln>
                            <a:noFill/>
                          </a:ln>
                          <a:solidFill>
                            <a:srgbClr val="000000"/>
                          </a:solidFill>
                          <a:effectLst/>
                          <a:uLnTx/>
                          <a:uFillTx/>
                          <a:latin typeface="+mn-ea"/>
                          <a:ea typeface="+mn-ea"/>
                          <a:cs typeface="+mn-cs"/>
                        </a:rPr>
                        <a:t>※</a:t>
                      </a:r>
                      <a:r>
                        <a:rPr kumimoji="0" lang="ja-JP" altLang="en-US" sz="900" b="0" i="0" u="none" strike="noStrike" kern="0" cap="none" spc="0" normalizeH="0" baseline="0" noProof="0">
                          <a:ln>
                            <a:noFill/>
                          </a:ln>
                          <a:solidFill>
                            <a:srgbClr val="000000"/>
                          </a:solidFill>
                          <a:effectLst/>
                          <a:uLnTx/>
                          <a:uFillTx/>
                          <a:latin typeface="+mn-ea"/>
                          <a:ea typeface="+mn-ea"/>
                          <a:cs typeface="+mn-cs"/>
                        </a:rPr>
                        <a:t>にて確認し、確認結果を</a:t>
                      </a:r>
                      <a:r>
                        <a:rPr kumimoji="0" lang="en-US" altLang="ja-JP" sz="900" b="0" i="0" u="none" strike="noStrike" kern="0" cap="none" spc="0" normalizeH="0" baseline="0" noProof="0">
                          <a:ln>
                            <a:noFill/>
                          </a:ln>
                          <a:solidFill>
                            <a:srgbClr val="000000"/>
                          </a:solidFill>
                          <a:effectLst/>
                          <a:uLnTx/>
                          <a:uFillTx/>
                          <a:latin typeface="+mn-ea"/>
                          <a:ea typeface="+mn-ea"/>
                          <a:cs typeface="+mn-cs"/>
                        </a:rPr>
                        <a:t>DX</a:t>
                      </a:r>
                      <a:r>
                        <a:rPr kumimoji="0" lang="ja-JP" altLang="en-US" sz="900" b="0" i="0" u="none" strike="noStrike" kern="0" cap="none" spc="0" normalizeH="0" baseline="0" noProof="0">
                          <a:ln>
                            <a:noFill/>
                          </a:ln>
                          <a:solidFill>
                            <a:srgbClr val="000000"/>
                          </a:solidFill>
                          <a:effectLst/>
                          <a:uLnTx/>
                          <a:uFillTx/>
                          <a:latin typeface="+mn-ea"/>
                          <a:ea typeface="+mn-ea"/>
                          <a:cs typeface="+mn-cs"/>
                        </a:rPr>
                        <a:t>機構へ連携する。</a:t>
                      </a:r>
                      <a:r>
                        <a:rPr kumimoji="0" lang="en-US" altLang="ja-JP" sz="900" b="0" i="0" u="none" strike="noStrike" kern="0" cap="none" spc="0" normalizeH="0" baseline="0" noProof="0">
                          <a:ln>
                            <a:noFill/>
                          </a:ln>
                          <a:solidFill>
                            <a:srgbClr val="000000"/>
                          </a:solidFill>
                          <a:effectLst/>
                          <a:uLnTx/>
                          <a:uFillTx/>
                          <a:latin typeface="+mn-ea"/>
                          <a:ea typeface="+mn-ea"/>
                          <a:cs typeface="+mn-cs"/>
                        </a:rPr>
                        <a:t>【</a:t>
                      </a:r>
                      <a:r>
                        <a:rPr kumimoji="0" lang="ja-JP" altLang="en-US" sz="900" b="0" i="0" u="none" strike="noStrike" kern="0" cap="none" spc="0" normalizeH="0" baseline="0" noProof="0">
                          <a:ln>
                            <a:noFill/>
                          </a:ln>
                          <a:solidFill>
                            <a:srgbClr val="000000"/>
                          </a:solidFill>
                          <a:effectLst/>
                          <a:uLnTx/>
                          <a:uFillTx/>
                          <a:latin typeface="+mn-ea"/>
                          <a:ea typeface="+mn-ea"/>
                          <a:cs typeface="+mn-cs"/>
                        </a:rPr>
                        <a:t>厚労省 </a:t>
                      </a:r>
                      <a:r>
                        <a:rPr kumimoji="0" lang="en-US" altLang="ja-JP" sz="900" b="0" i="0" u="none" strike="noStrike" kern="0" cap="none" spc="0" normalizeH="0" baseline="0" noProof="0">
                          <a:ln>
                            <a:noFill/>
                          </a:ln>
                          <a:solidFill>
                            <a:srgbClr val="000000"/>
                          </a:solidFill>
                          <a:effectLst/>
                          <a:uLnTx/>
                          <a:uFillTx/>
                          <a:latin typeface="+mn-ea"/>
                          <a:ea typeface="+mn-ea"/>
                          <a:cs typeface="+mn-cs"/>
                        </a:rPr>
                        <a:t>10/13】​</a:t>
                      </a:r>
                      <a:br>
                        <a:rPr kumimoji="0" lang="en-US" altLang="ja-JP" sz="900" b="0" i="0" u="none" strike="noStrike" kern="0" cap="none" spc="0" normalizeH="0" baseline="0" noProof="0">
                          <a:ln>
                            <a:noFill/>
                          </a:ln>
                          <a:solidFill>
                            <a:srgbClr val="000000"/>
                          </a:solidFill>
                          <a:effectLst/>
                          <a:uLnTx/>
                          <a:uFillTx/>
                          <a:latin typeface="+mn-ea"/>
                          <a:ea typeface="+mn-ea"/>
                          <a:cs typeface="+mn-cs"/>
                        </a:rPr>
                      </a:br>
                      <a:r>
                        <a:rPr kumimoji="0" lang="en-US" altLang="ja-JP" sz="900" b="0" i="0" u="none" strike="noStrike" kern="0" cap="none" spc="0" normalizeH="0" baseline="0" noProof="0">
                          <a:ln>
                            <a:noFill/>
                          </a:ln>
                          <a:solidFill>
                            <a:srgbClr val="000000"/>
                          </a:solidFill>
                          <a:effectLst/>
                          <a:uLnTx/>
                          <a:uFillTx/>
                          <a:latin typeface="+mn-ea"/>
                          <a:ea typeface="+mn-ea"/>
                          <a:cs typeface="+mn-cs"/>
                        </a:rPr>
                        <a:t>※</a:t>
                      </a:r>
                      <a:r>
                        <a:rPr kumimoji="0" lang="ja-JP" altLang="en-US" sz="900" b="0" i="0" u="none" strike="noStrike" kern="0" cap="none" spc="0" normalizeH="0" baseline="0" noProof="0">
                          <a:ln>
                            <a:noFill/>
                          </a:ln>
                          <a:solidFill>
                            <a:srgbClr val="000000"/>
                          </a:solidFill>
                          <a:effectLst/>
                          <a:uLnTx/>
                          <a:uFillTx/>
                          <a:latin typeface="+mn-ea"/>
                          <a:ea typeface="+mn-ea"/>
                          <a:cs typeface="+mn-cs"/>
                        </a:rPr>
                        <a:t>「</a:t>
                      </a:r>
                      <a:r>
                        <a:rPr kumimoji="1" lang="ja-JP" altLang="en-US" sz="900" b="0" i="0" u="none" strike="noStrike" kern="1200">
                          <a:solidFill>
                            <a:schemeClr val="tx1"/>
                          </a:solidFill>
                          <a:latin typeface="+mn-ea"/>
                          <a:ea typeface="+mn-ea"/>
                          <a:cs typeface="+mn-cs"/>
                        </a:rPr>
                        <a:t>開発課題検討会</a:t>
                      </a:r>
                      <a:r>
                        <a:rPr kumimoji="1" lang="en-US" altLang="ja-JP" sz="900" b="0" i="0" u="none" strike="noStrike" kern="1200">
                          <a:solidFill>
                            <a:schemeClr val="tx1"/>
                          </a:solidFill>
                          <a:latin typeface="+mn-ea"/>
                          <a:ea typeface="+mn-ea"/>
                          <a:cs typeface="+mn-cs"/>
                        </a:rPr>
                        <a:t>_20261005.pptx</a:t>
                      </a:r>
                      <a:r>
                        <a:rPr kumimoji="0" lang="ja-JP" altLang="en-US" sz="900" b="0" i="0" u="none" strike="noStrike" kern="0" cap="none" spc="0" normalizeH="0" baseline="0" noProof="0">
                          <a:ln>
                            <a:noFill/>
                          </a:ln>
                          <a:solidFill>
                            <a:srgbClr val="000000"/>
                          </a:solidFill>
                          <a:effectLst/>
                          <a:uLnTx/>
                          <a:uFillTx/>
                          <a:latin typeface="+mn-ea"/>
                          <a:ea typeface="+mn-ea"/>
                          <a:cs typeface="+mn-cs"/>
                        </a:rPr>
                        <a:t>」​の</a:t>
                      </a:r>
                      <a:r>
                        <a:rPr kumimoji="0" lang="en-US" altLang="ja-JP" sz="900" b="0" i="0" u="none" strike="noStrike" kern="0" cap="none" spc="0" normalizeH="0" baseline="0" noProof="0">
                          <a:ln>
                            <a:noFill/>
                          </a:ln>
                          <a:solidFill>
                            <a:srgbClr val="000000"/>
                          </a:solidFill>
                          <a:effectLst/>
                          <a:uLnTx/>
                          <a:uFillTx/>
                          <a:latin typeface="+mn-ea"/>
                          <a:ea typeface="+mn-ea"/>
                          <a:cs typeface="+mn-cs"/>
                        </a:rPr>
                        <a:t>P12～17</a:t>
                      </a:r>
                      <a:endParaRPr kumimoji="0" lang="ja-JP" altLang="en-US" sz="900" b="0" i="0" u="none" strike="noStrike" kern="0" cap="none" spc="0" normalizeH="0" baseline="0" noProof="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64281801"/>
                  </a:ext>
                </a:extLst>
              </a:tr>
              <a:tr h="540000">
                <a:tc>
                  <a:txBody>
                    <a:bodyPr/>
                    <a:lstStyle/>
                    <a:p>
                      <a:pPr lvl="0" algn="ctr">
                        <a:lnSpc>
                          <a:spcPts val="1200"/>
                        </a:lnSpc>
                        <a:buNone/>
                      </a:pPr>
                      <a:r>
                        <a:rPr lang="en-US" altLang="ja-JP" sz="900" b="0" i="0">
                          <a:solidFill>
                            <a:srgbClr val="000000"/>
                          </a:solidFill>
                          <a:effectLst/>
                          <a:latin typeface="+mn-ea"/>
                          <a:ea typeface="+mn-ea"/>
                        </a:rPr>
                        <a:t>5</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介護連携における介護事業所宛て診療情報提供書のログ・統計機能の目的と対象ファイル</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0" marR="0" lvl="1" indent="0" algn="l" defTabSz="843930" rtl="0" eaLnBrk="1" fontAlgn="base" latinLnBrk="0" hangingPunct="1">
                        <a:lnSpc>
                          <a:spcPct val="100000"/>
                        </a:lnSpc>
                        <a:spcBef>
                          <a:spcPts val="0"/>
                        </a:spcBef>
                        <a:spcAft>
                          <a:spcPts val="0"/>
                        </a:spcAft>
                        <a:buClrTx/>
                        <a:buSzTx/>
                        <a:buFont typeface="Meiryo UI" panose="020B0604030504040204" pitchFamily="50" charset="-128"/>
                        <a:buNone/>
                        <a:tabLst/>
                        <a:defRPr/>
                      </a:pPr>
                      <a:r>
                        <a:rPr kumimoji="1" lang="en-US" altLang="ja-JP" sz="900" b="1" u="sng" kern="1200">
                          <a:solidFill>
                            <a:schemeClr val="tx1"/>
                          </a:solidFill>
                          <a:latin typeface="+mn-ea"/>
                          <a:ea typeface="+mn-ea"/>
                          <a:cs typeface="+mn-cs"/>
                        </a:rPr>
                        <a:t>1</a:t>
                      </a:r>
                      <a:r>
                        <a:rPr kumimoji="1" lang="ja-JP" altLang="en-US" sz="900" b="1" i="0" u="sng" strike="noStrike" kern="1200">
                          <a:solidFill>
                            <a:srgbClr val="000000"/>
                          </a:solidFill>
                          <a:latin typeface="+mn-ea"/>
                          <a:ea typeface="+mn-ea"/>
                          <a:cs typeface="+mn-cs"/>
                        </a:rPr>
                        <a:t>．介護事業所宛て診療情報提供書におけるログ・統計機能の目的および対象ファイル</a:t>
                      </a:r>
                      <a:endParaRPr kumimoji="1" lang="en-US" altLang="ja-JP" sz="900" b="1" u="sng"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介護事業所宛て診療情報提供書におけるログ・統計機能は、運用テストおよび本番運用において情報収集を行うことを目的として実施する。</a:t>
                      </a:r>
                      <a:endParaRPr kumimoji="1" lang="en-US" altLang="ja-JP" sz="900" b="0" u="none"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抽出対象ファイルについては、既存の医療機関間の文書連携におけるログ・統計に係るファイルを医療介護連携においても横展開する方針とし、本連携において新たなログ・統計ファイルの追加等は行わない。</a:t>
                      </a:r>
                      <a:endParaRPr kumimoji="1" lang="en-US" altLang="ja-JP" sz="900" b="0" u="none" kern="1200">
                        <a:solidFill>
                          <a:schemeClr val="tx1"/>
                        </a:solidFill>
                        <a:latin typeface="+mn-ea"/>
                        <a:ea typeface="+mn-ea"/>
                        <a:cs typeface="+mn-cs"/>
                      </a:endParaRPr>
                    </a:p>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なお、介護事業所</a:t>
                      </a:r>
                      <a:r>
                        <a:rPr lang="ja-JP" altLang="en-US" sz="900" b="0" u="none" kern="1200">
                          <a:solidFill>
                            <a:schemeClr val="tx1"/>
                          </a:solidFill>
                          <a:latin typeface="+mn-ea"/>
                          <a:ea typeface="+mn-ea"/>
                          <a:cs typeface="+mn-cs"/>
                        </a:rPr>
                        <a:t>コードに紐づく項目として、介護事業所</a:t>
                      </a:r>
                      <a:r>
                        <a:rPr kumimoji="1" lang="ja-JP" altLang="en-US" sz="900" b="0" u="none" kern="1200">
                          <a:solidFill>
                            <a:schemeClr val="tx1"/>
                          </a:solidFill>
                          <a:latin typeface="+mn-ea"/>
                          <a:ea typeface="+mn-ea"/>
                          <a:cs typeface="+mn-cs"/>
                        </a:rPr>
                        <a:t>のサービス種類コードおよびサービス種類名称を集計項目に追加し、列記する形で出力する。</a:t>
                      </a:r>
                      <a:br>
                        <a:rPr kumimoji="1" lang="en-US" altLang="ja-JP" sz="900" b="0" u="none" kern="1200">
                          <a:solidFill>
                            <a:srgbClr val="000000"/>
                          </a:solidFill>
                          <a:latin typeface="+mn-ea"/>
                          <a:ea typeface="+mn-ea"/>
                          <a:cs typeface="+mn-cs"/>
                        </a:rPr>
                      </a:b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tc>
                  <a:txBody>
                    <a:bodyPr/>
                    <a:lstStyle/>
                    <a:p>
                      <a:pPr marL="171450" marR="0" lvl="1" indent="-171450" algn="l" defTabSz="843930" rtl="0" eaLnBrk="1" fontAlgn="base"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特になし。</a:t>
                      </a:r>
                      <a:endParaRPr kumimoji="1" lang="en-US" altLang="ja-JP" sz="900" b="0" u="none" kern="1200">
                        <a:solidFill>
                          <a:schemeClr val="tx1"/>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126630737"/>
                  </a:ext>
                </a:extLst>
              </a:tr>
            </a:tbl>
          </a:graphicData>
        </a:graphic>
      </p:graphicFrame>
      <p:sp>
        <p:nvSpPr>
          <p:cNvPr id="6" name="タイトル 1">
            <a:extLst>
              <a:ext uri="{FF2B5EF4-FFF2-40B4-BE49-F238E27FC236}">
                <a16:creationId xmlns:a16="http://schemas.microsoft.com/office/drawing/2014/main" id="{C5640EA2-B531-3077-4F04-B6E1103F0273}"/>
              </a:ext>
            </a:extLst>
          </p:cNvPr>
          <p:cNvSpPr>
            <a:spLocks noGrp="1"/>
          </p:cNvSpPr>
          <p:nvPr>
            <p:ph type="title"/>
          </p:nvPr>
        </p:nvSpPr>
        <p:spPr>
          <a:xfrm>
            <a:off x="507000" y="116696"/>
            <a:ext cx="8892000" cy="576000"/>
          </a:xfrm>
        </p:spPr>
        <p:txBody>
          <a:bodyPr vert="horz"/>
          <a:lstStyle/>
          <a:p>
            <a:r>
              <a:rPr lang="en-US" altLang="ja-JP" sz="1800">
                <a:solidFill>
                  <a:schemeClr val="tx2">
                    <a:lumMod val="75000"/>
                  </a:schemeClr>
                </a:solidFill>
              </a:rPr>
              <a:t>1</a:t>
            </a:r>
            <a:r>
              <a:rPr lang="ja-JP" altLang="en-US" sz="1800">
                <a:solidFill>
                  <a:schemeClr val="tx2">
                    <a:lumMod val="75000"/>
                  </a:schemeClr>
                </a:solidFill>
              </a:rPr>
              <a:t>．開発課題検討会の共有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(5/6)</a:t>
            </a:r>
            <a:endParaRPr lang="ja-JP" altLang="en-US" sz="2000">
              <a:solidFill>
                <a:schemeClr val="tx2">
                  <a:lumMod val="75000"/>
                </a:schemeClr>
              </a:solidFill>
            </a:endParaRPr>
          </a:p>
        </p:txBody>
      </p:sp>
    </p:spTree>
    <p:extLst>
      <p:ext uri="{BB962C8B-B14F-4D97-AF65-F5344CB8AC3E}">
        <p14:creationId xmlns:p14="http://schemas.microsoft.com/office/powerpoint/2010/main" val="2157971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8C5A0-68C9-1532-5AC3-B2CF14A3804E}"/>
            </a:ext>
          </a:extLst>
        </p:cNvPr>
        <p:cNvGrpSpPr/>
        <p:nvPr/>
      </p:nvGrpSpPr>
      <p:grpSpPr>
        <a:xfrm>
          <a:off x="0" y="0"/>
          <a:ext cx="0" cy="0"/>
          <a:chOff x="0" y="0"/>
          <a:chExt cx="0" cy="0"/>
        </a:xfrm>
      </p:grpSpPr>
      <p:graphicFrame>
        <p:nvGraphicFramePr>
          <p:cNvPr id="7" name="表 6">
            <a:extLst>
              <a:ext uri="{FF2B5EF4-FFF2-40B4-BE49-F238E27FC236}">
                <a16:creationId xmlns:a16="http://schemas.microsoft.com/office/drawing/2014/main" id="{8167E8D1-794B-1054-6A8A-AAC111B2148A}"/>
              </a:ext>
            </a:extLst>
          </p:cNvPr>
          <p:cNvGraphicFramePr>
            <a:graphicFrameLocks noGrp="1"/>
          </p:cNvGraphicFramePr>
          <p:nvPr/>
        </p:nvGraphicFramePr>
        <p:xfrm>
          <a:off x="461626" y="820692"/>
          <a:ext cx="9000000" cy="4206520"/>
        </p:xfrm>
        <a:graphic>
          <a:graphicData uri="http://schemas.openxmlformats.org/drawingml/2006/table">
            <a:tbl>
              <a:tblPr/>
              <a:tblGrid>
                <a:gridCol w="412213">
                  <a:extLst>
                    <a:ext uri="{9D8B030D-6E8A-4147-A177-3AD203B41FA5}">
                      <a16:colId xmlns:a16="http://schemas.microsoft.com/office/drawing/2014/main" val="3484704196"/>
                    </a:ext>
                  </a:extLst>
                </a:gridCol>
                <a:gridCol w="878528">
                  <a:extLst>
                    <a:ext uri="{9D8B030D-6E8A-4147-A177-3AD203B41FA5}">
                      <a16:colId xmlns:a16="http://schemas.microsoft.com/office/drawing/2014/main" val="3863879091"/>
                    </a:ext>
                  </a:extLst>
                </a:gridCol>
                <a:gridCol w="4816712">
                  <a:extLst>
                    <a:ext uri="{9D8B030D-6E8A-4147-A177-3AD203B41FA5}">
                      <a16:colId xmlns:a16="http://schemas.microsoft.com/office/drawing/2014/main" val="99914978"/>
                    </a:ext>
                  </a:extLst>
                </a:gridCol>
                <a:gridCol w="2892547">
                  <a:extLst>
                    <a:ext uri="{9D8B030D-6E8A-4147-A177-3AD203B41FA5}">
                      <a16:colId xmlns:a16="http://schemas.microsoft.com/office/drawing/2014/main" val="2028788276"/>
                    </a:ext>
                  </a:extLst>
                </a:gridCol>
              </a:tblGrid>
              <a:tr h="196023">
                <a:tc>
                  <a:txBody>
                    <a:bodyPr/>
                    <a:lstStyle/>
                    <a:p>
                      <a:pPr algn="ctr" fontAlgn="base">
                        <a:lnSpc>
                          <a:spcPts val="1200"/>
                        </a:lnSpc>
                      </a:pPr>
                      <a:r>
                        <a:rPr lang="en-US" sz="900" b="0" i="0">
                          <a:solidFill>
                            <a:schemeClr val="bg1"/>
                          </a:solidFill>
                          <a:effectLst/>
                          <a:latin typeface="+mn-ea"/>
                          <a:ea typeface="+mn-ea"/>
                        </a:rPr>
                        <a:t>No.</a:t>
                      </a:r>
                      <a:r>
                        <a:rPr lang="en-US" sz="900" b="1" i="0">
                          <a:solidFill>
                            <a:schemeClr val="bg1"/>
                          </a:solidFill>
                          <a:effectLst/>
                          <a:latin typeface="+mn-ea"/>
                          <a:ea typeface="+mn-ea"/>
                        </a:rPr>
                        <a:t>​</a:t>
                      </a:r>
                      <a:r>
                        <a:rPr 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アジェンダ</a:t>
                      </a:r>
                      <a:r>
                        <a:rPr lang="ja-JP" altLang="en-US" sz="900" b="1" i="0">
                          <a:solidFill>
                            <a:schemeClr val="bg1"/>
                          </a:solidFill>
                          <a:effectLst/>
                          <a:latin typeface="+mn-ea"/>
                          <a:ea typeface="+mn-ea"/>
                        </a:rPr>
                        <a:t>​</a:t>
                      </a:r>
                      <a:r>
                        <a:rPr lang="ja-JP" altLang="en-US" sz="900" b="0" i="0">
                          <a:solidFill>
                            <a:schemeClr val="bg1"/>
                          </a:solidFill>
                          <a:effectLst/>
                          <a:latin typeface="+mn-ea"/>
                          <a:ea typeface="+mn-ea"/>
                        </a:rPr>
                        <a:t>​</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ja-JP" altLang="en-US" sz="900" b="0" i="0">
                          <a:solidFill>
                            <a:schemeClr val="bg1"/>
                          </a:solidFill>
                          <a:effectLst/>
                          <a:latin typeface="+mn-ea"/>
                          <a:ea typeface="+mn-ea"/>
                        </a:rPr>
                        <a:t>合意形成事項</a:t>
                      </a: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tc>
                  <a:txBody>
                    <a:bodyPr/>
                    <a:lstStyle/>
                    <a:p>
                      <a:pPr algn="ctr" fontAlgn="base">
                        <a:lnSpc>
                          <a:spcPts val="1200"/>
                        </a:lnSpc>
                      </a:pPr>
                      <a:r>
                        <a:rPr lang="en-US" altLang="ja-JP" sz="900" b="0" i="0">
                          <a:solidFill>
                            <a:schemeClr val="bg1"/>
                          </a:solidFill>
                          <a:effectLst/>
                          <a:latin typeface="+mn-ea"/>
                          <a:ea typeface="+mn-ea"/>
                        </a:rPr>
                        <a:t>ToDo</a:t>
                      </a:r>
                      <a:endParaRPr lang="ja-JP" altLang="en-US" sz="900" b="0" i="0">
                        <a:solidFill>
                          <a:schemeClr val="bg1"/>
                        </a:solidFill>
                        <a:effectLst/>
                        <a:latin typeface="+mn-ea"/>
                        <a:ea typeface="+mn-ea"/>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tx2">
                        <a:lumMod val="75000"/>
                      </a:schemeClr>
                    </a:solidFill>
                  </a:tcPr>
                </a:tc>
                <a:extLst>
                  <a:ext uri="{0D108BD9-81ED-4DB2-BD59-A6C34878D82A}">
                    <a16:rowId xmlns:a16="http://schemas.microsoft.com/office/drawing/2014/main" val="746781126"/>
                  </a:ext>
                </a:extLst>
              </a:tr>
              <a:tr h="574428">
                <a:tc>
                  <a:txBody>
                    <a:bodyPr/>
                    <a:lstStyle/>
                    <a:p>
                      <a:pPr lvl="0" algn="ctr">
                        <a:lnSpc>
                          <a:spcPts val="1200"/>
                        </a:lnSpc>
                        <a:buNone/>
                      </a:pPr>
                      <a:r>
                        <a:rPr lang="en-US" altLang="ja-JP" sz="900" b="0" i="0">
                          <a:solidFill>
                            <a:srgbClr val="000000"/>
                          </a:solidFill>
                          <a:effectLst/>
                          <a:latin typeface="+mn-ea"/>
                          <a:ea typeface="+mn-ea"/>
                        </a:rPr>
                        <a:t>6</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ct val="100000"/>
                        </a:lnSpc>
                        <a:spcBef>
                          <a:spcPts val="0"/>
                        </a:spcBef>
                        <a:spcAft>
                          <a:spcPts val="0"/>
                        </a:spcAft>
                        <a:buClrTx/>
                        <a:buSzTx/>
                        <a:buFontTx/>
                        <a:buNone/>
                        <a:tabLst/>
                        <a:defRPr/>
                      </a:pPr>
                      <a:r>
                        <a:rPr kumimoji="1" lang="ja-JP" altLang="en-US" sz="900" b="0">
                          <a:latin typeface="+mn-ea"/>
                          <a:ea typeface="+mn-ea"/>
                        </a:rPr>
                        <a:t>厚労省アジェンダ</a:t>
                      </a:r>
                      <a:r>
                        <a:rPr kumimoji="1" lang="en-US" altLang="ja-JP" sz="900" b="0">
                          <a:latin typeface="+mn-ea"/>
                          <a:ea typeface="+mn-ea"/>
                        </a:rPr>
                        <a:t>_</a:t>
                      </a:r>
                      <a:r>
                        <a:rPr kumimoji="1" lang="ja-JP" altLang="en-US" sz="900" b="0">
                          <a:latin typeface="+mn-ea"/>
                          <a:ea typeface="+mn-ea"/>
                        </a:rPr>
                        <a:t>「</a:t>
                      </a:r>
                      <a:r>
                        <a:rPr kumimoji="1" lang="en-US" altLang="ja-JP" sz="900" b="0">
                          <a:latin typeface="+mn-ea"/>
                          <a:ea typeface="+mn-ea"/>
                        </a:rPr>
                        <a:t>ToDo#1216_</a:t>
                      </a:r>
                      <a:r>
                        <a:rPr kumimoji="1" lang="ja-JP" altLang="en-US" sz="900" b="0">
                          <a:latin typeface="+mn-ea"/>
                          <a:ea typeface="+mn-ea"/>
                        </a:rPr>
                        <a:t>医療介護連携におけるランニングコスト按分のための統計ログ出力機能の検討」の結果共有</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9525" marR="0" lvl="0" indent="0" algn="l" defTabSz="843930" rtl="0" eaLnBrk="1" fontAlgn="base" latinLnBrk="0" hangingPunct="1">
                        <a:lnSpc>
                          <a:spcPct val="100000"/>
                        </a:lnSpc>
                        <a:spcBef>
                          <a:spcPts val="0"/>
                        </a:spcBef>
                        <a:spcAft>
                          <a:spcPts val="0"/>
                        </a:spcAft>
                        <a:buClrTx/>
                        <a:buSzTx/>
                        <a:buFont typeface="Wingdings" panose="05000000000000000000" pitchFamily="2" charset="2"/>
                        <a:buNone/>
                        <a:tabLst/>
                        <a:defRPr/>
                      </a:pPr>
                      <a:r>
                        <a:rPr kumimoji="1" lang="en-US" altLang="ja-JP" sz="900" b="1" u="sng" kern="1200">
                          <a:solidFill>
                            <a:schemeClr val="tx1"/>
                          </a:solidFill>
                          <a:latin typeface="+mn-ea"/>
                          <a:ea typeface="+mn-ea"/>
                          <a:cs typeface="+mn-cs"/>
                        </a:rPr>
                        <a:t>1</a:t>
                      </a:r>
                      <a:r>
                        <a:rPr kumimoji="1" lang="ja-JP" altLang="en-US" sz="900" b="1" i="0" u="sng" strike="noStrike" kern="1200">
                          <a:solidFill>
                            <a:srgbClr val="000000"/>
                          </a:solidFill>
                          <a:latin typeface="+mn-ea"/>
                          <a:ea typeface="+mn-ea"/>
                          <a:cs typeface="+mn-cs"/>
                        </a:rPr>
                        <a:t>．医療介護連携におけるランニングコスト按分のための統計ログ出力機能の出力範囲について</a:t>
                      </a:r>
                      <a:endParaRPr kumimoji="1" lang="en-US" altLang="ja-JP" sz="900" b="0" i="0" strike="noStrike" kern="1200" cap="none" spc="0" normalizeH="0" baseline="0" noProof="1">
                        <a:ln>
                          <a:noFill/>
                        </a:ln>
                        <a:solidFill>
                          <a:prstClr val="black"/>
                        </a:solidFill>
                        <a:effectLst/>
                        <a:uLnTx/>
                        <a:uFillTx/>
                        <a:latin typeface="Meiryo UI"/>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n-ea"/>
                          <a:ea typeface="+mn-ea"/>
                          <a:cs typeface="+mn-cs"/>
                        </a:rPr>
                        <a:t>医療介護連携におけるランニングコスト按分のための統計ログ出力機能の出力範囲について</a:t>
                      </a:r>
                      <a:br>
                        <a:rPr kumimoji="0" lang="ja-JP" altLang="en-US" sz="900" b="0" i="0" u="none" strike="noStrike" kern="0" cap="none" spc="0" normalizeH="0" baseline="0" noProof="0">
                          <a:ln>
                            <a:noFill/>
                          </a:ln>
                          <a:solidFill>
                            <a:srgbClr val="000000"/>
                          </a:solidFill>
                          <a:effectLst/>
                          <a:uLnTx/>
                          <a:uFillTx/>
                          <a:latin typeface="+mn-ea"/>
                          <a:ea typeface="+mn-ea"/>
                          <a:cs typeface="+mn-cs"/>
                        </a:rPr>
                      </a:br>
                      <a:r>
                        <a:rPr kumimoji="0" lang="ja-JP" altLang="en-US" sz="900" b="0" i="0" u="none" strike="noStrike" kern="0" cap="none" spc="0" normalizeH="0" baseline="0" noProof="0">
                          <a:ln>
                            <a:noFill/>
                          </a:ln>
                          <a:solidFill>
                            <a:srgbClr val="000000"/>
                          </a:solidFill>
                          <a:effectLst/>
                          <a:uLnTx/>
                          <a:uFillTx/>
                          <a:latin typeface="+mn-ea"/>
                          <a:ea typeface="+mn-ea"/>
                          <a:cs typeface="+mn-cs"/>
                        </a:rPr>
                        <a:t>診療情報提供書の医療介護連携における医療側と介護側のランニングコストの按分概算は、当初想定の診療情報提供書の</a:t>
                      </a:r>
                      <a:r>
                        <a:rPr kumimoji="0" lang="en-US" altLang="ja-JP" sz="900" b="0" i="0" u="none" strike="noStrike" kern="0" cap="none" spc="0" normalizeH="0" baseline="0" noProof="0">
                          <a:ln>
                            <a:noFill/>
                          </a:ln>
                          <a:solidFill>
                            <a:srgbClr val="000000"/>
                          </a:solidFill>
                          <a:effectLst/>
                          <a:uLnTx/>
                          <a:uFillTx/>
                          <a:latin typeface="+mn-ea"/>
                          <a:ea typeface="+mn-ea"/>
                          <a:cs typeface="+mn-cs"/>
                        </a:rPr>
                        <a:t>IF</a:t>
                      </a:r>
                      <a:r>
                        <a:rPr kumimoji="0" lang="ja-JP" altLang="en-US" sz="900" b="0" i="0" u="none" strike="noStrike" kern="0" cap="none" spc="0" normalizeH="0" baseline="0" noProof="0">
                          <a:ln>
                            <a:noFill/>
                          </a:ln>
                          <a:solidFill>
                            <a:srgbClr val="000000"/>
                          </a:solidFill>
                          <a:effectLst/>
                          <a:uLnTx/>
                          <a:uFillTx/>
                          <a:latin typeface="+mn-ea"/>
                          <a:ea typeface="+mn-ea"/>
                          <a:cs typeface="+mn-cs"/>
                        </a:rPr>
                        <a:t>受付と連動した資格確認処理数を含まずとも、電子カルテ情報共有サービスの中央基盤の処理量全体の内の文書情報</a:t>
                      </a:r>
                      <a:r>
                        <a:rPr kumimoji="0" lang="en-US" altLang="ja-JP" sz="900" b="0" i="0" u="none" strike="noStrike" kern="0" cap="none" spc="0" normalizeH="0" baseline="0" noProof="0">
                          <a:ln>
                            <a:noFill/>
                          </a:ln>
                          <a:solidFill>
                            <a:srgbClr val="000000"/>
                          </a:solidFill>
                          <a:effectLst/>
                          <a:uLnTx/>
                          <a:uFillTx/>
                          <a:latin typeface="+mn-ea"/>
                          <a:ea typeface="+mn-ea"/>
                          <a:cs typeface="+mn-cs"/>
                        </a:rPr>
                        <a:t>(</a:t>
                      </a:r>
                      <a:r>
                        <a:rPr kumimoji="0" lang="ja-JP" altLang="en-US" sz="900" b="0" i="0" u="none" strike="noStrike" kern="0" cap="none" spc="0" normalizeH="0" baseline="0" noProof="0">
                          <a:ln>
                            <a:noFill/>
                          </a:ln>
                          <a:solidFill>
                            <a:srgbClr val="000000"/>
                          </a:solidFill>
                          <a:effectLst/>
                          <a:uLnTx/>
                          <a:uFillTx/>
                          <a:latin typeface="+mn-ea"/>
                          <a:ea typeface="+mn-ea"/>
                          <a:cs typeface="+mn-cs"/>
                        </a:rPr>
                        <a:t>診療情報提供書および退院時サマリー</a:t>
                      </a:r>
                      <a:r>
                        <a:rPr kumimoji="0" lang="en-US" altLang="ja-JP" sz="900" b="0" i="0" u="none" strike="noStrike" kern="0" cap="none" spc="0" normalizeH="0" baseline="0" noProof="0">
                          <a:ln>
                            <a:noFill/>
                          </a:ln>
                          <a:solidFill>
                            <a:srgbClr val="000000"/>
                          </a:solidFill>
                          <a:effectLst/>
                          <a:uLnTx/>
                          <a:uFillTx/>
                          <a:latin typeface="+mn-ea"/>
                          <a:ea typeface="+mn-ea"/>
                          <a:cs typeface="+mn-cs"/>
                        </a:rPr>
                        <a:t>)</a:t>
                      </a:r>
                      <a:r>
                        <a:rPr kumimoji="0" lang="ja-JP" altLang="en-US" sz="900" b="0" i="0" u="none" strike="noStrike" kern="0" cap="none" spc="0" normalizeH="0" baseline="0" noProof="0">
                          <a:ln>
                            <a:noFill/>
                          </a:ln>
                          <a:solidFill>
                            <a:srgbClr val="000000"/>
                          </a:solidFill>
                          <a:effectLst/>
                          <a:uLnTx/>
                          <a:uFillTx/>
                          <a:latin typeface="+mn-ea"/>
                          <a:ea typeface="+mn-ea"/>
                          <a:cs typeface="+mn-cs"/>
                        </a:rPr>
                        <a:t>の処理量を対象に、医療向け文書情報と介護向け文書情報の</a:t>
                      </a:r>
                      <a:r>
                        <a:rPr kumimoji="0" lang="en-US" altLang="ja-JP" sz="900" b="0" i="0" u="none" strike="noStrike" kern="0" cap="none" spc="0" normalizeH="0" baseline="0" noProof="0">
                          <a:ln>
                            <a:noFill/>
                          </a:ln>
                          <a:solidFill>
                            <a:srgbClr val="000000"/>
                          </a:solidFill>
                          <a:effectLst/>
                          <a:uLnTx/>
                          <a:uFillTx/>
                          <a:latin typeface="+mn-ea"/>
                          <a:ea typeface="+mn-ea"/>
                          <a:cs typeface="+mn-cs"/>
                        </a:rPr>
                        <a:t>IF</a:t>
                      </a:r>
                      <a:r>
                        <a:rPr kumimoji="0" lang="ja-JP" altLang="en-US" sz="900" b="0" i="0" u="none" strike="noStrike" kern="0" cap="none" spc="0" normalizeH="0" baseline="0" noProof="0">
                          <a:ln>
                            <a:noFill/>
                          </a:ln>
                          <a:solidFill>
                            <a:srgbClr val="000000"/>
                          </a:solidFill>
                          <a:effectLst/>
                          <a:uLnTx/>
                          <a:uFillTx/>
                          <a:latin typeface="+mn-ea"/>
                          <a:ea typeface="+mn-ea"/>
                          <a:cs typeface="+mn-cs"/>
                        </a:rPr>
                        <a:t>の受付・処理のみの割合を適用すれば算出可能であるため、以下の算出方針とする。</a:t>
                      </a:r>
                      <a:br>
                        <a:rPr kumimoji="1" lang="en-US" altLang="ja-JP" sz="900" b="0" i="0" strike="noStrike" kern="1200" cap="none" spc="0" normalizeH="0" baseline="0" noProof="1">
                          <a:ln>
                            <a:noFill/>
                          </a:ln>
                          <a:solidFill>
                            <a:srgbClr val="000000"/>
                          </a:solidFill>
                          <a:effectLst/>
                          <a:uLnTx/>
                          <a:uFillTx/>
                          <a:latin typeface="Meiryo UI"/>
                          <a:ea typeface="+mn-ea"/>
                          <a:cs typeface="+mn-cs"/>
                        </a:rPr>
                      </a:br>
                      <a:r>
                        <a:rPr kumimoji="1" lang="ja-JP" altLang="en-US" sz="900" b="0" i="0" strike="noStrike" kern="1200" cap="none" spc="0" normalizeH="0" baseline="0" noProof="1">
                          <a:ln>
                            <a:noFill/>
                          </a:ln>
                          <a:solidFill>
                            <a:srgbClr val="000000"/>
                          </a:solidFill>
                          <a:effectLst/>
                          <a:uLnTx/>
                          <a:uFillTx/>
                          <a:latin typeface="Meiryo UI"/>
                          <a:ea typeface="+mn-ea"/>
                          <a:cs typeface="+mn-cs"/>
                        </a:rPr>
                        <a:t>■算出方針</a:t>
                      </a:r>
                      <a:br>
                        <a:rPr kumimoji="1" lang="en-US" altLang="ja-JP" sz="900" b="0" i="0" strike="noStrike" kern="1200" cap="none" spc="0" normalizeH="0" baseline="0" noProof="1">
                          <a:ln>
                            <a:noFill/>
                          </a:ln>
                          <a:solidFill>
                            <a:prstClr val="black"/>
                          </a:solidFill>
                          <a:effectLst/>
                          <a:uLnTx/>
                          <a:uFillTx/>
                          <a:latin typeface="Meiryo UI"/>
                          <a:ea typeface="+mn-ea"/>
                          <a:cs typeface="+mn-cs"/>
                        </a:rPr>
                      </a:br>
                      <a:r>
                        <a:rPr kumimoji="1" lang="ja-JP" altLang="en-US" sz="900" b="0" i="0" strike="noStrike" kern="1200" cap="none" spc="0" normalizeH="0" baseline="0" noProof="1">
                          <a:ln>
                            <a:noFill/>
                          </a:ln>
                          <a:solidFill>
                            <a:prstClr val="black"/>
                          </a:solidFill>
                          <a:effectLst/>
                          <a:uLnTx/>
                          <a:uFillTx/>
                          <a:latin typeface="Meiryo UI"/>
                          <a:ea typeface="+mn-ea"/>
                          <a:cs typeface="+mn-cs"/>
                        </a:rPr>
                        <a:t>電子カルテ情報共有サービス中央基盤の全処理量のうち、文書情報の処理量を対象に、医療向けの文書情報関連</a:t>
                      </a:r>
                      <a:r>
                        <a:rPr kumimoji="1" lang="en-US" altLang="ja-JP" sz="900" b="0" i="0" strike="noStrike" kern="1200" cap="none" spc="0" normalizeH="0" baseline="0" noProof="1">
                          <a:ln>
                            <a:noFill/>
                          </a:ln>
                          <a:solidFill>
                            <a:prstClr val="black"/>
                          </a:solidFill>
                          <a:effectLst/>
                          <a:uLnTx/>
                          <a:uFillTx/>
                          <a:latin typeface="Meiryo UI"/>
                          <a:ea typeface="+mn-ea"/>
                          <a:cs typeface="+mn-cs"/>
                        </a:rPr>
                        <a:t>IF</a:t>
                      </a:r>
                      <a:r>
                        <a:rPr kumimoji="1" lang="ja-JP" altLang="en-US" sz="900" b="0" i="0" strike="noStrike" kern="1200" cap="none" spc="0" normalizeH="0" baseline="0" noProof="1">
                          <a:ln>
                            <a:noFill/>
                          </a:ln>
                          <a:solidFill>
                            <a:prstClr val="black"/>
                          </a:solidFill>
                          <a:effectLst/>
                          <a:uLnTx/>
                          <a:uFillTx/>
                          <a:latin typeface="Meiryo UI"/>
                          <a:ea typeface="+mn-ea"/>
                          <a:cs typeface="+mn-cs"/>
                        </a:rPr>
                        <a:t>と介護向けの文書情報関連</a:t>
                      </a:r>
                      <a:r>
                        <a:rPr kumimoji="1" lang="en-US" altLang="ja-JP" sz="900" b="0" i="0" strike="noStrike" kern="1200" cap="none" spc="0" normalizeH="0" baseline="0" noProof="1">
                          <a:ln>
                            <a:noFill/>
                          </a:ln>
                          <a:solidFill>
                            <a:prstClr val="black"/>
                          </a:solidFill>
                          <a:effectLst/>
                          <a:uLnTx/>
                          <a:uFillTx/>
                          <a:latin typeface="Meiryo UI"/>
                          <a:ea typeface="+mn-ea"/>
                          <a:cs typeface="+mn-cs"/>
                        </a:rPr>
                        <a:t>IF</a:t>
                      </a:r>
                      <a:r>
                        <a:rPr kumimoji="1" lang="ja-JP" altLang="en-US" sz="900" b="0" i="0" strike="noStrike" kern="1200" cap="none" spc="0" normalizeH="0" baseline="0" noProof="1">
                          <a:ln>
                            <a:noFill/>
                          </a:ln>
                          <a:solidFill>
                            <a:prstClr val="black"/>
                          </a:solidFill>
                          <a:effectLst/>
                          <a:uLnTx/>
                          <a:uFillTx/>
                          <a:latin typeface="Meiryo UI"/>
                          <a:ea typeface="+mn-ea"/>
                          <a:cs typeface="+mn-cs"/>
                        </a:rPr>
                        <a:t>の割合で区分して、医療・介護のそれぞれの文書情報の処理量の割合を算出する。</a:t>
                      </a: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n-ea"/>
                          <a:ea typeface="+mn-ea"/>
                          <a:cs typeface="+mn-cs"/>
                        </a:rPr>
                        <a:t>診療情報提供書の医療介護連携のランニングコストを按分して算出するため、電子カルテ情報共有サービス中央基盤の全処理量のうち、文書情報</a:t>
                      </a:r>
                      <a:r>
                        <a:rPr kumimoji="0" lang="en-US" altLang="ja-JP" sz="900" b="0" i="0" u="none" strike="noStrike" kern="0" cap="none" spc="0" normalizeH="0" baseline="0" noProof="0">
                          <a:ln>
                            <a:noFill/>
                          </a:ln>
                          <a:solidFill>
                            <a:srgbClr val="000000"/>
                          </a:solidFill>
                          <a:effectLst/>
                          <a:uLnTx/>
                          <a:uFillTx/>
                          <a:latin typeface="+mn-ea"/>
                          <a:ea typeface="+mn-ea"/>
                          <a:cs typeface="+mn-cs"/>
                        </a:rPr>
                        <a:t>(</a:t>
                      </a:r>
                      <a:r>
                        <a:rPr kumimoji="0" lang="ja-JP" altLang="en-US" sz="900" b="0" i="0" u="none" strike="noStrike" kern="0" cap="none" spc="0" normalizeH="0" baseline="0" noProof="0">
                          <a:ln>
                            <a:noFill/>
                          </a:ln>
                          <a:solidFill>
                            <a:srgbClr val="000000"/>
                          </a:solidFill>
                          <a:effectLst/>
                          <a:uLnTx/>
                          <a:uFillTx/>
                          <a:latin typeface="+mn-ea"/>
                          <a:ea typeface="+mn-ea"/>
                          <a:cs typeface="+mn-cs"/>
                        </a:rPr>
                        <a:t>診療情報提供書および退院時サマリー</a:t>
                      </a:r>
                      <a:r>
                        <a:rPr kumimoji="0" lang="en-US" altLang="ja-JP" sz="900" b="0" i="0" u="none" strike="noStrike" kern="0" cap="none" spc="0" normalizeH="0" baseline="0" noProof="0">
                          <a:ln>
                            <a:noFill/>
                          </a:ln>
                          <a:solidFill>
                            <a:srgbClr val="000000"/>
                          </a:solidFill>
                          <a:effectLst/>
                          <a:uLnTx/>
                          <a:uFillTx/>
                          <a:latin typeface="+mn-ea"/>
                          <a:ea typeface="+mn-ea"/>
                          <a:cs typeface="+mn-cs"/>
                        </a:rPr>
                        <a:t>)</a:t>
                      </a:r>
                      <a:r>
                        <a:rPr kumimoji="0" lang="ja-JP" altLang="en-US" sz="900" b="0" i="0" u="none" strike="noStrike" kern="0" cap="none" spc="0" normalizeH="0" baseline="0" noProof="0">
                          <a:ln>
                            <a:noFill/>
                          </a:ln>
                          <a:solidFill>
                            <a:srgbClr val="000000"/>
                          </a:solidFill>
                          <a:effectLst/>
                          <a:uLnTx/>
                          <a:uFillTx/>
                          <a:latin typeface="+mn-ea"/>
                          <a:ea typeface="+mn-ea"/>
                          <a:cs typeface="+mn-cs"/>
                        </a:rPr>
                        <a:t>の処理量を抽出できるか確認する。</a:t>
                      </a:r>
                      <a:r>
                        <a:rPr kumimoji="0" lang="en-US" altLang="ja-JP" sz="900" b="0" i="0" u="none" strike="noStrike" kern="0" cap="none" spc="0" normalizeH="0" baseline="0" noProof="0">
                          <a:ln>
                            <a:noFill/>
                          </a:ln>
                          <a:solidFill>
                            <a:srgbClr val="000000"/>
                          </a:solidFill>
                          <a:effectLst/>
                          <a:uLnTx/>
                          <a:uFillTx/>
                          <a:latin typeface="+mn-ea"/>
                          <a:ea typeface="+mn-ea"/>
                          <a:cs typeface="+mn-cs"/>
                        </a:rPr>
                        <a:t>【DX</a:t>
                      </a:r>
                      <a:r>
                        <a:rPr kumimoji="0" lang="ja-JP" altLang="en-US" sz="900" b="0" i="0" u="none" strike="noStrike" kern="0" cap="none" spc="0" normalizeH="0" baseline="0" noProof="0">
                          <a:ln>
                            <a:noFill/>
                          </a:ln>
                          <a:solidFill>
                            <a:srgbClr val="000000"/>
                          </a:solidFill>
                          <a:effectLst/>
                          <a:uLnTx/>
                          <a:uFillTx/>
                          <a:latin typeface="+mn-ea"/>
                          <a:ea typeface="+mn-ea"/>
                          <a:cs typeface="+mn-cs"/>
                        </a:rPr>
                        <a:t>機構 </a:t>
                      </a:r>
                      <a:r>
                        <a:rPr kumimoji="0" lang="en-US" altLang="ja-JP" sz="900" b="0" i="0" u="none" strike="noStrike" kern="0" cap="none" spc="0" normalizeH="0" baseline="0" noProof="0">
                          <a:ln>
                            <a:noFill/>
                          </a:ln>
                          <a:solidFill>
                            <a:srgbClr val="000000"/>
                          </a:solidFill>
                          <a:effectLst/>
                          <a:uLnTx/>
                          <a:uFillTx/>
                          <a:latin typeface="+mn-ea"/>
                          <a:ea typeface="+mn-ea"/>
                          <a:cs typeface="+mn-cs"/>
                        </a:rPr>
                        <a:t>10/13】</a:t>
                      </a: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45496591"/>
                  </a:ext>
                </a:extLst>
              </a:tr>
              <a:tr h="574428">
                <a:tc>
                  <a:txBody>
                    <a:bodyPr/>
                    <a:lstStyle/>
                    <a:p>
                      <a:pPr lvl="0" algn="ctr">
                        <a:lnSpc>
                          <a:spcPts val="1200"/>
                        </a:lnSpc>
                        <a:buNone/>
                      </a:pPr>
                      <a:r>
                        <a:rPr lang="en-US" altLang="ja-JP" sz="900" b="0" i="0">
                          <a:solidFill>
                            <a:srgbClr val="000000"/>
                          </a:solidFill>
                          <a:effectLst/>
                          <a:latin typeface="+mn-ea"/>
                          <a:ea typeface="+mn-ea"/>
                        </a:rPr>
                        <a:t>7</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ct val="100000"/>
                        </a:lnSpc>
                        <a:spcBef>
                          <a:spcPts val="0"/>
                        </a:spcBef>
                        <a:spcAft>
                          <a:spcPts val="0"/>
                        </a:spcAft>
                        <a:buClrTx/>
                        <a:buSzTx/>
                        <a:buFontTx/>
                        <a:buNone/>
                        <a:tabLst/>
                        <a:defRPr/>
                      </a:pPr>
                      <a:r>
                        <a:rPr kumimoji="1" lang="ja-JP" altLang="en-US" sz="900" b="0">
                          <a:latin typeface="+mn-ea"/>
                          <a:ea typeface="+mn-ea"/>
                        </a:rPr>
                        <a:t>厚労省アジェンダ</a:t>
                      </a:r>
                      <a:r>
                        <a:rPr kumimoji="1" lang="en-US" altLang="ja-JP" sz="900" b="0">
                          <a:latin typeface="+mn-ea"/>
                          <a:ea typeface="+mn-ea"/>
                        </a:rPr>
                        <a:t>_</a:t>
                      </a:r>
                      <a:r>
                        <a:rPr kumimoji="1" lang="ja-JP" altLang="en-US" sz="900" b="0">
                          <a:latin typeface="+mn-ea"/>
                          <a:ea typeface="+mn-ea"/>
                        </a:rPr>
                        <a:t>令和</a:t>
                      </a:r>
                      <a:r>
                        <a:rPr kumimoji="1" lang="en-US" altLang="ja-JP" sz="900" b="0">
                          <a:latin typeface="+mn-ea"/>
                          <a:ea typeface="+mn-ea"/>
                        </a:rPr>
                        <a:t>9</a:t>
                      </a:r>
                      <a:r>
                        <a:rPr kumimoji="1" lang="ja-JP" altLang="en-US" sz="900" b="0">
                          <a:latin typeface="+mn-ea"/>
                          <a:ea typeface="+mn-ea"/>
                        </a:rPr>
                        <a:t>年度案件について</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9525" marR="0" lvl="0" indent="0" algn="l" defTabSz="843930" rtl="0" eaLnBrk="1" fontAlgn="base" latinLnBrk="0" hangingPunct="1">
                        <a:lnSpc>
                          <a:spcPct val="120000"/>
                        </a:lnSpc>
                        <a:spcBef>
                          <a:spcPts val="0"/>
                        </a:spcBef>
                        <a:spcAft>
                          <a:spcPts val="0"/>
                        </a:spcAft>
                        <a:buClrTx/>
                        <a:buSzTx/>
                        <a:buFont typeface="Wingdings" panose="05000000000000000000" pitchFamily="2" charset="2"/>
                        <a:buNone/>
                        <a:tabLst/>
                        <a:defRPr/>
                      </a:pPr>
                      <a:r>
                        <a:rPr kumimoji="1" lang="en-US" altLang="ja-JP" sz="900" b="1" u="sng" kern="1200">
                          <a:solidFill>
                            <a:schemeClr val="tx1"/>
                          </a:solidFill>
                          <a:latin typeface="+mn-ea"/>
                          <a:ea typeface="+mn-ea"/>
                          <a:cs typeface="+mn-cs"/>
                        </a:rPr>
                        <a:t>1</a:t>
                      </a:r>
                      <a:r>
                        <a:rPr kumimoji="1" lang="ja-JP" altLang="en-US" sz="900" b="1" i="0" u="sng" strike="noStrike" kern="1200">
                          <a:solidFill>
                            <a:srgbClr val="000000"/>
                          </a:solidFill>
                          <a:latin typeface="+mn-ea"/>
                          <a:ea typeface="+mn-ea"/>
                          <a:cs typeface="+mn-cs"/>
                        </a:rPr>
                        <a:t>．</a:t>
                      </a:r>
                      <a:r>
                        <a:rPr kumimoji="1" lang="en-US" altLang="ja-JP" sz="900" b="1" i="0" u="sng" strike="noStrike" kern="1200">
                          <a:solidFill>
                            <a:schemeClr val="tx1"/>
                          </a:solidFill>
                          <a:latin typeface="+mn-ea"/>
                          <a:ea typeface="+mn-ea"/>
                          <a:cs typeface="+mn-cs"/>
                        </a:rPr>
                        <a:t>10/20</a:t>
                      </a:r>
                      <a:r>
                        <a:rPr kumimoji="1" lang="ja-JP" altLang="en-US" sz="900" b="1" i="0" u="sng" strike="noStrike" kern="1200">
                          <a:solidFill>
                            <a:schemeClr val="tx1"/>
                          </a:solidFill>
                          <a:latin typeface="+mn-ea"/>
                          <a:ea typeface="+mn-ea"/>
                          <a:cs typeface="+mn-cs"/>
                        </a:rPr>
                        <a:t>調達委員会に向けた令和</a:t>
                      </a:r>
                      <a:r>
                        <a:rPr kumimoji="1" lang="en-US" altLang="ja-JP" sz="900" b="1" i="0" u="sng" strike="noStrike" kern="1200">
                          <a:solidFill>
                            <a:schemeClr val="tx1"/>
                          </a:solidFill>
                          <a:latin typeface="+mn-ea"/>
                          <a:ea typeface="+mn-ea"/>
                          <a:cs typeface="+mn-cs"/>
                        </a:rPr>
                        <a:t>9</a:t>
                      </a:r>
                      <a:r>
                        <a:rPr kumimoji="1" lang="ja-JP" altLang="en-US" sz="900" b="1" i="0" u="sng" strike="noStrike" kern="1200">
                          <a:solidFill>
                            <a:schemeClr val="tx1"/>
                          </a:solidFill>
                          <a:latin typeface="+mn-ea"/>
                          <a:ea typeface="+mn-ea"/>
                          <a:cs typeface="+mn-cs"/>
                        </a:rPr>
                        <a:t>年度案件の対応について</a:t>
                      </a:r>
                      <a:endParaRPr kumimoji="1" lang="en-US" altLang="ja-JP" sz="900" b="1" i="0" u="sng" strike="noStrike" kern="1200">
                        <a:solidFill>
                          <a:schemeClr val="tx1"/>
                        </a:solidFill>
                        <a:latin typeface="+mn-ea"/>
                        <a:ea typeface="+mn-ea"/>
                        <a:cs typeface="+mn-cs"/>
                      </a:endParaRPr>
                    </a:p>
                    <a:p>
                      <a:pPr marL="180975" marR="0" lvl="0" indent="-171450" algn="l" defTabSz="843930" rtl="0" eaLnBrk="1" fontAlgn="base" latinLnBrk="0" hangingPunct="1">
                        <a:lnSpc>
                          <a:spcPct val="120000"/>
                        </a:lnSpc>
                        <a:spcBef>
                          <a:spcPts val="0"/>
                        </a:spcBef>
                        <a:spcAft>
                          <a:spcPts val="0"/>
                        </a:spcAft>
                        <a:buClrTx/>
                        <a:buSzTx/>
                        <a:buFont typeface="Wingdings" panose="05000000000000000000" pitchFamily="2" charset="2"/>
                        <a:buChar char="ü"/>
                        <a:tabLst/>
                        <a:defRPr/>
                      </a:pPr>
                      <a:r>
                        <a:rPr kumimoji="1" lang="en-US" altLang="ja-JP" sz="900" b="0" i="0" u="none" strike="noStrike" kern="1200">
                          <a:solidFill>
                            <a:schemeClr val="tx1"/>
                          </a:solidFill>
                          <a:latin typeface="+mn-ea"/>
                          <a:ea typeface="+mn-ea"/>
                          <a:cs typeface="+mn-cs"/>
                        </a:rPr>
                        <a:t>10/5</a:t>
                      </a:r>
                      <a:r>
                        <a:rPr kumimoji="1" lang="ja-JP" altLang="en-US" sz="900" b="0" i="0" u="none" strike="noStrike" kern="1200">
                          <a:solidFill>
                            <a:schemeClr val="tx1"/>
                          </a:solidFill>
                          <a:latin typeface="+mn-ea"/>
                          <a:ea typeface="+mn-ea"/>
                          <a:cs typeface="+mn-cs"/>
                        </a:rPr>
                        <a:t>開発課題検討会資料「開発課題検討会</a:t>
                      </a:r>
                      <a:r>
                        <a:rPr kumimoji="1" lang="en-US" altLang="ja-JP" sz="900" b="0" i="0" u="none" strike="noStrike" kern="1200">
                          <a:solidFill>
                            <a:schemeClr val="tx1"/>
                          </a:solidFill>
                          <a:latin typeface="+mn-ea"/>
                          <a:ea typeface="+mn-ea"/>
                          <a:cs typeface="+mn-cs"/>
                        </a:rPr>
                        <a:t>_20261005_</a:t>
                      </a:r>
                      <a:r>
                        <a:rPr kumimoji="1" lang="ja-JP" altLang="en-US" sz="900" b="0" i="0" u="none" strike="noStrike" kern="1200">
                          <a:solidFill>
                            <a:schemeClr val="tx1"/>
                          </a:solidFill>
                          <a:latin typeface="+mn-ea"/>
                          <a:ea typeface="+mn-ea"/>
                          <a:cs typeface="+mn-cs"/>
                        </a:rPr>
                        <a:t>厚労省側</a:t>
                      </a:r>
                      <a:r>
                        <a:rPr kumimoji="1" lang="en-US" altLang="ja-JP" sz="900" b="0" i="0" u="none" strike="noStrike" kern="1200">
                          <a:solidFill>
                            <a:schemeClr val="tx1"/>
                          </a:solidFill>
                          <a:latin typeface="+mn-ea"/>
                          <a:ea typeface="+mn-ea"/>
                          <a:cs typeface="+mn-cs"/>
                        </a:rPr>
                        <a:t>.pptx</a:t>
                      </a:r>
                      <a:r>
                        <a:rPr kumimoji="1" lang="ja-JP" altLang="en-US" sz="900" b="0" i="0" u="none" strike="noStrike" kern="1200">
                          <a:solidFill>
                            <a:schemeClr val="tx1"/>
                          </a:solidFill>
                          <a:latin typeface="+mn-ea"/>
                          <a:ea typeface="+mn-ea"/>
                          <a:cs typeface="+mn-cs"/>
                        </a:rPr>
                        <a:t>」の</a:t>
                      </a:r>
                      <a:r>
                        <a:rPr kumimoji="1" lang="en-US" altLang="ja-JP" sz="900" b="0" i="0" u="none" strike="noStrike" kern="1200">
                          <a:solidFill>
                            <a:schemeClr val="tx1"/>
                          </a:solidFill>
                          <a:latin typeface="+mn-ea"/>
                          <a:ea typeface="+mn-ea"/>
                          <a:cs typeface="+mn-cs"/>
                        </a:rPr>
                        <a:t>P4～5</a:t>
                      </a:r>
                      <a:r>
                        <a:rPr kumimoji="1" lang="ja-JP" altLang="en-US" sz="900" b="0" i="0" u="none" strike="noStrike" kern="1200">
                          <a:solidFill>
                            <a:schemeClr val="tx1"/>
                          </a:solidFill>
                          <a:latin typeface="+mn-ea"/>
                          <a:ea typeface="+mn-ea"/>
                          <a:cs typeface="+mn-cs"/>
                        </a:rPr>
                        <a:t>に記載の</a:t>
                      </a:r>
                      <a:r>
                        <a:rPr kumimoji="1" lang="en-US" altLang="ja-JP" sz="900" b="0" i="0" u="none" strike="noStrike" kern="1200">
                          <a:solidFill>
                            <a:schemeClr val="tx1"/>
                          </a:solidFill>
                          <a:latin typeface="+mn-ea"/>
                          <a:ea typeface="+mn-ea"/>
                          <a:cs typeface="+mn-cs"/>
                        </a:rPr>
                        <a:t>19</a:t>
                      </a:r>
                      <a:r>
                        <a:rPr kumimoji="1" lang="ja-JP" altLang="en-US" sz="900" b="0" i="0" u="none" strike="noStrike" kern="1200">
                          <a:solidFill>
                            <a:schemeClr val="tx1"/>
                          </a:solidFill>
                          <a:latin typeface="+mn-ea"/>
                          <a:ea typeface="+mn-ea"/>
                          <a:cs typeface="+mn-cs"/>
                        </a:rPr>
                        <a:t>件の令和</a:t>
                      </a:r>
                      <a:r>
                        <a:rPr kumimoji="1" lang="en-US" altLang="ja-JP" sz="900" b="0" i="0" u="none" strike="noStrike" kern="1200">
                          <a:solidFill>
                            <a:schemeClr val="tx1"/>
                          </a:solidFill>
                          <a:latin typeface="+mn-ea"/>
                          <a:ea typeface="+mn-ea"/>
                          <a:cs typeface="+mn-cs"/>
                        </a:rPr>
                        <a:t>9</a:t>
                      </a:r>
                      <a:r>
                        <a:rPr kumimoji="1" lang="ja-JP" altLang="en-US" sz="900" b="0" i="0" u="none" strike="noStrike" kern="1200">
                          <a:solidFill>
                            <a:schemeClr val="tx1"/>
                          </a:solidFill>
                          <a:latin typeface="+mn-ea"/>
                          <a:ea typeface="+mn-ea"/>
                          <a:cs typeface="+mn-cs"/>
                        </a:rPr>
                        <a:t>年度案件について、</a:t>
                      </a:r>
                      <a:r>
                        <a:rPr kumimoji="0" lang="en-US" altLang="ja-JP" sz="900" b="0" i="0" u="none" strike="noStrike" kern="0" cap="none" spc="0" normalizeH="0" baseline="0" noProof="0">
                          <a:ln>
                            <a:noFill/>
                          </a:ln>
                          <a:solidFill>
                            <a:srgbClr val="000000"/>
                          </a:solidFill>
                          <a:effectLst/>
                          <a:uLnTx/>
                          <a:uFillTx/>
                          <a:latin typeface="+mn-ea"/>
                          <a:ea typeface="+mn-ea"/>
                          <a:cs typeface="+mn-cs"/>
                        </a:rPr>
                        <a:t>10/20</a:t>
                      </a:r>
                      <a:r>
                        <a:rPr kumimoji="0" lang="ja-JP" altLang="en-US" sz="900" b="0" i="0" u="none" strike="noStrike" kern="0" cap="none" spc="0" normalizeH="0" baseline="0" noProof="0">
                          <a:ln>
                            <a:noFill/>
                          </a:ln>
                          <a:solidFill>
                            <a:srgbClr val="000000"/>
                          </a:solidFill>
                          <a:effectLst/>
                          <a:uLnTx/>
                          <a:uFillTx/>
                          <a:latin typeface="+mn-ea"/>
                          <a:ea typeface="+mn-ea"/>
                          <a:cs typeface="+mn-cs"/>
                        </a:rPr>
                        <a:t>の調達委員会に向け、</a:t>
                      </a:r>
                      <a:r>
                        <a:rPr kumimoji="0" lang="en-US" altLang="ja-JP" sz="900" b="0" i="0" u="none" strike="noStrike" kern="0" cap="none" spc="0" normalizeH="0" baseline="0" noProof="0">
                          <a:ln>
                            <a:noFill/>
                          </a:ln>
                          <a:solidFill>
                            <a:srgbClr val="000000"/>
                          </a:solidFill>
                          <a:effectLst/>
                          <a:uLnTx/>
                          <a:uFillTx/>
                          <a:latin typeface="+mn-ea"/>
                          <a:ea typeface="+mn-ea"/>
                          <a:cs typeface="+mn-cs"/>
                        </a:rPr>
                        <a:t>DX</a:t>
                      </a:r>
                      <a:r>
                        <a:rPr kumimoji="0" lang="ja-JP" altLang="en-US" sz="900" b="0" i="0" u="none" strike="noStrike" kern="0" cap="none" spc="0" normalizeH="0" baseline="0" noProof="0">
                          <a:ln>
                            <a:noFill/>
                          </a:ln>
                          <a:solidFill>
                            <a:srgbClr val="000000"/>
                          </a:solidFill>
                          <a:effectLst/>
                          <a:uLnTx/>
                          <a:uFillTx/>
                          <a:latin typeface="+mn-ea"/>
                          <a:ea typeface="+mn-ea"/>
                          <a:cs typeface="+mn-cs"/>
                        </a:rPr>
                        <a:t>機構にて要件定義フェーズの調達手続きを進める。</a:t>
                      </a: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en-US" altLang="ja-JP" sz="900" b="0" u="none" kern="1200">
                          <a:solidFill>
                            <a:schemeClr val="tx1"/>
                          </a:solidFill>
                          <a:latin typeface="+mn-ea"/>
                          <a:ea typeface="+mn-ea"/>
                          <a:cs typeface="+mn-cs"/>
                        </a:rPr>
                        <a:t>10/5</a:t>
                      </a:r>
                      <a:r>
                        <a:rPr kumimoji="1" lang="ja-JP" altLang="en-US" sz="900" b="0" u="none" kern="1200">
                          <a:solidFill>
                            <a:schemeClr val="tx1"/>
                          </a:solidFill>
                          <a:latin typeface="+mn-ea"/>
                          <a:ea typeface="+mn-ea"/>
                          <a:cs typeface="+mn-cs"/>
                        </a:rPr>
                        <a:t>開発課題検討会資料「開発課題検討会</a:t>
                      </a:r>
                      <a:r>
                        <a:rPr kumimoji="1" lang="en-US" altLang="ja-JP" sz="900" b="0" u="none" kern="1200">
                          <a:solidFill>
                            <a:schemeClr val="tx1"/>
                          </a:solidFill>
                          <a:latin typeface="+mn-ea"/>
                          <a:ea typeface="+mn-ea"/>
                          <a:cs typeface="+mn-cs"/>
                        </a:rPr>
                        <a:t>_20261005_</a:t>
                      </a:r>
                      <a:r>
                        <a:rPr kumimoji="1" lang="ja-JP" altLang="en-US" sz="900" b="0" u="none" kern="1200">
                          <a:solidFill>
                            <a:schemeClr val="tx1"/>
                          </a:solidFill>
                          <a:latin typeface="+mn-ea"/>
                          <a:ea typeface="+mn-ea"/>
                          <a:cs typeface="+mn-cs"/>
                        </a:rPr>
                        <a:t>厚労省側</a:t>
                      </a:r>
                      <a:r>
                        <a:rPr kumimoji="1" lang="en-US" altLang="ja-JP" sz="900" b="0" u="none" kern="1200">
                          <a:solidFill>
                            <a:schemeClr val="tx1"/>
                          </a:solidFill>
                          <a:latin typeface="+mn-ea"/>
                          <a:ea typeface="+mn-ea"/>
                          <a:cs typeface="+mn-cs"/>
                        </a:rPr>
                        <a:t>.pptx</a:t>
                      </a:r>
                      <a:r>
                        <a:rPr kumimoji="1" lang="ja-JP" altLang="en-US" sz="900" b="0" u="none" kern="1200">
                          <a:solidFill>
                            <a:schemeClr val="tx1"/>
                          </a:solidFill>
                          <a:latin typeface="+mn-ea"/>
                          <a:ea typeface="+mn-ea"/>
                          <a:cs typeface="+mn-cs"/>
                        </a:rPr>
                        <a:t>」</a:t>
                      </a:r>
                      <a:r>
                        <a:rPr kumimoji="1" lang="en-US" altLang="ja-JP" sz="900" b="0" u="none" kern="1200">
                          <a:solidFill>
                            <a:schemeClr val="tx1"/>
                          </a:solidFill>
                          <a:latin typeface="+mn-ea"/>
                          <a:ea typeface="+mn-ea"/>
                          <a:cs typeface="+mn-cs"/>
                        </a:rPr>
                        <a:t>P4</a:t>
                      </a:r>
                      <a:r>
                        <a:rPr kumimoji="1" lang="ja-JP" altLang="en-US" sz="900" b="0" u="none" kern="1200">
                          <a:solidFill>
                            <a:schemeClr val="tx1"/>
                          </a:solidFill>
                          <a:latin typeface="+mn-ea"/>
                          <a:ea typeface="+mn-ea"/>
                          <a:cs typeface="+mn-cs"/>
                        </a:rPr>
                        <a:t>～</a:t>
                      </a:r>
                      <a:r>
                        <a:rPr kumimoji="1" lang="en-US" altLang="ja-JP" sz="900" b="0" u="none" kern="1200">
                          <a:solidFill>
                            <a:schemeClr val="tx1"/>
                          </a:solidFill>
                          <a:latin typeface="+mn-ea"/>
                          <a:ea typeface="+mn-ea"/>
                          <a:cs typeface="+mn-cs"/>
                        </a:rPr>
                        <a:t>5</a:t>
                      </a:r>
                      <a:r>
                        <a:rPr kumimoji="1" lang="ja-JP" altLang="en-US" sz="900" b="0" u="none" kern="1200">
                          <a:solidFill>
                            <a:schemeClr val="tx1"/>
                          </a:solidFill>
                          <a:latin typeface="+mn-ea"/>
                          <a:ea typeface="+mn-ea"/>
                          <a:cs typeface="+mn-cs"/>
                        </a:rPr>
                        <a:t>に記載の令和</a:t>
                      </a:r>
                      <a:r>
                        <a:rPr kumimoji="1" lang="en-US" altLang="ja-JP" sz="900" b="0" u="none" kern="1200">
                          <a:solidFill>
                            <a:schemeClr val="tx1"/>
                          </a:solidFill>
                          <a:latin typeface="+mn-ea"/>
                          <a:ea typeface="+mn-ea"/>
                          <a:cs typeface="+mn-cs"/>
                        </a:rPr>
                        <a:t>9</a:t>
                      </a:r>
                      <a:r>
                        <a:rPr kumimoji="1" lang="ja-JP" altLang="en-US" sz="900" b="0" u="none" kern="1200">
                          <a:solidFill>
                            <a:schemeClr val="tx1"/>
                          </a:solidFill>
                          <a:latin typeface="+mn-ea"/>
                          <a:ea typeface="+mn-ea"/>
                          <a:cs typeface="+mn-cs"/>
                        </a:rPr>
                        <a:t>年度案件の</a:t>
                      </a:r>
                      <a:r>
                        <a:rPr kumimoji="1" lang="en-US" altLang="ja-JP" sz="900" b="0" u="none" kern="1200">
                          <a:solidFill>
                            <a:schemeClr val="tx1"/>
                          </a:solidFill>
                          <a:latin typeface="+mn-ea"/>
                          <a:ea typeface="+mn-ea"/>
                          <a:cs typeface="+mn-cs"/>
                        </a:rPr>
                        <a:t>19</a:t>
                      </a:r>
                      <a:r>
                        <a:rPr kumimoji="1" lang="ja-JP" altLang="en-US" sz="900" b="0" u="none" kern="1200">
                          <a:solidFill>
                            <a:schemeClr val="tx1"/>
                          </a:solidFill>
                          <a:latin typeface="+mn-ea"/>
                          <a:ea typeface="+mn-ea"/>
                          <a:cs typeface="+mn-cs"/>
                        </a:rPr>
                        <a:t>件について、</a:t>
                      </a:r>
                      <a:r>
                        <a:rPr kumimoji="1" lang="en-US" altLang="ja-JP" sz="900" b="0" u="none" kern="1200">
                          <a:solidFill>
                            <a:schemeClr val="tx1"/>
                          </a:solidFill>
                          <a:latin typeface="+mn-ea"/>
                          <a:ea typeface="+mn-ea"/>
                          <a:cs typeface="+mn-cs"/>
                        </a:rPr>
                        <a:t>10/20</a:t>
                      </a:r>
                      <a:r>
                        <a:rPr kumimoji="1" lang="ja-JP" altLang="en-US" sz="900" b="0" u="none" kern="1200">
                          <a:solidFill>
                            <a:schemeClr val="tx1"/>
                          </a:solidFill>
                          <a:latin typeface="+mn-ea"/>
                          <a:ea typeface="+mn-ea"/>
                          <a:cs typeface="+mn-cs"/>
                        </a:rPr>
                        <a:t>の調達委員会に向け、</a:t>
                      </a:r>
                      <a:r>
                        <a:rPr kumimoji="1" lang="en-US" altLang="ja-JP" sz="900" b="0" u="none" kern="1200">
                          <a:solidFill>
                            <a:schemeClr val="tx1"/>
                          </a:solidFill>
                          <a:latin typeface="+mn-ea"/>
                          <a:ea typeface="+mn-ea"/>
                          <a:cs typeface="+mn-cs"/>
                        </a:rPr>
                        <a:t>DX</a:t>
                      </a:r>
                      <a:r>
                        <a:rPr kumimoji="1" lang="ja-JP" altLang="en-US" sz="900" b="0" u="none" kern="1200">
                          <a:solidFill>
                            <a:schemeClr val="tx1"/>
                          </a:solidFill>
                          <a:latin typeface="+mn-ea"/>
                          <a:ea typeface="+mn-ea"/>
                          <a:cs typeface="+mn-cs"/>
                        </a:rPr>
                        <a:t>機構にて要件定義フェーズの調達手続きを進める。</a:t>
                      </a:r>
                      <a:r>
                        <a:rPr kumimoji="1" lang="en-US" altLang="ja-JP" sz="900" b="0" u="none" kern="1200">
                          <a:solidFill>
                            <a:schemeClr val="tx1"/>
                          </a:solidFill>
                          <a:latin typeface="+mn-ea"/>
                          <a:ea typeface="+mn-ea"/>
                          <a:cs typeface="+mn-cs"/>
                        </a:rPr>
                        <a:t>【DX</a:t>
                      </a:r>
                      <a:r>
                        <a:rPr kumimoji="1" lang="ja-JP" altLang="en-US" sz="900" b="0" u="none" kern="1200">
                          <a:solidFill>
                            <a:schemeClr val="tx1"/>
                          </a:solidFill>
                          <a:latin typeface="+mn-ea"/>
                          <a:ea typeface="+mn-ea"/>
                          <a:cs typeface="+mn-cs"/>
                        </a:rPr>
                        <a:t>機構 </a:t>
                      </a:r>
                      <a:r>
                        <a:rPr kumimoji="1" lang="en-US" altLang="ja-JP" sz="900" b="0" u="none" kern="1200">
                          <a:solidFill>
                            <a:schemeClr val="tx1"/>
                          </a:solidFill>
                          <a:latin typeface="+mn-ea"/>
                          <a:ea typeface="+mn-ea"/>
                          <a:cs typeface="+mn-cs"/>
                        </a:rPr>
                        <a:t>10/20】</a:t>
                      </a:r>
                      <a:endParaRPr kumimoji="1" lang="ja-JP" altLang="en-US" sz="900" b="0" u="none" kern="1200">
                        <a:solidFill>
                          <a:schemeClr val="tx1"/>
                        </a:solidFill>
                        <a:latin typeface="+mn-ea"/>
                        <a:ea typeface="+mn-ea"/>
                        <a:cs typeface="+mn-cs"/>
                      </a:endParaRPr>
                    </a:p>
                    <a:p>
                      <a:pPr marL="0" marR="0" lvl="0" indent="0" algn="l" defTabSz="843930" rtl="0" eaLnBrk="1" fontAlgn="auto" latinLnBrk="0" hangingPunct="1">
                        <a:lnSpc>
                          <a:spcPct val="100000"/>
                        </a:lnSpc>
                        <a:spcBef>
                          <a:spcPts val="0"/>
                        </a:spcBef>
                        <a:spcAft>
                          <a:spcPts val="0"/>
                        </a:spcAft>
                        <a:buClrTx/>
                        <a:buSzTx/>
                        <a:buFont typeface="Wingdings" panose="05000000000000000000" pitchFamily="2" charset="2"/>
                        <a:buNone/>
                        <a:tabLst/>
                        <a:defRPr/>
                      </a:pPr>
                      <a:endParaRPr kumimoji="1" lang="en-US" altLang="ja-JP" sz="900" b="0" u="none" kern="1200">
                        <a:solidFill>
                          <a:schemeClr val="tx1"/>
                        </a:solidFill>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05503867"/>
                  </a:ext>
                </a:extLst>
              </a:tr>
              <a:tr h="574428">
                <a:tc>
                  <a:txBody>
                    <a:bodyPr/>
                    <a:lstStyle/>
                    <a:p>
                      <a:pPr lvl="0" algn="ctr">
                        <a:lnSpc>
                          <a:spcPts val="1200"/>
                        </a:lnSpc>
                        <a:buNone/>
                      </a:pPr>
                      <a:r>
                        <a:rPr lang="en-US" altLang="ja-JP" sz="900" b="0" i="0">
                          <a:solidFill>
                            <a:srgbClr val="000000"/>
                          </a:solidFill>
                          <a:effectLst/>
                          <a:latin typeface="+mn-ea"/>
                          <a:ea typeface="+mn-ea"/>
                        </a:rPr>
                        <a:t>8</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厚労省アジェンダ</a:t>
                      </a:r>
                      <a:r>
                        <a:rPr kumimoji="1" lang="en-US" altLang="ja-JP" sz="900" b="0">
                          <a:latin typeface="+mn-ea"/>
                          <a:ea typeface="+mn-ea"/>
                        </a:rPr>
                        <a:t>_</a:t>
                      </a:r>
                      <a:r>
                        <a:rPr kumimoji="1" lang="ja-JP" altLang="en-US" sz="900" b="0">
                          <a:latin typeface="+mn-ea"/>
                          <a:ea typeface="+mn-ea"/>
                        </a:rPr>
                        <a:t>案件台帳の更新箇所の報告(</a:t>
                      </a:r>
                      <a:r>
                        <a:rPr kumimoji="1" lang="en-US" altLang="ja-JP" sz="900" b="0">
                          <a:latin typeface="+mn-ea"/>
                          <a:ea typeface="+mn-ea"/>
                        </a:rPr>
                        <a:t>1005</a:t>
                      </a:r>
                      <a:r>
                        <a:rPr kumimoji="1" lang="ja-JP" altLang="en-US" sz="900" b="0">
                          <a:latin typeface="+mn-ea"/>
                          <a:ea typeface="+mn-ea"/>
                        </a:rPr>
                        <a:t>断面)</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80975" marR="0" lvl="0" indent="-171450" algn="l">
                        <a:lnSpc>
                          <a:spcPct val="120000"/>
                        </a:lnSpc>
                        <a:spcBef>
                          <a:spcPts val="0"/>
                        </a:spcBef>
                        <a:spcAft>
                          <a:spcPts val="0"/>
                        </a:spcAft>
                        <a:buClr>
                          <a:srgbClr val="000000"/>
                        </a:buClr>
                        <a:buFont typeface="Wingdings,sans-serif"/>
                        <a:buChar char="ü"/>
                      </a:pPr>
                      <a:r>
                        <a:rPr kumimoji="0" lang="ja-JP" sz="900" b="0" i="0" u="none" strike="noStrike" kern="0" cap="none" spc="0" normalizeH="0" baseline="0" noProof="0">
                          <a:ln>
                            <a:noFill/>
                          </a:ln>
                          <a:solidFill>
                            <a:srgbClr val="000000"/>
                          </a:solidFill>
                          <a:effectLst/>
                          <a:uLnTx/>
                          <a:uFillTx/>
                          <a:latin typeface="Arial"/>
                          <a:ea typeface="+mn-ea"/>
                          <a:cs typeface="Arial"/>
                        </a:rPr>
                        <a:t>特になし</a:t>
                      </a:r>
                      <a:r>
                        <a:rPr lang="ja-JP" sz="900" b="0" i="0" u="none" strike="noStrike" kern="0" cap="none" spc="0" normalizeH="0" baseline="0" noProof="0">
                          <a:ln>
                            <a:noFill/>
                          </a:ln>
                          <a:solidFill>
                            <a:srgbClr val="000000"/>
                          </a:solidFill>
                          <a:effectLst/>
                          <a:uLnTx/>
                          <a:uFillTx/>
                          <a:latin typeface="Arial"/>
                          <a:ea typeface="+mn-ea"/>
                          <a:cs typeface="Arial"/>
                        </a:rPr>
                        <a:t>。</a:t>
                      </a:r>
                      <a:endParaRPr lang="en-US" altLang="ja-JP" sz="900" b="0" i="0" u="none" strike="noStrike" kern="0" cap="none" spc="0" normalizeH="0" baseline="0" noProof="0">
                        <a:ln>
                          <a:noFill/>
                        </a:ln>
                        <a:solidFill>
                          <a:srgbClr val="000000"/>
                        </a:solidFill>
                        <a:effectLst/>
                        <a:uLnTx/>
                        <a:uFillTx/>
                        <a:latin typeface="Arial"/>
                        <a:ea typeface="+mn-ea"/>
                        <a:cs typeface="Arial"/>
                      </a:endParaRPr>
                    </a:p>
                  </a:txBody>
                  <a:tcPr marL="46800" marR="4680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n-ea"/>
                          <a:ea typeface="+mn-ea"/>
                          <a:cs typeface="+mn-cs"/>
                        </a:rPr>
                        <a:t>特になし。</a:t>
                      </a: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6229936"/>
                  </a:ext>
                </a:extLst>
              </a:tr>
              <a:tr h="574428">
                <a:tc>
                  <a:txBody>
                    <a:bodyPr/>
                    <a:lstStyle/>
                    <a:p>
                      <a:pPr lvl="0" algn="ctr">
                        <a:lnSpc>
                          <a:spcPts val="1200"/>
                        </a:lnSpc>
                        <a:buNone/>
                      </a:pPr>
                      <a:r>
                        <a:rPr lang="en-US" altLang="ja-JP" sz="900" b="0" i="0">
                          <a:solidFill>
                            <a:srgbClr val="000000"/>
                          </a:solidFill>
                          <a:effectLst/>
                          <a:latin typeface="+mn-ea"/>
                          <a:ea typeface="+mn-ea"/>
                        </a:rPr>
                        <a:t>-</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a:latin typeface="+mn-ea"/>
                          <a:ea typeface="+mn-ea"/>
                        </a:rPr>
                        <a:t>ラップアップ</a:t>
                      </a:r>
                    </a:p>
                  </a:txBody>
                  <a:tcPr marL="45720" marR="4572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900" b="0" u="none" kern="1200">
                          <a:solidFill>
                            <a:schemeClr val="tx1"/>
                          </a:solidFill>
                          <a:latin typeface="+mn-ea"/>
                          <a:ea typeface="+mn-ea"/>
                          <a:cs typeface="+mn-cs"/>
                        </a:rPr>
                        <a:t>案件</a:t>
                      </a:r>
                      <a:r>
                        <a:rPr kumimoji="1" lang="en-US" altLang="ja-JP" sz="900" b="0" u="none" kern="1200">
                          <a:solidFill>
                            <a:schemeClr val="tx1"/>
                          </a:solidFill>
                          <a:latin typeface="+mn-ea"/>
                          <a:ea typeface="+mn-ea"/>
                          <a:cs typeface="+mn-cs"/>
                        </a:rPr>
                        <a:t>ID225</a:t>
                      </a:r>
                      <a:r>
                        <a:rPr kumimoji="1" lang="ja-JP" altLang="en-US" sz="900" b="0" u="none" kern="1200">
                          <a:solidFill>
                            <a:schemeClr val="tx1"/>
                          </a:solidFill>
                          <a:latin typeface="+mn-ea"/>
                          <a:ea typeface="+mn-ea"/>
                          <a:cs typeface="+mn-cs"/>
                        </a:rPr>
                        <a:t>（</a:t>
                      </a:r>
                      <a:r>
                        <a:rPr kumimoji="1" lang="en-US" altLang="ja-JP" sz="900" b="0" u="none" kern="1200">
                          <a:solidFill>
                            <a:schemeClr val="tx1"/>
                          </a:solidFill>
                          <a:latin typeface="+mn-ea"/>
                          <a:ea typeface="+mn-ea"/>
                          <a:cs typeface="+mn-cs"/>
                        </a:rPr>
                        <a:t>BI</a:t>
                      </a:r>
                      <a:r>
                        <a:rPr kumimoji="1" lang="ja-JP" altLang="en-US" sz="900" b="0" u="none" kern="1200">
                          <a:solidFill>
                            <a:schemeClr val="tx1"/>
                          </a:solidFill>
                          <a:latin typeface="+mn-ea"/>
                          <a:ea typeface="+mn-ea"/>
                          <a:cs typeface="+mn-cs"/>
                        </a:rPr>
                        <a:t>基盤活用による臨床情報の可視化）の新規起票に併せて、要求事項に記載された</a:t>
                      </a:r>
                      <a:r>
                        <a:rPr kumimoji="1" lang="en-US" altLang="ja-JP" sz="900" b="0" u="none" kern="1200">
                          <a:solidFill>
                            <a:schemeClr val="tx1"/>
                          </a:solidFill>
                          <a:latin typeface="+mn-ea"/>
                          <a:ea typeface="+mn-ea"/>
                          <a:cs typeface="+mn-cs"/>
                        </a:rPr>
                        <a:t>15</a:t>
                      </a:r>
                      <a:r>
                        <a:rPr kumimoji="1" lang="ja-JP" altLang="en-US" sz="900" b="0" u="none" kern="1200">
                          <a:solidFill>
                            <a:schemeClr val="tx1"/>
                          </a:solidFill>
                          <a:latin typeface="+mn-ea"/>
                          <a:ea typeface="+mn-ea"/>
                          <a:cs typeface="+mn-cs"/>
                        </a:rPr>
                        <a:t>のダッシュボードは、初回構築であることを踏まえ富士通が作成する。なお、同要求事項に記載されたインプットデータを用いて追加作成する新規ダッシュボードについては、</a:t>
                      </a:r>
                      <a:r>
                        <a:rPr kumimoji="1" lang="en-US" altLang="ja-JP" sz="900" b="0" u="none" kern="1200">
                          <a:solidFill>
                            <a:schemeClr val="tx1"/>
                          </a:solidFill>
                          <a:latin typeface="+mn-ea"/>
                          <a:ea typeface="+mn-ea"/>
                          <a:cs typeface="+mn-cs"/>
                        </a:rPr>
                        <a:t>DX</a:t>
                      </a:r>
                      <a:r>
                        <a:rPr kumimoji="1" lang="ja-JP" altLang="en-US" sz="900" b="0" u="none" kern="1200">
                          <a:solidFill>
                            <a:schemeClr val="tx1"/>
                          </a:solidFill>
                          <a:latin typeface="+mn-ea"/>
                          <a:ea typeface="+mn-ea"/>
                          <a:cs typeface="+mn-cs"/>
                        </a:rPr>
                        <a:t>機構が作成する想定であることから、今後の開発事業者に依頼する開発案件の対象外とすることを合意した。</a:t>
                      </a:r>
                    </a:p>
                  </a:txBody>
                  <a:tcP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tc>
                  <a:txBody>
                    <a:bodyPr/>
                    <a:lstStyle/>
                    <a:p>
                      <a:pPr marL="171450" marR="0" lvl="0" indent="-171450" algn="l" defTabSz="84393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b="0" i="0" u="none" strike="noStrike" kern="0" cap="none" spc="0" normalizeH="0" baseline="0" noProof="0">
                          <a:ln>
                            <a:noFill/>
                          </a:ln>
                          <a:solidFill>
                            <a:srgbClr val="000000"/>
                          </a:solidFill>
                          <a:effectLst/>
                          <a:uLnTx/>
                          <a:uFillTx/>
                          <a:latin typeface="+mn-ea"/>
                          <a:ea typeface="+mn-ea"/>
                          <a:cs typeface="+mn-cs"/>
                        </a:rPr>
                        <a:t>特になし。</a:t>
                      </a:r>
                      <a:endParaRPr kumimoji="0" lang="en-US" altLang="ja-JP" sz="900" b="0" i="0" u="none" strike="noStrike" kern="0" cap="none" spc="0" normalizeH="0" baseline="0" noProof="0">
                        <a:ln>
                          <a:noFill/>
                        </a:ln>
                        <a:solidFill>
                          <a:srgbClr val="000000"/>
                        </a:solidFill>
                        <a:effectLst/>
                        <a:uLnTx/>
                        <a:uFillTx/>
                        <a:latin typeface="+mn-ea"/>
                        <a:ea typeface="+mn-ea"/>
                        <a:cs typeface="+mn-cs"/>
                      </a:endParaRPr>
                    </a:p>
                  </a:txBody>
                  <a:tcPr marL="45720" marR="45720" marT="18000" marB="18000">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56568879"/>
                  </a:ext>
                </a:extLst>
              </a:tr>
            </a:tbl>
          </a:graphicData>
        </a:graphic>
      </p:graphicFrame>
      <p:sp>
        <p:nvSpPr>
          <p:cNvPr id="4" name="タイトル 1">
            <a:extLst>
              <a:ext uri="{FF2B5EF4-FFF2-40B4-BE49-F238E27FC236}">
                <a16:creationId xmlns:a16="http://schemas.microsoft.com/office/drawing/2014/main" id="{0F9D5437-F140-15AC-1609-48303C937A97}"/>
              </a:ext>
            </a:extLst>
          </p:cNvPr>
          <p:cNvSpPr>
            <a:spLocks noGrp="1"/>
          </p:cNvSpPr>
          <p:nvPr>
            <p:ph type="title"/>
          </p:nvPr>
        </p:nvSpPr>
        <p:spPr>
          <a:xfrm>
            <a:off x="507000" y="116696"/>
            <a:ext cx="8892000" cy="576000"/>
          </a:xfrm>
        </p:spPr>
        <p:txBody>
          <a:bodyPr vert="horz"/>
          <a:lstStyle/>
          <a:p>
            <a:r>
              <a:rPr lang="ja-JP" altLang="en-US" sz="1800">
                <a:solidFill>
                  <a:schemeClr val="tx2">
                    <a:lumMod val="75000"/>
                  </a:schemeClr>
                </a:solidFill>
              </a:rPr>
              <a:t>１．開発課題検討会の共有</a:t>
            </a:r>
            <a:br>
              <a:rPr lang="en-US" altLang="ja-JP" sz="1800"/>
            </a:br>
            <a:r>
              <a:rPr lang="ja-JP" altLang="en-US" sz="1800">
                <a:solidFill>
                  <a:schemeClr val="tx2">
                    <a:lumMod val="75000"/>
                  </a:schemeClr>
                </a:solidFill>
              </a:rPr>
              <a:t>議事要旨</a:t>
            </a:r>
            <a:r>
              <a:rPr lang="en-US" altLang="ja-JP" sz="1800">
                <a:solidFill>
                  <a:schemeClr val="tx2">
                    <a:lumMod val="75000"/>
                  </a:schemeClr>
                </a:solidFill>
              </a:rPr>
              <a:t>(6/6)</a:t>
            </a:r>
            <a:endParaRPr lang="ja-JP" altLang="en-US" sz="2000">
              <a:solidFill>
                <a:schemeClr val="tx2">
                  <a:lumMod val="75000"/>
                </a:schemeClr>
              </a:solidFill>
            </a:endParaRPr>
          </a:p>
        </p:txBody>
      </p:sp>
    </p:spTree>
    <p:extLst>
      <p:ext uri="{BB962C8B-B14F-4D97-AF65-F5344CB8AC3E}">
        <p14:creationId xmlns:p14="http://schemas.microsoft.com/office/powerpoint/2010/main" val="2968835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A4C36-4B63-E416-201B-15D61BE51F46}"/>
            </a:ext>
          </a:extLst>
        </p:cNvPr>
        <p:cNvGrpSpPr/>
        <p:nvPr/>
      </p:nvGrpSpPr>
      <p:grpSpPr>
        <a:xfrm>
          <a:off x="0" y="0"/>
          <a:ext cx="0" cy="0"/>
          <a:chOff x="0" y="0"/>
          <a:chExt cx="0" cy="0"/>
        </a:xfrm>
      </p:grpSpPr>
      <p:grpSp>
        <p:nvGrpSpPr>
          <p:cNvPr id="21" name="グループ化 20">
            <a:extLst>
              <a:ext uri="{FF2B5EF4-FFF2-40B4-BE49-F238E27FC236}">
                <a16:creationId xmlns:a16="http://schemas.microsoft.com/office/drawing/2014/main" id="{503D262F-93BA-D8BA-9A9B-8900E674E2D6}"/>
              </a:ext>
            </a:extLst>
          </p:cNvPr>
          <p:cNvGrpSpPr/>
          <p:nvPr/>
        </p:nvGrpSpPr>
        <p:grpSpPr>
          <a:xfrm>
            <a:off x="1166939" y="1394410"/>
            <a:ext cx="8399258" cy="5202130"/>
            <a:chOff x="1166956" y="1562049"/>
            <a:chExt cx="8399258" cy="5017209"/>
          </a:xfrm>
        </p:grpSpPr>
        <p:sp>
          <p:nvSpPr>
            <p:cNvPr id="117" name="shape_76">
              <a:extLst>
                <a:ext uri="{FF2B5EF4-FFF2-40B4-BE49-F238E27FC236}">
                  <a16:creationId xmlns:a16="http://schemas.microsoft.com/office/drawing/2014/main" id="{C9ACE0F7-188C-F5D4-4DB4-2FDE68176A89}"/>
                </a:ext>
              </a:extLst>
            </p:cNvPr>
            <p:cNvSpPr/>
            <p:nvPr>
              <p:custDataLst>
                <p:tags r:id="rId158"/>
              </p:custDataLst>
            </p:nvPr>
          </p:nvSpPr>
          <p:spPr>
            <a:xfrm>
              <a:off x="3428268"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1" name="shape_76">
              <a:extLst>
                <a:ext uri="{FF2B5EF4-FFF2-40B4-BE49-F238E27FC236}">
                  <a16:creationId xmlns:a16="http://schemas.microsoft.com/office/drawing/2014/main" id="{2B04F81B-0516-9584-B665-F10371105850}"/>
                </a:ext>
              </a:extLst>
            </p:cNvPr>
            <p:cNvSpPr/>
            <p:nvPr>
              <p:custDataLst>
                <p:tags r:id="rId159"/>
              </p:custDataLst>
            </p:nvPr>
          </p:nvSpPr>
          <p:spPr>
            <a:xfrm>
              <a:off x="1813045"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03" name="shape_76">
              <a:extLst>
                <a:ext uri="{FF2B5EF4-FFF2-40B4-BE49-F238E27FC236}">
                  <a16:creationId xmlns:a16="http://schemas.microsoft.com/office/drawing/2014/main" id="{557781D2-E8D0-4C64-E0BA-4BB05214D4CD}"/>
                </a:ext>
              </a:extLst>
            </p:cNvPr>
            <p:cNvSpPr/>
            <p:nvPr>
              <p:custDataLst>
                <p:tags r:id="rId160"/>
              </p:custDataLst>
            </p:nvPr>
          </p:nvSpPr>
          <p:spPr>
            <a:xfrm>
              <a:off x="1651523"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04" name="shape_76">
              <a:extLst>
                <a:ext uri="{FF2B5EF4-FFF2-40B4-BE49-F238E27FC236}">
                  <a16:creationId xmlns:a16="http://schemas.microsoft.com/office/drawing/2014/main" id="{E3ADC26A-6015-8F72-2312-DDC139370F51}"/>
                </a:ext>
              </a:extLst>
            </p:cNvPr>
            <p:cNvSpPr/>
            <p:nvPr>
              <p:custDataLst>
                <p:tags r:id="rId161"/>
              </p:custDataLst>
            </p:nvPr>
          </p:nvSpPr>
          <p:spPr>
            <a:xfrm>
              <a:off x="1490001"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05" name="shape_76">
              <a:extLst>
                <a:ext uri="{FF2B5EF4-FFF2-40B4-BE49-F238E27FC236}">
                  <a16:creationId xmlns:a16="http://schemas.microsoft.com/office/drawing/2014/main" id="{370BAE34-E4DD-2301-D4FD-0B78E514E948}"/>
                </a:ext>
              </a:extLst>
            </p:cNvPr>
            <p:cNvSpPr/>
            <p:nvPr>
              <p:custDataLst>
                <p:tags r:id="rId162"/>
              </p:custDataLst>
            </p:nvPr>
          </p:nvSpPr>
          <p:spPr>
            <a:xfrm>
              <a:off x="1328478"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06" name="shape_76">
              <a:extLst>
                <a:ext uri="{FF2B5EF4-FFF2-40B4-BE49-F238E27FC236}">
                  <a16:creationId xmlns:a16="http://schemas.microsoft.com/office/drawing/2014/main" id="{FEFD4AF3-4193-18FB-9685-24BD15A77723}"/>
                </a:ext>
              </a:extLst>
            </p:cNvPr>
            <p:cNvSpPr/>
            <p:nvPr>
              <p:custDataLst>
                <p:tags r:id="rId163"/>
              </p:custDataLst>
            </p:nvPr>
          </p:nvSpPr>
          <p:spPr>
            <a:xfrm>
              <a:off x="1166956"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07" name="shape_76">
              <a:extLst>
                <a:ext uri="{FF2B5EF4-FFF2-40B4-BE49-F238E27FC236}">
                  <a16:creationId xmlns:a16="http://schemas.microsoft.com/office/drawing/2014/main" id="{B24B401E-4FEC-60E1-291A-6E469A0E18CD}"/>
                </a:ext>
              </a:extLst>
            </p:cNvPr>
            <p:cNvSpPr/>
            <p:nvPr>
              <p:custDataLst>
                <p:tags r:id="rId164"/>
              </p:custDataLst>
            </p:nvPr>
          </p:nvSpPr>
          <p:spPr>
            <a:xfrm>
              <a:off x="2782179"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08" name="shape_76">
              <a:extLst>
                <a:ext uri="{FF2B5EF4-FFF2-40B4-BE49-F238E27FC236}">
                  <a16:creationId xmlns:a16="http://schemas.microsoft.com/office/drawing/2014/main" id="{C55CB949-4230-9858-65DD-DD59550AD5A6}"/>
                </a:ext>
              </a:extLst>
            </p:cNvPr>
            <p:cNvSpPr/>
            <p:nvPr>
              <p:custDataLst>
                <p:tags r:id="rId165"/>
              </p:custDataLst>
            </p:nvPr>
          </p:nvSpPr>
          <p:spPr>
            <a:xfrm>
              <a:off x="2620657"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09" name="shape_76">
              <a:extLst>
                <a:ext uri="{FF2B5EF4-FFF2-40B4-BE49-F238E27FC236}">
                  <a16:creationId xmlns:a16="http://schemas.microsoft.com/office/drawing/2014/main" id="{F81247C8-C0AB-7C2E-3558-DAF28A561445}"/>
                </a:ext>
              </a:extLst>
            </p:cNvPr>
            <p:cNvSpPr/>
            <p:nvPr>
              <p:custDataLst>
                <p:tags r:id="rId166"/>
              </p:custDataLst>
            </p:nvPr>
          </p:nvSpPr>
          <p:spPr>
            <a:xfrm>
              <a:off x="2459134"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10" name="shape_76">
              <a:extLst>
                <a:ext uri="{FF2B5EF4-FFF2-40B4-BE49-F238E27FC236}">
                  <a16:creationId xmlns:a16="http://schemas.microsoft.com/office/drawing/2014/main" id="{13697AA6-7E1F-470C-8FAB-A30FCE622262}"/>
                </a:ext>
              </a:extLst>
            </p:cNvPr>
            <p:cNvSpPr/>
            <p:nvPr>
              <p:custDataLst>
                <p:tags r:id="rId167"/>
              </p:custDataLst>
            </p:nvPr>
          </p:nvSpPr>
          <p:spPr>
            <a:xfrm>
              <a:off x="2297612"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11" name="shape_76">
              <a:extLst>
                <a:ext uri="{FF2B5EF4-FFF2-40B4-BE49-F238E27FC236}">
                  <a16:creationId xmlns:a16="http://schemas.microsoft.com/office/drawing/2014/main" id="{641CDD54-0C26-4FB5-8EA9-50CECA2E16DA}"/>
                </a:ext>
              </a:extLst>
            </p:cNvPr>
            <p:cNvSpPr/>
            <p:nvPr>
              <p:custDataLst>
                <p:tags r:id="rId168"/>
              </p:custDataLst>
            </p:nvPr>
          </p:nvSpPr>
          <p:spPr>
            <a:xfrm>
              <a:off x="2136090"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12" name="shape_76">
              <a:extLst>
                <a:ext uri="{FF2B5EF4-FFF2-40B4-BE49-F238E27FC236}">
                  <a16:creationId xmlns:a16="http://schemas.microsoft.com/office/drawing/2014/main" id="{5E912AA2-85F6-A7EE-46B1-C48E4F8410F0}"/>
                </a:ext>
              </a:extLst>
            </p:cNvPr>
            <p:cNvSpPr/>
            <p:nvPr>
              <p:custDataLst>
                <p:tags r:id="rId169"/>
              </p:custDataLst>
            </p:nvPr>
          </p:nvSpPr>
          <p:spPr>
            <a:xfrm>
              <a:off x="1974568"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13" name="shape_76">
              <a:extLst>
                <a:ext uri="{FF2B5EF4-FFF2-40B4-BE49-F238E27FC236}">
                  <a16:creationId xmlns:a16="http://schemas.microsoft.com/office/drawing/2014/main" id="{6255D2F0-5C10-E8FC-63D6-CE556C7C1230}"/>
                </a:ext>
              </a:extLst>
            </p:cNvPr>
            <p:cNvSpPr/>
            <p:nvPr>
              <p:custDataLst>
                <p:tags r:id="rId170"/>
              </p:custDataLst>
            </p:nvPr>
          </p:nvSpPr>
          <p:spPr>
            <a:xfrm>
              <a:off x="3751313"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16" name="shape_76">
              <a:extLst>
                <a:ext uri="{FF2B5EF4-FFF2-40B4-BE49-F238E27FC236}">
                  <a16:creationId xmlns:a16="http://schemas.microsoft.com/office/drawing/2014/main" id="{6CD0090E-F688-559F-B845-A76A46FDF929}"/>
                </a:ext>
              </a:extLst>
            </p:cNvPr>
            <p:cNvSpPr/>
            <p:nvPr>
              <p:custDataLst>
                <p:tags r:id="rId171"/>
              </p:custDataLst>
            </p:nvPr>
          </p:nvSpPr>
          <p:spPr>
            <a:xfrm>
              <a:off x="3589791"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18" name="shape_76">
              <a:extLst>
                <a:ext uri="{FF2B5EF4-FFF2-40B4-BE49-F238E27FC236}">
                  <a16:creationId xmlns:a16="http://schemas.microsoft.com/office/drawing/2014/main" id="{1D3852C8-BA01-89C2-C51C-8C4E7526C0FF}"/>
                </a:ext>
              </a:extLst>
            </p:cNvPr>
            <p:cNvSpPr/>
            <p:nvPr>
              <p:custDataLst>
                <p:tags r:id="rId172"/>
              </p:custDataLst>
            </p:nvPr>
          </p:nvSpPr>
          <p:spPr>
            <a:xfrm>
              <a:off x="3266746"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19" name="shape_76">
              <a:extLst>
                <a:ext uri="{FF2B5EF4-FFF2-40B4-BE49-F238E27FC236}">
                  <a16:creationId xmlns:a16="http://schemas.microsoft.com/office/drawing/2014/main" id="{56070BE5-BD6B-AD74-F7E5-CDE0BA938F14}"/>
                </a:ext>
              </a:extLst>
            </p:cNvPr>
            <p:cNvSpPr/>
            <p:nvPr>
              <p:custDataLst>
                <p:tags r:id="rId173"/>
              </p:custDataLst>
            </p:nvPr>
          </p:nvSpPr>
          <p:spPr>
            <a:xfrm>
              <a:off x="3105224"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20" name="shape_76">
              <a:extLst>
                <a:ext uri="{FF2B5EF4-FFF2-40B4-BE49-F238E27FC236}">
                  <a16:creationId xmlns:a16="http://schemas.microsoft.com/office/drawing/2014/main" id="{FC037050-BB75-891A-D61B-D83CBA92A349}"/>
                </a:ext>
              </a:extLst>
            </p:cNvPr>
            <p:cNvSpPr/>
            <p:nvPr>
              <p:custDataLst>
                <p:tags r:id="rId174"/>
              </p:custDataLst>
            </p:nvPr>
          </p:nvSpPr>
          <p:spPr>
            <a:xfrm>
              <a:off x="2943701"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21" name="shape_76">
              <a:extLst>
                <a:ext uri="{FF2B5EF4-FFF2-40B4-BE49-F238E27FC236}">
                  <a16:creationId xmlns:a16="http://schemas.microsoft.com/office/drawing/2014/main" id="{BD0D028C-AF9F-E178-31AF-CEE696D2BE1F}"/>
                </a:ext>
              </a:extLst>
            </p:cNvPr>
            <p:cNvSpPr/>
            <p:nvPr>
              <p:custDataLst>
                <p:tags r:id="rId175"/>
              </p:custDataLst>
            </p:nvPr>
          </p:nvSpPr>
          <p:spPr>
            <a:xfrm>
              <a:off x="4720448"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22" name="shape_76">
              <a:extLst>
                <a:ext uri="{FF2B5EF4-FFF2-40B4-BE49-F238E27FC236}">
                  <a16:creationId xmlns:a16="http://schemas.microsoft.com/office/drawing/2014/main" id="{419D5156-5115-599E-1977-A5AB22FA6F27}"/>
                </a:ext>
              </a:extLst>
            </p:cNvPr>
            <p:cNvSpPr/>
            <p:nvPr>
              <p:custDataLst>
                <p:tags r:id="rId176"/>
              </p:custDataLst>
            </p:nvPr>
          </p:nvSpPr>
          <p:spPr>
            <a:xfrm>
              <a:off x="4558925"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23" name="shape_76">
              <a:extLst>
                <a:ext uri="{FF2B5EF4-FFF2-40B4-BE49-F238E27FC236}">
                  <a16:creationId xmlns:a16="http://schemas.microsoft.com/office/drawing/2014/main" id="{87624F4E-800E-5CAC-5E49-167E8CFE496F}"/>
                </a:ext>
              </a:extLst>
            </p:cNvPr>
            <p:cNvSpPr/>
            <p:nvPr>
              <p:custDataLst>
                <p:tags r:id="rId177"/>
              </p:custDataLst>
            </p:nvPr>
          </p:nvSpPr>
          <p:spPr>
            <a:xfrm>
              <a:off x="4397403"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24" name="shape_76">
              <a:extLst>
                <a:ext uri="{FF2B5EF4-FFF2-40B4-BE49-F238E27FC236}">
                  <a16:creationId xmlns:a16="http://schemas.microsoft.com/office/drawing/2014/main" id="{C4DEDD0D-F95F-97D7-7441-EAE48941A50B}"/>
                </a:ext>
              </a:extLst>
            </p:cNvPr>
            <p:cNvSpPr/>
            <p:nvPr>
              <p:custDataLst>
                <p:tags r:id="rId178"/>
              </p:custDataLst>
            </p:nvPr>
          </p:nvSpPr>
          <p:spPr>
            <a:xfrm>
              <a:off x="4235880"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25" name="shape_76">
              <a:extLst>
                <a:ext uri="{FF2B5EF4-FFF2-40B4-BE49-F238E27FC236}">
                  <a16:creationId xmlns:a16="http://schemas.microsoft.com/office/drawing/2014/main" id="{07ACBB68-D702-9727-9BF4-AB4D847B9886}"/>
                </a:ext>
              </a:extLst>
            </p:cNvPr>
            <p:cNvSpPr/>
            <p:nvPr>
              <p:custDataLst>
                <p:tags r:id="rId179"/>
              </p:custDataLst>
            </p:nvPr>
          </p:nvSpPr>
          <p:spPr>
            <a:xfrm>
              <a:off x="4074358"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27" name="shape_76">
              <a:extLst>
                <a:ext uri="{FF2B5EF4-FFF2-40B4-BE49-F238E27FC236}">
                  <a16:creationId xmlns:a16="http://schemas.microsoft.com/office/drawing/2014/main" id="{192C78AA-A2C3-EB39-45CB-3D9100800456}"/>
                </a:ext>
              </a:extLst>
            </p:cNvPr>
            <p:cNvSpPr/>
            <p:nvPr>
              <p:custDataLst>
                <p:tags r:id="rId180"/>
              </p:custDataLst>
            </p:nvPr>
          </p:nvSpPr>
          <p:spPr>
            <a:xfrm>
              <a:off x="3912835" y="1562049"/>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28" name="shape_76">
              <a:extLst>
                <a:ext uri="{FF2B5EF4-FFF2-40B4-BE49-F238E27FC236}">
                  <a16:creationId xmlns:a16="http://schemas.microsoft.com/office/drawing/2014/main" id="{7F2DEE33-63F9-0450-73D3-2A420436B3ED}"/>
                </a:ext>
              </a:extLst>
            </p:cNvPr>
            <p:cNvSpPr/>
            <p:nvPr>
              <p:custDataLst>
                <p:tags r:id="rId181"/>
              </p:custDataLst>
            </p:nvPr>
          </p:nvSpPr>
          <p:spPr>
            <a:xfrm>
              <a:off x="5205015"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29" name="shape_76">
              <a:extLst>
                <a:ext uri="{FF2B5EF4-FFF2-40B4-BE49-F238E27FC236}">
                  <a16:creationId xmlns:a16="http://schemas.microsoft.com/office/drawing/2014/main" id="{FBEE9800-A322-B833-EFE1-624E8DBF1B76}"/>
                </a:ext>
              </a:extLst>
            </p:cNvPr>
            <p:cNvSpPr/>
            <p:nvPr>
              <p:custDataLst>
                <p:tags r:id="rId182"/>
              </p:custDataLst>
            </p:nvPr>
          </p:nvSpPr>
          <p:spPr>
            <a:xfrm>
              <a:off x="5043493"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30" name="shape_76">
              <a:extLst>
                <a:ext uri="{FF2B5EF4-FFF2-40B4-BE49-F238E27FC236}">
                  <a16:creationId xmlns:a16="http://schemas.microsoft.com/office/drawing/2014/main" id="{5129DA31-882F-DF65-625C-639F57A7B35C}"/>
                </a:ext>
              </a:extLst>
            </p:cNvPr>
            <p:cNvSpPr/>
            <p:nvPr>
              <p:custDataLst>
                <p:tags r:id="rId183"/>
              </p:custDataLst>
            </p:nvPr>
          </p:nvSpPr>
          <p:spPr>
            <a:xfrm>
              <a:off x="4881970"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40" name="shape_76">
              <a:extLst>
                <a:ext uri="{FF2B5EF4-FFF2-40B4-BE49-F238E27FC236}">
                  <a16:creationId xmlns:a16="http://schemas.microsoft.com/office/drawing/2014/main" id="{49E8BC25-2566-03C6-6E4B-3E9FBE9879BF}"/>
                </a:ext>
              </a:extLst>
            </p:cNvPr>
            <p:cNvSpPr/>
            <p:nvPr>
              <p:custDataLst>
                <p:tags r:id="rId184"/>
              </p:custDataLst>
            </p:nvPr>
          </p:nvSpPr>
          <p:spPr>
            <a:xfrm>
              <a:off x="5366552"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42" name="shape_76">
              <a:extLst>
                <a:ext uri="{FF2B5EF4-FFF2-40B4-BE49-F238E27FC236}">
                  <a16:creationId xmlns:a16="http://schemas.microsoft.com/office/drawing/2014/main" id="{E40DF490-F1EB-975C-089E-2F0D162FA3A5}"/>
                </a:ext>
              </a:extLst>
            </p:cNvPr>
            <p:cNvSpPr/>
            <p:nvPr>
              <p:custDataLst>
                <p:tags r:id="rId185"/>
              </p:custDataLst>
            </p:nvPr>
          </p:nvSpPr>
          <p:spPr>
            <a:xfrm>
              <a:off x="5851120"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44" name="shape_76">
              <a:extLst>
                <a:ext uri="{FF2B5EF4-FFF2-40B4-BE49-F238E27FC236}">
                  <a16:creationId xmlns:a16="http://schemas.microsoft.com/office/drawing/2014/main" id="{5D197B03-9779-78CA-3FB1-3C352C492191}"/>
                </a:ext>
              </a:extLst>
            </p:cNvPr>
            <p:cNvSpPr/>
            <p:nvPr>
              <p:custDataLst>
                <p:tags r:id="rId186"/>
              </p:custDataLst>
            </p:nvPr>
          </p:nvSpPr>
          <p:spPr>
            <a:xfrm>
              <a:off x="5689597"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45" name="shape_76">
              <a:extLst>
                <a:ext uri="{FF2B5EF4-FFF2-40B4-BE49-F238E27FC236}">
                  <a16:creationId xmlns:a16="http://schemas.microsoft.com/office/drawing/2014/main" id="{27E4C4DA-755D-F9F5-A0CC-3890515D0403}"/>
                </a:ext>
              </a:extLst>
            </p:cNvPr>
            <p:cNvSpPr/>
            <p:nvPr>
              <p:custDataLst>
                <p:tags r:id="rId187"/>
              </p:custDataLst>
            </p:nvPr>
          </p:nvSpPr>
          <p:spPr>
            <a:xfrm>
              <a:off x="5528074"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51" name="shape_76">
              <a:extLst>
                <a:ext uri="{FF2B5EF4-FFF2-40B4-BE49-F238E27FC236}">
                  <a16:creationId xmlns:a16="http://schemas.microsoft.com/office/drawing/2014/main" id="{FE010C3D-0D53-65C1-CD10-31CC0CEDFF5E}"/>
                </a:ext>
              </a:extLst>
            </p:cNvPr>
            <p:cNvSpPr/>
            <p:nvPr>
              <p:custDataLst>
                <p:tags r:id="rId188"/>
              </p:custDataLst>
            </p:nvPr>
          </p:nvSpPr>
          <p:spPr>
            <a:xfrm>
              <a:off x="6012655"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52" name="shape_76">
              <a:extLst>
                <a:ext uri="{FF2B5EF4-FFF2-40B4-BE49-F238E27FC236}">
                  <a16:creationId xmlns:a16="http://schemas.microsoft.com/office/drawing/2014/main" id="{4A615E3C-67E2-A104-FA6C-064500928338}"/>
                </a:ext>
              </a:extLst>
            </p:cNvPr>
            <p:cNvSpPr/>
            <p:nvPr>
              <p:custDataLst>
                <p:tags r:id="rId189"/>
              </p:custDataLst>
            </p:nvPr>
          </p:nvSpPr>
          <p:spPr>
            <a:xfrm>
              <a:off x="6497222"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53" name="shape_76">
              <a:extLst>
                <a:ext uri="{FF2B5EF4-FFF2-40B4-BE49-F238E27FC236}">
                  <a16:creationId xmlns:a16="http://schemas.microsoft.com/office/drawing/2014/main" id="{A08880A4-F364-D93E-92E9-BCB1A62B698C}"/>
                </a:ext>
              </a:extLst>
            </p:cNvPr>
            <p:cNvSpPr/>
            <p:nvPr>
              <p:custDataLst>
                <p:tags r:id="rId190"/>
              </p:custDataLst>
            </p:nvPr>
          </p:nvSpPr>
          <p:spPr>
            <a:xfrm>
              <a:off x="6335700"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55" name="shape_76">
              <a:extLst>
                <a:ext uri="{FF2B5EF4-FFF2-40B4-BE49-F238E27FC236}">
                  <a16:creationId xmlns:a16="http://schemas.microsoft.com/office/drawing/2014/main" id="{16E454DA-4F3D-1734-4C3A-04F0E02AD272}"/>
                </a:ext>
              </a:extLst>
            </p:cNvPr>
            <p:cNvSpPr/>
            <p:nvPr>
              <p:custDataLst>
                <p:tags r:id="rId191"/>
              </p:custDataLst>
            </p:nvPr>
          </p:nvSpPr>
          <p:spPr>
            <a:xfrm>
              <a:off x="6174177"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58" name="shape_76">
              <a:extLst>
                <a:ext uri="{FF2B5EF4-FFF2-40B4-BE49-F238E27FC236}">
                  <a16:creationId xmlns:a16="http://schemas.microsoft.com/office/drawing/2014/main" id="{AA30EC63-1647-8D1C-F07B-8ACE473D754A}"/>
                </a:ext>
              </a:extLst>
            </p:cNvPr>
            <p:cNvSpPr/>
            <p:nvPr>
              <p:custDataLst>
                <p:tags r:id="rId192"/>
              </p:custDataLst>
            </p:nvPr>
          </p:nvSpPr>
          <p:spPr>
            <a:xfrm>
              <a:off x="6658761"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95" name="shape_76">
              <a:extLst>
                <a:ext uri="{FF2B5EF4-FFF2-40B4-BE49-F238E27FC236}">
                  <a16:creationId xmlns:a16="http://schemas.microsoft.com/office/drawing/2014/main" id="{1C861141-976B-5AC1-F927-6852981102FE}"/>
                </a:ext>
              </a:extLst>
            </p:cNvPr>
            <p:cNvSpPr/>
            <p:nvPr>
              <p:custDataLst>
                <p:tags r:id="rId193"/>
              </p:custDataLst>
            </p:nvPr>
          </p:nvSpPr>
          <p:spPr>
            <a:xfrm>
              <a:off x="6820274"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96" name="shape_76">
              <a:extLst>
                <a:ext uri="{FF2B5EF4-FFF2-40B4-BE49-F238E27FC236}">
                  <a16:creationId xmlns:a16="http://schemas.microsoft.com/office/drawing/2014/main" id="{067DA6FC-582D-D527-9938-8092E7BA8FCE}"/>
                </a:ext>
              </a:extLst>
            </p:cNvPr>
            <p:cNvSpPr/>
            <p:nvPr>
              <p:custDataLst>
                <p:tags r:id="rId194"/>
              </p:custDataLst>
            </p:nvPr>
          </p:nvSpPr>
          <p:spPr>
            <a:xfrm>
              <a:off x="7304842"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97" name="shape_76">
              <a:extLst>
                <a:ext uri="{FF2B5EF4-FFF2-40B4-BE49-F238E27FC236}">
                  <a16:creationId xmlns:a16="http://schemas.microsoft.com/office/drawing/2014/main" id="{AC1D0E6D-63BE-890A-8679-7B778513FE27}"/>
                </a:ext>
              </a:extLst>
            </p:cNvPr>
            <p:cNvSpPr/>
            <p:nvPr>
              <p:custDataLst>
                <p:tags r:id="rId195"/>
              </p:custDataLst>
            </p:nvPr>
          </p:nvSpPr>
          <p:spPr>
            <a:xfrm>
              <a:off x="7143319"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98" name="shape_76">
              <a:extLst>
                <a:ext uri="{FF2B5EF4-FFF2-40B4-BE49-F238E27FC236}">
                  <a16:creationId xmlns:a16="http://schemas.microsoft.com/office/drawing/2014/main" id="{170B9676-E931-4CA9-6817-2D5657A82084}"/>
                </a:ext>
              </a:extLst>
            </p:cNvPr>
            <p:cNvSpPr/>
            <p:nvPr>
              <p:custDataLst>
                <p:tags r:id="rId196"/>
              </p:custDataLst>
            </p:nvPr>
          </p:nvSpPr>
          <p:spPr>
            <a:xfrm>
              <a:off x="6981796"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35" name="shape_76">
              <a:extLst>
                <a:ext uri="{FF2B5EF4-FFF2-40B4-BE49-F238E27FC236}">
                  <a16:creationId xmlns:a16="http://schemas.microsoft.com/office/drawing/2014/main" id="{5C7EA625-4336-7965-D790-C0FF17A0772C}"/>
                </a:ext>
              </a:extLst>
            </p:cNvPr>
            <p:cNvSpPr/>
            <p:nvPr>
              <p:custDataLst>
                <p:tags r:id="rId197"/>
              </p:custDataLst>
            </p:nvPr>
          </p:nvSpPr>
          <p:spPr>
            <a:xfrm>
              <a:off x="7466377"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36" name="shape_76">
              <a:extLst>
                <a:ext uri="{FF2B5EF4-FFF2-40B4-BE49-F238E27FC236}">
                  <a16:creationId xmlns:a16="http://schemas.microsoft.com/office/drawing/2014/main" id="{F9587850-E079-5374-7BF1-376F6DBECC14}"/>
                </a:ext>
              </a:extLst>
            </p:cNvPr>
            <p:cNvSpPr/>
            <p:nvPr>
              <p:custDataLst>
                <p:tags r:id="rId198"/>
              </p:custDataLst>
            </p:nvPr>
          </p:nvSpPr>
          <p:spPr>
            <a:xfrm>
              <a:off x="7950945"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37" name="shape_76">
              <a:extLst>
                <a:ext uri="{FF2B5EF4-FFF2-40B4-BE49-F238E27FC236}">
                  <a16:creationId xmlns:a16="http://schemas.microsoft.com/office/drawing/2014/main" id="{69484D2A-2295-35F9-056F-2BD01B8A3247}"/>
                </a:ext>
              </a:extLst>
            </p:cNvPr>
            <p:cNvSpPr/>
            <p:nvPr>
              <p:custDataLst>
                <p:tags r:id="rId199"/>
              </p:custDataLst>
            </p:nvPr>
          </p:nvSpPr>
          <p:spPr>
            <a:xfrm>
              <a:off x="7789422"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38" name="shape_76">
              <a:extLst>
                <a:ext uri="{FF2B5EF4-FFF2-40B4-BE49-F238E27FC236}">
                  <a16:creationId xmlns:a16="http://schemas.microsoft.com/office/drawing/2014/main" id="{00937C27-8ED7-86F3-E1F7-7F97D5B5E7E0}"/>
                </a:ext>
              </a:extLst>
            </p:cNvPr>
            <p:cNvSpPr/>
            <p:nvPr>
              <p:custDataLst>
                <p:tags r:id="rId200"/>
              </p:custDataLst>
            </p:nvPr>
          </p:nvSpPr>
          <p:spPr>
            <a:xfrm>
              <a:off x="7627899"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44" name="shape_76">
              <a:extLst>
                <a:ext uri="{FF2B5EF4-FFF2-40B4-BE49-F238E27FC236}">
                  <a16:creationId xmlns:a16="http://schemas.microsoft.com/office/drawing/2014/main" id="{591FE21D-3C60-73BB-7BC4-DE5B92FAF1BA}"/>
                </a:ext>
              </a:extLst>
            </p:cNvPr>
            <p:cNvSpPr/>
            <p:nvPr>
              <p:custDataLst>
                <p:tags r:id="rId201"/>
              </p:custDataLst>
            </p:nvPr>
          </p:nvSpPr>
          <p:spPr>
            <a:xfrm>
              <a:off x="8112481"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45" name="shape_76">
              <a:extLst>
                <a:ext uri="{FF2B5EF4-FFF2-40B4-BE49-F238E27FC236}">
                  <a16:creationId xmlns:a16="http://schemas.microsoft.com/office/drawing/2014/main" id="{5E601DAE-59A4-333E-4959-E64B27D868BA}"/>
                </a:ext>
              </a:extLst>
            </p:cNvPr>
            <p:cNvSpPr/>
            <p:nvPr>
              <p:custDataLst>
                <p:tags r:id="rId202"/>
              </p:custDataLst>
            </p:nvPr>
          </p:nvSpPr>
          <p:spPr>
            <a:xfrm>
              <a:off x="8597049"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46" name="shape_76">
              <a:extLst>
                <a:ext uri="{FF2B5EF4-FFF2-40B4-BE49-F238E27FC236}">
                  <a16:creationId xmlns:a16="http://schemas.microsoft.com/office/drawing/2014/main" id="{28CE5E50-6303-50D3-6491-3E9E17F2FE63}"/>
                </a:ext>
              </a:extLst>
            </p:cNvPr>
            <p:cNvSpPr/>
            <p:nvPr>
              <p:custDataLst>
                <p:tags r:id="rId203"/>
              </p:custDataLst>
            </p:nvPr>
          </p:nvSpPr>
          <p:spPr>
            <a:xfrm>
              <a:off x="8435526"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47" name="shape_76">
              <a:extLst>
                <a:ext uri="{FF2B5EF4-FFF2-40B4-BE49-F238E27FC236}">
                  <a16:creationId xmlns:a16="http://schemas.microsoft.com/office/drawing/2014/main" id="{AC1FC59F-8A90-7177-4767-78C77D03278C}"/>
                </a:ext>
              </a:extLst>
            </p:cNvPr>
            <p:cNvSpPr/>
            <p:nvPr>
              <p:custDataLst>
                <p:tags r:id="rId204"/>
              </p:custDataLst>
            </p:nvPr>
          </p:nvSpPr>
          <p:spPr>
            <a:xfrm>
              <a:off x="8274003"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65" name="shape_76">
              <a:extLst>
                <a:ext uri="{FF2B5EF4-FFF2-40B4-BE49-F238E27FC236}">
                  <a16:creationId xmlns:a16="http://schemas.microsoft.com/office/drawing/2014/main" id="{CBA376AA-8F30-BA02-C2CD-A904B1BBAB02}"/>
                </a:ext>
              </a:extLst>
            </p:cNvPr>
            <p:cNvSpPr/>
            <p:nvPr>
              <p:custDataLst>
                <p:tags r:id="rId205"/>
              </p:custDataLst>
            </p:nvPr>
          </p:nvSpPr>
          <p:spPr>
            <a:xfrm>
              <a:off x="8758586"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66" name="shape_76">
              <a:extLst>
                <a:ext uri="{FF2B5EF4-FFF2-40B4-BE49-F238E27FC236}">
                  <a16:creationId xmlns:a16="http://schemas.microsoft.com/office/drawing/2014/main" id="{E793777E-BDD6-1312-CD5E-451A5F7B419B}"/>
                </a:ext>
              </a:extLst>
            </p:cNvPr>
            <p:cNvSpPr/>
            <p:nvPr>
              <p:custDataLst>
                <p:tags r:id="rId206"/>
              </p:custDataLst>
            </p:nvPr>
          </p:nvSpPr>
          <p:spPr>
            <a:xfrm>
              <a:off x="9243153"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67" name="shape_76">
              <a:extLst>
                <a:ext uri="{FF2B5EF4-FFF2-40B4-BE49-F238E27FC236}">
                  <a16:creationId xmlns:a16="http://schemas.microsoft.com/office/drawing/2014/main" id="{5203139D-00C0-566D-AE48-7AB28CBED873}"/>
                </a:ext>
              </a:extLst>
            </p:cNvPr>
            <p:cNvSpPr/>
            <p:nvPr>
              <p:custDataLst>
                <p:tags r:id="rId207"/>
              </p:custDataLst>
            </p:nvPr>
          </p:nvSpPr>
          <p:spPr>
            <a:xfrm>
              <a:off x="9081631"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68" name="shape_76">
              <a:extLst>
                <a:ext uri="{FF2B5EF4-FFF2-40B4-BE49-F238E27FC236}">
                  <a16:creationId xmlns:a16="http://schemas.microsoft.com/office/drawing/2014/main" id="{50023D1A-C124-6AC3-5593-8029DAFAC6AE}"/>
                </a:ext>
              </a:extLst>
            </p:cNvPr>
            <p:cNvSpPr/>
            <p:nvPr>
              <p:custDataLst>
                <p:tags r:id="rId208"/>
              </p:custDataLst>
            </p:nvPr>
          </p:nvSpPr>
          <p:spPr>
            <a:xfrm>
              <a:off x="8920108"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71" name="shape_76">
              <a:extLst>
                <a:ext uri="{FF2B5EF4-FFF2-40B4-BE49-F238E27FC236}">
                  <a16:creationId xmlns:a16="http://schemas.microsoft.com/office/drawing/2014/main" id="{7F41FA47-0DBF-BCEE-18B5-00C556EE3ACA}"/>
                </a:ext>
              </a:extLst>
            </p:cNvPr>
            <p:cNvSpPr/>
            <p:nvPr>
              <p:custDataLst>
                <p:tags r:id="rId209"/>
              </p:custDataLst>
            </p:nvPr>
          </p:nvSpPr>
          <p:spPr>
            <a:xfrm>
              <a:off x="9404692" y="1562051"/>
              <a:ext cx="161522" cy="5017207"/>
            </a:xfrm>
            <a:prstGeom prst="rect">
              <a:avLst/>
            </a:prstGeom>
            <a:noFill/>
            <a:ln w="3175">
              <a:solidFill>
                <a:schemeClr val="bg1">
                  <a:lumMod val="75000"/>
                </a:scheme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grpSp>
      <p:sp>
        <p:nvSpPr>
          <p:cNvPr id="2" name="タイトル 1">
            <a:extLst>
              <a:ext uri="{FF2B5EF4-FFF2-40B4-BE49-F238E27FC236}">
                <a16:creationId xmlns:a16="http://schemas.microsoft.com/office/drawing/2014/main" id="{53739244-2536-105F-E761-094DEFD68DF0}"/>
              </a:ext>
            </a:extLst>
          </p:cNvPr>
          <p:cNvSpPr>
            <a:spLocks noGrp="1"/>
          </p:cNvSpPr>
          <p:nvPr>
            <p:ph type="title"/>
          </p:nvPr>
        </p:nvSpPr>
        <p:spPr>
          <a:xfrm>
            <a:off x="506663" y="112648"/>
            <a:ext cx="8892000" cy="576000"/>
          </a:xfrm>
        </p:spPr>
        <p:txBody>
          <a:bodyPr vert="horz" wrap="square" lIns="36000" tIns="36000" rIns="36000" bIns="36000" anchor="b" anchorCtr="0">
            <a:noAutofit/>
          </a:bodyPr>
          <a:lstStyle/>
          <a:p>
            <a:r>
              <a:rPr lang="en-US" altLang="ja-JP" sz="1800" noProof="1">
                <a:solidFill>
                  <a:srgbClr val="324F71"/>
                </a:solidFill>
              </a:rPr>
              <a:t>1</a:t>
            </a:r>
            <a:r>
              <a:rPr lang="ja-JP" altLang="en-US" sz="1800" noProof="1">
                <a:solidFill>
                  <a:srgbClr val="324F71"/>
                </a:solidFill>
              </a:rPr>
              <a:t>．マスタスケジュールの確認</a:t>
            </a:r>
            <a:br>
              <a:rPr lang="en-US" altLang="ja-JP" sz="1800" noProof="1">
                <a:solidFill>
                  <a:srgbClr val="324F71"/>
                </a:solidFill>
              </a:rPr>
            </a:br>
            <a:r>
              <a:rPr lang="ja-JP" altLang="en-US" sz="1800" noProof="1">
                <a:solidFill>
                  <a:srgbClr val="324F71"/>
                </a:solidFill>
              </a:rPr>
              <a:t>①　調達・開発スケジュール</a:t>
            </a:r>
          </a:p>
        </p:txBody>
      </p:sp>
      <p:sp>
        <p:nvSpPr>
          <p:cNvPr id="8" name="矢印: 右 7">
            <a:extLst>
              <a:ext uri="{FF2B5EF4-FFF2-40B4-BE49-F238E27FC236}">
                <a16:creationId xmlns:a16="http://schemas.microsoft.com/office/drawing/2014/main" id="{C595B86A-2598-89B3-4E35-257A47CBB94A}"/>
              </a:ext>
            </a:extLst>
          </p:cNvPr>
          <p:cNvSpPr/>
          <p:nvPr/>
        </p:nvSpPr>
        <p:spPr>
          <a:xfrm>
            <a:off x="8104876" y="492560"/>
            <a:ext cx="612000" cy="129938"/>
          </a:xfrm>
          <a:prstGeom prst="rightArrow">
            <a:avLst>
              <a:gd name="adj1" fmla="val 100000"/>
              <a:gd name="adj2" fmla="val 50000"/>
            </a:avLst>
          </a:prstGeom>
          <a:solidFill>
            <a:srgbClr val="DDD9C3"/>
          </a:solidFill>
          <a:ln w="3175" cap="flat" cmpd="sng" algn="ctr">
            <a:solidFill>
              <a:sysClr val="window" lastClr="FFFFFF">
                <a:lumMod val="75000"/>
              </a:sysClr>
            </a:solidFill>
            <a:prstDash val="solid"/>
            <a:headEnd w="med" len="sm"/>
            <a:tailEnd type="triangle" w="sm" len="sm"/>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noProof="1"/>
            </a:pPr>
            <a:r>
              <a:rPr kumimoji="0" lang="ja-JP" altLang="en-US" sz="800" b="0" i="0" u="none" strike="noStrike" kern="0" cap="none" spc="0" normalizeH="0" baseline="0" noProof="0">
                <a:ln>
                  <a:noFill/>
                </a:ln>
                <a:solidFill>
                  <a:prstClr val="black"/>
                </a:solidFill>
                <a:effectLst/>
                <a:uLnTx/>
                <a:uFillTx/>
                <a:latin typeface="Meiryo UI"/>
                <a:ea typeface="Meiryo UI"/>
                <a:cs typeface="+mn-cs"/>
              </a:rPr>
              <a:t>厚労省・</a:t>
            </a:r>
            <a:r>
              <a:rPr kumimoji="0" lang="en-US" altLang="ja-JP" sz="800" b="0" i="0" u="none" strike="noStrike" kern="0" cap="none" spc="0" normalizeH="0" baseline="0" noProof="0">
                <a:ln>
                  <a:noFill/>
                </a:ln>
                <a:solidFill>
                  <a:prstClr val="black"/>
                </a:solidFill>
                <a:effectLst/>
                <a:uLnTx/>
                <a:uFillTx/>
                <a:latin typeface="Meiryo UI"/>
                <a:ea typeface="Meiryo UI"/>
                <a:cs typeface="+mn-cs"/>
              </a:rPr>
              <a:t>DX</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機構</a:t>
            </a:r>
            <a:endParaRPr kumimoji="0" lang="en-US" altLang="ja-JP" sz="800" b="0" i="0" u="none" strike="noStrike" kern="0" cap="none" spc="0" normalizeH="0" baseline="0" noProof="0">
              <a:ln>
                <a:noFill/>
              </a:ln>
              <a:solidFill>
                <a:prstClr val="black"/>
              </a:solidFill>
              <a:effectLst/>
              <a:uLnTx/>
              <a:uFillTx/>
              <a:latin typeface="Meiryo UI"/>
              <a:ea typeface="Meiryo UI"/>
              <a:cs typeface="+mn-cs"/>
            </a:endParaRPr>
          </a:p>
        </p:txBody>
      </p:sp>
      <p:sp>
        <p:nvSpPr>
          <p:cNvPr id="9" name="矢印: 右 8">
            <a:extLst>
              <a:ext uri="{FF2B5EF4-FFF2-40B4-BE49-F238E27FC236}">
                <a16:creationId xmlns:a16="http://schemas.microsoft.com/office/drawing/2014/main" id="{26C5E124-9758-EB03-639B-31B9A0A75DF9}"/>
              </a:ext>
            </a:extLst>
          </p:cNvPr>
          <p:cNvSpPr/>
          <p:nvPr/>
        </p:nvSpPr>
        <p:spPr>
          <a:xfrm>
            <a:off x="8752411" y="492560"/>
            <a:ext cx="612000" cy="129938"/>
          </a:xfrm>
          <a:prstGeom prst="rightArrow">
            <a:avLst>
              <a:gd name="adj1" fmla="val 100000"/>
              <a:gd name="adj2" fmla="val 50000"/>
            </a:avLst>
          </a:prstGeom>
          <a:solidFill>
            <a:srgbClr val="FFFFCC"/>
          </a:solidFill>
          <a:ln w="3175" cap="flat" cmpd="sng" algn="ctr">
            <a:solidFill>
              <a:sysClr val="window" lastClr="FFFFFF">
                <a:lumMod val="75000"/>
              </a:sysClr>
            </a:solidFill>
            <a:prstDash val="solid"/>
            <a:headEnd w="med" len="sm"/>
            <a:tailEnd type="triangle" w="sm" len="sm"/>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noProof="1"/>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ND</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・富士通</a:t>
            </a:r>
            <a:endParaRPr kumimoji="0" lang="en-US" altLang="ja-JP" sz="800" b="0" i="0" u="none" strike="noStrike" kern="0" cap="none" spc="0" normalizeH="0" baseline="0" noProof="0">
              <a:ln>
                <a:noFill/>
              </a:ln>
              <a:solidFill>
                <a:prstClr val="black"/>
              </a:solidFill>
              <a:effectLst/>
              <a:uLnTx/>
              <a:uFillTx/>
              <a:latin typeface="Meiryo UI"/>
              <a:ea typeface="Meiryo UI"/>
              <a:cs typeface="+mn-cs"/>
            </a:endParaRPr>
          </a:p>
        </p:txBody>
      </p:sp>
      <p:sp>
        <p:nvSpPr>
          <p:cNvPr id="13" name="正方形/長方形 12">
            <a:extLst>
              <a:ext uri="{FF2B5EF4-FFF2-40B4-BE49-F238E27FC236}">
                <a16:creationId xmlns:a16="http://schemas.microsoft.com/office/drawing/2014/main" id="{3E728D69-6DF8-F0A8-9B64-4FE0D26AB98E}"/>
              </a:ext>
            </a:extLst>
          </p:cNvPr>
          <p:cNvSpPr/>
          <p:nvPr/>
        </p:nvSpPr>
        <p:spPr>
          <a:xfrm>
            <a:off x="7761023" y="454041"/>
            <a:ext cx="1640843" cy="206977"/>
          </a:xfrm>
          <a:prstGeom prst="rect">
            <a:avLst/>
          </a:prstGeom>
          <a:noFill/>
          <a:ln w="6350">
            <a:solidFill>
              <a:schemeClr val="tx1"/>
            </a:solidFill>
          </a:ln>
        </p:spPr>
        <p:txBody>
          <a:bodyPr lIns="36000"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noProof="1"/>
            </a:pP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凡例：</a:t>
            </a:r>
          </a:p>
        </p:txBody>
      </p:sp>
      <p:sp>
        <p:nvSpPr>
          <p:cNvPr id="25" name="shape_91">
            <a:extLst>
              <a:ext uri="{FF2B5EF4-FFF2-40B4-BE49-F238E27FC236}">
                <a16:creationId xmlns:a16="http://schemas.microsoft.com/office/drawing/2014/main" id="{67156DB2-C08D-F510-F875-A0071B6829F7}"/>
              </a:ext>
            </a:extLst>
          </p:cNvPr>
          <p:cNvSpPr/>
          <p:nvPr>
            <p:custDataLst>
              <p:tags r:id="rId1"/>
            </p:custDataLst>
          </p:nvPr>
        </p:nvSpPr>
        <p:spPr>
          <a:xfrm>
            <a:off x="1166956" y="1008079"/>
            <a:ext cx="646089" cy="215900"/>
          </a:xfrm>
          <a:prstGeom prst="rect">
            <a:avLst/>
          </a:prstGeom>
          <a:solidFill>
            <a:schemeClr val="bg1">
              <a:lumMod val="65000"/>
            </a:schemeClr>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4月</a:t>
            </a:r>
            <a:endParaRPr kumimoji="1" 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26" name="shape_92">
            <a:extLst>
              <a:ext uri="{FF2B5EF4-FFF2-40B4-BE49-F238E27FC236}">
                <a16:creationId xmlns:a16="http://schemas.microsoft.com/office/drawing/2014/main" id="{B2457A2A-284C-E704-9BDD-E35211D12852}"/>
              </a:ext>
            </a:extLst>
          </p:cNvPr>
          <p:cNvSpPr/>
          <p:nvPr>
            <p:custDataLst>
              <p:tags r:id="rId2"/>
            </p:custDataLst>
          </p:nvPr>
        </p:nvSpPr>
        <p:spPr>
          <a:xfrm>
            <a:off x="1813045" y="1008079"/>
            <a:ext cx="646089" cy="215900"/>
          </a:xfrm>
          <a:prstGeom prst="rect">
            <a:avLst/>
          </a:prstGeom>
          <a:solidFill>
            <a:schemeClr val="bg1">
              <a:lumMod val="65000"/>
            </a:schemeClr>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5月</a:t>
            </a:r>
            <a:endParaRPr kumimoji="1" 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29" name="shape_93">
            <a:extLst>
              <a:ext uri="{FF2B5EF4-FFF2-40B4-BE49-F238E27FC236}">
                <a16:creationId xmlns:a16="http://schemas.microsoft.com/office/drawing/2014/main" id="{96E82A6B-2D58-2026-5400-C1D7F5495E03}"/>
              </a:ext>
            </a:extLst>
          </p:cNvPr>
          <p:cNvSpPr/>
          <p:nvPr>
            <p:custDataLst>
              <p:tags r:id="rId3"/>
            </p:custDataLst>
          </p:nvPr>
        </p:nvSpPr>
        <p:spPr>
          <a:xfrm>
            <a:off x="2459135" y="1008079"/>
            <a:ext cx="807612" cy="215900"/>
          </a:xfrm>
          <a:prstGeom prst="rect">
            <a:avLst/>
          </a:prstGeom>
          <a:solidFill>
            <a:schemeClr val="bg1">
              <a:lumMod val="65000"/>
            </a:schemeClr>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6月</a:t>
            </a:r>
            <a:endParaRPr kumimoji="1" 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30" name="shape_94">
            <a:extLst>
              <a:ext uri="{FF2B5EF4-FFF2-40B4-BE49-F238E27FC236}">
                <a16:creationId xmlns:a16="http://schemas.microsoft.com/office/drawing/2014/main" id="{D0A4ADB5-FA1B-7931-D5AE-1BABC55F6F6C}"/>
              </a:ext>
            </a:extLst>
          </p:cNvPr>
          <p:cNvSpPr/>
          <p:nvPr>
            <p:custDataLst>
              <p:tags r:id="rId4"/>
            </p:custDataLst>
          </p:nvPr>
        </p:nvSpPr>
        <p:spPr>
          <a:xfrm>
            <a:off x="3266747" y="1008079"/>
            <a:ext cx="646089" cy="215900"/>
          </a:xfrm>
          <a:prstGeom prst="rect">
            <a:avLst/>
          </a:prstGeom>
          <a:solidFill>
            <a:schemeClr val="bg1">
              <a:lumMod val="65000"/>
            </a:schemeClr>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7月</a:t>
            </a:r>
            <a:endParaRPr kumimoji="1" 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34" name="shape_95">
            <a:extLst>
              <a:ext uri="{FF2B5EF4-FFF2-40B4-BE49-F238E27FC236}">
                <a16:creationId xmlns:a16="http://schemas.microsoft.com/office/drawing/2014/main" id="{1296F3D4-9D35-A44F-CCA8-FD03C3C30765}"/>
              </a:ext>
            </a:extLst>
          </p:cNvPr>
          <p:cNvSpPr/>
          <p:nvPr>
            <p:custDataLst>
              <p:tags r:id="rId5"/>
            </p:custDataLst>
          </p:nvPr>
        </p:nvSpPr>
        <p:spPr>
          <a:xfrm>
            <a:off x="3912836" y="1008079"/>
            <a:ext cx="807612" cy="215900"/>
          </a:xfrm>
          <a:prstGeom prst="rect">
            <a:avLst/>
          </a:prstGeom>
          <a:solidFill>
            <a:schemeClr val="bg1">
              <a:lumMod val="65000"/>
            </a:schemeClr>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8月</a:t>
            </a:r>
            <a:endParaRPr kumimoji="1" 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41" name="shape_96">
            <a:extLst>
              <a:ext uri="{FF2B5EF4-FFF2-40B4-BE49-F238E27FC236}">
                <a16:creationId xmlns:a16="http://schemas.microsoft.com/office/drawing/2014/main" id="{5A7D272C-1C7C-34F2-4FD4-3DAE94CD8D91}"/>
              </a:ext>
            </a:extLst>
          </p:cNvPr>
          <p:cNvSpPr/>
          <p:nvPr>
            <p:custDataLst>
              <p:tags r:id="rId6"/>
            </p:custDataLst>
          </p:nvPr>
        </p:nvSpPr>
        <p:spPr>
          <a:xfrm>
            <a:off x="4720448" y="1008079"/>
            <a:ext cx="646089" cy="215900"/>
          </a:xfrm>
          <a:prstGeom prst="rect">
            <a:avLst/>
          </a:prstGeom>
          <a:solidFill>
            <a:schemeClr val="bg1">
              <a:lumMod val="65000"/>
            </a:schemeClr>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9月</a:t>
            </a:r>
            <a:endParaRPr kumimoji="1" 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43" name="shape_98">
            <a:extLst>
              <a:ext uri="{FF2B5EF4-FFF2-40B4-BE49-F238E27FC236}">
                <a16:creationId xmlns:a16="http://schemas.microsoft.com/office/drawing/2014/main" id="{3DE7CE5C-941B-4E2A-530E-AE8CFB602C1C}"/>
              </a:ext>
            </a:extLst>
          </p:cNvPr>
          <p:cNvSpPr/>
          <p:nvPr>
            <p:custDataLst>
              <p:tags r:id="rId7"/>
            </p:custDataLst>
          </p:nvPr>
        </p:nvSpPr>
        <p:spPr>
          <a:xfrm>
            <a:off x="1166956"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6</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54" name="shape_99">
            <a:extLst>
              <a:ext uri="{FF2B5EF4-FFF2-40B4-BE49-F238E27FC236}">
                <a16:creationId xmlns:a16="http://schemas.microsoft.com/office/drawing/2014/main" id="{2F79E69D-A428-582A-C2D0-366BA7DFED8E}"/>
              </a:ext>
            </a:extLst>
          </p:cNvPr>
          <p:cNvSpPr/>
          <p:nvPr>
            <p:custDataLst>
              <p:tags r:id="rId8"/>
            </p:custDataLst>
          </p:nvPr>
        </p:nvSpPr>
        <p:spPr>
          <a:xfrm>
            <a:off x="1328477"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13</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58" name="shape_100">
            <a:extLst>
              <a:ext uri="{FF2B5EF4-FFF2-40B4-BE49-F238E27FC236}">
                <a16:creationId xmlns:a16="http://schemas.microsoft.com/office/drawing/2014/main" id="{DEFBC2DC-582A-46C9-68A3-93B0E2BBB1F5}"/>
              </a:ext>
            </a:extLst>
          </p:cNvPr>
          <p:cNvSpPr/>
          <p:nvPr>
            <p:custDataLst>
              <p:tags r:id="rId9"/>
            </p:custDataLst>
          </p:nvPr>
        </p:nvSpPr>
        <p:spPr>
          <a:xfrm>
            <a:off x="1490000"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20</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59" name="shape_101">
            <a:extLst>
              <a:ext uri="{FF2B5EF4-FFF2-40B4-BE49-F238E27FC236}">
                <a16:creationId xmlns:a16="http://schemas.microsoft.com/office/drawing/2014/main" id="{E4C8A048-6CC3-1B32-191E-73C807698F83}"/>
              </a:ext>
            </a:extLst>
          </p:cNvPr>
          <p:cNvSpPr/>
          <p:nvPr>
            <p:custDataLst>
              <p:tags r:id="rId10"/>
            </p:custDataLst>
          </p:nvPr>
        </p:nvSpPr>
        <p:spPr>
          <a:xfrm>
            <a:off x="1651521"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27</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60" name="shape_102">
            <a:extLst>
              <a:ext uri="{FF2B5EF4-FFF2-40B4-BE49-F238E27FC236}">
                <a16:creationId xmlns:a16="http://schemas.microsoft.com/office/drawing/2014/main" id="{076D7706-B9DE-ECDE-5C03-1253AF04DCE8}"/>
              </a:ext>
            </a:extLst>
          </p:cNvPr>
          <p:cNvSpPr/>
          <p:nvPr>
            <p:custDataLst>
              <p:tags r:id="rId11"/>
            </p:custDataLst>
          </p:nvPr>
        </p:nvSpPr>
        <p:spPr>
          <a:xfrm>
            <a:off x="1813043"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4</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61" name="shape_103">
            <a:extLst>
              <a:ext uri="{FF2B5EF4-FFF2-40B4-BE49-F238E27FC236}">
                <a16:creationId xmlns:a16="http://schemas.microsoft.com/office/drawing/2014/main" id="{A9B75AE9-883D-4BEE-EA74-6598470E6B4A}"/>
              </a:ext>
            </a:extLst>
          </p:cNvPr>
          <p:cNvSpPr/>
          <p:nvPr>
            <p:custDataLst>
              <p:tags r:id="rId12"/>
            </p:custDataLst>
          </p:nvPr>
        </p:nvSpPr>
        <p:spPr>
          <a:xfrm>
            <a:off x="1974565"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11</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62" name="shape_104">
            <a:extLst>
              <a:ext uri="{FF2B5EF4-FFF2-40B4-BE49-F238E27FC236}">
                <a16:creationId xmlns:a16="http://schemas.microsoft.com/office/drawing/2014/main" id="{6ED58442-AFB1-2726-1F77-512D41C04BFE}"/>
              </a:ext>
            </a:extLst>
          </p:cNvPr>
          <p:cNvSpPr/>
          <p:nvPr>
            <p:custDataLst>
              <p:tags r:id="rId13"/>
            </p:custDataLst>
          </p:nvPr>
        </p:nvSpPr>
        <p:spPr>
          <a:xfrm>
            <a:off x="2136086"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18</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63" name="shape_105">
            <a:extLst>
              <a:ext uri="{FF2B5EF4-FFF2-40B4-BE49-F238E27FC236}">
                <a16:creationId xmlns:a16="http://schemas.microsoft.com/office/drawing/2014/main" id="{3DE9B074-6CCF-AD23-020D-41D295A21CD0}"/>
              </a:ext>
            </a:extLst>
          </p:cNvPr>
          <p:cNvSpPr/>
          <p:nvPr>
            <p:custDataLst>
              <p:tags r:id="rId14"/>
            </p:custDataLst>
          </p:nvPr>
        </p:nvSpPr>
        <p:spPr>
          <a:xfrm>
            <a:off x="2297608"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25</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64" name="shape_106">
            <a:extLst>
              <a:ext uri="{FF2B5EF4-FFF2-40B4-BE49-F238E27FC236}">
                <a16:creationId xmlns:a16="http://schemas.microsoft.com/office/drawing/2014/main" id="{A68D41F2-3A7D-1878-37B7-8DF7F797EFDD}"/>
              </a:ext>
            </a:extLst>
          </p:cNvPr>
          <p:cNvSpPr/>
          <p:nvPr>
            <p:custDataLst>
              <p:tags r:id="rId15"/>
            </p:custDataLst>
          </p:nvPr>
        </p:nvSpPr>
        <p:spPr>
          <a:xfrm>
            <a:off x="2459130"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1</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65" name="shape_107">
            <a:extLst>
              <a:ext uri="{FF2B5EF4-FFF2-40B4-BE49-F238E27FC236}">
                <a16:creationId xmlns:a16="http://schemas.microsoft.com/office/drawing/2014/main" id="{21C9DDAD-E545-39A0-8E91-458C3340F4E2}"/>
              </a:ext>
            </a:extLst>
          </p:cNvPr>
          <p:cNvSpPr/>
          <p:nvPr>
            <p:custDataLst>
              <p:tags r:id="rId16"/>
            </p:custDataLst>
          </p:nvPr>
        </p:nvSpPr>
        <p:spPr>
          <a:xfrm>
            <a:off x="2620652"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8</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66" name="shape_108">
            <a:extLst>
              <a:ext uri="{FF2B5EF4-FFF2-40B4-BE49-F238E27FC236}">
                <a16:creationId xmlns:a16="http://schemas.microsoft.com/office/drawing/2014/main" id="{24698724-F806-B28F-72CC-D9DBFFD40EB2}"/>
              </a:ext>
            </a:extLst>
          </p:cNvPr>
          <p:cNvSpPr/>
          <p:nvPr>
            <p:custDataLst>
              <p:tags r:id="rId17"/>
            </p:custDataLst>
          </p:nvPr>
        </p:nvSpPr>
        <p:spPr>
          <a:xfrm>
            <a:off x="2782173"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15</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67" name="shape_109">
            <a:extLst>
              <a:ext uri="{FF2B5EF4-FFF2-40B4-BE49-F238E27FC236}">
                <a16:creationId xmlns:a16="http://schemas.microsoft.com/office/drawing/2014/main" id="{4F8F5BBF-5391-13F7-589A-79CD7CC59C78}"/>
              </a:ext>
            </a:extLst>
          </p:cNvPr>
          <p:cNvSpPr/>
          <p:nvPr>
            <p:custDataLst>
              <p:tags r:id="rId18"/>
            </p:custDataLst>
          </p:nvPr>
        </p:nvSpPr>
        <p:spPr>
          <a:xfrm>
            <a:off x="2943695"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22</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69" name="shape_110">
            <a:extLst>
              <a:ext uri="{FF2B5EF4-FFF2-40B4-BE49-F238E27FC236}">
                <a16:creationId xmlns:a16="http://schemas.microsoft.com/office/drawing/2014/main" id="{7CCFC438-050A-08AA-59D5-D3E35C850406}"/>
              </a:ext>
            </a:extLst>
          </p:cNvPr>
          <p:cNvSpPr/>
          <p:nvPr>
            <p:custDataLst>
              <p:tags r:id="rId19"/>
            </p:custDataLst>
          </p:nvPr>
        </p:nvSpPr>
        <p:spPr>
          <a:xfrm>
            <a:off x="3105217"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29</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70" name="shape_111">
            <a:extLst>
              <a:ext uri="{FF2B5EF4-FFF2-40B4-BE49-F238E27FC236}">
                <a16:creationId xmlns:a16="http://schemas.microsoft.com/office/drawing/2014/main" id="{DAFE8114-8B35-3064-7E2F-ADB4C1A36444}"/>
              </a:ext>
            </a:extLst>
          </p:cNvPr>
          <p:cNvSpPr/>
          <p:nvPr>
            <p:custDataLst>
              <p:tags r:id="rId20"/>
            </p:custDataLst>
          </p:nvPr>
        </p:nvSpPr>
        <p:spPr>
          <a:xfrm>
            <a:off x="3266738"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6</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71" name="shape_112">
            <a:extLst>
              <a:ext uri="{FF2B5EF4-FFF2-40B4-BE49-F238E27FC236}">
                <a16:creationId xmlns:a16="http://schemas.microsoft.com/office/drawing/2014/main" id="{E44AD21A-BFCA-D376-A654-4431DAC61596}"/>
              </a:ext>
            </a:extLst>
          </p:cNvPr>
          <p:cNvSpPr/>
          <p:nvPr>
            <p:custDataLst>
              <p:tags r:id="rId21"/>
            </p:custDataLst>
          </p:nvPr>
        </p:nvSpPr>
        <p:spPr>
          <a:xfrm>
            <a:off x="3428261"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13</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73" name="shape_113">
            <a:extLst>
              <a:ext uri="{FF2B5EF4-FFF2-40B4-BE49-F238E27FC236}">
                <a16:creationId xmlns:a16="http://schemas.microsoft.com/office/drawing/2014/main" id="{D9128D31-A028-8ADE-4FA6-6F5A5E7E47C1}"/>
              </a:ext>
            </a:extLst>
          </p:cNvPr>
          <p:cNvSpPr/>
          <p:nvPr>
            <p:custDataLst>
              <p:tags r:id="rId22"/>
            </p:custDataLst>
          </p:nvPr>
        </p:nvSpPr>
        <p:spPr>
          <a:xfrm>
            <a:off x="3589782"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20</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74" name="shape_114">
            <a:extLst>
              <a:ext uri="{FF2B5EF4-FFF2-40B4-BE49-F238E27FC236}">
                <a16:creationId xmlns:a16="http://schemas.microsoft.com/office/drawing/2014/main" id="{4A67F594-6DF7-8135-7A45-94B65206BB04}"/>
              </a:ext>
            </a:extLst>
          </p:cNvPr>
          <p:cNvSpPr/>
          <p:nvPr>
            <p:custDataLst>
              <p:tags r:id="rId23"/>
            </p:custDataLst>
          </p:nvPr>
        </p:nvSpPr>
        <p:spPr>
          <a:xfrm>
            <a:off x="3751304"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27</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75" name="shape_115">
            <a:extLst>
              <a:ext uri="{FF2B5EF4-FFF2-40B4-BE49-F238E27FC236}">
                <a16:creationId xmlns:a16="http://schemas.microsoft.com/office/drawing/2014/main" id="{4DB0D0B3-CD96-0D34-0173-6527351C468B}"/>
              </a:ext>
            </a:extLst>
          </p:cNvPr>
          <p:cNvSpPr/>
          <p:nvPr>
            <p:custDataLst>
              <p:tags r:id="rId24"/>
            </p:custDataLst>
          </p:nvPr>
        </p:nvSpPr>
        <p:spPr>
          <a:xfrm>
            <a:off x="3912826"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3</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76" name="shape_116">
            <a:extLst>
              <a:ext uri="{FF2B5EF4-FFF2-40B4-BE49-F238E27FC236}">
                <a16:creationId xmlns:a16="http://schemas.microsoft.com/office/drawing/2014/main" id="{FCCC4DC6-8F06-AD9B-ED54-96544AFF7215}"/>
              </a:ext>
            </a:extLst>
          </p:cNvPr>
          <p:cNvSpPr/>
          <p:nvPr>
            <p:custDataLst>
              <p:tags r:id="rId25"/>
            </p:custDataLst>
          </p:nvPr>
        </p:nvSpPr>
        <p:spPr>
          <a:xfrm>
            <a:off x="4074347"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10</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77" name="shape_117">
            <a:extLst>
              <a:ext uri="{FF2B5EF4-FFF2-40B4-BE49-F238E27FC236}">
                <a16:creationId xmlns:a16="http://schemas.microsoft.com/office/drawing/2014/main" id="{3B2B38CC-B9FF-5FB4-5E74-8483A7B7B3CB}"/>
              </a:ext>
            </a:extLst>
          </p:cNvPr>
          <p:cNvSpPr/>
          <p:nvPr>
            <p:custDataLst>
              <p:tags r:id="rId26"/>
            </p:custDataLst>
          </p:nvPr>
        </p:nvSpPr>
        <p:spPr>
          <a:xfrm>
            <a:off x="4235869"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17</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78" name="shape_118">
            <a:extLst>
              <a:ext uri="{FF2B5EF4-FFF2-40B4-BE49-F238E27FC236}">
                <a16:creationId xmlns:a16="http://schemas.microsoft.com/office/drawing/2014/main" id="{1FD25D64-648D-4B8A-B8DF-77892FEE4154}"/>
              </a:ext>
            </a:extLst>
          </p:cNvPr>
          <p:cNvSpPr/>
          <p:nvPr>
            <p:custDataLst>
              <p:tags r:id="rId27"/>
            </p:custDataLst>
          </p:nvPr>
        </p:nvSpPr>
        <p:spPr>
          <a:xfrm>
            <a:off x="4397391"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24</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79" name="shape_119">
            <a:extLst>
              <a:ext uri="{FF2B5EF4-FFF2-40B4-BE49-F238E27FC236}">
                <a16:creationId xmlns:a16="http://schemas.microsoft.com/office/drawing/2014/main" id="{6C5EB95C-0160-0F28-9BB5-B73557142414}"/>
              </a:ext>
            </a:extLst>
          </p:cNvPr>
          <p:cNvSpPr/>
          <p:nvPr>
            <p:custDataLst>
              <p:tags r:id="rId28"/>
            </p:custDataLst>
          </p:nvPr>
        </p:nvSpPr>
        <p:spPr>
          <a:xfrm>
            <a:off x="4558913"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31</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80" name="shape_120">
            <a:extLst>
              <a:ext uri="{FF2B5EF4-FFF2-40B4-BE49-F238E27FC236}">
                <a16:creationId xmlns:a16="http://schemas.microsoft.com/office/drawing/2014/main" id="{3F57497B-4004-5377-A442-245B0799A662}"/>
              </a:ext>
            </a:extLst>
          </p:cNvPr>
          <p:cNvSpPr/>
          <p:nvPr>
            <p:custDataLst>
              <p:tags r:id="rId29"/>
            </p:custDataLst>
          </p:nvPr>
        </p:nvSpPr>
        <p:spPr>
          <a:xfrm>
            <a:off x="4720434"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7</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81" name="shape_121">
            <a:extLst>
              <a:ext uri="{FF2B5EF4-FFF2-40B4-BE49-F238E27FC236}">
                <a16:creationId xmlns:a16="http://schemas.microsoft.com/office/drawing/2014/main" id="{DCA38A7C-7BDA-390E-74C1-CE97F0C3237B}"/>
              </a:ext>
            </a:extLst>
          </p:cNvPr>
          <p:cNvSpPr/>
          <p:nvPr>
            <p:custDataLst>
              <p:tags r:id="rId30"/>
            </p:custDataLst>
          </p:nvPr>
        </p:nvSpPr>
        <p:spPr>
          <a:xfrm>
            <a:off x="4881955"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14</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82" name="shape_122">
            <a:extLst>
              <a:ext uri="{FF2B5EF4-FFF2-40B4-BE49-F238E27FC236}">
                <a16:creationId xmlns:a16="http://schemas.microsoft.com/office/drawing/2014/main" id="{9045929D-5862-2FBF-AE57-2E1B2079B256}"/>
              </a:ext>
            </a:extLst>
          </p:cNvPr>
          <p:cNvSpPr/>
          <p:nvPr>
            <p:custDataLst>
              <p:tags r:id="rId31"/>
            </p:custDataLst>
          </p:nvPr>
        </p:nvSpPr>
        <p:spPr>
          <a:xfrm>
            <a:off x="5043477"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21</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83" name="shape_123">
            <a:extLst>
              <a:ext uri="{FF2B5EF4-FFF2-40B4-BE49-F238E27FC236}">
                <a16:creationId xmlns:a16="http://schemas.microsoft.com/office/drawing/2014/main" id="{49568477-5852-4825-383C-AD6ECEAFA4D2}"/>
              </a:ext>
            </a:extLst>
          </p:cNvPr>
          <p:cNvSpPr/>
          <p:nvPr>
            <p:custDataLst>
              <p:tags r:id="rId32"/>
            </p:custDataLst>
          </p:nvPr>
        </p:nvSpPr>
        <p:spPr>
          <a:xfrm>
            <a:off x="5204999"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28</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35" name="shape_96">
            <a:extLst>
              <a:ext uri="{FF2B5EF4-FFF2-40B4-BE49-F238E27FC236}">
                <a16:creationId xmlns:a16="http://schemas.microsoft.com/office/drawing/2014/main" id="{D53F222E-5974-FCC0-0096-2F82F9A0A3B4}"/>
              </a:ext>
            </a:extLst>
          </p:cNvPr>
          <p:cNvSpPr/>
          <p:nvPr>
            <p:custDataLst>
              <p:tags r:id="rId33"/>
            </p:custDataLst>
          </p:nvPr>
        </p:nvSpPr>
        <p:spPr>
          <a:xfrm>
            <a:off x="5366552" y="1008079"/>
            <a:ext cx="646090" cy="215900"/>
          </a:xfrm>
          <a:prstGeom prst="rect">
            <a:avLst/>
          </a:prstGeom>
          <a:solidFill>
            <a:schemeClr val="bg1">
              <a:lumMod val="65000"/>
            </a:schemeClr>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10</a:t>
            </a:r>
            <a:r>
              <a:rPr kumimoji="1" lang="ja-JP" altLang="en-US"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月</a:t>
            </a:r>
            <a:endParaRPr kumimoji="1" 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36" name="shape_120">
            <a:extLst>
              <a:ext uri="{FF2B5EF4-FFF2-40B4-BE49-F238E27FC236}">
                <a16:creationId xmlns:a16="http://schemas.microsoft.com/office/drawing/2014/main" id="{96B3055A-8137-41E8-C130-8AE4C84E5B74}"/>
              </a:ext>
            </a:extLst>
          </p:cNvPr>
          <p:cNvSpPr/>
          <p:nvPr>
            <p:custDataLst>
              <p:tags r:id="rId34"/>
            </p:custDataLst>
          </p:nvPr>
        </p:nvSpPr>
        <p:spPr>
          <a:xfrm>
            <a:off x="5366538"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5</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37" name="shape_121">
            <a:extLst>
              <a:ext uri="{FF2B5EF4-FFF2-40B4-BE49-F238E27FC236}">
                <a16:creationId xmlns:a16="http://schemas.microsoft.com/office/drawing/2014/main" id="{25D67ABB-D13B-C44A-CDEA-830FF851199A}"/>
              </a:ext>
            </a:extLst>
          </p:cNvPr>
          <p:cNvSpPr/>
          <p:nvPr>
            <p:custDataLst>
              <p:tags r:id="rId35"/>
            </p:custDataLst>
          </p:nvPr>
        </p:nvSpPr>
        <p:spPr>
          <a:xfrm>
            <a:off x="5528060"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12</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38" name="shape_122">
            <a:extLst>
              <a:ext uri="{FF2B5EF4-FFF2-40B4-BE49-F238E27FC236}">
                <a16:creationId xmlns:a16="http://schemas.microsoft.com/office/drawing/2014/main" id="{23495E82-94A6-24F2-7EB0-24FC4050C7A5}"/>
              </a:ext>
            </a:extLst>
          </p:cNvPr>
          <p:cNvSpPr/>
          <p:nvPr>
            <p:custDataLst>
              <p:tags r:id="rId36"/>
            </p:custDataLst>
          </p:nvPr>
        </p:nvSpPr>
        <p:spPr>
          <a:xfrm>
            <a:off x="5689581"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19</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39" name="shape_123">
            <a:extLst>
              <a:ext uri="{FF2B5EF4-FFF2-40B4-BE49-F238E27FC236}">
                <a16:creationId xmlns:a16="http://schemas.microsoft.com/office/drawing/2014/main" id="{43D878D0-EB36-3293-3255-656EE5017968}"/>
              </a:ext>
            </a:extLst>
          </p:cNvPr>
          <p:cNvSpPr/>
          <p:nvPr>
            <p:custDataLst>
              <p:tags r:id="rId37"/>
            </p:custDataLst>
          </p:nvPr>
        </p:nvSpPr>
        <p:spPr>
          <a:xfrm>
            <a:off x="5851103"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a:t>
            </a:r>
            <a:r>
              <a:rPr kumimoji="1" lang="en-US" altLang="ja-JP"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6</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46" name="shape_96">
            <a:extLst>
              <a:ext uri="{FF2B5EF4-FFF2-40B4-BE49-F238E27FC236}">
                <a16:creationId xmlns:a16="http://schemas.microsoft.com/office/drawing/2014/main" id="{649190ED-5CFF-FEF1-1BF2-43A35E09F2BB}"/>
              </a:ext>
            </a:extLst>
          </p:cNvPr>
          <p:cNvSpPr/>
          <p:nvPr>
            <p:custDataLst>
              <p:tags r:id="rId38"/>
            </p:custDataLst>
          </p:nvPr>
        </p:nvSpPr>
        <p:spPr>
          <a:xfrm>
            <a:off x="6012655" y="1008079"/>
            <a:ext cx="807605" cy="215900"/>
          </a:xfrm>
          <a:prstGeom prst="rect">
            <a:avLst/>
          </a:prstGeom>
          <a:solidFill>
            <a:schemeClr val="bg1">
              <a:lumMod val="65000"/>
            </a:schemeClr>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11</a:t>
            </a:r>
            <a:r>
              <a:rPr kumimoji="1" lang="ja-JP" altLang="en-US"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月</a:t>
            </a:r>
            <a:endParaRPr kumimoji="1" 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47" name="shape_120">
            <a:extLst>
              <a:ext uri="{FF2B5EF4-FFF2-40B4-BE49-F238E27FC236}">
                <a16:creationId xmlns:a16="http://schemas.microsoft.com/office/drawing/2014/main" id="{2765BE93-E598-E22E-7401-25EC30536A17}"/>
              </a:ext>
            </a:extLst>
          </p:cNvPr>
          <p:cNvSpPr/>
          <p:nvPr>
            <p:custDataLst>
              <p:tags r:id="rId39"/>
            </p:custDataLst>
          </p:nvPr>
        </p:nvSpPr>
        <p:spPr>
          <a:xfrm>
            <a:off x="6012641"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2</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48" name="shape_121">
            <a:extLst>
              <a:ext uri="{FF2B5EF4-FFF2-40B4-BE49-F238E27FC236}">
                <a16:creationId xmlns:a16="http://schemas.microsoft.com/office/drawing/2014/main" id="{EC359DE1-158E-53AE-36C6-A8210C126F20}"/>
              </a:ext>
            </a:extLst>
          </p:cNvPr>
          <p:cNvSpPr/>
          <p:nvPr>
            <p:custDataLst>
              <p:tags r:id="rId40"/>
            </p:custDataLst>
          </p:nvPr>
        </p:nvSpPr>
        <p:spPr>
          <a:xfrm>
            <a:off x="6174162"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9</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49" name="shape_122">
            <a:extLst>
              <a:ext uri="{FF2B5EF4-FFF2-40B4-BE49-F238E27FC236}">
                <a16:creationId xmlns:a16="http://schemas.microsoft.com/office/drawing/2014/main" id="{F658E52A-4C6C-F921-C8EA-2A80F47DB5C7}"/>
              </a:ext>
            </a:extLst>
          </p:cNvPr>
          <p:cNvSpPr/>
          <p:nvPr>
            <p:custDataLst>
              <p:tags r:id="rId41"/>
            </p:custDataLst>
          </p:nvPr>
        </p:nvSpPr>
        <p:spPr>
          <a:xfrm>
            <a:off x="6335683"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16</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50" name="shape_123">
            <a:extLst>
              <a:ext uri="{FF2B5EF4-FFF2-40B4-BE49-F238E27FC236}">
                <a16:creationId xmlns:a16="http://schemas.microsoft.com/office/drawing/2014/main" id="{25FE5654-B453-74BF-7816-AE1E0A2D203F}"/>
              </a:ext>
            </a:extLst>
          </p:cNvPr>
          <p:cNvSpPr/>
          <p:nvPr>
            <p:custDataLst>
              <p:tags r:id="rId42"/>
            </p:custDataLst>
          </p:nvPr>
        </p:nvSpPr>
        <p:spPr>
          <a:xfrm>
            <a:off x="6497204"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a:t>
            </a:r>
            <a:r>
              <a:rPr kumimoji="1" lang="en-US" altLang="ja-JP"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3</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157" name="shape_123">
            <a:extLst>
              <a:ext uri="{FF2B5EF4-FFF2-40B4-BE49-F238E27FC236}">
                <a16:creationId xmlns:a16="http://schemas.microsoft.com/office/drawing/2014/main" id="{15DC72CB-5E27-F3F8-5F0C-111400273F09}"/>
              </a:ext>
            </a:extLst>
          </p:cNvPr>
          <p:cNvSpPr/>
          <p:nvPr>
            <p:custDataLst>
              <p:tags r:id="rId43"/>
            </p:custDataLst>
          </p:nvPr>
        </p:nvSpPr>
        <p:spPr>
          <a:xfrm>
            <a:off x="6658725"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30</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56" name="shape_96">
            <a:extLst>
              <a:ext uri="{FF2B5EF4-FFF2-40B4-BE49-F238E27FC236}">
                <a16:creationId xmlns:a16="http://schemas.microsoft.com/office/drawing/2014/main" id="{FE6EA87E-7EB3-A85B-E766-33619F251E2A}"/>
              </a:ext>
            </a:extLst>
          </p:cNvPr>
          <p:cNvSpPr/>
          <p:nvPr>
            <p:custDataLst>
              <p:tags r:id="rId44"/>
            </p:custDataLst>
          </p:nvPr>
        </p:nvSpPr>
        <p:spPr>
          <a:xfrm>
            <a:off x="6820274" y="1008079"/>
            <a:ext cx="646090" cy="215900"/>
          </a:xfrm>
          <a:prstGeom prst="rect">
            <a:avLst/>
          </a:prstGeom>
          <a:solidFill>
            <a:schemeClr val="bg1">
              <a:lumMod val="65000"/>
            </a:schemeClr>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12</a:t>
            </a:r>
            <a:r>
              <a:rPr kumimoji="1" lang="ja-JP" altLang="en-US"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月</a:t>
            </a:r>
            <a:endParaRPr kumimoji="1" 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57" name="shape_120">
            <a:extLst>
              <a:ext uri="{FF2B5EF4-FFF2-40B4-BE49-F238E27FC236}">
                <a16:creationId xmlns:a16="http://schemas.microsoft.com/office/drawing/2014/main" id="{2E192570-8263-7FEC-DDC6-B740DC4CAD07}"/>
              </a:ext>
            </a:extLst>
          </p:cNvPr>
          <p:cNvSpPr/>
          <p:nvPr>
            <p:custDataLst>
              <p:tags r:id="rId45"/>
            </p:custDataLst>
          </p:nvPr>
        </p:nvSpPr>
        <p:spPr>
          <a:xfrm>
            <a:off x="6820260"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7</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68" name="shape_121">
            <a:extLst>
              <a:ext uri="{FF2B5EF4-FFF2-40B4-BE49-F238E27FC236}">
                <a16:creationId xmlns:a16="http://schemas.microsoft.com/office/drawing/2014/main" id="{58E1B9F5-C79B-B52D-5C1B-D0559BAE4E15}"/>
              </a:ext>
            </a:extLst>
          </p:cNvPr>
          <p:cNvSpPr/>
          <p:nvPr>
            <p:custDataLst>
              <p:tags r:id="rId46"/>
            </p:custDataLst>
          </p:nvPr>
        </p:nvSpPr>
        <p:spPr>
          <a:xfrm>
            <a:off x="6981782"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14</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72" name="shape_122">
            <a:extLst>
              <a:ext uri="{FF2B5EF4-FFF2-40B4-BE49-F238E27FC236}">
                <a16:creationId xmlns:a16="http://schemas.microsoft.com/office/drawing/2014/main" id="{A1AE853F-6EA0-DF62-6C84-14ECAEF43598}"/>
              </a:ext>
            </a:extLst>
          </p:cNvPr>
          <p:cNvSpPr/>
          <p:nvPr>
            <p:custDataLst>
              <p:tags r:id="rId47"/>
            </p:custDataLst>
          </p:nvPr>
        </p:nvSpPr>
        <p:spPr>
          <a:xfrm>
            <a:off x="7143303"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21</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94" name="shape_123">
            <a:extLst>
              <a:ext uri="{FF2B5EF4-FFF2-40B4-BE49-F238E27FC236}">
                <a16:creationId xmlns:a16="http://schemas.microsoft.com/office/drawing/2014/main" id="{9BB27CA9-1D2C-2063-C95D-5E42BDE1DDBF}"/>
              </a:ext>
            </a:extLst>
          </p:cNvPr>
          <p:cNvSpPr/>
          <p:nvPr>
            <p:custDataLst>
              <p:tags r:id="rId48"/>
            </p:custDataLst>
          </p:nvPr>
        </p:nvSpPr>
        <p:spPr>
          <a:xfrm>
            <a:off x="7304825"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28</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99" name="shape_96">
            <a:extLst>
              <a:ext uri="{FF2B5EF4-FFF2-40B4-BE49-F238E27FC236}">
                <a16:creationId xmlns:a16="http://schemas.microsoft.com/office/drawing/2014/main" id="{1BEE7D4E-5FC4-F30F-AB28-5ACA0FEA612A}"/>
              </a:ext>
            </a:extLst>
          </p:cNvPr>
          <p:cNvSpPr/>
          <p:nvPr>
            <p:custDataLst>
              <p:tags r:id="rId49"/>
            </p:custDataLst>
          </p:nvPr>
        </p:nvSpPr>
        <p:spPr>
          <a:xfrm>
            <a:off x="7466377" y="1008079"/>
            <a:ext cx="646090" cy="215900"/>
          </a:xfrm>
          <a:prstGeom prst="rect">
            <a:avLst/>
          </a:prstGeom>
          <a:solidFill>
            <a:schemeClr val="bg1">
              <a:lumMod val="65000"/>
            </a:schemeClr>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1</a:t>
            </a:r>
            <a:r>
              <a:rPr kumimoji="1" lang="ja-JP" altLang="en-US"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月</a:t>
            </a:r>
            <a:endParaRPr kumimoji="1" 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114" name="shape_120">
            <a:extLst>
              <a:ext uri="{FF2B5EF4-FFF2-40B4-BE49-F238E27FC236}">
                <a16:creationId xmlns:a16="http://schemas.microsoft.com/office/drawing/2014/main" id="{AD37C8CF-ABF0-5243-81A3-EBB32B9933D0}"/>
              </a:ext>
            </a:extLst>
          </p:cNvPr>
          <p:cNvSpPr/>
          <p:nvPr>
            <p:custDataLst>
              <p:tags r:id="rId50"/>
            </p:custDataLst>
          </p:nvPr>
        </p:nvSpPr>
        <p:spPr>
          <a:xfrm>
            <a:off x="7466363"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4</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115" name="shape_121">
            <a:extLst>
              <a:ext uri="{FF2B5EF4-FFF2-40B4-BE49-F238E27FC236}">
                <a16:creationId xmlns:a16="http://schemas.microsoft.com/office/drawing/2014/main" id="{7B48EE5E-CE6A-FB85-F75A-F55D796A1882}"/>
              </a:ext>
            </a:extLst>
          </p:cNvPr>
          <p:cNvSpPr/>
          <p:nvPr>
            <p:custDataLst>
              <p:tags r:id="rId51"/>
            </p:custDataLst>
          </p:nvPr>
        </p:nvSpPr>
        <p:spPr>
          <a:xfrm>
            <a:off x="7627885"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1</a:t>
            </a:r>
            <a:r>
              <a:rPr kumimoji="1" lang="en-US" altLang="ja-JP"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1</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133" name="shape_122">
            <a:extLst>
              <a:ext uri="{FF2B5EF4-FFF2-40B4-BE49-F238E27FC236}">
                <a16:creationId xmlns:a16="http://schemas.microsoft.com/office/drawing/2014/main" id="{031653A2-774F-79AC-E029-1B0381203A19}"/>
              </a:ext>
            </a:extLst>
          </p:cNvPr>
          <p:cNvSpPr/>
          <p:nvPr>
            <p:custDataLst>
              <p:tags r:id="rId52"/>
            </p:custDataLst>
          </p:nvPr>
        </p:nvSpPr>
        <p:spPr>
          <a:xfrm>
            <a:off x="7789406"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1</a:t>
            </a:r>
            <a:r>
              <a:rPr kumimoji="1" lang="en-US" altLang="ja-JP"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8</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134" name="shape_123">
            <a:extLst>
              <a:ext uri="{FF2B5EF4-FFF2-40B4-BE49-F238E27FC236}">
                <a16:creationId xmlns:a16="http://schemas.microsoft.com/office/drawing/2014/main" id="{59CA415B-5704-C21E-F768-F167B4CA2FC0}"/>
              </a:ext>
            </a:extLst>
          </p:cNvPr>
          <p:cNvSpPr/>
          <p:nvPr>
            <p:custDataLst>
              <p:tags r:id="rId53"/>
            </p:custDataLst>
          </p:nvPr>
        </p:nvSpPr>
        <p:spPr>
          <a:xfrm>
            <a:off x="7950928"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a:t>
            </a:r>
            <a:r>
              <a:rPr kumimoji="1" lang="en-US" altLang="ja-JP"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5</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139" name="shape_96">
            <a:extLst>
              <a:ext uri="{FF2B5EF4-FFF2-40B4-BE49-F238E27FC236}">
                <a16:creationId xmlns:a16="http://schemas.microsoft.com/office/drawing/2014/main" id="{3C18D988-E137-AF87-59B3-19F8AEA3C036}"/>
              </a:ext>
            </a:extLst>
          </p:cNvPr>
          <p:cNvSpPr/>
          <p:nvPr>
            <p:custDataLst>
              <p:tags r:id="rId54"/>
            </p:custDataLst>
          </p:nvPr>
        </p:nvSpPr>
        <p:spPr>
          <a:xfrm>
            <a:off x="8112481" y="1008079"/>
            <a:ext cx="646090" cy="215900"/>
          </a:xfrm>
          <a:prstGeom prst="rect">
            <a:avLst/>
          </a:prstGeom>
          <a:solidFill>
            <a:schemeClr val="bg1">
              <a:lumMod val="65000"/>
            </a:schemeClr>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2</a:t>
            </a:r>
            <a:r>
              <a:rPr kumimoji="1" lang="ja-JP" altLang="en-US"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月</a:t>
            </a:r>
            <a:endParaRPr kumimoji="1" 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140" name="shape_120">
            <a:extLst>
              <a:ext uri="{FF2B5EF4-FFF2-40B4-BE49-F238E27FC236}">
                <a16:creationId xmlns:a16="http://schemas.microsoft.com/office/drawing/2014/main" id="{CE6A423D-E4F2-3F54-B4C3-53FEC7704A9A}"/>
              </a:ext>
            </a:extLst>
          </p:cNvPr>
          <p:cNvSpPr/>
          <p:nvPr>
            <p:custDataLst>
              <p:tags r:id="rId55"/>
            </p:custDataLst>
          </p:nvPr>
        </p:nvSpPr>
        <p:spPr>
          <a:xfrm>
            <a:off x="8112467"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1</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141" name="shape_121">
            <a:extLst>
              <a:ext uri="{FF2B5EF4-FFF2-40B4-BE49-F238E27FC236}">
                <a16:creationId xmlns:a16="http://schemas.microsoft.com/office/drawing/2014/main" id="{53E26362-0F3E-4DFD-443F-8BE27072D935}"/>
              </a:ext>
            </a:extLst>
          </p:cNvPr>
          <p:cNvSpPr/>
          <p:nvPr>
            <p:custDataLst>
              <p:tags r:id="rId56"/>
            </p:custDataLst>
          </p:nvPr>
        </p:nvSpPr>
        <p:spPr>
          <a:xfrm>
            <a:off x="8273989"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8</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142" name="shape_122">
            <a:extLst>
              <a:ext uri="{FF2B5EF4-FFF2-40B4-BE49-F238E27FC236}">
                <a16:creationId xmlns:a16="http://schemas.microsoft.com/office/drawing/2014/main" id="{6A162878-EA60-1E05-4275-8500249E131F}"/>
              </a:ext>
            </a:extLst>
          </p:cNvPr>
          <p:cNvSpPr/>
          <p:nvPr>
            <p:custDataLst>
              <p:tags r:id="rId57"/>
            </p:custDataLst>
          </p:nvPr>
        </p:nvSpPr>
        <p:spPr>
          <a:xfrm>
            <a:off x="8435510"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15</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143" name="shape_123">
            <a:extLst>
              <a:ext uri="{FF2B5EF4-FFF2-40B4-BE49-F238E27FC236}">
                <a16:creationId xmlns:a16="http://schemas.microsoft.com/office/drawing/2014/main" id="{085B1147-F72F-3E19-9356-AFFDDF83CD9C}"/>
              </a:ext>
            </a:extLst>
          </p:cNvPr>
          <p:cNvSpPr/>
          <p:nvPr>
            <p:custDataLst>
              <p:tags r:id="rId58"/>
            </p:custDataLst>
          </p:nvPr>
        </p:nvSpPr>
        <p:spPr>
          <a:xfrm>
            <a:off x="8597032" y="1223980"/>
            <a:ext cx="161522"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22</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160" name="shape_96">
            <a:extLst>
              <a:ext uri="{FF2B5EF4-FFF2-40B4-BE49-F238E27FC236}">
                <a16:creationId xmlns:a16="http://schemas.microsoft.com/office/drawing/2014/main" id="{0B5D2879-F6C1-728C-6623-29BB51CF2463}"/>
              </a:ext>
            </a:extLst>
          </p:cNvPr>
          <p:cNvSpPr/>
          <p:nvPr>
            <p:custDataLst>
              <p:tags r:id="rId59"/>
            </p:custDataLst>
          </p:nvPr>
        </p:nvSpPr>
        <p:spPr>
          <a:xfrm>
            <a:off x="8758586" y="1008079"/>
            <a:ext cx="812409" cy="215900"/>
          </a:xfrm>
          <a:prstGeom prst="rect">
            <a:avLst/>
          </a:prstGeom>
          <a:solidFill>
            <a:schemeClr val="bg1">
              <a:lumMod val="65000"/>
            </a:schemeClr>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3</a:t>
            </a:r>
            <a:r>
              <a:rPr kumimoji="1" lang="ja-JP" altLang="en-US" sz="1000" b="0" i="0" u="none" strike="noStrike" kern="1200" cap="none" spc="0" normalizeH="0" baseline="0" noProof="0">
                <a:ln>
                  <a:noFill/>
                </a:ln>
                <a:solidFill>
                  <a:srgbClr val="FFFFFF"/>
                </a:solidFill>
                <a:effectLst/>
                <a:uLnTx/>
                <a:uFillTx/>
                <a:latin typeface="Meiryo UI" pitchFamily="34" charset="0"/>
                <a:ea typeface="Meiryo UI" pitchFamily="34" charset="-122"/>
                <a:cs typeface="Meiryo UI" pitchFamily="34" charset="-120"/>
              </a:rPr>
              <a:t>月</a:t>
            </a:r>
            <a:endParaRPr kumimoji="1" lang="en-US" sz="1000" b="0" i="0" u="none" strike="noStrike" kern="1200" cap="none" spc="0" normalizeH="0" baseline="0" noProof="0">
              <a:ln>
                <a:noFill/>
              </a:ln>
              <a:solidFill>
                <a:prstClr val="black"/>
              </a:solidFill>
              <a:effectLst/>
              <a:uLnTx/>
              <a:uFillTx/>
              <a:latin typeface="Meiryo UI"/>
              <a:ea typeface="Meiryo UI"/>
              <a:cs typeface="+mn-cs"/>
            </a:endParaRPr>
          </a:p>
        </p:txBody>
      </p:sp>
      <p:sp>
        <p:nvSpPr>
          <p:cNvPr id="161" name="shape_120">
            <a:extLst>
              <a:ext uri="{FF2B5EF4-FFF2-40B4-BE49-F238E27FC236}">
                <a16:creationId xmlns:a16="http://schemas.microsoft.com/office/drawing/2014/main" id="{2F127AA9-7179-855E-93F9-47A98D42ABAD}"/>
              </a:ext>
            </a:extLst>
          </p:cNvPr>
          <p:cNvSpPr/>
          <p:nvPr>
            <p:custDataLst>
              <p:tags r:id="rId60"/>
            </p:custDataLst>
          </p:nvPr>
        </p:nvSpPr>
        <p:spPr>
          <a:xfrm>
            <a:off x="8758572"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1</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162" name="shape_121">
            <a:extLst>
              <a:ext uri="{FF2B5EF4-FFF2-40B4-BE49-F238E27FC236}">
                <a16:creationId xmlns:a16="http://schemas.microsoft.com/office/drawing/2014/main" id="{903429FE-43A1-DADF-D66A-9363E9316B72}"/>
              </a:ext>
            </a:extLst>
          </p:cNvPr>
          <p:cNvSpPr/>
          <p:nvPr>
            <p:custDataLst>
              <p:tags r:id="rId61"/>
            </p:custDataLst>
          </p:nvPr>
        </p:nvSpPr>
        <p:spPr>
          <a:xfrm>
            <a:off x="8920093"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8</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163" name="shape_122">
            <a:extLst>
              <a:ext uri="{FF2B5EF4-FFF2-40B4-BE49-F238E27FC236}">
                <a16:creationId xmlns:a16="http://schemas.microsoft.com/office/drawing/2014/main" id="{9CC32BC0-9D56-4796-6DCC-1C23E3F3F7D8}"/>
              </a:ext>
            </a:extLst>
          </p:cNvPr>
          <p:cNvSpPr/>
          <p:nvPr>
            <p:custDataLst>
              <p:tags r:id="rId62"/>
            </p:custDataLst>
          </p:nvPr>
        </p:nvSpPr>
        <p:spPr>
          <a:xfrm>
            <a:off x="9081615"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15</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164" name="shape_123">
            <a:extLst>
              <a:ext uri="{FF2B5EF4-FFF2-40B4-BE49-F238E27FC236}">
                <a16:creationId xmlns:a16="http://schemas.microsoft.com/office/drawing/2014/main" id="{A0517935-697D-465D-C7C6-086D0C7A7B29}"/>
              </a:ext>
            </a:extLst>
          </p:cNvPr>
          <p:cNvSpPr/>
          <p:nvPr>
            <p:custDataLst>
              <p:tags r:id="rId63"/>
            </p:custDataLst>
          </p:nvPr>
        </p:nvSpPr>
        <p:spPr>
          <a:xfrm>
            <a:off x="9243137"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a:t>
            </a:r>
            <a:r>
              <a:rPr kumimoji="1" lang="en-US" altLang="ja-JP"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170" name="shape_123">
            <a:extLst>
              <a:ext uri="{FF2B5EF4-FFF2-40B4-BE49-F238E27FC236}">
                <a16:creationId xmlns:a16="http://schemas.microsoft.com/office/drawing/2014/main" id="{E5D03F7A-06A1-525B-2DF3-556F7FE1E0B5}"/>
              </a:ext>
            </a:extLst>
          </p:cNvPr>
          <p:cNvSpPr/>
          <p:nvPr>
            <p:custDataLst>
              <p:tags r:id="rId64"/>
            </p:custDataLst>
          </p:nvPr>
        </p:nvSpPr>
        <p:spPr>
          <a:xfrm>
            <a:off x="9404676" y="1223980"/>
            <a:ext cx="161521" cy="143398"/>
          </a:xfrm>
          <a:prstGeom prst="rect">
            <a:avLst/>
          </a:prstGeom>
          <a:solidFill>
            <a:srgbClr val="FFFFFF"/>
          </a:solidFill>
          <a:ln w="3175">
            <a:solidFill>
              <a:schemeClr val="bg1">
                <a:lumMod val="75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2</a:t>
            </a:r>
            <a:r>
              <a:rPr kumimoji="1" lang="en-US" altLang="ja-JP" sz="6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9</a:t>
            </a:r>
            <a:endParaRPr kumimoji="1" lang="en-US"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92" name="shape_151">
            <a:extLst>
              <a:ext uri="{FF2B5EF4-FFF2-40B4-BE49-F238E27FC236}">
                <a16:creationId xmlns:a16="http://schemas.microsoft.com/office/drawing/2014/main" id="{9AB28918-4CCB-EF6D-13FD-C9F534AD0DCF}"/>
              </a:ext>
            </a:extLst>
          </p:cNvPr>
          <p:cNvSpPr/>
          <p:nvPr>
            <p:custDataLst>
              <p:tags r:id="rId65"/>
            </p:custDataLst>
          </p:nvPr>
        </p:nvSpPr>
        <p:spPr>
          <a:xfrm>
            <a:off x="82952" y="1367377"/>
            <a:ext cx="1052513" cy="691882"/>
          </a:xfrm>
          <a:prstGeom prst="rect">
            <a:avLst/>
          </a:prstGeom>
          <a:solidFill>
            <a:schemeClr val="bg1">
              <a:lumMod val="95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マイルストーン</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394" name="shape_124">
            <a:extLst>
              <a:ext uri="{FF2B5EF4-FFF2-40B4-BE49-F238E27FC236}">
                <a16:creationId xmlns:a16="http://schemas.microsoft.com/office/drawing/2014/main" id="{4BB8A8C5-6B47-C125-5491-FB23AE886EA1}"/>
              </a:ext>
            </a:extLst>
          </p:cNvPr>
          <p:cNvSpPr/>
          <p:nvPr>
            <p:custDataLst>
              <p:tags r:id="rId66"/>
            </p:custDataLst>
          </p:nvPr>
        </p:nvSpPr>
        <p:spPr>
          <a:xfrm>
            <a:off x="88429" y="6412898"/>
            <a:ext cx="174122" cy="183641"/>
          </a:xfrm>
          <a:prstGeom prst="rect">
            <a:avLst/>
          </a:prstGeom>
          <a:solidFill>
            <a:schemeClr val="bg1">
              <a:lumMod val="5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900" b="0" i="0" u="none" strike="noStrike" kern="1200" cap="none" spc="0" normalizeH="0" baseline="0" noProof="0">
                <a:ln>
                  <a:noFill/>
                </a:ln>
                <a:solidFill>
                  <a:prstClr val="white"/>
                </a:solidFill>
                <a:effectLst/>
                <a:uLnTx/>
                <a:uFillTx/>
                <a:latin typeface="Meiryo UI"/>
                <a:ea typeface="Meiryo UI"/>
                <a:cs typeface="+mn-cs"/>
              </a:rPr>
              <a:t>他</a:t>
            </a:r>
            <a:endParaRPr kumimoji="1" lang="en-US" sz="900" b="0" i="0" u="none" strike="noStrike" kern="1200" cap="none" spc="0" normalizeH="0" baseline="0" noProof="0">
              <a:ln>
                <a:noFill/>
              </a:ln>
              <a:solidFill>
                <a:prstClr val="white"/>
              </a:solidFill>
              <a:effectLst/>
              <a:uLnTx/>
              <a:uFillTx/>
              <a:latin typeface="Meiryo UI"/>
              <a:ea typeface="Meiryo UI"/>
              <a:cs typeface="+mn-cs"/>
            </a:endParaRPr>
          </a:p>
        </p:txBody>
      </p:sp>
      <p:sp>
        <p:nvSpPr>
          <p:cNvPr id="395" name="shape_129">
            <a:extLst>
              <a:ext uri="{FF2B5EF4-FFF2-40B4-BE49-F238E27FC236}">
                <a16:creationId xmlns:a16="http://schemas.microsoft.com/office/drawing/2014/main" id="{CA0A296B-3E87-D185-A6D2-9DC98038371B}"/>
              </a:ext>
            </a:extLst>
          </p:cNvPr>
          <p:cNvSpPr/>
          <p:nvPr>
            <p:custDataLst>
              <p:tags r:id="rId67"/>
            </p:custDataLst>
          </p:nvPr>
        </p:nvSpPr>
        <p:spPr>
          <a:xfrm>
            <a:off x="300039" y="6412898"/>
            <a:ext cx="821434" cy="183641"/>
          </a:xfrm>
          <a:prstGeom prst="rect">
            <a:avLst/>
          </a:prstGeom>
          <a:solidFill>
            <a:schemeClr val="bg1">
              <a:lumMod val="85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電カル</a:t>
            </a:r>
            <a:r>
              <a:rPr kumimoji="1" lang="en-US" altLang="ja-JP" sz="700" b="0" i="0" u="none" strike="noStrike" kern="1200" cap="none" spc="0" normalizeH="0" baseline="0" noProof="0">
                <a:ln>
                  <a:noFill/>
                </a:ln>
                <a:solidFill>
                  <a:prstClr val="black"/>
                </a:solidFill>
                <a:effectLst/>
                <a:uLnTx/>
                <a:uFillTx/>
                <a:latin typeface="Meiryo UI"/>
                <a:ea typeface="Meiryo UI"/>
                <a:cs typeface="+mn-cs"/>
              </a:rPr>
              <a:t>DB</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242" name="shape_42">
            <a:extLst>
              <a:ext uri="{FF2B5EF4-FFF2-40B4-BE49-F238E27FC236}">
                <a16:creationId xmlns:a16="http://schemas.microsoft.com/office/drawing/2014/main" id="{E20F299C-326B-647E-ABA5-56E83BF16715}"/>
              </a:ext>
            </a:extLst>
          </p:cNvPr>
          <p:cNvSpPr/>
          <p:nvPr>
            <p:custDataLst>
              <p:tags r:id="rId68"/>
            </p:custDataLst>
          </p:nvPr>
        </p:nvSpPr>
        <p:spPr>
          <a:xfrm>
            <a:off x="1166890" y="835369"/>
            <a:ext cx="8408909" cy="172709"/>
          </a:xfrm>
          <a:prstGeom prst="rect">
            <a:avLst/>
          </a:prstGeom>
          <a:solidFill>
            <a:schemeClr val="bg1">
              <a:lumMod val="50000"/>
            </a:schemeClr>
          </a:solidFill>
          <a:ln w="3175">
            <a:solidFill>
              <a:schemeClr val="bg1"/>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prstClr val="white"/>
                </a:solidFill>
                <a:effectLst/>
                <a:uLnTx/>
                <a:uFillTx/>
                <a:latin typeface="Meiryo UI" pitchFamily="34" charset="0"/>
                <a:ea typeface="Meiryo UI"/>
                <a:cs typeface="Meiryo UI" pitchFamily="34" charset="-120"/>
              </a:rPr>
              <a:t>R8</a:t>
            </a:r>
            <a:r>
              <a:rPr kumimoji="1" lang="ja-JP" altLang="en-US" sz="1000" b="0" i="0" u="none" strike="noStrike" kern="1200" cap="none" spc="0" normalizeH="0" baseline="0" noProof="0">
                <a:ln>
                  <a:noFill/>
                </a:ln>
                <a:solidFill>
                  <a:prstClr val="white"/>
                </a:solidFill>
                <a:effectLst/>
                <a:uLnTx/>
                <a:uFillTx/>
                <a:latin typeface="Meiryo UI" pitchFamily="34" charset="0"/>
                <a:ea typeface="Meiryo UI"/>
                <a:cs typeface="Meiryo UI" pitchFamily="34" charset="-120"/>
              </a:rPr>
              <a:t>年度</a:t>
            </a:r>
            <a:endParaRPr kumimoji="1" lang="en-US" sz="1000" b="0" i="0" u="none" strike="noStrike" kern="1200" cap="none" spc="0" normalizeH="0" baseline="0" noProof="0">
              <a:ln>
                <a:noFill/>
              </a:ln>
              <a:solidFill>
                <a:prstClr val="white"/>
              </a:solidFill>
              <a:effectLst/>
              <a:uLnTx/>
              <a:uFillTx/>
              <a:latin typeface="Meiryo UI" panose="020F0502020204030204"/>
              <a:ea typeface="Meiryo UI"/>
              <a:cs typeface="+mn-cs"/>
            </a:endParaRPr>
          </a:p>
        </p:txBody>
      </p:sp>
      <p:sp>
        <p:nvSpPr>
          <p:cNvPr id="430" name="shape_152">
            <a:extLst>
              <a:ext uri="{FF2B5EF4-FFF2-40B4-BE49-F238E27FC236}">
                <a16:creationId xmlns:a16="http://schemas.microsoft.com/office/drawing/2014/main" id="{75A773E9-AB52-70B9-E33A-819B8857A9EB}"/>
              </a:ext>
            </a:extLst>
          </p:cNvPr>
          <p:cNvSpPr/>
          <p:nvPr>
            <p:custDataLst>
              <p:tags r:id="rId69"/>
            </p:custDataLst>
          </p:nvPr>
        </p:nvSpPr>
        <p:spPr>
          <a:xfrm>
            <a:off x="4350723" y="1530799"/>
            <a:ext cx="969148" cy="143398"/>
          </a:xfrm>
          <a:prstGeom prst="rect">
            <a:avLst/>
          </a:prstGeom>
          <a:noFill/>
          <a:ln/>
        </p:spPr>
        <p:txBody>
          <a:bodyPr vert="horz"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1" i="0" u="none" strike="noStrike" kern="1200" cap="none" spc="0" normalizeH="0" baseline="0" noProof="0">
                <a:ln>
                  <a:noFill/>
                </a:ln>
                <a:solidFill>
                  <a:srgbClr val="FF0000"/>
                </a:solidFill>
                <a:effectLst/>
                <a:uLnTx/>
                <a:uFillTx/>
                <a:latin typeface="Meiryo UI" pitchFamily="34" charset="0"/>
                <a:ea typeface="Meiryo UI" pitchFamily="34" charset="-122"/>
                <a:cs typeface="Meiryo UI" pitchFamily="34" charset="-120"/>
              </a:rPr>
              <a:t>本番公開</a:t>
            </a:r>
            <a:r>
              <a:rPr kumimoji="1" lang="en-US" altLang="ja-JP" sz="700" b="1" i="0" u="none" strike="noStrike" kern="1200" cap="none" spc="0" normalizeH="0" baseline="0" noProof="0">
                <a:ln>
                  <a:noFill/>
                </a:ln>
                <a:solidFill>
                  <a:srgbClr val="FF0000"/>
                </a:solidFill>
                <a:effectLst/>
                <a:uLnTx/>
                <a:uFillTx/>
                <a:latin typeface="Meiryo UI" pitchFamily="34" charset="0"/>
                <a:ea typeface="Meiryo UI" pitchFamily="34" charset="-122"/>
                <a:cs typeface="Meiryo UI" pitchFamily="34" charset="-120"/>
              </a:rPr>
              <a:t>(9/28) </a:t>
            </a:r>
            <a:r>
              <a:rPr kumimoji="1" lang="ja-JP" altLang="en-US" sz="700" b="1" i="0" u="none" strike="noStrike" kern="1200" cap="none" spc="0" normalizeH="0" baseline="0" noProof="0">
                <a:ln>
                  <a:noFill/>
                </a:ln>
                <a:solidFill>
                  <a:srgbClr val="FF0000"/>
                </a:solidFill>
                <a:effectLst/>
                <a:uLnTx/>
                <a:uFillTx/>
                <a:latin typeface="Meiryo UI" pitchFamily="34" charset="0"/>
                <a:ea typeface="Meiryo UI" pitchFamily="34" charset="-122"/>
                <a:cs typeface="Meiryo UI" pitchFamily="34" charset="-120"/>
              </a:rPr>
              <a:t>▼</a:t>
            </a:r>
            <a:endParaRPr kumimoji="1" lang="en-US" sz="700" b="1" i="0" u="none" strike="noStrike" kern="1200" cap="none" spc="0" normalizeH="0" baseline="0" noProof="0">
              <a:ln>
                <a:noFill/>
              </a:ln>
              <a:solidFill>
                <a:srgbClr val="FF0000"/>
              </a:solidFill>
              <a:effectLst/>
              <a:uLnTx/>
              <a:uFillTx/>
              <a:latin typeface="Meiryo UI"/>
              <a:ea typeface="Meiryo UI"/>
              <a:cs typeface="+mn-cs"/>
            </a:endParaRPr>
          </a:p>
        </p:txBody>
      </p:sp>
      <p:cxnSp>
        <p:nvCxnSpPr>
          <p:cNvPr id="432" name="直線矢印コネクタ 431">
            <a:extLst>
              <a:ext uri="{FF2B5EF4-FFF2-40B4-BE49-F238E27FC236}">
                <a16:creationId xmlns:a16="http://schemas.microsoft.com/office/drawing/2014/main" id="{371F98EC-3E32-BAAD-086C-2FE6F9723267}"/>
              </a:ext>
              <a:ext uri="{C183D7F6-B498-43B3-948B-1728B52AA6E4}">
                <adec:decorative xmlns:adec="http://schemas.microsoft.com/office/drawing/2017/decorative" val="1"/>
              </a:ext>
            </a:extLst>
          </p:cNvPr>
          <p:cNvCxnSpPr>
            <a:cxnSpLocks/>
          </p:cNvCxnSpPr>
          <p:nvPr/>
        </p:nvCxnSpPr>
        <p:spPr bwMode="auto">
          <a:xfrm>
            <a:off x="5366520" y="1476255"/>
            <a:ext cx="2568437" cy="2157"/>
          </a:xfrm>
          <a:prstGeom prst="straightConnector1">
            <a:avLst/>
          </a:prstGeom>
          <a:solidFill>
            <a:schemeClr val="bg1"/>
          </a:solidFill>
          <a:ln w="9525" cap="flat" cmpd="sng" algn="ctr">
            <a:solidFill>
              <a:srgbClr val="FF0000"/>
            </a:solidFill>
            <a:prstDash val="solid"/>
            <a:round/>
            <a:headEnd type="triangle"/>
            <a:tailEnd type="triangle"/>
          </a:ln>
          <a:effectLst/>
        </p:spPr>
      </p:cxnSp>
      <p:sp>
        <p:nvSpPr>
          <p:cNvPr id="433" name="正方形/長方形 432">
            <a:extLst>
              <a:ext uri="{FF2B5EF4-FFF2-40B4-BE49-F238E27FC236}">
                <a16:creationId xmlns:a16="http://schemas.microsoft.com/office/drawing/2014/main" id="{D198B0AF-0117-553A-F563-5E725F24B79B}"/>
              </a:ext>
            </a:extLst>
          </p:cNvPr>
          <p:cNvSpPr/>
          <p:nvPr/>
        </p:nvSpPr>
        <p:spPr>
          <a:xfrm>
            <a:off x="6444162" y="1426024"/>
            <a:ext cx="376084" cy="104775"/>
          </a:xfrm>
          <a:prstGeom prst="rect">
            <a:avLst/>
          </a:prstGeom>
          <a:solidFill>
            <a:schemeClr val="accent2">
              <a:lumMod val="20000"/>
              <a:lumOff val="80000"/>
            </a:schemeClr>
          </a:solidFill>
          <a:ln>
            <a:no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検証</a:t>
            </a:r>
          </a:p>
        </p:txBody>
      </p:sp>
      <p:sp>
        <p:nvSpPr>
          <p:cNvPr id="434" name="右中かっこ 433">
            <a:extLst>
              <a:ext uri="{FF2B5EF4-FFF2-40B4-BE49-F238E27FC236}">
                <a16:creationId xmlns:a16="http://schemas.microsoft.com/office/drawing/2014/main" id="{A77B6AB5-E5C6-BF28-C3BF-2812D5F33F27}"/>
              </a:ext>
              <a:ext uri="{C183D7F6-B498-43B3-948B-1728B52AA6E4}">
                <adec:decorative xmlns:adec="http://schemas.microsoft.com/office/drawing/2017/decorative" val="1"/>
              </a:ext>
            </a:extLst>
          </p:cNvPr>
          <p:cNvSpPr/>
          <p:nvPr/>
        </p:nvSpPr>
        <p:spPr bwMode="auto">
          <a:xfrm rot="16200000">
            <a:off x="7124412" y="1127228"/>
            <a:ext cx="72881" cy="610987"/>
          </a:xfrm>
          <a:prstGeom prst="rightBrace">
            <a:avLst/>
          </a:prstGeom>
          <a:noFill/>
          <a:ln w="9525" cap="flat" cmpd="sng" algn="ctr">
            <a:solidFill>
              <a:schemeClr val="tx1"/>
            </a:solidFill>
            <a:prstDash val="solid"/>
            <a:round/>
            <a:headEnd type="none" w="med" len="med"/>
            <a:tailEnd type="none" w="med" len="me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435" name="正方形/長方形 434">
            <a:extLst>
              <a:ext uri="{FF2B5EF4-FFF2-40B4-BE49-F238E27FC236}">
                <a16:creationId xmlns:a16="http://schemas.microsoft.com/office/drawing/2014/main" id="{9F8F68FF-3F37-3603-85E9-F84E88827CDE}"/>
              </a:ext>
            </a:extLst>
          </p:cNvPr>
          <p:cNvSpPr/>
          <p:nvPr/>
        </p:nvSpPr>
        <p:spPr>
          <a:xfrm>
            <a:off x="6981782" y="1331086"/>
            <a:ext cx="376084" cy="104775"/>
          </a:xfrm>
          <a:prstGeom prst="rect">
            <a:avLst/>
          </a:prstGeom>
          <a:solidFill>
            <a:schemeClr val="bg1">
              <a:lumMod val="95000"/>
            </a:schemeClr>
          </a:solidFill>
          <a:ln>
            <a:no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400" b="0" i="0" u="none" strike="noStrike" kern="1200" cap="none" spc="0" normalizeH="0" baseline="0" noProof="0">
                <a:ln>
                  <a:noFill/>
                </a:ln>
                <a:solidFill>
                  <a:prstClr val="black"/>
                </a:solidFill>
                <a:effectLst/>
                <a:uLnTx/>
                <a:uFillTx/>
                <a:latin typeface="Meiryo UI"/>
                <a:ea typeface="Meiryo UI"/>
                <a:cs typeface="+mn-cs"/>
              </a:rPr>
              <a:t>運用開始判断</a:t>
            </a:r>
          </a:p>
        </p:txBody>
      </p:sp>
      <p:cxnSp>
        <p:nvCxnSpPr>
          <p:cNvPr id="436" name="直線矢印コネクタ 435">
            <a:extLst>
              <a:ext uri="{FF2B5EF4-FFF2-40B4-BE49-F238E27FC236}">
                <a16:creationId xmlns:a16="http://schemas.microsoft.com/office/drawing/2014/main" id="{972A4054-E51F-F688-5DE0-7ABED7452BF3}"/>
              </a:ext>
              <a:ext uri="{C183D7F6-B498-43B3-948B-1728B52AA6E4}">
                <adec:decorative xmlns:adec="http://schemas.microsoft.com/office/drawing/2017/decorative" val="1"/>
              </a:ext>
            </a:extLst>
          </p:cNvPr>
          <p:cNvCxnSpPr>
            <a:cxnSpLocks/>
          </p:cNvCxnSpPr>
          <p:nvPr/>
        </p:nvCxnSpPr>
        <p:spPr bwMode="auto">
          <a:xfrm>
            <a:off x="8062913" y="1476255"/>
            <a:ext cx="1423739" cy="0"/>
          </a:xfrm>
          <a:prstGeom prst="straightConnector1">
            <a:avLst/>
          </a:prstGeom>
          <a:solidFill>
            <a:schemeClr val="bg1"/>
          </a:solidFill>
          <a:ln w="9525" cap="flat" cmpd="sng" algn="ctr">
            <a:solidFill>
              <a:srgbClr val="FF0000"/>
            </a:solidFill>
            <a:prstDash val="solid"/>
            <a:round/>
            <a:headEnd type="oval"/>
            <a:tailEnd type="oval"/>
          </a:ln>
          <a:effectLst/>
        </p:spPr>
      </p:cxnSp>
      <p:sp>
        <p:nvSpPr>
          <p:cNvPr id="437" name="正方形/長方形 436">
            <a:extLst>
              <a:ext uri="{FF2B5EF4-FFF2-40B4-BE49-F238E27FC236}">
                <a16:creationId xmlns:a16="http://schemas.microsoft.com/office/drawing/2014/main" id="{7B4C45D8-899C-61D1-FA6A-8AD71E36E7D0}"/>
              </a:ext>
            </a:extLst>
          </p:cNvPr>
          <p:cNvSpPr/>
          <p:nvPr/>
        </p:nvSpPr>
        <p:spPr>
          <a:xfrm>
            <a:off x="8284779" y="1426024"/>
            <a:ext cx="958357" cy="104775"/>
          </a:xfrm>
          <a:prstGeom prst="rect">
            <a:avLst/>
          </a:prstGeom>
          <a:solidFill>
            <a:schemeClr val="accent2">
              <a:lumMod val="20000"/>
              <a:lumOff val="80000"/>
            </a:schemeClr>
          </a:solidFill>
          <a:ln>
            <a:no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全国的な運用開始</a:t>
            </a:r>
          </a:p>
        </p:txBody>
      </p:sp>
      <p:sp>
        <p:nvSpPr>
          <p:cNvPr id="12" name="shape_152">
            <a:extLst>
              <a:ext uri="{FF2B5EF4-FFF2-40B4-BE49-F238E27FC236}">
                <a16:creationId xmlns:a16="http://schemas.microsoft.com/office/drawing/2014/main" id="{9EDDBAC4-EFD2-41E5-2B1D-195EC0D146AE}"/>
              </a:ext>
            </a:extLst>
          </p:cNvPr>
          <p:cNvSpPr/>
          <p:nvPr>
            <p:custDataLst>
              <p:tags r:id="rId70"/>
            </p:custDataLst>
          </p:nvPr>
        </p:nvSpPr>
        <p:spPr>
          <a:xfrm>
            <a:off x="4688966" y="1717222"/>
            <a:ext cx="516032" cy="253605"/>
          </a:xfrm>
          <a:prstGeom prst="rect">
            <a:avLst/>
          </a:prstGeom>
          <a:noFill/>
          <a:ln/>
        </p:spPr>
        <p:txBody>
          <a:bodyPr vert="horz"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prstClr val="white">
                    <a:lumMod val="75000"/>
                  </a:prstClr>
                </a:solidFill>
                <a:effectLst/>
                <a:uLnTx/>
                <a:uFillTx/>
                <a:latin typeface="Meiryo UI" pitchFamily="34" charset="0"/>
                <a:ea typeface="Meiryo UI" pitchFamily="34" charset="-122"/>
                <a:cs typeface="+mn-cs"/>
              </a:rPr>
              <a:t>▼接検第二公開</a:t>
            </a:r>
            <a:r>
              <a:rPr kumimoji="1" lang="en-US" altLang="ja-JP" sz="700" b="0" i="0" u="none" strike="noStrike" kern="1200" cap="none" spc="0" normalizeH="0" baseline="0" noProof="0">
                <a:ln>
                  <a:noFill/>
                </a:ln>
                <a:solidFill>
                  <a:prstClr val="white">
                    <a:lumMod val="75000"/>
                  </a:prstClr>
                </a:solidFill>
                <a:effectLst/>
                <a:uLnTx/>
                <a:uFillTx/>
                <a:latin typeface="Meiryo UI" pitchFamily="34" charset="0"/>
                <a:ea typeface="Meiryo UI" pitchFamily="34" charset="-122"/>
                <a:cs typeface="+mn-cs"/>
              </a:rPr>
              <a:t>(8/31) </a:t>
            </a:r>
            <a:endParaRPr kumimoji="1" lang="en-US" sz="700" b="0" i="0" u="none" strike="noStrike" kern="1200" cap="none" spc="0" normalizeH="0" baseline="0" noProof="0">
              <a:ln>
                <a:noFill/>
              </a:ln>
              <a:solidFill>
                <a:prstClr val="white">
                  <a:lumMod val="75000"/>
                </a:prstClr>
              </a:solidFill>
              <a:effectLst/>
              <a:uLnTx/>
              <a:uFillTx/>
              <a:latin typeface="Meiryo UI" pitchFamily="34" charset="0"/>
              <a:ea typeface="Meiryo UI" pitchFamily="34" charset="-122"/>
              <a:cs typeface="+mn-cs"/>
            </a:endParaRPr>
          </a:p>
        </p:txBody>
      </p:sp>
      <p:sp>
        <p:nvSpPr>
          <p:cNvPr id="7" name="正方形/長方形 6">
            <a:extLst>
              <a:ext uri="{FF2B5EF4-FFF2-40B4-BE49-F238E27FC236}">
                <a16:creationId xmlns:a16="http://schemas.microsoft.com/office/drawing/2014/main" id="{2EC29960-C8FA-E35C-F39C-33A06DBF28FA}"/>
              </a:ext>
            </a:extLst>
          </p:cNvPr>
          <p:cNvSpPr/>
          <p:nvPr/>
        </p:nvSpPr>
        <p:spPr>
          <a:xfrm>
            <a:off x="7165553" y="651401"/>
            <a:ext cx="2490646" cy="215900"/>
          </a:xfrm>
          <a:prstGeom prst="rect">
            <a:avLst/>
          </a:prstGeom>
          <a:noFill/>
          <a:ln>
            <a:noFill/>
          </a:ln>
        </p:spPr>
        <p:txBody>
          <a:bodyPr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noProof="1"/>
            </a:pPr>
            <a:r>
              <a:rPr kumimoji="1" lang="ja-JP" altLang="en-US" sz="800" b="0" i="0" u="none" strike="noStrike" kern="1200" cap="none" spc="0" normalizeH="0" baseline="0" noProof="0">
                <a:ln>
                  <a:noFill/>
                </a:ln>
                <a:solidFill>
                  <a:srgbClr val="FF0000"/>
                </a:solidFill>
                <a:effectLst/>
                <a:uLnTx/>
                <a:uFillTx/>
                <a:latin typeface="Meiryo UI"/>
                <a:ea typeface="Meiryo UI"/>
                <a:cs typeface="+mn-cs"/>
              </a:rPr>
              <a:t>（注）リリース判定会議は日程が決まり次第プロットする</a:t>
            </a:r>
          </a:p>
        </p:txBody>
      </p:sp>
      <p:grpSp>
        <p:nvGrpSpPr>
          <p:cNvPr id="126" name="グループ化 125">
            <a:extLst>
              <a:ext uri="{FF2B5EF4-FFF2-40B4-BE49-F238E27FC236}">
                <a16:creationId xmlns:a16="http://schemas.microsoft.com/office/drawing/2014/main" id="{B5E24EA0-BFDD-6144-84BF-9820C1AF0EB8}"/>
              </a:ext>
            </a:extLst>
          </p:cNvPr>
          <p:cNvGrpSpPr/>
          <p:nvPr/>
        </p:nvGrpSpPr>
        <p:grpSpPr>
          <a:xfrm>
            <a:off x="5279209" y="667070"/>
            <a:ext cx="718185" cy="6196682"/>
            <a:chOff x="1402398" y="1643290"/>
            <a:chExt cx="718185" cy="4621216"/>
          </a:xfrm>
        </p:grpSpPr>
        <p:sp>
          <p:nvSpPr>
            <p:cNvPr id="100" name="shape_159">
              <a:extLst>
                <a:ext uri="{FF2B5EF4-FFF2-40B4-BE49-F238E27FC236}">
                  <a16:creationId xmlns:a16="http://schemas.microsoft.com/office/drawing/2014/main" id="{2A24441C-7B5C-0455-3542-81E00802AAE5}"/>
                </a:ext>
              </a:extLst>
            </p:cNvPr>
            <p:cNvSpPr/>
            <p:nvPr>
              <p:custDataLst>
                <p:tags r:id="rId155"/>
              </p:custDataLst>
            </p:nvPr>
          </p:nvSpPr>
          <p:spPr>
            <a:xfrm>
              <a:off x="1463578" y="1658765"/>
              <a:ext cx="123825" cy="152400"/>
            </a:xfrm>
            <a:prstGeom prst="rect">
              <a:avLst/>
            </a:prstGeom>
            <a:noFill/>
            <a:ln/>
          </p:spPr>
          <p:txBody>
            <a:bodyPr vert="horz"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108" b="0" i="0" u="none" strike="noStrike" kern="1200" cap="none" spc="0" normalizeH="0" baseline="0" noProof="0">
                  <a:ln>
                    <a:noFill/>
                  </a:ln>
                  <a:solidFill>
                    <a:srgbClr val="00B0F0"/>
                  </a:solidFill>
                  <a:effectLst/>
                  <a:uLnTx/>
                  <a:uFillTx/>
                  <a:latin typeface="Meiryo UI" pitchFamily="34" charset="0"/>
                  <a:ea typeface="Meiryo UI" pitchFamily="34" charset="-122"/>
                  <a:cs typeface="Meiryo UI" pitchFamily="34" charset="-120"/>
                </a:rPr>
                <a:t>▼</a:t>
              </a:r>
              <a:endParaRPr kumimoji="1" lang="en-US" sz="1108" b="0" i="0" u="none" strike="noStrike" kern="1200" cap="none" spc="0" normalizeH="0" baseline="0" noProof="0">
                <a:ln>
                  <a:noFill/>
                </a:ln>
                <a:solidFill>
                  <a:srgbClr val="00B0F0"/>
                </a:solidFill>
                <a:effectLst/>
                <a:uLnTx/>
                <a:uFillTx/>
                <a:latin typeface="Meiryo UI"/>
                <a:ea typeface="Meiryo UI"/>
                <a:cs typeface="+mn-cs"/>
              </a:endParaRPr>
            </a:p>
          </p:txBody>
        </p:sp>
        <p:sp>
          <p:nvSpPr>
            <p:cNvPr id="101" name="shape_160">
              <a:extLst>
                <a:ext uri="{FF2B5EF4-FFF2-40B4-BE49-F238E27FC236}">
                  <a16:creationId xmlns:a16="http://schemas.microsoft.com/office/drawing/2014/main" id="{B76DB42E-70B8-E33A-03A3-262B3B7C4EFC}"/>
                </a:ext>
              </a:extLst>
            </p:cNvPr>
            <p:cNvSpPr/>
            <p:nvPr>
              <p:custDataLst>
                <p:tags r:id="rId156"/>
              </p:custDataLst>
            </p:nvPr>
          </p:nvSpPr>
          <p:spPr>
            <a:xfrm>
              <a:off x="1402398" y="1643290"/>
              <a:ext cx="718185" cy="152400"/>
            </a:xfrm>
            <a:prstGeom prst="rect">
              <a:avLst/>
            </a:prstGeom>
            <a:noFill/>
            <a:ln/>
          </p:spPr>
          <p:txBody>
            <a:bodyPr vert="horz" wrap="square" lIns="31652" tIns="31652" rIns="31652" bIns="31652" rtlCol="0" anchor="t"/>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srgbClr val="00B0F0"/>
                  </a:solidFill>
                  <a:effectLst/>
                  <a:uLnTx/>
                  <a:uFillTx/>
                  <a:latin typeface="Meiryo UI"/>
                  <a:ea typeface="Meiryo UI"/>
                  <a:cs typeface="Meiryo UI" pitchFamily="34" charset="-120"/>
                </a:rPr>
                <a:t>本日</a:t>
              </a:r>
              <a:endParaRPr kumimoji="1" lang="en-US" sz="1108" b="0" i="0" u="none" strike="noStrike" kern="1200" cap="none" spc="0" normalizeH="0" baseline="0" noProof="0">
                <a:ln>
                  <a:noFill/>
                </a:ln>
                <a:solidFill>
                  <a:srgbClr val="00B0F0"/>
                </a:solidFill>
                <a:effectLst/>
                <a:uLnTx/>
                <a:uFillTx/>
                <a:latin typeface="Meiryo UI"/>
                <a:ea typeface="Meiryo UI"/>
                <a:cs typeface="+mn-cs"/>
              </a:endParaRPr>
            </a:p>
          </p:txBody>
        </p:sp>
        <p:sp>
          <p:nvSpPr>
            <p:cNvPr id="102" name="shape_163">
              <a:extLst>
                <a:ext uri="{FF2B5EF4-FFF2-40B4-BE49-F238E27FC236}">
                  <a16:creationId xmlns:a16="http://schemas.microsoft.com/office/drawing/2014/main" id="{69E3E17D-0B4B-4DF7-9B58-70ECA907F205}"/>
                </a:ext>
              </a:extLst>
            </p:cNvPr>
            <p:cNvSpPr/>
            <p:nvPr>
              <p:custDataLst>
                <p:tags r:id="rId157"/>
              </p:custDataLst>
            </p:nvPr>
          </p:nvSpPr>
          <p:spPr>
            <a:xfrm>
              <a:off x="1521029" y="1756678"/>
              <a:ext cx="0" cy="4507828"/>
            </a:xfrm>
            <a:prstGeom prst="line">
              <a:avLst/>
            </a:prstGeom>
            <a:noFill/>
            <a:ln w="19050">
              <a:solidFill>
                <a:srgbClr val="00B0F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grpSp>
      <p:cxnSp>
        <p:nvCxnSpPr>
          <p:cNvPr id="22" name="直線矢印コネクタ 21">
            <a:extLst>
              <a:ext uri="{FF2B5EF4-FFF2-40B4-BE49-F238E27FC236}">
                <a16:creationId xmlns:a16="http://schemas.microsoft.com/office/drawing/2014/main" id="{C03A8B5A-A52C-9FA8-0D17-8160EDFF0101}"/>
              </a:ext>
              <a:ext uri="{C183D7F6-B498-43B3-948B-1728B52AA6E4}">
                <adec:decorative xmlns:adec="http://schemas.microsoft.com/office/drawing/2017/decorative" val="1"/>
              </a:ext>
            </a:extLst>
          </p:cNvPr>
          <p:cNvCxnSpPr>
            <a:cxnSpLocks/>
          </p:cNvCxnSpPr>
          <p:nvPr/>
        </p:nvCxnSpPr>
        <p:spPr bwMode="auto">
          <a:xfrm>
            <a:off x="4105275" y="1803239"/>
            <a:ext cx="534398" cy="0"/>
          </a:xfrm>
          <a:prstGeom prst="straightConnector1">
            <a:avLst/>
          </a:prstGeom>
          <a:solidFill>
            <a:schemeClr val="bg1"/>
          </a:solidFill>
          <a:ln w="9525" cap="flat" cmpd="sng" algn="ctr">
            <a:solidFill>
              <a:schemeClr val="bg1">
                <a:lumMod val="85000"/>
              </a:schemeClr>
            </a:solidFill>
            <a:prstDash val="solid"/>
            <a:round/>
            <a:headEnd type="triangle"/>
            <a:tailEnd type="triangle"/>
          </a:ln>
          <a:effectLst/>
        </p:spPr>
      </p:cxnSp>
      <p:sp>
        <p:nvSpPr>
          <p:cNvPr id="33" name="正方形/長方形 32">
            <a:extLst>
              <a:ext uri="{FF2B5EF4-FFF2-40B4-BE49-F238E27FC236}">
                <a16:creationId xmlns:a16="http://schemas.microsoft.com/office/drawing/2014/main" id="{67665A5C-6BC3-A789-A8A5-A71AC96F6FEA}"/>
              </a:ext>
            </a:extLst>
          </p:cNvPr>
          <p:cNvSpPr/>
          <p:nvPr/>
        </p:nvSpPr>
        <p:spPr>
          <a:xfrm>
            <a:off x="4202906" y="1722148"/>
            <a:ext cx="337985" cy="147997"/>
          </a:xfrm>
          <a:prstGeom prst="rect">
            <a:avLst/>
          </a:prstGeom>
          <a:solidFill>
            <a:schemeClr val="bg1">
              <a:lumMod val="95000"/>
            </a:schemeClr>
          </a:solidFill>
          <a:ln>
            <a:noFill/>
          </a:ln>
        </p:spPr>
        <p:txBody>
          <a:bodyPr wrap="none" lIns="0" tIns="0" rIns="0" bIns="0" rtlCol="0" anchor="ctr"/>
          <a:lstStyle/>
          <a:p>
            <a:pPr marL="0" marR="0" lvl="0" indent="0" algn="ctr" defTabSz="914400" rtl="0" eaLnBrk="1" fontAlgn="base" latinLnBrk="0" hangingPunct="1">
              <a:lnSpc>
                <a:spcPct val="100000"/>
              </a:lnSpc>
              <a:spcBef>
                <a:spcPts val="0"/>
              </a:spcBef>
              <a:spcAft>
                <a:spcPct val="0"/>
              </a:spcAft>
              <a:buClrTx/>
              <a:buSzTx/>
              <a:buFontTx/>
              <a:buNone/>
              <a:tabLst/>
              <a:defRPr noProof="1"/>
            </a:pPr>
            <a:r>
              <a:rPr kumimoji="1" lang="ja-JP" altLang="en-US" sz="500" b="0" i="0" u="none" strike="noStrike" kern="1200" cap="none" spc="0" normalizeH="0" baseline="0" noProof="0">
                <a:ln>
                  <a:noFill/>
                </a:ln>
                <a:solidFill>
                  <a:srgbClr val="BFBFBF"/>
                </a:solidFill>
                <a:effectLst/>
                <a:uLnTx/>
                <a:uFillTx/>
                <a:latin typeface="Meiryo UI"/>
                <a:ea typeface="Meiryo UI"/>
                <a:cs typeface="+mn-cs"/>
              </a:rPr>
              <a:t>接検第二</a:t>
            </a:r>
            <a:endParaRPr kumimoji="1" lang="en-US" altLang="ja-JP" sz="500" b="0" i="0" u="none" strike="noStrike" kern="1200" cap="none" spc="0" normalizeH="0" baseline="0" noProof="0">
              <a:ln>
                <a:noFill/>
              </a:ln>
              <a:solidFill>
                <a:srgbClr val="BFBFBF"/>
              </a:solidFill>
              <a:effectLst/>
              <a:uLnTx/>
              <a:uFillTx/>
              <a:latin typeface="Meiryo UI"/>
              <a:ea typeface="Meiryo UI"/>
              <a:cs typeface="+mn-cs"/>
            </a:endParaRPr>
          </a:p>
          <a:p>
            <a:pPr marL="0" marR="0" lvl="0" indent="0" algn="ctr" defTabSz="914400" rtl="0" eaLnBrk="1" fontAlgn="base" latinLnBrk="0" hangingPunct="1">
              <a:lnSpc>
                <a:spcPct val="100000"/>
              </a:lnSpc>
              <a:spcBef>
                <a:spcPts val="0"/>
              </a:spcBef>
              <a:spcAft>
                <a:spcPct val="0"/>
              </a:spcAft>
              <a:buClrTx/>
              <a:buSzTx/>
              <a:buFontTx/>
              <a:buNone/>
              <a:tabLst/>
              <a:defRPr noProof="1"/>
            </a:pPr>
            <a:r>
              <a:rPr kumimoji="1" lang="ja-JP" altLang="en-US" sz="500" b="0" i="0" u="none" strike="noStrike" kern="1200" cap="none" spc="0" normalizeH="0" baseline="0" noProof="0">
                <a:ln>
                  <a:noFill/>
                </a:ln>
                <a:solidFill>
                  <a:srgbClr val="BFBFBF"/>
                </a:solidFill>
                <a:effectLst/>
                <a:uLnTx/>
                <a:uFillTx/>
                <a:latin typeface="Meiryo UI"/>
                <a:ea typeface="Meiryo UI"/>
                <a:cs typeface="+mn-cs"/>
              </a:rPr>
              <a:t>先行利用</a:t>
            </a:r>
          </a:p>
        </p:txBody>
      </p:sp>
      <p:sp>
        <p:nvSpPr>
          <p:cNvPr id="32" name="shape_82">
            <a:extLst>
              <a:ext uri="{FF2B5EF4-FFF2-40B4-BE49-F238E27FC236}">
                <a16:creationId xmlns:a16="http://schemas.microsoft.com/office/drawing/2014/main" id="{1FC1CE3A-7031-F50A-8AB7-60C23E7B127F}"/>
              </a:ext>
              <a:ext uri="{C183D7F6-B498-43B3-948B-1728B52AA6E4}">
                <adec:decorative xmlns:adec="http://schemas.microsoft.com/office/drawing/2017/decorative" val="1"/>
              </a:ext>
            </a:extLst>
          </p:cNvPr>
          <p:cNvSpPr/>
          <p:nvPr>
            <p:custDataLst>
              <p:tags r:id="rId71"/>
            </p:custDataLst>
          </p:nvPr>
        </p:nvSpPr>
        <p:spPr>
          <a:xfrm>
            <a:off x="1192073" y="6858000"/>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493" name="矢印: 五方向 492">
            <a:extLst>
              <a:ext uri="{FF2B5EF4-FFF2-40B4-BE49-F238E27FC236}">
                <a16:creationId xmlns:a16="http://schemas.microsoft.com/office/drawing/2014/main" id="{D9291451-50CC-C61E-C093-3BDA582836EE}"/>
              </a:ext>
            </a:extLst>
          </p:cNvPr>
          <p:cNvSpPr/>
          <p:nvPr/>
        </p:nvSpPr>
        <p:spPr>
          <a:xfrm>
            <a:off x="3266737" y="3475833"/>
            <a:ext cx="4038087" cy="143397"/>
          </a:xfrm>
          <a:prstGeom prst="homePlate">
            <a:avLst/>
          </a:prstGeom>
          <a:solidFill>
            <a:srgbClr val="FFFFCC"/>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開発等</a:t>
            </a:r>
          </a:p>
        </p:txBody>
      </p:sp>
      <p:sp>
        <p:nvSpPr>
          <p:cNvPr id="508" name="shape_82">
            <a:extLst>
              <a:ext uri="{FF2B5EF4-FFF2-40B4-BE49-F238E27FC236}">
                <a16:creationId xmlns:a16="http://schemas.microsoft.com/office/drawing/2014/main" id="{01E92EAC-CC63-C5CE-E0F9-F25682C05A83}"/>
              </a:ext>
              <a:ext uri="{C183D7F6-B498-43B3-948B-1728B52AA6E4}">
                <adec:decorative xmlns:adec="http://schemas.microsoft.com/office/drawing/2017/decorative" val="1"/>
              </a:ext>
            </a:extLst>
          </p:cNvPr>
          <p:cNvSpPr/>
          <p:nvPr>
            <p:custDataLst>
              <p:tags r:id="rId72"/>
            </p:custDataLst>
          </p:nvPr>
        </p:nvSpPr>
        <p:spPr>
          <a:xfrm>
            <a:off x="1192073" y="4273703"/>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509" name="shape_82">
            <a:extLst>
              <a:ext uri="{FF2B5EF4-FFF2-40B4-BE49-F238E27FC236}">
                <a16:creationId xmlns:a16="http://schemas.microsoft.com/office/drawing/2014/main" id="{489871C6-C0F2-BB88-C39B-9E1317349B10}"/>
              </a:ext>
              <a:ext uri="{C183D7F6-B498-43B3-948B-1728B52AA6E4}">
                <adec:decorative xmlns:adec="http://schemas.microsoft.com/office/drawing/2017/decorative" val="1"/>
              </a:ext>
            </a:extLst>
          </p:cNvPr>
          <p:cNvSpPr/>
          <p:nvPr>
            <p:custDataLst>
              <p:tags r:id="rId73"/>
            </p:custDataLst>
          </p:nvPr>
        </p:nvSpPr>
        <p:spPr>
          <a:xfrm>
            <a:off x="1192073" y="4428966"/>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511" name="shape_82">
            <a:extLst>
              <a:ext uri="{FF2B5EF4-FFF2-40B4-BE49-F238E27FC236}">
                <a16:creationId xmlns:a16="http://schemas.microsoft.com/office/drawing/2014/main" id="{F73B1D9C-3422-E649-8987-D6FB445D49D0}"/>
              </a:ext>
              <a:ext uri="{C183D7F6-B498-43B3-948B-1728B52AA6E4}">
                <adec:decorative xmlns:adec="http://schemas.microsoft.com/office/drawing/2017/decorative" val="1"/>
              </a:ext>
            </a:extLst>
          </p:cNvPr>
          <p:cNvSpPr/>
          <p:nvPr>
            <p:custDataLst>
              <p:tags r:id="rId74"/>
            </p:custDataLst>
          </p:nvPr>
        </p:nvSpPr>
        <p:spPr>
          <a:xfrm>
            <a:off x="1192073" y="4103276"/>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512" name="shape_82">
            <a:extLst>
              <a:ext uri="{FF2B5EF4-FFF2-40B4-BE49-F238E27FC236}">
                <a16:creationId xmlns:a16="http://schemas.microsoft.com/office/drawing/2014/main" id="{763389B3-3871-DCF3-54BF-70CCBD387E49}"/>
              </a:ext>
              <a:ext uri="{C183D7F6-B498-43B3-948B-1728B52AA6E4}">
                <adec:decorative xmlns:adec="http://schemas.microsoft.com/office/drawing/2017/decorative" val="1"/>
              </a:ext>
            </a:extLst>
          </p:cNvPr>
          <p:cNvSpPr/>
          <p:nvPr>
            <p:custDataLst>
              <p:tags r:id="rId75"/>
            </p:custDataLst>
          </p:nvPr>
        </p:nvSpPr>
        <p:spPr>
          <a:xfrm>
            <a:off x="1192073" y="3908019"/>
            <a:ext cx="8388000" cy="0"/>
          </a:xfrm>
          <a:prstGeom prst="line">
            <a:avLst/>
          </a:prstGeom>
          <a:noFill/>
          <a:ln w="3175">
            <a:solidFill>
              <a:schemeClr val="bg1">
                <a:lumMod val="75000"/>
              </a:schemeClr>
            </a:solidFill>
            <a:prstDash val="sysDot"/>
          </a:ln>
        </p:spPr>
        <p:txBody>
          <a:bodyPr lIns="0" tIns="0" rIns="0" bIns="0" anchor="t"/>
          <a:lstStyle/>
          <a:p>
            <a:pPr marL="0" marR="0" lvl="0" indent="0" algn="r"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513" name="shape_82">
            <a:extLst>
              <a:ext uri="{FF2B5EF4-FFF2-40B4-BE49-F238E27FC236}">
                <a16:creationId xmlns:a16="http://schemas.microsoft.com/office/drawing/2014/main" id="{6C8D423F-5B24-B791-AD4A-04AAEB2EA042}"/>
              </a:ext>
              <a:ext uri="{C183D7F6-B498-43B3-948B-1728B52AA6E4}">
                <adec:decorative xmlns:adec="http://schemas.microsoft.com/office/drawing/2017/decorative" val="1"/>
              </a:ext>
            </a:extLst>
          </p:cNvPr>
          <p:cNvSpPr/>
          <p:nvPr>
            <p:custDataLst>
              <p:tags r:id="rId76"/>
            </p:custDataLst>
          </p:nvPr>
        </p:nvSpPr>
        <p:spPr>
          <a:xfrm>
            <a:off x="1192073" y="3657787"/>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515" name="shape_82">
            <a:extLst>
              <a:ext uri="{FF2B5EF4-FFF2-40B4-BE49-F238E27FC236}">
                <a16:creationId xmlns:a16="http://schemas.microsoft.com/office/drawing/2014/main" id="{3947F6F3-9501-93FA-285E-B5294DDDE24C}"/>
              </a:ext>
              <a:ext uri="{C183D7F6-B498-43B3-948B-1728B52AA6E4}">
                <adec:decorative xmlns:adec="http://schemas.microsoft.com/office/drawing/2017/decorative" val="1"/>
              </a:ext>
            </a:extLst>
          </p:cNvPr>
          <p:cNvSpPr/>
          <p:nvPr>
            <p:custDataLst>
              <p:tags r:id="rId77"/>
            </p:custDataLst>
          </p:nvPr>
        </p:nvSpPr>
        <p:spPr>
          <a:xfrm>
            <a:off x="1192073" y="3438035"/>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570" name="shape_82">
            <a:extLst>
              <a:ext uri="{FF2B5EF4-FFF2-40B4-BE49-F238E27FC236}">
                <a16:creationId xmlns:a16="http://schemas.microsoft.com/office/drawing/2014/main" id="{ED8E2453-07FB-27FA-48BD-42132F724790}"/>
              </a:ext>
              <a:ext uri="{C183D7F6-B498-43B3-948B-1728B52AA6E4}">
                <adec:decorative xmlns:adec="http://schemas.microsoft.com/office/drawing/2017/decorative" val="1"/>
              </a:ext>
            </a:extLst>
          </p:cNvPr>
          <p:cNvSpPr/>
          <p:nvPr>
            <p:custDataLst>
              <p:tags r:id="rId78"/>
            </p:custDataLst>
          </p:nvPr>
        </p:nvSpPr>
        <p:spPr>
          <a:xfrm>
            <a:off x="1192073" y="3218283"/>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571" name="shape_82">
            <a:extLst>
              <a:ext uri="{FF2B5EF4-FFF2-40B4-BE49-F238E27FC236}">
                <a16:creationId xmlns:a16="http://schemas.microsoft.com/office/drawing/2014/main" id="{95060E3E-AA88-EA99-88E2-5EE1CFBA28D6}"/>
              </a:ext>
              <a:ext uri="{C183D7F6-B498-43B3-948B-1728B52AA6E4}">
                <adec:decorative xmlns:adec="http://schemas.microsoft.com/office/drawing/2017/decorative" val="1"/>
              </a:ext>
            </a:extLst>
          </p:cNvPr>
          <p:cNvSpPr/>
          <p:nvPr>
            <p:custDataLst>
              <p:tags r:id="rId79"/>
            </p:custDataLst>
          </p:nvPr>
        </p:nvSpPr>
        <p:spPr>
          <a:xfrm>
            <a:off x="1192073" y="2998531"/>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572" name="shape_82">
            <a:extLst>
              <a:ext uri="{FF2B5EF4-FFF2-40B4-BE49-F238E27FC236}">
                <a16:creationId xmlns:a16="http://schemas.microsoft.com/office/drawing/2014/main" id="{24494886-A2B0-15B3-F138-BA933FBAAF3F}"/>
              </a:ext>
              <a:ext uri="{C183D7F6-B498-43B3-948B-1728B52AA6E4}">
                <adec:decorative xmlns:adec="http://schemas.microsoft.com/office/drawing/2017/decorative" val="1"/>
              </a:ext>
            </a:extLst>
          </p:cNvPr>
          <p:cNvSpPr/>
          <p:nvPr>
            <p:custDataLst>
              <p:tags r:id="rId80"/>
            </p:custDataLst>
          </p:nvPr>
        </p:nvSpPr>
        <p:spPr>
          <a:xfrm>
            <a:off x="1172520" y="2757792"/>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400" name="矢印: 五方向 399">
            <a:extLst>
              <a:ext uri="{FF2B5EF4-FFF2-40B4-BE49-F238E27FC236}">
                <a16:creationId xmlns:a16="http://schemas.microsoft.com/office/drawing/2014/main" id="{FB773824-4F5F-72E9-931C-30FCBCEAD75B}"/>
              </a:ext>
            </a:extLst>
          </p:cNvPr>
          <p:cNvSpPr/>
          <p:nvPr/>
        </p:nvSpPr>
        <p:spPr>
          <a:xfrm>
            <a:off x="1180177" y="3053730"/>
            <a:ext cx="4024822" cy="138170"/>
          </a:xfrm>
          <a:prstGeom prst="homePlate">
            <a:avLst/>
          </a:prstGeom>
          <a:solidFill>
            <a:schemeClr val="bg1">
              <a:lumMod val="95000"/>
            </a:schemeClr>
          </a:solidFill>
          <a:ln w="3175">
            <a:solidFill>
              <a:srgbClr val="D9D9D9"/>
            </a:solidFill>
          </a:ln>
        </p:spPr>
        <p:txBody>
          <a:bodyPr lIns="0" tIns="0" rIns="0" bIns="0" rtlCol="0" anchor="ctr"/>
          <a:lstStyle/>
          <a:p>
            <a:pPr marL="0" marR="0" lvl="0" indent="0" algn="l" defTabSz="898525" rtl="0" eaLnBrk="1" fontAlgn="base" latinLnBrk="0" hangingPunct="1">
              <a:lnSpc>
                <a:spcPct val="100000"/>
              </a:lnSpc>
              <a:spcBef>
                <a:spcPct val="20000"/>
              </a:spcBef>
              <a:spcAft>
                <a:spcPct val="0"/>
              </a:spcAft>
              <a:buClrTx/>
              <a:buSzTx/>
              <a:buFontTx/>
              <a:buNone/>
              <a:tabLst>
                <a:tab pos="1797050" algn="l"/>
              </a:tabLst>
              <a:defRPr noProof="1"/>
            </a:pPr>
            <a:r>
              <a:rPr kumimoji="1" lang="ja-JP" altLang="en-US" sz="700" b="0" i="0" u="none" strike="noStrike" kern="1200" cap="none" spc="0" normalizeH="0" baseline="0" noProof="0">
                <a:ln>
                  <a:noFill/>
                </a:ln>
                <a:solidFill>
                  <a:prstClr val="white">
                    <a:lumMod val="65000"/>
                  </a:prstClr>
                </a:solidFill>
                <a:effectLst/>
                <a:uLnTx/>
                <a:uFillTx/>
                <a:latin typeface="Meiryo UI"/>
                <a:ea typeface="Meiryo UI"/>
                <a:cs typeface="+mn-cs"/>
              </a:rPr>
              <a:t>                                                    開発等</a:t>
            </a:r>
            <a:endParaRPr kumimoji="1" lang="en-US" altLang="ja-JP" sz="700" b="0" i="0" u="none" strike="noStrike" kern="1200" cap="none" spc="0" normalizeH="0" baseline="0" noProof="0">
              <a:ln>
                <a:noFill/>
              </a:ln>
              <a:solidFill>
                <a:prstClr val="white">
                  <a:lumMod val="65000"/>
                </a:prstClr>
              </a:solidFill>
              <a:effectLst/>
              <a:uLnTx/>
              <a:uFillTx/>
              <a:latin typeface="Meiryo UI"/>
              <a:ea typeface="Meiryo UI"/>
              <a:cs typeface="+mn-cs"/>
            </a:endParaRPr>
          </a:p>
        </p:txBody>
      </p:sp>
      <p:sp>
        <p:nvSpPr>
          <p:cNvPr id="93" name="shape_152">
            <a:extLst>
              <a:ext uri="{FF2B5EF4-FFF2-40B4-BE49-F238E27FC236}">
                <a16:creationId xmlns:a16="http://schemas.microsoft.com/office/drawing/2014/main" id="{8716F91F-F3AF-1D5D-A095-3AA4BA5A9E49}"/>
              </a:ext>
            </a:extLst>
          </p:cNvPr>
          <p:cNvSpPr/>
          <p:nvPr>
            <p:custDataLst>
              <p:tags r:id="rId81"/>
            </p:custDataLst>
          </p:nvPr>
        </p:nvSpPr>
        <p:spPr>
          <a:xfrm>
            <a:off x="5237534" y="3044130"/>
            <a:ext cx="969148" cy="143398"/>
          </a:xfrm>
          <a:prstGeom prst="rect">
            <a:avLst/>
          </a:prstGeom>
          <a:noFill/>
          <a:ln/>
        </p:spPr>
        <p:txBody>
          <a:bodyPr vert="horz"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 本番公開</a:t>
            </a:r>
            <a:r>
              <a:rPr kumimoji="1" lang="en-US" altLang="ja-JP"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(9/28)</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401" name="矢印: 五方向 400">
            <a:extLst>
              <a:ext uri="{FF2B5EF4-FFF2-40B4-BE49-F238E27FC236}">
                <a16:creationId xmlns:a16="http://schemas.microsoft.com/office/drawing/2014/main" id="{8DF53764-F859-4FC5-72EA-6B621BA9CB96}"/>
              </a:ext>
            </a:extLst>
          </p:cNvPr>
          <p:cNvSpPr/>
          <p:nvPr/>
        </p:nvSpPr>
        <p:spPr>
          <a:xfrm>
            <a:off x="3912825" y="3923887"/>
            <a:ext cx="5653372" cy="141239"/>
          </a:xfrm>
          <a:prstGeom prst="homePlate">
            <a:avLst/>
          </a:prstGeom>
          <a:solidFill>
            <a:srgbClr val="FFFFCC"/>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開発等</a:t>
            </a:r>
          </a:p>
        </p:txBody>
      </p:sp>
      <p:sp>
        <p:nvSpPr>
          <p:cNvPr id="402" name="shape_152">
            <a:extLst>
              <a:ext uri="{FF2B5EF4-FFF2-40B4-BE49-F238E27FC236}">
                <a16:creationId xmlns:a16="http://schemas.microsoft.com/office/drawing/2014/main" id="{1078187E-DBEF-CBC1-C2F4-06650352ED4F}"/>
              </a:ext>
            </a:extLst>
          </p:cNvPr>
          <p:cNvSpPr/>
          <p:nvPr>
            <p:custDataLst>
              <p:tags r:id="rId82"/>
            </p:custDataLst>
          </p:nvPr>
        </p:nvSpPr>
        <p:spPr>
          <a:xfrm>
            <a:off x="8347128" y="3921274"/>
            <a:ext cx="969148" cy="143398"/>
          </a:xfrm>
          <a:prstGeom prst="rect">
            <a:avLst/>
          </a:prstGeom>
          <a:noFill/>
          <a:ln/>
        </p:spPr>
        <p:txBody>
          <a:bodyPr vert="horz" wrap="non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本番公開</a:t>
            </a:r>
            <a:r>
              <a:rPr kumimoji="1" lang="en-US" altLang="ja-JP"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(3</a:t>
            </a: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月中旬</a:t>
            </a:r>
            <a:r>
              <a:rPr kumimoji="1" lang="en-US" altLang="ja-JP"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 </a:t>
            </a: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415" name="矢印: 五方向 414">
            <a:extLst>
              <a:ext uri="{FF2B5EF4-FFF2-40B4-BE49-F238E27FC236}">
                <a16:creationId xmlns:a16="http://schemas.microsoft.com/office/drawing/2014/main" id="{169DC143-C258-893E-165A-3C4164569EB2}"/>
              </a:ext>
            </a:extLst>
          </p:cNvPr>
          <p:cNvSpPr/>
          <p:nvPr/>
        </p:nvSpPr>
        <p:spPr>
          <a:xfrm>
            <a:off x="2943694" y="3721749"/>
            <a:ext cx="2830574" cy="159767"/>
          </a:xfrm>
          <a:prstGeom prst="homePlate">
            <a:avLst/>
          </a:prstGeom>
          <a:solidFill>
            <a:schemeClr val="bg2">
              <a:lumMod val="90000"/>
            </a:schemeClr>
          </a:solidFill>
          <a:ln w="3175">
            <a:solidFill>
              <a:schemeClr val="bg1">
                <a:lumMod val="50000"/>
              </a:schemeClr>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調達手続き</a:t>
            </a:r>
          </a:p>
        </p:txBody>
      </p:sp>
      <p:cxnSp>
        <p:nvCxnSpPr>
          <p:cNvPr id="418" name="直線矢印コネクタ 417">
            <a:extLst>
              <a:ext uri="{FF2B5EF4-FFF2-40B4-BE49-F238E27FC236}">
                <a16:creationId xmlns:a16="http://schemas.microsoft.com/office/drawing/2014/main" id="{FF01F338-2FFA-9250-D8ED-5D7992DADB85}"/>
              </a:ext>
              <a:ext uri="{C183D7F6-B498-43B3-948B-1728B52AA6E4}">
                <adec:decorative xmlns:adec="http://schemas.microsoft.com/office/drawing/2017/decorative" val="1"/>
              </a:ext>
            </a:extLst>
          </p:cNvPr>
          <p:cNvCxnSpPr>
            <a:cxnSpLocks/>
            <a:endCxn id="415" idx="1"/>
          </p:cNvCxnSpPr>
          <p:nvPr/>
        </p:nvCxnSpPr>
        <p:spPr bwMode="auto">
          <a:xfrm>
            <a:off x="1166956" y="3790835"/>
            <a:ext cx="1776738" cy="10798"/>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419" name="正方形/長方形 418">
            <a:extLst>
              <a:ext uri="{FF2B5EF4-FFF2-40B4-BE49-F238E27FC236}">
                <a16:creationId xmlns:a16="http://schemas.microsoft.com/office/drawing/2014/main" id="{7420D926-59EC-004C-3862-692231D6A18E}"/>
              </a:ext>
            </a:extLst>
          </p:cNvPr>
          <p:cNvSpPr/>
          <p:nvPr/>
        </p:nvSpPr>
        <p:spPr>
          <a:xfrm>
            <a:off x="1813042" y="3738448"/>
            <a:ext cx="758708" cy="104775"/>
          </a:xfrm>
          <a:prstGeom prst="rect">
            <a:avLst/>
          </a:prstGeom>
          <a:solidFill>
            <a:schemeClr val="bg1">
              <a:lumMod val="95000"/>
            </a:schemeClr>
          </a:solidFill>
          <a:ln>
            <a:no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white">
                    <a:lumMod val="65000"/>
                  </a:prstClr>
                </a:solidFill>
                <a:effectLst/>
                <a:uLnTx/>
                <a:uFillTx/>
                <a:latin typeface="Meiryo UI"/>
                <a:ea typeface="Meiryo UI"/>
                <a:cs typeface="+mn-cs"/>
              </a:rPr>
              <a:t>案件・要件の登録</a:t>
            </a:r>
          </a:p>
        </p:txBody>
      </p:sp>
      <p:sp>
        <p:nvSpPr>
          <p:cNvPr id="223" name="矢印: 五方向 222">
            <a:extLst>
              <a:ext uri="{FF2B5EF4-FFF2-40B4-BE49-F238E27FC236}">
                <a16:creationId xmlns:a16="http://schemas.microsoft.com/office/drawing/2014/main" id="{D0133F95-2345-BEDE-ED6E-70A60D401D8D}"/>
              </a:ext>
            </a:extLst>
          </p:cNvPr>
          <p:cNvSpPr/>
          <p:nvPr/>
        </p:nvSpPr>
        <p:spPr>
          <a:xfrm>
            <a:off x="1181245" y="4142438"/>
            <a:ext cx="2085494" cy="138170"/>
          </a:xfrm>
          <a:prstGeom prst="homePlate">
            <a:avLst/>
          </a:prstGeom>
          <a:solidFill>
            <a:schemeClr val="bg1">
              <a:lumMod val="95000"/>
            </a:schemeClr>
          </a:solidFill>
          <a:ln w="3175">
            <a:solidFill>
              <a:srgbClr val="D9D9D9"/>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white">
                    <a:lumMod val="65000"/>
                  </a:prstClr>
                </a:solidFill>
                <a:effectLst/>
                <a:uLnTx/>
                <a:uFillTx/>
                <a:latin typeface="Meiryo UI"/>
                <a:ea typeface="Meiryo UI"/>
                <a:cs typeface="+mn-cs"/>
              </a:rPr>
              <a:t>要件定義</a:t>
            </a:r>
          </a:p>
        </p:txBody>
      </p:sp>
      <p:sp>
        <p:nvSpPr>
          <p:cNvPr id="226" name="矢印: 五方向 225">
            <a:extLst>
              <a:ext uri="{FF2B5EF4-FFF2-40B4-BE49-F238E27FC236}">
                <a16:creationId xmlns:a16="http://schemas.microsoft.com/office/drawing/2014/main" id="{37E76597-D5B7-86E8-B6E9-F6CAE8C4E005}"/>
              </a:ext>
            </a:extLst>
          </p:cNvPr>
          <p:cNvSpPr/>
          <p:nvPr/>
        </p:nvSpPr>
        <p:spPr>
          <a:xfrm>
            <a:off x="1181243" y="4506369"/>
            <a:ext cx="1277885" cy="138170"/>
          </a:xfrm>
          <a:prstGeom prst="homePlate">
            <a:avLst/>
          </a:prstGeom>
          <a:solidFill>
            <a:schemeClr val="bg1">
              <a:lumMod val="95000"/>
            </a:schemeClr>
          </a:solidFill>
          <a:ln>
            <a:no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ja-JP" sz="700" b="0" i="0" u="none" strike="noStrike" kern="1200" cap="none" spc="0" normalizeH="0" baseline="0" noProof="1">
                <a:ln>
                  <a:noFill/>
                </a:ln>
                <a:solidFill>
                  <a:prstClr val="white">
                    <a:lumMod val="65000"/>
                  </a:prstClr>
                </a:solidFill>
                <a:effectLst/>
                <a:uLnTx/>
                <a:uFillTx/>
                <a:latin typeface="Meiryo UI"/>
                <a:ea typeface="Meiryo UI"/>
                <a:cs typeface="+mn-cs"/>
              </a:rPr>
              <a:t>PoC</a:t>
            </a:r>
            <a:endParaRPr kumimoji="1" lang="ja-JP" altLang="en-US" sz="700" b="0" i="0" u="none" strike="noStrike" kern="1200" cap="none" spc="0" normalizeH="0" baseline="0" noProof="1">
              <a:ln>
                <a:noFill/>
              </a:ln>
              <a:solidFill>
                <a:prstClr val="white">
                  <a:lumMod val="65000"/>
                </a:prstClr>
              </a:solidFill>
              <a:effectLst/>
              <a:uLnTx/>
              <a:uFillTx/>
              <a:latin typeface="Meiryo UI"/>
              <a:ea typeface="Meiryo UI"/>
              <a:cs typeface="+mn-cs"/>
            </a:endParaRPr>
          </a:p>
        </p:txBody>
      </p:sp>
      <p:sp>
        <p:nvSpPr>
          <p:cNvPr id="227" name="矢印: 五方向 226">
            <a:extLst>
              <a:ext uri="{FF2B5EF4-FFF2-40B4-BE49-F238E27FC236}">
                <a16:creationId xmlns:a16="http://schemas.microsoft.com/office/drawing/2014/main" id="{FE5991B5-E38E-F812-2CAF-3204F70EBACA}"/>
              </a:ext>
            </a:extLst>
          </p:cNvPr>
          <p:cNvSpPr/>
          <p:nvPr/>
        </p:nvSpPr>
        <p:spPr>
          <a:xfrm>
            <a:off x="2459128" y="4506369"/>
            <a:ext cx="807610" cy="138170"/>
          </a:xfrm>
          <a:prstGeom prst="homePlate">
            <a:avLst/>
          </a:prstGeom>
          <a:solidFill>
            <a:schemeClr val="bg1">
              <a:lumMod val="95000"/>
            </a:schemeClr>
          </a:solidFill>
          <a:ln>
            <a:no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700" b="0" i="0" u="none" strike="noStrike" kern="1200" cap="none" spc="0" normalizeH="0" baseline="0" noProof="1">
                <a:ln>
                  <a:noFill/>
                </a:ln>
                <a:solidFill>
                  <a:prstClr val="white">
                    <a:lumMod val="65000"/>
                  </a:prstClr>
                </a:solidFill>
                <a:effectLst/>
                <a:uLnTx/>
                <a:uFillTx/>
                <a:latin typeface="Meiryo UI"/>
                <a:ea typeface="Meiryo UI"/>
                <a:cs typeface="+mn-cs"/>
              </a:rPr>
              <a:t>厚労省内検討</a:t>
            </a:r>
          </a:p>
        </p:txBody>
      </p:sp>
      <p:sp>
        <p:nvSpPr>
          <p:cNvPr id="510" name="shape_82">
            <a:extLst>
              <a:ext uri="{FF2B5EF4-FFF2-40B4-BE49-F238E27FC236}">
                <a16:creationId xmlns:a16="http://schemas.microsoft.com/office/drawing/2014/main" id="{B71D8A0F-0100-C22D-D0A7-EF3F919574E6}"/>
              </a:ext>
              <a:ext uri="{C183D7F6-B498-43B3-948B-1728B52AA6E4}">
                <adec:decorative xmlns:adec="http://schemas.microsoft.com/office/drawing/2017/decorative" val="1"/>
              </a:ext>
            </a:extLst>
          </p:cNvPr>
          <p:cNvSpPr/>
          <p:nvPr>
            <p:custDataLst>
              <p:tags r:id="rId83"/>
            </p:custDataLst>
          </p:nvPr>
        </p:nvSpPr>
        <p:spPr>
          <a:xfrm>
            <a:off x="1192073" y="4655914"/>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cxnSp>
        <p:nvCxnSpPr>
          <p:cNvPr id="15" name="直線矢印コネクタ 14">
            <a:extLst>
              <a:ext uri="{FF2B5EF4-FFF2-40B4-BE49-F238E27FC236}">
                <a16:creationId xmlns:a16="http://schemas.microsoft.com/office/drawing/2014/main" id="{37C13B09-28EE-DAE4-8C54-70E2E54CF06F}"/>
              </a:ext>
              <a:ext uri="{C183D7F6-B498-43B3-948B-1728B52AA6E4}">
                <adec:decorative xmlns:adec="http://schemas.microsoft.com/office/drawing/2017/decorative" val="1"/>
              </a:ext>
            </a:extLst>
          </p:cNvPr>
          <p:cNvCxnSpPr>
            <a:cxnSpLocks/>
            <a:stCxn id="415" idx="3"/>
            <a:endCxn id="401" idx="1"/>
          </p:cNvCxnSpPr>
          <p:nvPr/>
        </p:nvCxnSpPr>
        <p:spPr bwMode="auto">
          <a:xfrm flipH="1">
            <a:off x="3912825" y="3801633"/>
            <a:ext cx="1861443" cy="192874"/>
          </a:xfrm>
          <a:prstGeom prst="bentConnector5">
            <a:avLst>
              <a:gd name="adj1" fmla="val -12281"/>
              <a:gd name="adj2" fmla="val 52401"/>
              <a:gd name="adj3" fmla="val 112281"/>
            </a:avLst>
          </a:prstGeom>
          <a:solidFill>
            <a:schemeClr val="bg1"/>
          </a:solidFill>
          <a:ln w="3175" cap="flat" cmpd="sng" algn="ctr">
            <a:solidFill>
              <a:schemeClr val="bg1">
                <a:lumMod val="65000"/>
              </a:schemeClr>
            </a:solidFill>
            <a:prstDash val="sysDash"/>
            <a:round/>
            <a:headEnd type="none" w="med" len="med"/>
            <a:tailEnd type="triangle"/>
          </a:ln>
          <a:effectLst/>
        </p:spPr>
      </p:cxnSp>
      <p:sp>
        <p:nvSpPr>
          <p:cNvPr id="23" name="矢印: 五方向 22">
            <a:extLst>
              <a:ext uri="{FF2B5EF4-FFF2-40B4-BE49-F238E27FC236}">
                <a16:creationId xmlns:a16="http://schemas.microsoft.com/office/drawing/2014/main" id="{3CB1737F-30F5-4380-B468-FDB96E60F8F0}"/>
              </a:ext>
            </a:extLst>
          </p:cNvPr>
          <p:cNvSpPr/>
          <p:nvPr/>
        </p:nvSpPr>
        <p:spPr>
          <a:xfrm>
            <a:off x="3309213" y="4150951"/>
            <a:ext cx="565326" cy="138170"/>
          </a:xfrm>
          <a:prstGeom prst="homePlate">
            <a:avLst/>
          </a:prstGeom>
          <a:solidFill>
            <a:schemeClr val="bg1">
              <a:lumMod val="95000"/>
            </a:schemeClr>
          </a:solidFill>
          <a:ln w="3175">
            <a:solidFill>
              <a:srgbClr val="D9D9D9"/>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white">
                    <a:lumMod val="65000"/>
                  </a:prstClr>
                </a:solidFill>
                <a:effectLst/>
                <a:uLnTx/>
                <a:uFillTx/>
                <a:latin typeface="Meiryo UI"/>
                <a:ea typeface="Meiryo UI"/>
                <a:cs typeface="+mn-cs"/>
              </a:rPr>
              <a:t>調達手続き</a:t>
            </a:r>
          </a:p>
        </p:txBody>
      </p:sp>
      <p:sp>
        <p:nvSpPr>
          <p:cNvPr id="24" name="shape_152">
            <a:extLst>
              <a:ext uri="{FF2B5EF4-FFF2-40B4-BE49-F238E27FC236}">
                <a16:creationId xmlns:a16="http://schemas.microsoft.com/office/drawing/2014/main" id="{5808C597-6D31-3E54-AD1E-F4CED4213BB9}"/>
              </a:ext>
            </a:extLst>
          </p:cNvPr>
          <p:cNvSpPr/>
          <p:nvPr>
            <p:custDataLst>
              <p:tags r:id="rId84"/>
            </p:custDataLst>
          </p:nvPr>
        </p:nvSpPr>
        <p:spPr>
          <a:xfrm>
            <a:off x="3638582" y="4048003"/>
            <a:ext cx="646088" cy="191136"/>
          </a:xfrm>
          <a:prstGeom prst="rect">
            <a:avLst/>
          </a:prstGeom>
          <a:noFill/>
          <a:ln/>
        </p:spPr>
        <p:txBody>
          <a:bodyPr vert="horz"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prstClr val="white">
                    <a:lumMod val="65000"/>
                  </a:prstClr>
                </a:solidFill>
                <a:effectLst/>
                <a:uLnTx/>
                <a:uFillTx/>
                <a:latin typeface="Meiryo UI" pitchFamily="34" charset="0"/>
                <a:ea typeface="Meiryo UI" pitchFamily="34" charset="-122"/>
                <a:cs typeface="Meiryo UI" pitchFamily="34" charset="-120"/>
              </a:rPr>
              <a:t>調達委員会▼</a:t>
            </a:r>
            <a:endParaRPr kumimoji="1" lang="en-US" sz="700" b="0" i="0" u="none" strike="noStrike" kern="1200" cap="none" spc="0" normalizeH="0" baseline="0" noProof="0">
              <a:ln>
                <a:noFill/>
              </a:ln>
              <a:solidFill>
                <a:prstClr val="white">
                  <a:lumMod val="65000"/>
                </a:prstClr>
              </a:solidFill>
              <a:effectLst/>
              <a:uLnTx/>
              <a:uFillTx/>
              <a:latin typeface="Meiryo UI"/>
              <a:ea typeface="Meiryo UI"/>
              <a:cs typeface="+mn-cs"/>
            </a:endParaRPr>
          </a:p>
        </p:txBody>
      </p:sp>
      <p:sp>
        <p:nvSpPr>
          <p:cNvPr id="27" name="矢印: 五方向 26">
            <a:extLst>
              <a:ext uri="{FF2B5EF4-FFF2-40B4-BE49-F238E27FC236}">
                <a16:creationId xmlns:a16="http://schemas.microsoft.com/office/drawing/2014/main" id="{074C71BC-1DFF-5E44-23CA-E563A5C8E669}"/>
              </a:ext>
            </a:extLst>
          </p:cNvPr>
          <p:cNvSpPr/>
          <p:nvPr/>
        </p:nvSpPr>
        <p:spPr>
          <a:xfrm>
            <a:off x="4720434" y="4281608"/>
            <a:ext cx="4522702" cy="138170"/>
          </a:xfrm>
          <a:prstGeom prst="homePlate">
            <a:avLst/>
          </a:prstGeom>
          <a:solidFill>
            <a:srgbClr val="FFFFCC"/>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開発等</a:t>
            </a:r>
          </a:p>
        </p:txBody>
      </p:sp>
      <p:sp>
        <p:nvSpPr>
          <p:cNvPr id="28" name="shape_152">
            <a:extLst>
              <a:ext uri="{FF2B5EF4-FFF2-40B4-BE49-F238E27FC236}">
                <a16:creationId xmlns:a16="http://schemas.microsoft.com/office/drawing/2014/main" id="{57F217A2-815C-A454-7655-817EF4621314}"/>
              </a:ext>
            </a:extLst>
          </p:cNvPr>
          <p:cNvSpPr/>
          <p:nvPr>
            <p:custDataLst>
              <p:tags r:id="rId85"/>
            </p:custDataLst>
          </p:nvPr>
        </p:nvSpPr>
        <p:spPr>
          <a:xfrm>
            <a:off x="8354758" y="4383264"/>
            <a:ext cx="969148" cy="143398"/>
          </a:xfrm>
          <a:prstGeom prst="rect">
            <a:avLst/>
          </a:prstGeom>
          <a:noFill/>
          <a:ln/>
        </p:spPr>
        <p:txBody>
          <a:bodyPr vert="horz" wrap="non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本番公開</a:t>
            </a:r>
            <a:r>
              <a:rPr kumimoji="1" lang="en-US" altLang="ja-JP"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(3</a:t>
            </a: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月中旬</a:t>
            </a:r>
            <a:r>
              <a:rPr kumimoji="1" lang="en-US" altLang="ja-JP"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 </a:t>
            </a: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456" name="矢印: 五方向 455">
            <a:extLst>
              <a:ext uri="{FF2B5EF4-FFF2-40B4-BE49-F238E27FC236}">
                <a16:creationId xmlns:a16="http://schemas.microsoft.com/office/drawing/2014/main" id="{8151A3B5-7DAF-FCEA-92EA-F16868887FB8}"/>
              </a:ext>
            </a:extLst>
          </p:cNvPr>
          <p:cNvSpPr/>
          <p:nvPr/>
        </p:nvSpPr>
        <p:spPr>
          <a:xfrm>
            <a:off x="7466346" y="4703355"/>
            <a:ext cx="1776790" cy="130328"/>
          </a:xfrm>
          <a:prstGeom prst="homePlate">
            <a:avLst/>
          </a:prstGeom>
          <a:solidFill>
            <a:srgbClr val="FFFFCC"/>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開発等</a:t>
            </a:r>
          </a:p>
        </p:txBody>
      </p:sp>
      <p:sp>
        <p:nvSpPr>
          <p:cNvPr id="457" name="shape_152">
            <a:extLst>
              <a:ext uri="{FF2B5EF4-FFF2-40B4-BE49-F238E27FC236}">
                <a16:creationId xmlns:a16="http://schemas.microsoft.com/office/drawing/2014/main" id="{678B011B-9B7E-D4EF-49FE-863E24716138}"/>
              </a:ext>
            </a:extLst>
          </p:cNvPr>
          <p:cNvSpPr/>
          <p:nvPr>
            <p:custDataLst>
              <p:tags r:id="rId86"/>
            </p:custDataLst>
          </p:nvPr>
        </p:nvSpPr>
        <p:spPr>
          <a:xfrm>
            <a:off x="8354749" y="4565322"/>
            <a:ext cx="969148" cy="143398"/>
          </a:xfrm>
          <a:prstGeom prst="rect">
            <a:avLst/>
          </a:prstGeom>
          <a:noFill/>
          <a:ln/>
        </p:spPr>
        <p:txBody>
          <a:bodyPr vert="horz" wrap="non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本番公開</a:t>
            </a:r>
            <a:r>
              <a:rPr kumimoji="1" lang="en-US" altLang="ja-JP"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(3</a:t>
            </a: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月中旬</a:t>
            </a:r>
            <a:r>
              <a:rPr kumimoji="1" lang="en-US" altLang="ja-JP"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 </a:t>
            </a: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cxnSp>
        <p:nvCxnSpPr>
          <p:cNvPr id="461" name="直線矢印コネクタ 14">
            <a:extLst>
              <a:ext uri="{FF2B5EF4-FFF2-40B4-BE49-F238E27FC236}">
                <a16:creationId xmlns:a16="http://schemas.microsoft.com/office/drawing/2014/main" id="{088308E8-A07D-8D25-FE15-47ED8D079494}"/>
              </a:ext>
              <a:ext uri="{C183D7F6-B498-43B3-948B-1728B52AA6E4}">
                <adec:decorative xmlns:adec="http://schemas.microsoft.com/office/drawing/2017/decorative" val="1"/>
              </a:ext>
            </a:extLst>
          </p:cNvPr>
          <p:cNvCxnSpPr>
            <a:cxnSpLocks/>
            <a:endCxn id="456" idx="1"/>
          </p:cNvCxnSpPr>
          <p:nvPr/>
        </p:nvCxnSpPr>
        <p:spPr bwMode="auto">
          <a:xfrm>
            <a:off x="5043477" y="4570556"/>
            <a:ext cx="2422869" cy="197963"/>
          </a:xfrm>
          <a:prstGeom prst="bentConnector3">
            <a:avLst>
              <a:gd name="adj1" fmla="val 50000"/>
            </a:avLst>
          </a:prstGeom>
          <a:solidFill>
            <a:schemeClr val="bg1"/>
          </a:solidFill>
          <a:ln w="3175" cap="flat" cmpd="sng" algn="ctr">
            <a:solidFill>
              <a:schemeClr val="bg1">
                <a:lumMod val="65000"/>
              </a:schemeClr>
            </a:solidFill>
            <a:prstDash val="sysDash"/>
            <a:round/>
            <a:headEnd type="none" w="med" len="med"/>
            <a:tailEnd type="triangle"/>
          </a:ln>
          <a:effectLst/>
        </p:spPr>
      </p:cxnSp>
      <p:sp>
        <p:nvSpPr>
          <p:cNvPr id="14" name="shape_152">
            <a:extLst>
              <a:ext uri="{FF2B5EF4-FFF2-40B4-BE49-F238E27FC236}">
                <a16:creationId xmlns:a16="http://schemas.microsoft.com/office/drawing/2014/main" id="{EF04734A-8656-4E0C-74C5-2922970EC40E}"/>
              </a:ext>
            </a:extLst>
          </p:cNvPr>
          <p:cNvSpPr/>
          <p:nvPr>
            <p:custDataLst>
              <p:tags r:id="rId87"/>
            </p:custDataLst>
          </p:nvPr>
        </p:nvSpPr>
        <p:spPr>
          <a:xfrm>
            <a:off x="2999054" y="3580322"/>
            <a:ext cx="646088" cy="191136"/>
          </a:xfrm>
          <a:prstGeom prst="rect">
            <a:avLst/>
          </a:prstGeom>
          <a:noFill/>
          <a:ln/>
        </p:spPr>
        <p:txBody>
          <a:bodyPr vert="horz"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1">
                <a:ln>
                  <a:noFill/>
                </a:ln>
                <a:solidFill>
                  <a:prstClr val="white">
                    <a:lumMod val="65000"/>
                  </a:prstClr>
                </a:solidFill>
                <a:effectLst/>
                <a:uLnTx/>
                <a:uFillTx/>
                <a:latin typeface="Meiryo UI" pitchFamily="34" charset="0"/>
                <a:ea typeface="Meiryo UI" pitchFamily="34" charset="-122"/>
                <a:cs typeface="+mn-cs"/>
              </a:rPr>
              <a:t>調達委員会▼</a:t>
            </a:r>
            <a:endParaRPr kumimoji="1" lang="en-US" sz="700" b="0" i="0" u="none" strike="noStrike" kern="1200" cap="none" spc="0" normalizeH="0" baseline="0" noProof="1">
              <a:ln>
                <a:noFill/>
              </a:ln>
              <a:solidFill>
                <a:prstClr val="white">
                  <a:lumMod val="65000"/>
                </a:prstClr>
              </a:solidFill>
              <a:effectLst/>
              <a:uLnTx/>
              <a:uFillTx/>
              <a:latin typeface="Meiryo UI" pitchFamily="34" charset="0"/>
              <a:ea typeface="Meiryo UI" pitchFamily="34" charset="-122"/>
              <a:cs typeface="+mn-cs"/>
            </a:endParaRPr>
          </a:p>
        </p:txBody>
      </p:sp>
      <p:sp>
        <p:nvSpPr>
          <p:cNvPr id="19" name="shape_152">
            <a:extLst>
              <a:ext uri="{FF2B5EF4-FFF2-40B4-BE49-F238E27FC236}">
                <a16:creationId xmlns:a16="http://schemas.microsoft.com/office/drawing/2014/main" id="{02DF1FF5-BA7E-8811-04AA-7E4BBEF9FE19}"/>
              </a:ext>
            </a:extLst>
          </p:cNvPr>
          <p:cNvSpPr/>
          <p:nvPr>
            <p:custDataLst>
              <p:tags r:id="rId88"/>
            </p:custDataLst>
          </p:nvPr>
        </p:nvSpPr>
        <p:spPr>
          <a:xfrm>
            <a:off x="5120064" y="2976477"/>
            <a:ext cx="1134858" cy="143398"/>
          </a:xfrm>
          <a:prstGeom prst="rect">
            <a:avLst/>
          </a:prstGeom>
          <a:noFill/>
          <a:ln/>
        </p:spPr>
        <p:txBody>
          <a:bodyPr vert="horz"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prstClr val="white">
                    <a:lumMod val="75000"/>
                  </a:prstClr>
                </a:solidFill>
                <a:effectLst/>
                <a:uLnTx/>
                <a:uFillTx/>
                <a:latin typeface="Meiryo UI" pitchFamily="34" charset="0"/>
                <a:ea typeface="Meiryo UI" pitchFamily="34" charset="-122"/>
                <a:cs typeface="+mn-cs"/>
              </a:rPr>
              <a:t>　接検公開</a:t>
            </a:r>
            <a:r>
              <a:rPr kumimoji="1" lang="en-US" altLang="ja-JP" sz="700" b="0" i="0" u="none" strike="noStrike" kern="1200" cap="none" spc="0" normalizeH="0" baseline="0" noProof="0">
                <a:ln>
                  <a:noFill/>
                </a:ln>
                <a:solidFill>
                  <a:prstClr val="white">
                    <a:lumMod val="75000"/>
                  </a:prstClr>
                </a:solidFill>
                <a:effectLst/>
                <a:uLnTx/>
                <a:uFillTx/>
                <a:latin typeface="Meiryo UI" pitchFamily="34" charset="0"/>
                <a:ea typeface="Meiryo UI" pitchFamily="34" charset="-122"/>
                <a:cs typeface="+mn-cs"/>
              </a:rPr>
              <a:t>(9/24) </a:t>
            </a:r>
          </a:p>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1">
                <a:ln>
                  <a:noFill/>
                </a:ln>
                <a:solidFill>
                  <a:prstClr val="white">
                    <a:lumMod val="75000"/>
                  </a:prstClr>
                </a:solidFill>
                <a:effectLst/>
                <a:uLnTx/>
                <a:uFillTx/>
                <a:latin typeface="Meiryo UI" pitchFamily="34" charset="0"/>
                <a:ea typeface="Meiryo UI" pitchFamily="34" charset="-122"/>
                <a:cs typeface="+mn-cs"/>
              </a:rPr>
              <a:t>▼</a:t>
            </a:r>
            <a:endParaRPr kumimoji="1" lang="en-US" sz="700" b="0" i="0" u="none" strike="noStrike" kern="1200" cap="none" spc="0" normalizeH="0" baseline="0" noProof="0">
              <a:ln>
                <a:noFill/>
              </a:ln>
              <a:solidFill>
                <a:prstClr val="white">
                  <a:lumMod val="75000"/>
                </a:prstClr>
              </a:solidFill>
              <a:effectLst/>
              <a:uLnTx/>
              <a:uFillTx/>
              <a:latin typeface="Meiryo UI" pitchFamily="34" charset="0"/>
              <a:ea typeface="Meiryo UI" pitchFamily="34" charset="-122"/>
              <a:cs typeface="+mn-cs"/>
            </a:endParaRPr>
          </a:p>
        </p:txBody>
      </p:sp>
      <p:sp>
        <p:nvSpPr>
          <p:cNvPr id="20" name="shape_152">
            <a:extLst>
              <a:ext uri="{FF2B5EF4-FFF2-40B4-BE49-F238E27FC236}">
                <a16:creationId xmlns:a16="http://schemas.microsoft.com/office/drawing/2014/main" id="{D06E4A92-96F8-0946-6DB3-BA31CD586FD2}"/>
              </a:ext>
            </a:extLst>
          </p:cNvPr>
          <p:cNvSpPr/>
          <p:nvPr>
            <p:custDataLst>
              <p:tags r:id="rId89"/>
            </p:custDataLst>
          </p:nvPr>
        </p:nvSpPr>
        <p:spPr>
          <a:xfrm>
            <a:off x="4033966" y="2976158"/>
            <a:ext cx="726847" cy="143398"/>
          </a:xfrm>
          <a:prstGeom prst="rect">
            <a:avLst/>
          </a:prstGeom>
          <a:noFill/>
          <a:ln/>
        </p:spPr>
        <p:txBody>
          <a:bodyPr vert="horz"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1">
                <a:ln>
                  <a:noFill/>
                </a:ln>
                <a:solidFill>
                  <a:prstClr val="white">
                    <a:lumMod val="75000"/>
                  </a:prstClr>
                </a:solidFill>
                <a:effectLst/>
                <a:uLnTx/>
                <a:uFillTx/>
                <a:latin typeface="Meiryo UI" pitchFamily="34" charset="0"/>
                <a:ea typeface="Meiryo UI" pitchFamily="34" charset="-122"/>
                <a:cs typeface="+mn-cs"/>
              </a:rPr>
              <a:t>接検第二公開</a:t>
            </a:r>
            <a:endParaRPr kumimoji="1" lang="en-US" altLang="ja-JP" sz="700" b="0" i="0" u="none" strike="noStrike" kern="1200" cap="none" spc="0" normalizeH="0" baseline="0" noProof="1">
              <a:ln>
                <a:noFill/>
              </a:ln>
              <a:solidFill>
                <a:prstClr val="white">
                  <a:lumMod val="75000"/>
                </a:prstClr>
              </a:solidFill>
              <a:effectLst/>
              <a:uLnTx/>
              <a:uFillTx/>
              <a:latin typeface="Meiryo UI" pitchFamily="34" charset="0"/>
              <a:ea typeface="Meiryo UI" pitchFamily="34" charset="-122"/>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en-US" altLang="ja-JP" sz="700" b="0" i="0" u="none" strike="noStrike" kern="1200" cap="none" spc="0" normalizeH="0" baseline="0" noProof="0">
                <a:ln>
                  <a:noFill/>
                </a:ln>
                <a:solidFill>
                  <a:prstClr val="white">
                    <a:lumMod val="75000"/>
                  </a:prstClr>
                </a:solidFill>
                <a:effectLst/>
                <a:uLnTx/>
                <a:uFillTx/>
                <a:latin typeface="Meiryo UI" pitchFamily="34" charset="0"/>
                <a:ea typeface="Meiryo UI" pitchFamily="34" charset="-122"/>
                <a:cs typeface="+mn-cs"/>
              </a:rPr>
              <a:t>(8/31)</a:t>
            </a:r>
            <a:r>
              <a:rPr kumimoji="1" lang="en-US" altLang="ja-JP" sz="700" b="0" i="0" u="none" strike="noStrike" kern="1200" cap="none" spc="0" normalizeH="0" baseline="0" noProof="1">
                <a:ln>
                  <a:noFill/>
                </a:ln>
                <a:solidFill>
                  <a:prstClr val="white">
                    <a:lumMod val="75000"/>
                  </a:prstClr>
                </a:solidFill>
                <a:effectLst/>
                <a:uLnTx/>
                <a:uFillTx/>
                <a:latin typeface="Meiryo UI" pitchFamily="34" charset="0"/>
                <a:ea typeface="Meiryo UI" pitchFamily="34" charset="-122"/>
                <a:cs typeface="+mn-cs"/>
              </a:rPr>
              <a:t> </a:t>
            </a:r>
            <a:r>
              <a:rPr kumimoji="1" lang="ja-JP" altLang="en-US" sz="700" b="0" i="0" u="none" strike="noStrike" kern="1200" cap="none" spc="0" normalizeH="0" baseline="0" noProof="1">
                <a:ln>
                  <a:noFill/>
                </a:ln>
                <a:solidFill>
                  <a:prstClr val="white">
                    <a:lumMod val="75000"/>
                  </a:prstClr>
                </a:solidFill>
                <a:effectLst/>
                <a:uLnTx/>
                <a:uFillTx/>
                <a:latin typeface="Meiryo UI" pitchFamily="34" charset="0"/>
                <a:ea typeface="Meiryo UI" pitchFamily="34" charset="-122"/>
                <a:cs typeface="+mn-cs"/>
              </a:rPr>
              <a:t>▼</a:t>
            </a:r>
            <a:endParaRPr kumimoji="1" lang="en-US" sz="700" b="0" i="0" u="none" strike="noStrike" kern="1200" cap="none" spc="0" normalizeH="0" baseline="0" noProof="1">
              <a:ln>
                <a:noFill/>
              </a:ln>
              <a:solidFill>
                <a:prstClr val="white">
                  <a:lumMod val="75000"/>
                </a:prstClr>
              </a:solidFill>
              <a:effectLst/>
              <a:uLnTx/>
              <a:uFillTx/>
              <a:latin typeface="Meiryo UI" pitchFamily="34" charset="0"/>
              <a:ea typeface="Meiryo UI" pitchFamily="34" charset="-122"/>
              <a:cs typeface="+mn-cs"/>
            </a:endParaRPr>
          </a:p>
        </p:txBody>
      </p:sp>
      <p:sp>
        <p:nvSpPr>
          <p:cNvPr id="454" name="shape_152">
            <a:extLst>
              <a:ext uri="{FF2B5EF4-FFF2-40B4-BE49-F238E27FC236}">
                <a16:creationId xmlns:a16="http://schemas.microsoft.com/office/drawing/2014/main" id="{89FAD581-C8DD-0BFA-0D79-52AA024B077C}"/>
              </a:ext>
            </a:extLst>
          </p:cNvPr>
          <p:cNvSpPr/>
          <p:nvPr>
            <p:custDataLst>
              <p:tags r:id="rId90"/>
            </p:custDataLst>
          </p:nvPr>
        </p:nvSpPr>
        <p:spPr>
          <a:xfrm>
            <a:off x="2999054" y="4335935"/>
            <a:ext cx="646088" cy="191136"/>
          </a:xfrm>
          <a:prstGeom prst="rect">
            <a:avLst/>
          </a:prstGeom>
          <a:noFill/>
          <a:ln/>
        </p:spPr>
        <p:txBody>
          <a:bodyPr vert="horz"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1">
                <a:ln>
                  <a:noFill/>
                </a:ln>
                <a:solidFill>
                  <a:prstClr val="white">
                    <a:lumMod val="50000"/>
                  </a:prstClr>
                </a:solidFill>
                <a:effectLst/>
                <a:uLnTx/>
                <a:uFillTx/>
                <a:latin typeface="Meiryo UI" pitchFamily="34" charset="0"/>
                <a:ea typeface="Meiryo UI" pitchFamily="34" charset="-122"/>
                <a:cs typeface="+mn-cs"/>
              </a:rPr>
              <a:t>調達委員会</a:t>
            </a:r>
            <a:r>
              <a:rPr kumimoji="1" lang="ja-JP" altLang="en-US" sz="700" b="0" i="0" u="none" strike="noStrike" kern="1200" cap="none" spc="0" normalizeH="0" baseline="0" noProof="0">
                <a:ln>
                  <a:noFill/>
                </a:ln>
                <a:solidFill>
                  <a:prstClr val="white">
                    <a:lumMod val="50000"/>
                  </a:prstClr>
                </a:solidFill>
                <a:effectLst/>
                <a:uLnTx/>
                <a:uFillTx/>
                <a:latin typeface="Meiryo UI" pitchFamily="34" charset="0"/>
                <a:ea typeface="Meiryo UI" pitchFamily="34" charset="-122"/>
                <a:cs typeface="Meiryo UI" pitchFamily="34" charset="-120"/>
              </a:rPr>
              <a:t>▼</a:t>
            </a:r>
            <a:endParaRPr kumimoji="1" lang="en-US" sz="700" b="0" i="0" u="none" strike="noStrike" kern="1200" cap="none" spc="0" normalizeH="0" baseline="0" noProof="0">
              <a:ln>
                <a:noFill/>
              </a:ln>
              <a:solidFill>
                <a:prstClr val="white">
                  <a:lumMod val="50000"/>
                </a:prstClr>
              </a:solidFill>
              <a:effectLst/>
              <a:uLnTx/>
              <a:uFillTx/>
              <a:latin typeface="Meiryo UI"/>
              <a:ea typeface="Meiryo UI"/>
              <a:cs typeface="+mn-cs"/>
            </a:endParaRPr>
          </a:p>
        </p:txBody>
      </p:sp>
      <p:sp>
        <p:nvSpPr>
          <p:cNvPr id="469" name="shape_152">
            <a:extLst>
              <a:ext uri="{FF2B5EF4-FFF2-40B4-BE49-F238E27FC236}">
                <a16:creationId xmlns:a16="http://schemas.microsoft.com/office/drawing/2014/main" id="{D4596F2A-87BC-6AF6-B120-5FE2E86BDDE9}"/>
              </a:ext>
            </a:extLst>
          </p:cNvPr>
          <p:cNvSpPr/>
          <p:nvPr>
            <p:custDataLst>
              <p:tags r:id="rId91"/>
            </p:custDataLst>
          </p:nvPr>
        </p:nvSpPr>
        <p:spPr>
          <a:xfrm>
            <a:off x="4397390" y="4335935"/>
            <a:ext cx="646088" cy="191136"/>
          </a:xfrm>
          <a:prstGeom prst="rect">
            <a:avLst/>
          </a:prstGeom>
          <a:noFill/>
          <a:ln/>
        </p:spPr>
        <p:txBody>
          <a:bodyPr vert="horz"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prstClr val="white">
                    <a:lumMod val="65000"/>
                  </a:prstClr>
                </a:solidFill>
                <a:effectLst/>
                <a:uLnTx/>
                <a:uFillTx/>
                <a:latin typeface="Meiryo UI" pitchFamily="34" charset="0"/>
                <a:ea typeface="Meiryo UI" pitchFamily="34" charset="-122"/>
                <a:cs typeface="Meiryo UI" pitchFamily="34" charset="-120"/>
              </a:rPr>
              <a:t>調達委員会▼</a:t>
            </a:r>
            <a:endParaRPr kumimoji="1" lang="en-US" sz="700" b="0" i="0" u="none" strike="noStrike" kern="1200" cap="none" spc="0" normalizeH="0" baseline="0" noProof="0">
              <a:ln>
                <a:noFill/>
              </a:ln>
              <a:solidFill>
                <a:prstClr val="white">
                  <a:lumMod val="65000"/>
                </a:prstClr>
              </a:solidFill>
              <a:effectLst/>
              <a:uLnTx/>
              <a:uFillTx/>
              <a:latin typeface="Meiryo UI"/>
              <a:ea typeface="Meiryo UI"/>
              <a:cs typeface="+mn-cs"/>
            </a:endParaRPr>
          </a:p>
        </p:txBody>
      </p:sp>
      <p:sp>
        <p:nvSpPr>
          <p:cNvPr id="228" name="shape_152">
            <a:extLst>
              <a:ext uri="{FF2B5EF4-FFF2-40B4-BE49-F238E27FC236}">
                <a16:creationId xmlns:a16="http://schemas.microsoft.com/office/drawing/2014/main" id="{3B403D6C-745F-98D8-F9D2-0ABAC7A71F94}"/>
              </a:ext>
            </a:extLst>
          </p:cNvPr>
          <p:cNvSpPr/>
          <p:nvPr>
            <p:custDataLst>
              <p:tags r:id="rId92"/>
            </p:custDataLst>
          </p:nvPr>
        </p:nvSpPr>
        <p:spPr>
          <a:xfrm>
            <a:off x="1893802" y="4355611"/>
            <a:ext cx="646088" cy="191136"/>
          </a:xfrm>
          <a:prstGeom prst="rect">
            <a:avLst/>
          </a:prstGeom>
          <a:noFill/>
          <a:ln/>
        </p:spPr>
        <p:txBody>
          <a:bodyPr vert="horz"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prstClr val="white">
                    <a:lumMod val="50000"/>
                  </a:prstClr>
                </a:solidFill>
                <a:effectLst/>
                <a:uLnTx/>
                <a:uFillTx/>
                <a:latin typeface="Meiryo UI" pitchFamily="34" charset="0"/>
                <a:ea typeface="Meiryo UI" pitchFamily="34" charset="-122"/>
                <a:cs typeface="+mn-cs"/>
              </a:rPr>
              <a:t>最終結果報告▼</a:t>
            </a:r>
            <a:endParaRPr kumimoji="1" lang="en-US" sz="700" b="0" i="0" u="none" strike="noStrike" kern="1200" cap="none" spc="0" normalizeH="0" baseline="0" noProof="0">
              <a:ln>
                <a:noFill/>
              </a:ln>
              <a:solidFill>
                <a:prstClr val="white">
                  <a:lumMod val="50000"/>
                </a:prstClr>
              </a:solidFill>
              <a:effectLst/>
              <a:uLnTx/>
              <a:uFillTx/>
              <a:latin typeface="Meiryo UI" pitchFamily="34" charset="0"/>
              <a:ea typeface="Meiryo UI" pitchFamily="34" charset="-122"/>
              <a:cs typeface="+mn-cs"/>
            </a:endParaRPr>
          </a:p>
        </p:txBody>
      </p:sp>
      <p:sp>
        <p:nvSpPr>
          <p:cNvPr id="379" name="shape_129">
            <a:extLst>
              <a:ext uri="{FF2B5EF4-FFF2-40B4-BE49-F238E27FC236}">
                <a16:creationId xmlns:a16="http://schemas.microsoft.com/office/drawing/2014/main" id="{8AC60336-C780-CAA9-2145-2D65BF299981}"/>
              </a:ext>
            </a:extLst>
          </p:cNvPr>
          <p:cNvSpPr/>
          <p:nvPr>
            <p:custDataLst>
              <p:tags r:id="rId93"/>
            </p:custDataLst>
          </p:nvPr>
        </p:nvSpPr>
        <p:spPr>
          <a:xfrm>
            <a:off x="851026" y="2809836"/>
            <a:ext cx="270448" cy="196784"/>
          </a:xfrm>
          <a:prstGeom prst="rect">
            <a:avLst/>
          </a:prstGeom>
          <a:solidFill>
            <a:schemeClr val="accent3">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調達</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381" name="shape_124">
            <a:extLst>
              <a:ext uri="{FF2B5EF4-FFF2-40B4-BE49-F238E27FC236}">
                <a16:creationId xmlns:a16="http://schemas.microsoft.com/office/drawing/2014/main" id="{034E59E7-8627-F8C0-0547-8844E5E8F5F4}"/>
              </a:ext>
            </a:extLst>
          </p:cNvPr>
          <p:cNvSpPr/>
          <p:nvPr>
            <p:custDataLst>
              <p:tags r:id="rId94"/>
            </p:custDataLst>
          </p:nvPr>
        </p:nvSpPr>
        <p:spPr>
          <a:xfrm>
            <a:off x="300040" y="2802118"/>
            <a:ext cx="261936" cy="1301149"/>
          </a:xfrm>
          <a:prstGeom prst="rect">
            <a:avLst/>
          </a:prstGeom>
          <a:solidFill>
            <a:schemeClr val="accent3">
              <a:lumMod val="60000"/>
              <a:lumOff val="4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3</a:t>
            </a:r>
            <a:r>
              <a:rPr kumimoji="1" lang="ja-JP" altLang="en-US"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文書</a:t>
            </a:r>
            <a:br>
              <a:rPr kumimoji="1" lang="en-US" altLang="ja-JP"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br>
            <a:r>
              <a:rPr kumimoji="1" lang="en-US" altLang="ja-JP"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5</a:t>
            </a:r>
            <a:r>
              <a:rPr kumimoji="1" lang="ja-JP" altLang="en-US"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情報</a:t>
            </a:r>
            <a:br>
              <a:rPr kumimoji="1" lang="en-US" altLang="ja-JP"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br>
            <a:r>
              <a:rPr kumimoji="1" lang="ja-JP" altLang="en-US"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拡張</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382" name="shape_124">
            <a:extLst>
              <a:ext uri="{FF2B5EF4-FFF2-40B4-BE49-F238E27FC236}">
                <a16:creationId xmlns:a16="http://schemas.microsoft.com/office/drawing/2014/main" id="{E1EF4AF7-1920-C4E9-5EF7-8ECDE2741230}"/>
              </a:ext>
            </a:extLst>
          </p:cNvPr>
          <p:cNvSpPr/>
          <p:nvPr>
            <p:custDataLst>
              <p:tags r:id="rId95"/>
            </p:custDataLst>
          </p:nvPr>
        </p:nvSpPr>
        <p:spPr>
          <a:xfrm>
            <a:off x="88429" y="2800530"/>
            <a:ext cx="174122" cy="2049613"/>
          </a:xfrm>
          <a:prstGeom prst="rect">
            <a:avLst/>
          </a:prstGeom>
          <a:solidFill>
            <a:schemeClr val="accent3">
              <a:lumMod val="75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900" b="0" i="0" u="none" strike="noStrike" kern="1200" cap="none" spc="0" normalizeH="0" baseline="0" noProof="0">
                <a:ln>
                  <a:noFill/>
                </a:ln>
                <a:solidFill>
                  <a:prstClr val="white"/>
                </a:solidFill>
                <a:effectLst/>
                <a:uLnTx/>
                <a:uFillTx/>
                <a:latin typeface="Meiryo UI"/>
                <a:ea typeface="Meiryo UI"/>
                <a:cs typeface="+mn-cs"/>
              </a:rPr>
              <a:t>R</a:t>
            </a:r>
            <a:br>
              <a:rPr kumimoji="1" lang="en-US" altLang="ja-JP" sz="900" b="0" i="0" u="none" strike="noStrike" kern="1200" cap="none" spc="0" normalizeH="0" baseline="0" noProof="0">
                <a:ln>
                  <a:noFill/>
                </a:ln>
                <a:solidFill>
                  <a:prstClr val="white"/>
                </a:solidFill>
                <a:effectLst/>
                <a:uLnTx/>
                <a:uFillTx/>
                <a:latin typeface="Meiryo UI"/>
                <a:ea typeface="Meiryo UI"/>
                <a:cs typeface="+mn-cs"/>
              </a:rPr>
            </a:br>
            <a:r>
              <a:rPr kumimoji="1" lang="en-US" altLang="ja-JP" sz="900" b="0" i="0" u="none" strike="noStrike" kern="1200" cap="none" spc="0" normalizeH="0" baseline="0" noProof="0">
                <a:ln>
                  <a:noFill/>
                </a:ln>
                <a:solidFill>
                  <a:prstClr val="white"/>
                </a:solidFill>
                <a:effectLst/>
                <a:uLnTx/>
                <a:uFillTx/>
                <a:latin typeface="Meiryo UI"/>
                <a:ea typeface="Meiryo UI"/>
                <a:cs typeface="+mn-cs"/>
              </a:rPr>
              <a:t>8</a:t>
            </a:r>
            <a:r>
              <a:rPr kumimoji="1" lang="ja-JP" altLang="en-US" sz="900" b="0" i="0" u="none" strike="noStrike" kern="1200" cap="none" spc="0" normalizeH="0" baseline="0" noProof="0">
                <a:ln>
                  <a:noFill/>
                </a:ln>
                <a:solidFill>
                  <a:prstClr val="white"/>
                </a:solidFill>
                <a:effectLst/>
                <a:uLnTx/>
                <a:uFillTx/>
                <a:latin typeface="Meiryo UI"/>
                <a:ea typeface="Meiryo UI"/>
                <a:cs typeface="+mn-cs"/>
              </a:rPr>
              <a:t>年度開発</a:t>
            </a:r>
            <a:endParaRPr kumimoji="1" lang="en-US" sz="900" b="0" i="0" u="none" strike="noStrike" kern="1200" cap="none" spc="0" normalizeH="0" baseline="0" noProof="0">
              <a:ln>
                <a:noFill/>
              </a:ln>
              <a:solidFill>
                <a:prstClr val="white"/>
              </a:solidFill>
              <a:effectLst/>
              <a:uLnTx/>
              <a:uFillTx/>
              <a:latin typeface="Meiryo UI"/>
              <a:ea typeface="Meiryo UI"/>
              <a:cs typeface="+mn-cs"/>
            </a:endParaRPr>
          </a:p>
        </p:txBody>
      </p:sp>
      <p:sp>
        <p:nvSpPr>
          <p:cNvPr id="384" name="shape_129">
            <a:extLst>
              <a:ext uri="{FF2B5EF4-FFF2-40B4-BE49-F238E27FC236}">
                <a16:creationId xmlns:a16="http://schemas.microsoft.com/office/drawing/2014/main" id="{D702E11D-E1B9-0C04-4E27-F0BDDA1D2D01}"/>
              </a:ext>
            </a:extLst>
          </p:cNvPr>
          <p:cNvSpPr/>
          <p:nvPr>
            <p:custDataLst>
              <p:tags r:id="rId96"/>
            </p:custDataLst>
          </p:nvPr>
        </p:nvSpPr>
        <p:spPr>
          <a:xfrm>
            <a:off x="851026" y="4123184"/>
            <a:ext cx="270448" cy="164669"/>
          </a:xfrm>
          <a:prstGeom prst="rect">
            <a:avLst/>
          </a:prstGeom>
          <a:solidFill>
            <a:schemeClr val="accent3">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調達</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385" name="shape_129">
            <a:extLst>
              <a:ext uri="{FF2B5EF4-FFF2-40B4-BE49-F238E27FC236}">
                <a16:creationId xmlns:a16="http://schemas.microsoft.com/office/drawing/2014/main" id="{67657493-CE4F-6B7C-88D9-1A8836AE6F38}"/>
              </a:ext>
            </a:extLst>
          </p:cNvPr>
          <p:cNvSpPr/>
          <p:nvPr>
            <p:custDataLst>
              <p:tags r:id="rId97"/>
            </p:custDataLst>
          </p:nvPr>
        </p:nvSpPr>
        <p:spPr>
          <a:xfrm>
            <a:off x="851025" y="4310821"/>
            <a:ext cx="270448" cy="164669"/>
          </a:xfrm>
          <a:prstGeom prst="rect">
            <a:avLst/>
          </a:prstGeom>
          <a:solidFill>
            <a:schemeClr val="accent3">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開発</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386" name="shape_124">
            <a:extLst>
              <a:ext uri="{FF2B5EF4-FFF2-40B4-BE49-F238E27FC236}">
                <a16:creationId xmlns:a16="http://schemas.microsoft.com/office/drawing/2014/main" id="{10863960-69DC-14FD-9458-47A5932543BE}"/>
              </a:ext>
            </a:extLst>
          </p:cNvPr>
          <p:cNvSpPr/>
          <p:nvPr>
            <p:custDataLst>
              <p:tags r:id="rId98"/>
            </p:custDataLst>
          </p:nvPr>
        </p:nvSpPr>
        <p:spPr>
          <a:xfrm>
            <a:off x="300039" y="4140799"/>
            <a:ext cx="505278" cy="337473"/>
          </a:xfrm>
          <a:prstGeom prst="rect">
            <a:avLst/>
          </a:prstGeom>
          <a:solidFill>
            <a:schemeClr val="accent3">
              <a:lumMod val="60000"/>
              <a:lumOff val="4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介護連携</a:t>
            </a:r>
            <a:br>
              <a:rPr kumimoji="1" lang="en-US" altLang="ja-JP"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br>
            <a:r>
              <a:rPr kumimoji="1" lang="en-US" altLang="ja-JP"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a:t>
            </a:r>
            <a:r>
              <a:rPr kumimoji="1" lang="ja-JP" altLang="en-US"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文書情報</a:t>
            </a:r>
            <a:r>
              <a:rPr kumimoji="1" lang="en-US" altLang="ja-JP"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389" name="shape_129">
            <a:extLst>
              <a:ext uri="{FF2B5EF4-FFF2-40B4-BE49-F238E27FC236}">
                <a16:creationId xmlns:a16="http://schemas.microsoft.com/office/drawing/2014/main" id="{7DB3A2C2-50E3-AF6E-359B-B76111F2DEAD}"/>
              </a:ext>
            </a:extLst>
          </p:cNvPr>
          <p:cNvSpPr/>
          <p:nvPr>
            <p:custDataLst>
              <p:tags r:id="rId99"/>
            </p:custDataLst>
          </p:nvPr>
        </p:nvSpPr>
        <p:spPr>
          <a:xfrm>
            <a:off x="851026" y="4486974"/>
            <a:ext cx="270448" cy="164669"/>
          </a:xfrm>
          <a:prstGeom prst="rect">
            <a:avLst/>
          </a:prstGeom>
          <a:solidFill>
            <a:schemeClr val="accent3">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調達</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390" name="shape_129">
            <a:extLst>
              <a:ext uri="{FF2B5EF4-FFF2-40B4-BE49-F238E27FC236}">
                <a16:creationId xmlns:a16="http://schemas.microsoft.com/office/drawing/2014/main" id="{E918256E-5697-A442-0795-177C64C0A8F3}"/>
              </a:ext>
            </a:extLst>
          </p:cNvPr>
          <p:cNvSpPr/>
          <p:nvPr>
            <p:custDataLst>
              <p:tags r:id="rId100"/>
            </p:custDataLst>
          </p:nvPr>
        </p:nvSpPr>
        <p:spPr>
          <a:xfrm>
            <a:off x="851025" y="4674611"/>
            <a:ext cx="270448" cy="164669"/>
          </a:xfrm>
          <a:prstGeom prst="rect">
            <a:avLst/>
          </a:prstGeom>
          <a:solidFill>
            <a:schemeClr val="accent3">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開発</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391" name="shape_124">
            <a:extLst>
              <a:ext uri="{FF2B5EF4-FFF2-40B4-BE49-F238E27FC236}">
                <a16:creationId xmlns:a16="http://schemas.microsoft.com/office/drawing/2014/main" id="{7F404BF6-1F78-D810-ED40-EEC01F3E7267}"/>
              </a:ext>
            </a:extLst>
          </p:cNvPr>
          <p:cNvSpPr/>
          <p:nvPr>
            <p:custDataLst>
              <p:tags r:id="rId101"/>
            </p:custDataLst>
          </p:nvPr>
        </p:nvSpPr>
        <p:spPr>
          <a:xfrm>
            <a:off x="300039" y="4507410"/>
            <a:ext cx="505278" cy="337473"/>
          </a:xfrm>
          <a:prstGeom prst="rect">
            <a:avLst/>
          </a:prstGeom>
          <a:solidFill>
            <a:schemeClr val="accent3">
              <a:lumMod val="60000"/>
              <a:lumOff val="4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700" b="0" i="0" u="none" strike="noStrike" kern="1200" cap="none" spc="0" normalizeH="0" baseline="0" noProof="0">
                <a:ln>
                  <a:noFill/>
                </a:ln>
                <a:solidFill>
                  <a:prstClr val="black"/>
                </a:solidFill>
                <a:effectLst/>
                <a:uLnTx/>
                <a:uFillTx/>
                <a:latin typeface="Meiryo UI"/>
                <a:ea typeface="Meiryo UI"/>
                <a:cs typeface="+mn-cs"/>
              </a:rPr>
              <a:t>RESTful API</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405" name="shape_124">
            <a:extLst>
              <a:ext uri="{FF2B5EF4-FFF2-40B4-BE49-F238E27FC236}">
                <a16:creationId xmlns:a16="http://schemas.microsoft.com/office/drawing/2014/main" id="{737084E0-45BB-B255-8584-70F650C84D00}"/>
              </a:ext>
            </a:extLst>
          </p:cNvPr>
          <p:cNvSpPr/>
          <p:nvPr>
            <p:custDataLst>
              <p:tags r:id="rId102"/>
            </p:custDataLst>
          </p:nvPr>
        </p:nvSpPr>
        <p:spPr>
          <a:xfrm>
            <a:off x="609209" y="2810055"/>
            <a:ext cx="217086" cy="396000"/>
          </a:xfrm>
          <a:prstGeom prst="rect">
            <a:avLst/>
          </a:prstGeom>
          <a:solidFill>
            <a:schemeClr val="accent3">
              <a:lumMod val="60000"/>
              <a:lumOff val="4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9S</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407" name="shape_129">
            <a:extLst>
              <a:ext uri="{FF2B5EF4-FFF2-40B4-BE49-F238E27FC236}">
                <a16:creationId xmlns:a16="http://schemas.microsoft.com/office/drawing/2014/main" id="{2D7D7B27-250D-961D-9DFD-0FFCE31B34AA}"/>
              </a:ext>
            </a:extLst>
          </p:cNvPr>
          <p:cNvSpPr/>
          <p:nvPr>
            <p:custDataLst>
              <p:tags r:id="rId103"/>
            </p:custDataLst>
          </p:nvPr>
        </p:nvSpPr>
        <p:spPr>
          <a:xfrm>
            <a:off x="851026" y="3029588"/>
            <a:ext cx="270448" cy="196784"/>
          </a:xfrm>
          <a:prstGeom prst="rect">
            <a:avLst/>
          </a:prstGeom>
          <a:solidFill>
            <a:schemeClr val="accent3">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開発</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406" name="shape_124">
            <a:extLst>
              <a:ext uri="{FF2B5EF4-FFF2-40B4-BE49-F238E27FC236}">
                <a16:creationId xmlns:a16="http://schemas.microsoft.com/office/drawing/2014/main" id="{BE0DDB8E-92C1-EDC1-AE7C-A17E5AC9BFE3}"/>
              </a:ext>
            </a:extLst>
          </p:cNvPr>
          <p:cNvSpPr/>
          <p:nvPr>
            <p:custDataLst>
              <p:tags r:id="rId104"/>
            </p:custDataLst>
          </p:nvPr>
        </p:nvSpPr>
        <p:spPr>
          <a:xfrm>
            <a:off x="606034" y="3683186"/>
            <a:ext cx="217086" cy="420077"/>
          </a:xfrm>
          <a:prstGeom prst="rect">
            <a:avLst/>
          </a:prstGeom>
          <a:solidFill>
            <a:schemeClr val="accent3">
              <a:lumMod val="60000"/>
              <a:lumOff val="4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3S</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408" name="shape_129">
            <a:extLst>
              <a:ext uri="{FF2B5EF4-FFF2-40B4-BE49-F238E27FC236}">
                <a16:creationId xmlns:a16="http://schemas.microsoft.com/office/drawing/2014/main" id="{9D1EE35A-C97E-B017-F5E8-F004890D0606}"/>
              </a:ext>
            </a:extLst>
          </p:cNvPr>
          <p:cNvSpPr/>
          <p:nvPr>
            <p:custDataLst>
              <p:tags r:id="rId105"/>
            </p:custDataLst>
          </p:nvPr>
        </p:nvSpPr>
        <p:spPr>
          <a:xfrm>
            <a:off x="851026" y="3683680"/>
            <a:ext cx="270448" cy="196784"/>
          </a:xfrm>
          <a:prstGeom prst="rect">
            <a:avLst/>
          </a:prstGeom>
          <a:solidFill>
            <a:schemeClr val="accent3">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調達</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409" name="shape_129">
            <a:extLst>
              <a:ext uri="{FF2B5EF4-FFF2-40B4-BE49-F238E27FC236}">
                <a16:creationId xmlns:a16="http://schemas.microsoft.com/office/drawing/2014/main" id="{7FD0315E-3745-E478-220C-C88994545119}"/>
              </a:ext>
            </a:extLst>
          </p:cNvPr>
          <p:cNvSpPr/>
          <p:nvPr>
            <p:custDataLst>
              <p:tags r:id="rId106"/>
            </p:custDataLst>
          </p:nvPr>
        </p:nvSpPr>
        <p:spPr>
          <a:xfrm>
            <a:off x="851026" y="3903432"/>
            <a:ext cx="270448" cy="196784"/>
          </a:xfrm>
          <a:prstGeom prst="rect">
            <a:avLst/>
          </a:prstGeom>
          <a:solidFill>
            <a:schemeClr val="accent3">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開発</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484" name="shape_124">
            <a:extLst>
              <a:ext uri="{FF2B5EF4-FFF2-40B4-BE49-F238E27FC236}">
                <a16:creationId xmlns:a16="http://schemas.microsoft.com/office/drawing/2014/main" id="{B2F141CA-50F4-BAA2-0C7E-E04DB9B9E010}"/>
              </a:ext>
            </a:extLst>
          </p:cNvPr>
          <p:cNvSpPr/>
          <p:nvPr>
            <p:custDataLst>
              <p:tags r:id="rId107"/>
            </p:custDataLst>
          </p:nvPr>
        </p:nvSpPr>
        <p:spPr>
          <a:xfrm>
            <a:off x="609209" y="3246621"/>
            <a:ext cx="217086" cy="396000"/>
          </a:xfrm>
          <a:prstGeom prst="rect">
            <a:avLst/>
          </a:prstGeom>
          <a:solidFill>
            <a:schemeClr val="accent3">
              <a:lumMod val="60000"/>
              <a:lumOff val="4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12S</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485" name="shape_129">
            <a:extLst>
              <a:ext uri="{FF2B5EF4-FFF2-40B4-BE49-F238E27FC236}">
                <a16:creationId xmlns:a16="http://schemas.microsoft.com/office/drawing/2014/main" id="{D7E14D28-5A20-40B1-5FFC-34A12E8A04EC}"/>
              </a:ext>
            </a:extLst>
          </p:cNvPr>
          <p:cNvSpPr/>
          <p:nvPr>
            <p:custDataLst>
              <p:tags r:id="rId108"/>
            </p:custDataLst>
          </p:nvPr>
        </p:nvSpPr>
        <p:spPr>
          <a:xfrm>
            <a:off x="857376" y="3249009"/>
            <a:ext cx="270448" cy="196784"/>
          </a:xfrm>
          <a:prstGeom prst="rect">
            <a:avLst/>
          </a:prstGeom>
          <a:solidFill>
            <a:schemeClr val="accent3">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調達</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486" name="shape_129">
            <a:extLst>
              <a:ext uri="{FF2B5EF4-FFF2-40B4-BE49-F238E27FC236}">
                <a16:creationId xmlns:a16="http://schemas.microsoft.com/office/drawing/2014/main" id="{385AB214-17AD-4C1A-C059-4A82A1FC2031}"/>
              </a:ext>
            </a:extLst>
          </p:cNvPr>
          <p:cNvSpPr/>
          <p:nvPr>
            <p:custDataLst>
              <p:tags r:id="rId109"/>
            </p:custDataLst>
          </p:nvPr>
        </p:nvSpPr>
        <p:spPr>
          <a:xfrm>
            <a:off x="857376" y="3468761"/>
            <a:ext cx="270448" cy="196784"/>
          </a:xfrm>
          <a:prstGeom prst="rect">
            <a:avLst/>
          </a:prstGeom>
          <a:solidFill>
            <a:schemeClr val="accent3">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開発</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487" name="矢印: 五方向 486">
            <a:extLst>
              <a:ext uri="{FF2B5EF4-FFF2-40B4-BE49-F238E27FC236}">
                <a16:creationId xmlns:a16="http://schemas.microsoft.com/office/drawing/2014/main" id="{D2556933-E3F3-401B-045A-FE94FEAED09A}"/>
              </a:ext>
            </a:extLst>
          </p:cNvPr>
          <p:cNvSpPr/>
          <p:nvPr/>
        </p:nvSpPr>
        <p:spPr>
          <a:xfrm>
            <a:off x="2459128" y="3257883"/>
            <a:ext cx="484565" cy="138170"/>
          </a:xfrm>
          <a:prstGeom prst="homePlate">
            <a:avLst/>
          </a:prstGeom>
          <a:solidFill>
            <a:schemeClr val="bg1">
              <a:lumMod val="95000"/>
            </a:schemeClr>
          </a:solidFill>
          <a:ln>
            <a:no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700" b="0" i="0" u="none" strike="noStrike" kern="1200" cap="none" spc="0" normalizeH="0" baseline="0" noProof="1">
                <a:ln>
                  <a:noFill/>
                </a:ln>
                <a:solidFill>
                  <a:prstClr val="white">
                    <a:lumMod val="65000"/>
                  </a:prstClr>
                </a:solidFill>
                <a:effectLst/>
                <a:uLnTx/>
                <a:uFillTx/>
                <a:latin typeface="Meiryo UI"/>
                <a:ea typeface="Meiryo UI"/>
                <a:cs typeface="+mn-cs"/>
              </a:rPr>
              <a:t>調達手続き</a:t>
            </a:r>
          </a:p>
        </p:txBody>
      </p:sp>
      <p:cxnSp>
        <p:nvCxnSpPr>
          <p:cNvPr id="488" name="直線矢印コネクタ 487">
            <a:extLst>
              <a:ext uri="{FF2B5EF4-FFF2-40B4-BE49-F238E27FC236}">
                <a16:creationId xmlns:a16="http://schemas.microsoft.com/office/drawing/2014/main" id="{1C9E6C1E-4449-00D4-70E0-B79DE9523B2A}"/>
              </a:ext>
              <a:ext uri="{C183D7F6-B498-43B3-948B-1728B52AA6E4}">
                <adec:decorative xmlns:adec="http://schemas.microsoft.com/office/drawing/2017/decorative" val="1"/>
              </a:ext>
            </a:extLst>
          </p:cNvPr>
          <p:cNvCxnSpPr>
            <a:cxnSpLocks/>
          </p:cNvCxnSpPr>
          <p:nvPr/>
        </p:nvCxnSpPr>
        <p:spPr bwMode="auto">
          <a:xfrm>
            <a:off x="1166955" y="3321977"/>
            <a:ext cx="1292173" cy="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489" name="正方形/長方形 488">
            <a:extLst>
              <a:ext uri="{FF2B5EF4-FFF2-40B4-BE49-F238E27FC236}">
                <a16:creationId xmlns:a16="http://schemas.microsoft.com/office/drawing/2014/main" id="{29F40D9E-BE60-D215-ED4F-F74954C7E1D3}"/>
              </a:ext>
            </a:extLst>
          </p:cNvPr>
          <p:cNvSpPr/>
          <p:nvPr/>
        </p:nvSpPr>
        <p:spPr>
          <a:xfrm>
            <a:off x="1433688" y="3257390"/>
            <a:ext cx="758708" cy="104775"/>
          </a:xfrm>
          <a:prstGeom prst="rect">
            <a:avLst/>
          </a:prstGeom>
          <a:solidFill>
            <a:schemeClr val="bg1">
              <a:lumMod val="95000"/>
            </a:schemeClr>
          </a:solidFill>
          <a:ln>
            <a:no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white">
                    <a:lumMod val="65000"/>
                  </a:prstClr>
                </a:solidFill>
                <a:effectLst/>
                <a:uLnTx/>
                <a:uFillTx/>
                <a:latin typeface="Meiryo UI"/>
                <a:ea typeface="Meiryo UI"/>
                <a:cs typeface="+mn-cs"/>
              </a:rPr>
              <a:t>案件・要件の登録</a:t>
            </a:r>
          </a:p>
        </p:txBody>
      </p:sp>
      <p:sp>
        <p:nvSpPr>
          <p:cNvPr id="492" name="shape_152">
            <a:extLst>
              <a:ext uri="{FF2B5EF4-FFF2-40B4-BE49-F238E27FC236}">
                <a16:creationId xmlns:a16="http://schemas.microsoft.com/office/drawing/2014/main" id="{F1C34BEA-6C55-1ECF-8CFE-1A1A5064F1D7}"/>
              </a:ext>
            </a:extLst>
          </p:cNvPr>
          <p:cNvSpPr/>
          <p:nvPr>
            <p:custDataLst>
              <p:tags r:id="rId110"/>
            </p:custDataLst>
          </p:nvPr>
        </p:nvSpPr>
        <p:spPr>
          <a:xfrm>
            <a:off x="2367456" y="3140995"/>
            <a:ext cx="646088" cy="191136"/>
          </a:xfrm>
          <a:prstGeom prst="rect">
            <a:avLst/>
          </a:prstGeom>
          <a:noFill/>
          <a:ln/>
        </p:spPr>
        <p:txBody>
          <a:bodyPr vert="horz"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prstClr val="white">
                    <a:lumMod val="65000"/>
                  </a:prstClr>
                </a:solidFill>
                <a:effectLst/>
                <a:uLnTx/>
                <a:uFillTx/>
                <a:latin typeface="Meiryo UI" pitchFamily="34" charset="0"/>
                <a:ea typeface="Meiryo UI" pitchFamily="34" charset="-122"/>
                <a:cs typeface="Meiryo UI" pitchFamily="34" charset="-120"/>
              </a:rPr>
              <a:t>調達委員会▼</a:t>
            </a:r>
            <a:endParaRPr kumimoji="1" lang="en-US" sz="700" b="0" i="0" u="none" strike="noStrike" kern="1200" cap="none" spc="0" normalizeH="0" baseline="0" noProof="0">
              <a:ln>
                <a:noFill/>
              </a:ln>
              <a:solidFill>
                <a:prstClr val="white">
                  <a:lumMod val="65000"/>
                </a:prstClr>
              </a:solidFill>
              <a:effectLst/>
              <a:uLnTx/>
              <a:uFillTx/>
              <a:latin typeface="Meiryo UI"/>
              <a:ea typeface="Meiryo UI"/>
              <a:cs typeface="+mn-cs"/>
            </a:endParaRPr>
          </a:p>
        </p:txBody>
      </p:sp>
      <p:sp>
        <p:nvSpPr>
          <p:cNvPr id="494" name="shape_152">
            <a:extLst>
              <a:ext uri="{FF2B5EF4-FFF2-40B4-BE49-F238E27FC236}">
                <a16:creationId xmlns:a16="http://schemas.microsoft.com/office/drawing/2014/main" id="{AFA5D354-341A-7882-B3F0-7847F28028CD}"/>
              </a:ext>
            </a:extLst>
          </p:cNvPr>
          <p:cNvSpPr/>
          <p:nvPr>
            <p:custDataLst>
              <p:tags r:id="rId111"/>
            </p:custDataLst>
          </p:nvPr>
        </p:nvSpPr>
        <p:spPr>
          <a:xfrm>
            <a:off x="6939308" y="3343253"/>
            <a:ext cx="969148" cy="143398"/>
          </a:xfrm>
          <a:prstGeom prst="rect">
            <a:avLst/>
          </a:prstGeom>
          <a:noFill/>
          <a:ln/>
        </p:spPr>
        <p:txBody>
          <a:bodyPr vert="horz" wrap="non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▼本番公開</a:t>
            </a:r>
            <a:r>
              <a:rPr kumimoji="1" lang="en-US" altLang="ja-JP"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(12/14)</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cxnSp>
        <p:nvCxnSpPr>
          <p:cNvPr id="500" name="直線矢印コネクタ 14">
            <a:extLst>
              <a:ext uri="{FF2B5EF4-FFF2-40B4-BE49-F238E27FC236}">
                <a16:creationId xmlns:a16="http://schemas.microsoft.com/office/drawing/2014/main" id="{089C7943-8244-7E59-894D-9F38E34EF231}"/>
              </a:ext>
              <a:ext uri="{C183D7F6-B498-43B3-948B-1728B52AA6E4}">
                <adec:decorative xmlns:adec="http://schemas.microsoft.com/office/drawing/2017/decorative" val="1"/>
              </a:ext>
            </a:extLst>
          </p:cNvPr>
          <p:cNvCxnSpPr>
            <a:cxnSpLocks/>
            <a:endCxn id="493" idx="1"/>
          </p:cNvCxnSpPr>
          <p:nvPr/>
        </p:nvCxnSpPr>
        <p:spPr bwMode="auto">
          <a:xfrm>
            <a:off x="2943694" y="3332463"/>
            <a:ext cx="323043" cy="215069"/>
          </a:xfrm>
          <a:prstGeom prst="bentConnector3">
            <a:avLst>
              <a:gd name="adj1" fmla="val 50000"/>
            </a:avLst>
          </a:prstGeom>
          <a:solidFill>
            <a:schemeClr val="bg1"/>
          </a:solidFill>
          <a:ln w="3175" cap="flat" cmpd="sng" algn="ctr">
            <a:solidFill>
              <a:schemeClr val="bg1">
                <a:lumMod val="65000"/>
              </a:schemeClr>
            </a:solidFill>
            <a:prstDash val="sysDash"/>
            <a:round/>
            <a:headEnd type="none" w="med" len="med"/>
            <a:tailEnd type="triangle"/>
          </a:ln>
          <a:effectLst/>
        </p:spPr>
      </p:cxnSp>
      <p:sp>
        <p:nvSpPr>
          <p:cNvPr id="463" name="shape_152">
            <a:extLst>
              <a:ext uri="{FF2B5EF4-FFF2-40B4-BE49-F238E27FC236}">
                <a16:creationId xmlns:a16="http://schemas.microsoft.com/office/drawing/2014/main" id="{EBC39421-7F9F-9F1E-7963-97013B728CAD}"/>
              </a:ext>
            </a:extLst>
          </p:cNvPr>
          <p:cNvSpPr/>
          <p:nvPr>
            <p:custDataLst>
              <p:tags r:id="rId112"/>
            </p:custDataLst>
          </p:nvPr>
        </p:nvSpPr>
        <p:spPr>
          <a:xfrm>
            <a:off x="5611844" y="3280579"/>
            <a:ext cx="969163" cy="192184"/>
          </a:xfrm>
          <a:prstGeom prst="rect">
            <a:avLst/>
          </a:prstGeom>
          <a:noFill/>
          <a:ln/>
        </p:spPr>
        <p:txBody>
          <a:bodyPr vert="horz"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1">
                <a:ln>
                  <a:noFill/>
                </a:ln>
                <a:solidFill>
                  <a:srgbClr val="7500C0"/>
                </a:solidFill>
                <a:effectLst/>
                <a:uLnTx/>
                <a:uFillTx/>
                <a:latin typeface="Meiryo UI" pitchFamily="34" charset="0"/>
                <a:ea typeface="Meiryo UI" pitchFamily="34" charset="-122"/>
                <a:cs typeface="+mn-cs"/>
              </a:rPr>
              <a:t>接検第二公開</a:t>
            </a:r>
            <a:r>
              <a:rPr kumimoji="1" lang="en-US" altLang="ja-JP" sz="700" b="0" i="0" u="none" strike="noStrike" kern="1200" cap="none" spc="0" normalizeH="0" baseline="0" noProof="1">
                <a:ln>
                  <a:noFill/>
                </a:ln>
                <a:solidFill>
                  <a:srgbClr val="7500C0"/>
                </a:solidFill>
                <a:effectLst/>
                <a:uLnTx/>
                <a:uFillTx/>
                <a:latin typeface="Meiryo UI" pitchFamily="34" charset="0"/>
                <a:ea typeface="Meiryo UI" pitchFamily="34" charset="-122"/>
                <a:cs typeface="+mn-cs"/>
              </a:rPr>
              <a:t>(11/24)</a:t>
            </a:r>
            <a:r>
              <a:rPr kumimoji="1" lang="ja-JP" altLang="en-US" sz="700" b="0" i="0" u="none" strike="noStrike" kern="1200" cap="none" spc="0" normalizeH="0" baseline="0" noProof="1">
                <a:ln>
                  <a:noFill/>
                </a:ln>
                <a:solidFill>
                  <a:srgbClr val="7500C0"/>
                </a:solidFill>
                <a:effectLst/>
                <a:uLnTx/>
                <a:uFillTx/>
                <a:latin typeface="Meiryo UI" pitchFamily="34" charset="0"/>
                <a:ea typeface="Meiryo UI" pitchFamily="34" charset="-122"/>
                <a:cs typeface="+mn-cs"/>
              </a:rPr>
              <a:t>▼</a:t>
            </a:r>
            <a:endParaRPr kumimoji="1" lang="en-US" sz="700" b="0" i="0" u="none" strike="noStrike" kern="1200" cap="none" spc="0" normalizeH="0" baseline="0" noProof="1">
              <a:ln>
                <a:noFill/>
              </a:ln>
              <a:solidFill>
                <a:srgbClr val="7500C0"/>
              </a:solidFill>
              <a:effectLst/>
              <a:uLnTx/>
              <a:uFillTx/>
              <a:latin typeface="Meiryo UI" pitchFamily="34" charset="0"/>
              <a:ea typeface="Meiryo UI" pitchFamily="34" charset="-122"/>
              <a:cs typeface="+mn-cs"/>
            </a:endParaRPr>
          </a:p>
        </p:txBody>
      </p:sp>
      <p:sp>
        <p:nvSpPr>
          <p:cNvPr id="465" name="shape_152">
            <a:extLst>
              <a:ext uri="{FF2B5EF4-FFF2-40B4-BE49-F238E27FC236}">
                <a16:creationId xmlns:a16="http://schemas.microsoft.com/office/drawing/2014/main" id="{07B74FE4-282A-4CB5-3D66-24C29CBA7BDA}"/>
              </a:ext>
            </a:extLst>
          </p:cNvPr>
          <p:cNvSpPr/>
          <p:nvPr>
            <p:custDataLst>
              <p:tags r:id="rId113"/>
            </p:custDataLst>
          </p:nvPr>
        </p:nvSpPr>
        <p:spPr>
          <a:xfrm>
            <a:off x="6851889" y="3296409"/>
            <a:ext cx="916568" cy="130436"/>
          </a:xfrm>
          <a:prstGeom prst="rect">
            <a:avLst/>
          </a:prstGeom>
          <a:noFill/>
          <a:ln/>
        </p:spPr>
        <p:txBody>
          <a:bodyPr vert="horz"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n-cs"/>
              </a:rPr>
              <a:t>　接検公開(12/10)</a:t>
            </a:r>
            <a:endParaRPr kumimoji="1" lang="en-US" altLang="ja-JP" sz="700" b="0" i="0" u="none" strike="noStrike" kern="1200" cap="none" spc="0" normalizeH="0" baseline="0" noProof="0">
              <a:ln>
                <a:noFill/>
              </a:ln>
              <a:solidFill>
                <a:srgbClr val="7500C0"/>
              </a:solidFill>
              <a:effectLst/>
              <a:uLnTx/>
              <a:uFillTx/>
              <a:latin typeface="Meiryo UI" pitchFamily="34" charset="0"/>
              <a:ea typeface="Meiryo UI"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1">
                <a:ln>
                  <a:noFill/>
                </a:ln>
                <a:solidFill>
                  <a:srgbClr val="7500C0"/>
                </a:solidFill>
                <a:effectLst/>
                <a:uLnTx/>
                <a:uFillTx/>
                <a:latin typeface="Meiryo UI" pitchFamily="34" charset="0"/>
                <a:ea typeface="Meiryo UI" pitchFamily="34" charset="-122"/>
                <a:cs typeface="+mn-cs"/>
              </a:rPr>
              <a:t>▼</a:t>
            </a:r>
            <a:endParaRPr kumimoji="1" 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n-cs"/>
            </a:endParaRPr>
          </a:p>
        </p:txBody>
      </p:sp>
      <p:sp>
        <p:nvSpPr>
          <p:cNvPr id="464" name="shape_152">
            <a:extLst>
              <a:ext uri="{FF2B5EF4-FFF2-40B4-BE49-F238E27FC236}">
                <a16:creationId xmlns:a16="http://schemas.microsoft.com/office/drawing/2014/main" id="{855A9297-993A-840A-D217-2B3196717881}"/>
              </a:ext>
            </a:extLst>
          </p:cNvPr>
          <p:cNvSpPr/>
          <p:nvPr>
            <p:custDataLst>
              <p:tags r:id="rId114"/>
            </p:custDataLst>
          </p:nvPr>
        </p:nvSpPr>
        <p:spPr>
          <a:xfrm>
            <a:off x="5367964" y="1628107"/>
            <a:ext cx="1425149" cy="170422"/>
          </a:xfrm>
          <a:prstGeom prst="rect">
            <a:avLst/>
          </a:prstGeom>
          <a:noFill/>
          <a:ln/>
        </p:spPr>
        <p:txBody>
          <a:bodyPr vert="horz"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FF0000"/>
                </a:solidFill>
                <a:effectLst/>
                <a:uLnTx/>
                <a:uFillTx/>
                <a:latin typeface="Meiryo UI" pitchFamily="34" charset="0"/>
                <a:ea typeface="Meiryo UI" pitchFamily="34" charset="-122"/>
                <a:cs typeface="Meiryo UI" pitchFamily="34" charset="-120"/>
              </a:rPr>
              <a:t>▼連携アプリケーション公開</a:t>
            </a:r>
            <a:r>
              <a:rPr kumimoji="1" lang="en-US" altLang="ja-JP" sz="700" b="0" i="0" u="none" strike="noStrike" kern="1200" cap="none" spc="0" normalizeH="0" baseline="30000" noProof="1">
                <a:ln>
                  <a:noFill/>
                </a:ln>
                <a:solidFill>
                  <a:srgbClr val="FF0000"/>
                </a:solidFill>
                <a:effectLst/>
                <a:uLnTx/>
                <a:uFillTx/>
                <a:latin typeface="Meiryo UI" pitchFamily="34" charset="0"/>
                <a:ea typeface="Meiryo UI" pitchFamily="34" charset="-122"/>
                <a:cs typeface="Meiryo UI" pitchFamily="34" charset="-120"/>
              </a:rPr>
              <a:t>※</a:t>
            </a:r>
            <a:r>
              <a:rPr kumimoji="1" lang="ja-JP" altLang="en-US" sz="700" b="0" i="0" u="none" strike="noStrike" kern="1200" cap="none" spc="0" normalizeH="0" baseline="0" noProof="0">
                <a:ln>
                  <a:noFill/>
                </a:ln>
                <a:solidFill>
                  <a:srgbClr val="FF0000"/>
                </a:solidFill>
                <a:effectLst/>
                <a:uLnTx/>
                <a:uFillTx/>
                <a:latin typeface="Meiryo UI" pitchFamily="34" charset="0"/>
                <a:ea typeface="Meiryo UI" pitchFamily="34" charset="-122"/>
                <a:cs typeface="Meiryo UI" pitchFamily="34" charset="-120"/>
              </a:rPr>
              <a:t>(10/5)</a:t>
            </a:r>
            <a:endParaRPr kumimoji="1" lang="en-US" sz="700" b="0" i="0" u="none" strike="noStrike" kern="1200" cap="none" spc="0" normalizeH="0" baseline="0" noProof="0">
              <a:ln>
                <a:noFill/>
              </a:ln>
              <a:solidFill>
                <a:srgbClr val="FF0000"/>
              </a:solidFill>
              <a:effectLst/>
              <a:uLnTx/>
              <a:uFillTx/>
              <a:latin typeface="Meiryo UI"/>
              <a:ea typeface="Meiryo UI"/>
              <a:cs typeface="+mn-cs"/>
            </a:endParaRPr>
          </a:p>
        </p:txBody>
      </p:sp>
      <p:sp>
        <p:nvSpPr>
          <p:cNvPr id="462" name="テキスト ボックス 461">
            <a:extLst>
              <a:ext uri="{FF2B5EF4-FFF2-40B4-BE49-F238E27FC236}">
                <a16:creationId xmlns:a16="http://schemas.microsoft.com/office/drawing/2014/main" id="{8E8F8607-B0E6-1091-F3CC-0844E8A35F7E}"/>
              </a:ext>
            </a:extLst>
          </p:cNvPr>
          <p:cNvSpPr txBox="1"/>
          <p:nvPr/>
        </p:nvSpPr>
        <p:spPr>
          <a:xfrm>
            <a:off x="4897870" y="1977470"/>
            <a:ext cx="934405" cy="113731"/>
          </a:xfrm>
          <a:prstGeom prst="rect">
            <a:avLst/>
          </a:prstGeom>
          <a:noFill/>
        </p:spPr>
        <p:txBody>
          <a:bodyPr wrap="square" lIns="0" tIns="0" rIns="0" bIns="0" rtlCol="0" anchor="t">
            <a:noAutofit/>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700" b="0" i="0" u="none" strike="noStrike" kern="1200" cap="none" spc="0" normalizeH="0" baseline="0" noProof="0">
                <a:ln>
                  <a:noFill/>
                </a:ln>
                <a:solidFill>
                  <a:prstClr val="white">
                    <a:lumMod val="75000"/>
                  </a:prstClr>
                </a:solidFill>
                <a:effectLst/>
                <a:uLnTx/>
                <a:uFillTx/>
                <a:latin typeface="Meiryo UI"/>
                <a:ea typeface="Meiryo UI"/>
                <a:cs typeface="+mn-cs"/>
              </a:rPr>
              <a:t>▼リリース判定会</a:t>
            </a:r>
            <a:r>
              <a:rPr kumimoji="1" lang="en-US" altLang="ja-JP" sz="700" b="0" i="0" u="none" strike="noStrike" kern="1200" cap="none" spc="0" normalizeH="0" baseline="0" noProof="0">
                <a:ln>
                  <a:noFill/>
                </a:ln>
                <a:solidFill>
                  <a:prstClr val="white">
                    <a:lumMod val="75000"/>
                  </a:prstClr>
                </a:solidFill>
                <a:effectLst/>
                <a:uLnTx/>
                <a:uFillTx/>
                <a:latin typeface="Meiryo UI"/>
                <a:ea typeface="Meiryo UI"/>
                <a:cs typeface="+mn-cs"/>
              </a:rPr>
              <a:t>(9/14)</a:t>
            </a:r>
            <a:endParaRPr kumimoji="1" lang="ja-JP" altLang="en-US" sz="700" b="0" i="0" u="none" strike="noStrike" kern="1200" cap="none" spc="0" normalizeH="0" baseline="0" noProof="0">
              <a:ln>
                <a:noFill/>
              </a:ln>
              <a:solidFill>
                <a:prstClr val="white">
                  <a:lumMod val="75000"/>
                </a:prstClr>
              </a:solidFill>
              <a:effectLst/>
              <a:uLnTx/>
              <a:uFillTx/>
              <a:latin typeface="Meiryo UI"/>
              <a:ea typeface="Meiryo UI"/>
              <a:cs typeface="+mn-cs"/>
            </a:endParaRPr>
          </a:p>
        </p:txBody>
      </p:sp>
      <p:sp>
        <p:nvSpPr>
          <p:cNvPr id="476" name="テキスト ボックス 475">
            <a:extLst>
              <a:ext uri="{FF2B5EF4-FFF2-40B4-BE49-F238E27FC236}">
                <a16:creationId xmlns:a16="http://schemas.microsoft.com/office/drawing/2014/main" id="{8CD10E81-E475-E87E-C4E0-12A647DA0BBE}"/>
              </a:ext>
            </a:extLst>
          </p:cNvPr>
          <p:cNvSpPr txBox="1"/>
          <p:nvPr/>
        </p:nvSpPr>
        <p:spPr>
          <a:xfrm>
            <a:off x="5512057" y="1578039"/>
            <a:ext cx="1698701" cy="94092"/>
          </a:xfrm>
          <a:prstGeom prst="rect">
            <a:avLst/>
          </a:prstGeom>
          <a:noFill/>
        </p:spPr>
        <p:txBody>
          <a:bodyPr wrap="square" lIns="0" tIns="0" rIns="0" bIns="0" rtlCol="0" anchor="t">
            <a:normAutofit/>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▼健診に関する省令改正（仮）</a:t>
            </a:r>
          </a:p>
        </p:txBody>
      </p:sp>
      <p:sp>
        <p:nvSpPr>
          <p:cNvPr id="480" name="テキスト ボックス 479">
            <a:extLst>
              <a:ext uri="{FF2B5EF4-FFF2-40B4-BE49-F238E27FC236}">
                <a16:creationId xmlns:a16="http://schemas.microsoft.com/office/drawing/2014/main" id="{6D0148E7-F61C-2192-FD65-857F18F245BA}"/>
              </a:ext>
            </a:extLst>
          </p:cNvPr>
          <p:cNvSpPr txBox="1"/>
          <p:nvPr/>
        </p:nvSpPr>
        <p:spPr>
          <a:xfrm>
            <a:off x="5204998" y="1817790"/>
            <a:ext cx="1938305" cy="94092"/>
          </a:xfrm>
          <a:prstGeom prst="rect">
            <a:avLst/>
          </a:prstGeom>
          <a:noFill/>
        </p:spPr>
        <p:txBody>
          <a:bodyPr wrap="square" lIns="0" tIns="0" rIns="0" bIns="0" rtlCol="0" anchor="t">
            <a:normAutofit/>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▼医療機関・ベンダ向け資料公開　</a:t>
            </a:r>
            <a:r>
              <a:rPr kumimoji="1" lang="en-US" altLang="ja-JP" sz="700" b="0" i="0" u="none" strike="noStrike" kern="1200" cap="none" spc="0" normalizeH="0" baseline="0" noProof="0">
                <a:ln>
                  <a:noFill/>
                </a:ln>
                <a:solidFill>
                  <a:srgbClr val="FF0000"/>
                </a:solidFill>
                <a:effectLst/>
                <a:uLnTx/>
                <a:uFillTx/>
                <a:latin typeface="Meiryo UI"/>
                <a:ea typeface="Meiryo UI"/>
                <a:cs typeface="+mn-cs"/>
              </a:rPr>
              <a:t>(</a:t>
            </a: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ポータル・</a:t>
            </a:r>
            <a:r>
              <a:rPr kumimoji="1" lang="en-US" altLang="ja-JP" sz="700" b="0" i="0" u="none" strike="noStrike" kern="1200" cap="none" spc="0" normalizeH="0" baseline="0" noProof="0">
                <a:ln>
                  <a:noFill/>
                </a:ln>
                <a:solidFill>
                  <a:srgbClr val="FF0000"/>
                </a:solidFill>
                <a:effectLst/>
                <a:uLnTx/>
                <a:uFillTx/>
                <a:latin typeface="Meiryo UI"/>
                <a:ea typeface="Meiryo UI"/>
                <a:cs typeface="+mn-cs"/>
              </a:rPr>
              <a:t>ONS)</a:t>
            </a:r>
            <a:endParaRPr kumimoji="1" lang="ja-JP" altLang="en-US" sz="700" b="0" i="0" u="none" strike="noStrike" kern="1200" cap="none" spc="0" normalizeH="0" baseline="0" noProof="0">
              <a:ln>
                <a:noFill/>
              </a:ln>
              <a:solidFill>
                <a:srgbClr val="FF0000"/>
              </a:solidFill>
              <a:effectLst/>
              <a:uLnTx/>
              <a:uFillTx/>
              <a:latin typeface="Meiryo UI"/>
              <a:ea typeface="Meiryo UI"/>
              <a:cs typeface="+mn-cs"/>
            </a:endParaRPr>
          </a:p>
        </p:txBody>
      </p:sp>
      <p:sp>
        <p:nvSpPr>
          <p:cNvPr id="482" name="テキスト ボックス 481">
            <a:extLst>
              <a:ext uri="{FF2B5EF4-FFF2-40B4-BE49-F238E27FC236}">
                <a16:creationId xmlns:a16="http://schemas.microsoft.com/office/drawing/2014/main" id="{A5EC9264-B2A0-1725-737C-744DFC489D7F}"/>
              </a:ext>
            </a:extLst>
          </p:cNvPr>
          <p:cNvSpPr txBox="1"/>
          <p:nvPr/>
        </p:nvSpPr>
        <p:spPr>
          <a:xfrm>
            <a:off x="6981782" y="1559660"/>
            <a:ext cx="1698701" cy="94092"/>
          </a:xfrm>
          <a:prstGeom prst="rect">
            <a:avLst/>
          </a:prstGeom>
          <a:noFill/>
        </p:spPr>
        <p:txBody>
          <a:bodyPr wrap="square" lIns="0" tIns="0" rIns="0" bIns="0" rtlCol="0" anchor="t">
            <a:normAutofit fontScale="77500" lnSpcReduction="20000"/>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700" b="1" i="0" u="none" strike="noStrike" kern="1200" cap="none" spc="0" normalizeH="0" baseline="0" noProof="0">
                <a:ln>
                  <a:noFill/>
                </a:ln>
                <a:solidFill>
                  <a:srgbClr val="FF0000"/>
                </a:solidFill>
                <a:effectLst/>
                <a:uLnTx/>
                <a:uFillTx/>
                <a:latin typeface="Meiryo UI"/>
                <a:ea typeface="Meiryo UI"/>
                <a:cs typeface="+mn-cs"/>
              </a:rPr>
              <a:t>▼本番公開</a:t>
            </a:r>
            <a:endParaRPr kumimoji="1" lang="en-US" altLang="ja-JP" sz="700" b="1" i="0" u="none" strike="noStrike" kern="1200" cap="none" spc="0" normalizeH="0" baseline="0" noProof="0">
              <a:ln>
                <a:noFill/>
              </a:ln>
              <a:solidFill>
                <a:srgbClr val="FF0000"/>
              </a:solidFill>
              <a:effectLst/>
              <a:uLnTx/>
              <a:uFillTx/>
              <a:latin typeface="Meiryo UI"/>
              <a:ea typeface="Meiryo UI"/>
              <a:cs typeface="+mn-cs"/>
            </a:endParaRPr>
          </a:p>
          <a:p>
            <a:pPr marL="0" marR="0" lvl="0" indent="0" algn="l" defTabSz="914400" rtl="0" eaLnBrk="1" fontAlgn="base" latinLnBrk="0" hangingPunct="1">
              <a:lnSpc>
                <a:spcPct val="80000"/>
              </a:lnSpc>
              <a:spcBef>
                <a:spcPct val="0"/>
              </a:spcBef>
              <a:spcAft>
                <a:spcPct val="0"/>
              </a:spcAft>
              <a:buClrTx/>
              <a:buSzTx/>
              <a:buFontTx/>
              <a:buNone/>
              <a:tabLst/>
              <a:defRPr/>
            </a:pPr>
            <a:r>
              <a:rPr kumimoji="1" lang="en-US" altLang="ja-JP" sz="700" b="1" i="0" u="none" strike="noStrike" kern="1200" cap="none" spc="0" normalizeH="0" baseline="0" noProof="0">
                <a:ln>
                  <a:noFill/>
                </a:ln>
                <a:solidFill>
                  <a:srgbClr val="FF0000"/>
                </a:solidFill>
                <a:effectLst/>
                <a:uLnTx/>
                <a:uFillTx/>
                <a:latin typeface="Meiryo UI"/>
                <a:ea typeface="Meiryo UI"/>
                <a:cs typeface="+mn-cs"/>
              </a:rPr>
              <a:t>(12/14)</a:t>
            </a:r>
            <a:endParaRPr kumimoji="1" lang="ja-JP" altLang="en-US" sz="700" b="1" i="0" u="none" strike="noStrike" kern="1200" cap="none" spc="0" normalizeH="0" baseline="0" noProof="0">
              <a:ln>
                <a:noFill/>
              </a:ln>
              <a:solidFill>
                <a:srgbClr val="FF0000"/>
              </a:solidFill>
              <a:effectLst/>
              <a:uLnTx/>
              <a:uFillTx/>
              <a:latin typeface="Meiryo UI"/>
              <a:ea typeface="Meiryo UI"/>
              <a:cs typeface="+mn-cs"/>
            </a:endParaRPr>
          </a:p>
        </p:txBody>
      </p:sp>
      <p:sp>
        <p:nvSpPr>
          <p:cNvPr id="496" name="テキスト ボックス 495">
            <a:extLst>
              <a:ext uri="{FF2B5EF4-FFF2-40B4-BE49-F238E27FC236}">
                <a16:creationId xmlns:a16="http://schemas.microsoft.com/office/drawing/2014/main" id="{865E0CE3-D4EE-79E4-7CBB-F3835E639FD5}"/>
              </a:ext>
            </a:extLst>
          </p:cNvPr>
          <p:cNvSpPr txBox="1"/>
          <p:nvPr/>
        </p:nvSpPr>
        <p:spPr>
          <a:xfrm>
            <a:off x="9135013" y="1540861"/>
            <a:ext cx="770987" cy="190422"/>
          </a:xfrm>
          <a:prstGeom prst="rect">
            <a:avLst/>
          </a:prstGeom>
          <a:noFill/>
        </p:spPr>
        <p:txBody>
          <a:bodyPr wrap="square" lIns="0" tIns="0" rIns="0" bIns="0" rtlCol="0" anchor="t">
            <a:noAutofit/>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700" b="1" i="0" u="none" strike="noStrike" kern="1200" cap="none" spc="0" normalizeH="0" baseline="0" noProof="0">
                <a:ln>
                  <a:noFill/>
                </a:ln>
                <a:solidFill>
                  <a:srgbClr val="FF0000"/>
                </a:solidFill>
                <a:effectLst/>
                <a:uLnTx/>
                <a:uFillTx/>
                <a:latin typeface="Meiryo UI"/>
                <a:ea typeface="Meiryo UI"/>
                <a:cs typeface="+mn-cs"/>
              </a:rPr>
              <a:t>▼本番公開</a:t>
            </a:r>
            <a:endParaRPr kumimoji="1" lang="en-US" altLang="ja-JP" sz="700" b="1" i="0" u="none" strike="noStrike" kern="1200" cap="none" spc="0" normalizeH="0" baseline="0" noProof="0">
              <a:ln>
                <a:noFill/>
              </a:ln>
              <a:solidFill>
                <a:srgbClr val="FF0000"/>
              </a:solidFill>
              <a:effectLst/>
              <a:uLnTx/>
              <a:uFillTx/>
              <a:latin typeface="Meiryo UI"/>
              <a:ea typeface="Meiryo UI"/>
              <a:cs typeface="+mn-cs"/>
            </a:endParaRPr>
          </a:p>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700" b="1" i="0" u="none" strike="noStrike" kern="1200" cap="none" spc="0" normalizeH="0" baseline="0" noProof="0">
                <a:ln>
                  <a:noFill/>
                </a:ln>
                <a:solidFill>
                  <a:srgbClr val="FF0000"/>
                </a:solidFill>
                <a:effectLst/>
                <a:uLnTx/>
                <a:uFillTx/>
                <a:latin typeface="Meiryo UI"/>
                <a:ea typeface="Meiryo UI"/>
                <a:cs typeface="+mn-cs"/>
              </a:rPr>
              <a:t>　</a:t>
            </a:r>
            <a:r>
              <a:rPr kumimoji="1" lang="en-US" altLang="ja-JP" sz="700" b="1" i="0" u="none" strike="noStrike" kern="1200" cap="none" spc="0" normalizeH="0" baseline="0" noProof="0">
                <a:ln>
                  <a:noFill/>
                </a:ln>
                <a:solidFill>
                  <a:srgbClr val="FF0000"/>
                </a:solidFill>
                <a:effectLst/>
                <a:uLnTx/>
                <a:uFillTx/>
                <a:latin typeface="Meiryo UI"/>
                <a:ea typeface="Meiryo UI"/>
                <a:cs typeface="+mn-cs"/>
              </a:rPr>
              <a:t>(3</a:t>
            </a:r>
            <a:r>
              <a:rPr kumimoji="1" lang="ja-JP" altLang="en-US" sz="700" b="1" i="0" u="none" strike="noStrike" kern="1200" cap="none" spc="0" normalizeH="0" baseline="0" noProof="0">
                <a:ln>
                  <a:noFill/>
                </a:ln>
                <a:solidFill>
                  <a:srgbClr val="FF0000"/>
                </a:solidFill>
                <a:effectLst/>
                <a:uLnTx/>
                <a:uFillTx/>
                <a:latin typeface="Meiryo UI"/>
                <a:ea typeface="Meiryo UI"/>
                <a:cs typeface="+mn-cs"/>
              </a:rPr>
              <a:t>月中旬</a:t>
            </a:r>
            <a:r>
              <a:rPr kumimoji="1" lang="en-US" altLang="ja-JP" sz="700" b="1" i="0" u="none" strike="noStrike" kern="1200" cap="none" spc="0" normalizeH="0" baseline="0" noProof="0">
                <a:ln>
                  <a:noFill/>
                </a:ln>
                <a:solidFill>
                  <a:srgbClr val="FF0000"/>
                </a:solidFill>
                <a:effectLst/>
                <a:uLnTx/>
                <a:uFillTx/>
                <a:latin typeface="Meiryo UI"/>
                <a:ea typeface="Meiryo UI"/>
                <a:cs typeface="+mn-cs"/>
              </a:rPr>
              <a:t>)</a:t>
            </a:r>
            <a:endParaRPr kumimoji="1" lang="ja-JP" altLang="en-US" sz="700" b="1" i="0" u="none" strike="noStrike" kern="1200" cap="none" spc="0" normalizeH="0" baseline="0" noProof="0">
              <a:ln>
                <a:noFill/>
              </a:ln>
              <a:solidFill>
                <a:srgbClr val="FF0000"/>
              </a:solidFill>
              <a:effectLst/>
              <a:uLnTx/>
              <a:uFillTx/>
              <a:latin typeface="Meiryo UI"/>
              <a:ea typeface="Meiryo UI"/>
              <a:cs typeface="+mn-cs"/>
            </a:endParaRPr>
          </a:p>
        </p:txBody>
      </p:sp>
      <p:sp>
        <p:nvSpPr>
          <p:cNvPr id="498" name="テキスト ボックス 497">
            <a:extLst>
              <a:ext uri="{FF2B5EF4-FFF2-40B4-BE49-F238E27FC236}">
                <a16:creationId xmlns:a16="http://schemas.microsoft.com/office/drawing/2014/main" id="{DEE39172-85DF-4EAA-7234-84743D1E9D90}"/>
              </a:ext>
            </a:extLst>
          </p:cNvPr>
          <p:cNvSpPr txBox="1"/>
          <p:nvPr/>
        </p:nvSpPr>
        <p:spPr>
          <a:xfrm>
            <a:off x="8993731" y="2002293"/>
            <a:ext cx="741360" cy="113932"/>
          </a:xfrm>
          <a:prstGeom prst="rect">
            <a:avLst/>
          </a:prstGeom>
          <a:noFill/>
        </p:spPr>
        <p:txBody>
          <a:bodyPr wrap="square" lIns="0" tIns="0" rIns="0" bIns="0" rtlCol="0" anchor="t">
            <a:noAutofit/>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▼リリース判定会</a:t>
            </a:r>
          </a:p>
        </p:txBody>
      </p:sp>
      <p:sp>
        <p:nvSpPr>
          <p:cNvPr id="506" name="テキスト ボックス 505">
            <a:extLst>
              <a:ext uri="{FF2B5EF4-FFF2-40B4-BE49-F238E27FC236}">
                <a16:creationId xmlns:a16="http://schemas.microsoft.com/office/drawing/2014/main" id="{66629DE3-F07E-47BA-9D09-4234066D2C74}"/>
              </a:ext>
            </a:extLst>
          </p:cNvPr>
          <p:cNvSpPr txBox="1"/>
          <p:nvPr/>
        </p:nvSpPr>
        <p:spPr>
          <a:xfrm>
            <a:off x="7789406" y="1835555"/>
            <a:ext cx="2059548" cy="88420"/>
          </a:xfrm>
          <a:prstGeom prst="rect">
            <a:avLst/>
          </a:prstGeom>
          <a:noFill/>
        </p:spPr>
        <p:txBody>
          <a:bodyPr wrap="square" lIns="0" tIns="0" rIns="0" bIns="0" rtlCol="0" anchor="t">
            <a:normAutofit/>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▼利用申請の蓋開け</a:t>
            </a:r>
            <a:r>
              <a:rPr kumimoji="1" lang="en-US" altLang="ja-JP" sz="700" b="0" i="0" u="none" strike="noStrike" kern="1200" cap="none" spc="0" normalizeH="0" baseline="0" noProof="0">
                <a:ln>
                  <a:noFill/>
                </a:ln>
                <a:solidFill>
                  <a:srgbClr val="FF0000"/>
                </a:solidFill>
                <a:effectLst/>
                <a:uLnTx/>
                <a:uFillTx/>
                <a:latin typeface="Meiryo UI"/>
                <a:ea typeface="Meiryo UI"/>
                <a:cs typeface="+mn-cs"/>
              </a:rPr>
              <a:t>(</a:t>
            </a: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ポータル</a:t>
            </a:r>
            <a:r>
              <a:rPr kumimoji="1" lang="en-US" altLang="ja-JP" sz="700" b="0" i="0" u="none" strike="noStrike" kern="1200" cap="none" spc="0" normalizeH="0" baseline="0" noProof="0">
                <a:ln>
                  <a:noFill/>
                </a:ln>
                <a:solidFill>
                  <a:srgbClr val="FF0000"/>
                </a:solidFill>
                <a:effectLst/>
                <a:uLnTx/>
                <a:uFillTx/>
                <a:latin typeface="Meiryo UI"/>
                <a:ea typeface="Meiryo UI"/>
                <a:cs typeface="+mn-cs"/>
              </a:rPr>
              <a:t>)(</a:t>
            </a: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調整中</a:t>
            </a:r>
            <a:r>
              <a:rPr kumimoji="1" lang="en-US" altLang="ja-JP" sz="700" b="0" i="0" u="none" strike="noStrike" kern="1200" cap="none" spc="0" normalizeH="0" baseline="0" noProof="0">
                <a:ln>
                  <a:noFill/>
                </a:ln>
                <a:solidFill>
                  <a:srgbClr val="FF0000"/>
                </a:solidFill>
                <a:effectLst/>
                <a:uLnTx/>
                <a:uFillTx/>
                <a:latin typeface="Meiryo UI"/>
                <a:ea typeface="Meiryo UI"/>
                <a:cs typeface="+mn-cs"/>
              </a:rPr>
              <a:t>)</a:t>
            </a:r>
            <a:endParaRPr kumimoji="1" lang="ja-JP" altLang="en-US" sz="700" b="0" i="0" u="none" strike="noStrike" kern="1200" cap="none" spc="0" normalizeH="0" baseline="0" noProof="0">
              <a:ln>
                <a:noFill/>
              </a:ln>
              <a:solidFill>
                <a:srgbClr val="FF0000"/>
              </a:solidFill>
              <a:effectLst/>
              <a:uLnTx/>
              <a:uFillTx/>
              <a:latin typeface="Meiryo UI"/>
              <a:ea typeface="Meiryo UI"/>
              <a:cs typeface="+mn-cs"/>
            </a:endParaRPr>
          </a:p>
        </p:txBody>
      </p:sp>
      <p:sp>
        <p:nvSpPr>
          <p:cNvPr id="516" name="テキスト ボックス 515">
            <a:extLst>
              <a:ext uri="{FF2B5EF4-FFF2-40B4-BE49-F238E27FC236}">
                <a16:creationId xmlns:a16="http://schemas.microsoft.com/office/drawing/2014/main" id="{6A1B1BA9-2B69-2C5D-7B49-55D37AB46621}"/>
              </a:ext>
            </a:extLst>
          </p:cNvPr>
          <p:cNvSpPr txBox="1"/>
          <p:nvPr/>
        </p:nvSpPr>
        <p:spPr>
          <a:xfrm>
            <a:off x="7950928" y="1582630"/>
            <a:ext cx="1123222" cy="188850"/>
          </a:xfrm>
          <a:prstGeom prst="rect">
            <a:avLst/>
          </a:prstGeom>
          <a:noFill/>
        </p:spPr>
        <p:txBody>
          <a:bodyPr wrap="square" lIns="0" tIns="0" rIns="0" bIns="0" rtlCol="0" anchor="t">
            <a:normAutofit/>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▼導入済医療機関リスト公開</a:t>
            </a:r>
            <a:endParaRPr kumimoji="1" lang="en-US" altLang="ja-JP" sz="700" b="0" i="0" u="none" strike="noStrike" kern="1200" cap="none" spc="0" normalizeH="0" baseline="0" noProof="0">
              <a:ln>
                <a:noFill/>
              </a:ln>
              <a:solidFill>
                <a:srgbClr val="FF0000"/>
              </a:solidFill>
              <a:effectLst/>
              <a:uLnTx/>
              <a:uFillTx/>
              <a:latin typeface="Meiryo UI"/>
              <a:ea typeface="Meiryo UI"/>
              <a:cs typeface="+mn-cs"/>
            </a:endParaRPr>
          </a:p>
          <a:p>
            <a:pPr marL="0" marR="0" lvl="0" indent="0" algn="l" defTabSz="914400" rtl="0" eaLnBrk="1" fontAlgn="base" latinLnBrk="0" hangingPunct="1">
              <a:lnSpc>
                <a:spcPct val="80000"/>
              </a:lnSpc>
              <a:spcBef>
                <a:spcPct val="0"/>
              </a:spcBef>
              <a:spcAft>
                <a:spcPct val="0"/>
              </a:spcAft>
              <a:buClrTx/>
              <a:buSzTx/>
              <a:buFontTx/>
              <a:buNone/>
              <a:tabLst/>
              <a:defRPr/>
            </a:pPr>
            <a:r>
              <a:rPr kumimoji="1" lang="en-US" altLang="ja-JP" sz="700" b="0" i="0" u="none" strike="noStrike" kern="1200" cap="none" spc="0" normalizeH="0" baseline="0" noProof="0">
                <a:ln>
                  <a:noFill/>
                </a:ln>
                <a:solidFill>
                  <a:srgbClr val="FF0000"/>
                </a:solidFill>
                <a:effectLst/>
                <a:uLnTx/>
                <a:uFillTx/>
                <a:latin typeface="Meiryo UI"/>
                <a:ea typeface="Meiryo UI"/>
                <a:cs typeface="+mn-cs"/>
              </a:rPr>
              <a:t>(</a:t>
            </a: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厚労</a:t>
            </a:r>
            <a:r>
              <a:rPr kumimoji="1" lang="en-US" altLang="ja-JP" sz="700" b="0" i="0" u="none" strike="noStrike" kern="1200" cap="none" spc="0" normalizeH="0" baseline="0" noProof="0">
                <a:ln>
                  <a:noFill/>
                </a:ln>
                <a:solidFill>
                  <a:srgbClr val="FF0000"/>
                </a:solidFill>
                <a:effectLst/>
                <a:uLnTx/>
                <a:uFillTx/>
                <a:latin typeface="Meiryo UI"/>
                <a:ea typeface="Meiryo UI"/>
                <a:cs typeface="+mn-cs"/>
              </a:rPr>
              <a:t>HP</a:t>
            </a:r>
            <a:r>
              <a:rPr kumimoji="1" lang="ja-JP" altLang="en-US" sz="700" b="0" i="0" u="none" strike="noStrike" kern="1200" cap="none" spc="0" normalizeH="0" baseline="0" noProof="0">
                <a:ln>
                  <a:noFill/>
                </a:ln>
                <a:solidFill>
                  <a:srgbClr val="FF0000"/>
                </a:solidFill>
                <a:effectLst/>
                <a:uLnTx/>
                <a:uFillTx/>
                <a:latin typeface="Meiryo UI"/>
                <a:ea typeface="Meiryo UI"/>
                <a:cs typeface="+mn-cs"/>
              </a:rPr>
              <a:t>・ポータル</a:t>
            </a:r>
            <a:r>
              <a:rPr kumimoji="1" lang="en-US" altLang="ja-JP" sz="700" b="0" i="0" u="none" strike="noStrike" kern="1200" cap="none" spc="0" normalizeH="0" baseline="0" noProof="0">
                <a:ln>
                  <a:noFill/>
                </a:ln>
                <a:solidFill>
                  <a:srgbClr val="FF0000"/>
                </a:solidFill>
                <a:effectLst/>
                <a:uLnTx/>
                <a:uFillTx/>
                <a:latin typeface="Meiryo UI"/>
                <a:ea typeface="Meiryo UI"/>
                <a:cs typeface="+mn-cs"/>
              </a:rPr>
              <a:t>)</a:t>
            </a:r>
            <a:endParaRPr kumimoji="1" lang="ja-JP" altLang="en-US" sz="700" b="0" i="0" u="none" strike="noStrike" kern="1200" cap="none" spc="0" normalizeH="0" baseline="0" noProof="0">
              <a:ln>
                <a:noFill/>
              </a:ln>
              <a:solidFill>
                <a:srgbClr val="FF0000"/>
              </a:solidFill>
              <a:effectLst/>
              <a:uLnTx/>
              <a:uFillTx/>
              <a:latin typeface="Meiryo UI"/>
              <a:ea typeface="Meiryo UI"/>
              <a:cs typeface="+mn-cs"/>
            </a:endParaRPr>
          </a:p>
        </p:txBody>
      </p:sp>
      <p:sp>
        <p:nvSpPr>
          <p:cNvPr id="517" name="shape_82">
            <a:extLst>
              <a:ext uri="{FF2B5EF4-FFF2-40B4-BE49-F238E27FC236}">
                <a16:creationId xmlns:a16="http://schemas.microsoft.com/office/drawing/2014/main" id="{40CD2657-93B9-A01D-8983-86360F1699C3}"/>
              </a:ext>
              <a:ext uri="{C183D7F6-B498-43B3-948B-1728B52AA6E4}">
                <adec:decorative xmlns:adec="http://schemas.microsoft.com/office/drawing/2017/decorative" val="1"/>
              </a:ext>
            </a:extLst>
          </p:cNvPr>
          <p:cNvSpPr/>
          <p:nvPr>
            <p:custDataLst>
              <p:tags r:id="rId115"/>
            </p:custDataLst>
          </p:nvPr>
        </p:nvSpPr>
        <p:spPr>
          <a:xfrm>
            <a:off x="1192073" y="2105841"/>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grpSp>
        <p:nvGrpSpPr>
          <p:cNvPr id="527" name="グループ化 526">
            <a:extLst>
              <a:ext uri="{FF2B5EF4-FFF2-40B4-BE49-F238E27FC236}">
                <a16:creationId xmlns:a16="http://schemas.microsoft.com/office/drawing/2014/main" id="{528C4D11-5239-57D4-1FAF-EB46825B0024}"/>
              </a:ext>
            </a:extLst>
          </p:cNvPr>
          <p:cNvGrpSpPr/>
          <p:nvPr/>
        </p:nvGrpSpPr>
        <p:grpSpPr>
          <a:xfrm>
            <a:off x="82952" y="2068409"/>
            <a:ext cx="9544358" cy="705226"/>
            <a:chOff x="82952" y="1886079"/>
            <a:chExt cx="9544358" cy="705226"/>
          </a:xfrm>
        </p:grpSpPr>
        <p:sp>
          <p:nvSpPr>
            <p:cNvPr id="503" name="shape_152">
              <a:extLst>
                <a:ext uri="{FF2B5EF4-FFF2-40B4-BE49-F238E27FC236}">
                  <a16:creationId xmlns:a16="http://schemas.microsoft.com/office/drawing/2014/main" id="{B3D871F5-6AFB-A801-9595-D24E23D3F8F2}"/>
                </a:ext>
              </a:extLst>
            </p:cNvPr>
            <p:cNvSpPr/>
            <p:nvPr>
              <p:custDataLst>
                <p:tags r:id="rId143"/>
              </p:custDataLst>
            </p:nvPr>
          </p:nvSpPr>
          <p:spPr>
            <a:xfrm>
              <a:off x="3111566" y="2393779"/>
              <a:ext cx="1718573" cy="191136"/>
            </a:xfrm>
            <a:prstGeom prst="rect">
              <a:avLst/>
            </a:prstGeom>
            <a:noFill/>
            <a:ln/>
          </p:spPr>
          <p:txBody>
            <a:bodyPr vert="horz"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1">
                  <a:ln>
                    <a:noFill/>
                  </a:ln>
                  <a:solidFill>
                    <a:prstClr val="white">
                      <a:lumMod val="65000"/>
                    </a:prstClr>
                  </a:solidFill>
                  <a:effectLst/>
                  <a:uLnTx/>
                  <a:uFillTx/>
                  <a:latin typeface="Meiryo UI" pitchFamily="34" charset="0"/>
                  <a:ea typeface="Meiryo UI" pitchFamily="34" charset="-122"/>
                  <a:cs typeface="+mn-cs"/>
                </a:rPr>
                <a:t>▼プロファイル公開</a:t>
              </a:r>
              <a:r>
                <a:rPr kumimoji="1" lang="en-US" altLang="ja-JP" sz="700" b="0" i="0" u="none" strike="noStrike" kern="1200" cap="none" spc="0" normalizeH="0" baseline="0" noProof="1">
                  <a:ln>
                    <a:noFill/>
                  </a:ln>
                  <a:solidFill>
                    <a:prstClr val="white">
                      <a:lumMod val="65000"/>
                    </a:prstClr>
                  </a:solidFill>
                  <a:effectLst/>
                  <a:uLnTx/>
                  <a:uFillTx/>
                  <a:latin typeface="Meiryo UI" pitchFamily="34" charset="0"/>
                  <a:ea typeface="Meiryo UI" pitchFamily="34" charset="-122"/>
                  <a:cs typeface="+mn-cs"/>
                </a:rPr>
                <a:t>(6</a:t>
              </a:r>
              <a:r>
                <a:rPr kumimoji="1" lang="ja-JP" altLang="en-US" sz="700" b="0" i="0" u="none" strike="noStrike" kern="1200" cap="none" spc="0" normalizeH="0" baseline="0" noProof="1">
                  <a:ln>
                    <a:noFill/>
                  </a:ln>
                  <a:solidFill>
                    <a:prstClr val="white">
                      <a:lumMod val="65000"/>
                    </a:prstClr>
                  </a:solidFill>
                  <a:effectLst/>
                  <a:uLnTx/>
                  <a:uFillTx/>
                  <a:latin typeface="Meiryo UI" pitchFamily="34" charset="0"/>
                  <a:ea typeface="Meiryo UI" pitchFamily="34" charset="-122"/>
                  <a:cs typeface="+mn-cs"/>
                </a:rPr>
                <a:t>月末</a:t>
              </a:r>
              <a:r>
                <a:rPr kumimoji="1" lang="en-US" altLang="ja-JP" sz="700" b="0" i="0" u="none" strike="noStrike" kern="1200" cap="none" spc="0" normalizeH="0" baseline="0" noProof="1">
                  <a:ln>
                    <a:noFill/>
                  </a:ln>
                  <a:solidFill>
                    <a:prstClr val="white">
                      <a:lumMod val="65000"/>
                    </a:prstClr>
                  </a:solidFill>
                  <a:effectLst/>
                  <a:uLnTx/>
                  <a:uFillTx/>
                  <a:latin typeface="Meiryo UI" pitchFamily="34" charset="0"/>
                  <a:ea typeface="Meiryo UI" pitchFamily="34" charset="-122"/>
                  <a:cs typeface="+mn-cs"/>
                </a:rPr>
                <a:t>)</a:t>
              </a:r>
              <a:endParaRPr kumimoji="1" lang="en-US" sz="700" b="0" i="0" u="none" strike="noStrike" kern="1200" cap="none" spc="0" normalizeH="0" baseline="0" noProof="1">
                <a:ln>
                  <a:noFill/>
                </a:ln>
                <a:solidFill>
                  <a:prstClr val="white">
                    <a:lumMod val="65000"/>
                  </a:prstClr>
                </a:solidFill>
                <a:effectLst/>
                <a:uLnTx/>
                <a:uFillTx/>
                <a:latin typeface="Meiryo UI" pitchFamily="34" charset="0"/>
                <a:ea typeface="Meiryo UI" pitchFamily="34" charset="-122"/>
                <a:cs typeface="+mn-cs"/>
              </a:endParaRPr>
            </a:p>
          </p:txBody>
        </p:sp>
        <p:grpSp>
          <p:nvGrpSpPr>
            <p:cNvPr id="526" name="グループ化 525">
              <a:extLst>
                <a:ext uri="{FF2B5EF4-FFF2-40B4-BE49-F238E27FC236}">
                  <a16:creationId xmlns:a16="http://schemas.microsoft.com/office/drawing/2014/main" id="{51CF4642-9696-000A-A962-38B4C4900250}"/>
                </a:ext>
              </a:extLst>
            </p:cNvPr>
            <p:cNvGrpSpPr/>
            <p:nvPr/>
          </p:nvGrpSpPr>
          <p:grpSpPr>
            <a:xfrm>
              <a:off x="82952" y="1886079"/>
              <a:ext cx="9544358" cy="705226"/>
              <a:chOff x="82952" y="1886079"/>
              <a:chExt cx="9544358" cy="705226"/>
            </a:xfrm>
          </p:grpSpPr>
          <p:sp>
            <p:nvSpPr>
              <p:cNvPr id="573" name="shape_82">
                <a:extLst>
                  <a:ext uri="{FF2B5EF4-FFF2-40B4-BE49-F238E27FC236}">
                    <a16:creationId xmlns:a16="http://schemas.microsoft.com/office/drawing/2014/main" id="{157F636F-ABCC-9314-65FE-52338C0BFCCC}"/>
                  </a:ext>
                </a:extLst>
              </p:cNvPr>
              <p:cNvSpPr/>
              <p:nvPr>
                <p:custDataLst>
                  <p:tags r:id="rId144"/>
                </p:custDataLst>
              </p:nvPr>
            </p:nvSpPr>
            <p:spPr>
              <a:xfrm>
                <a:off x="1202986" y="2328924"/>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574" name="shape_82">
                <a:extLst>
                  <a:ext uri="{FF2B5EF4-FFF2-40B4-BE49-F238E27FC236}">
                    <a16:creationId xmlns:a16="http://schemas.microsoft.com/office/drawing/2014/main" id="{61486482-1AF7-43E0-86CE-E9DD431106F8}"/>
                  </a:ext>
                </a:extLst>
              </p:cNvPr>
              <p:cNvSpPr/>
              <p:nvPr>
                <p:custDataLst>
                  <p:tags r:id="rId145"/>
                </p:custDataLst>
              </p:nvPr>
            </p:nvSpPr>
            <p:spPr>
              <a:xfrm>
                <a:off x="1192073" y="2125356"/>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84" name="shape_124">
                <a:extLst>
                  <a:ext uri="{FF2B5EF4-FFF2-40B4-BE49-F238E27FC236}">
                    <a16:creationId xmlns:a16="http://schemas.microsoft.com/office/drawing/2014/main" id="{F016BF91-BE2B-8EF8-DDE2-B9A24CDA1F5B}"/>
                  </a:ext>
                </a:extLst>
              </p:cNvPr>
              <p:cNvSpPr/>
              <p:nvPr>
                <p:custDataLst>
                  <p:tags r:id="rId146"/>
                </p:custDataLst>
              </p:nvPr>
            </p:nvSpPr>
            <p:spPr>
              <a:xfrm>
                <a:off x="82952" y="1886079"/>
                <a:ext cx="477925" cy="698836"/>
              </a:xfrm>
              <a:prstGeom prst="rect">
                <a:avLst/>
              </a:prstGeom>
              <a:solidFill>
                <a:schemeClr val="bg1">
                  <a:lumMod val="95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主な文書</a:t>
                </a:r>
                <a:br>
                  <a:rPr kumimoji="1" lang="en-US" altLang="ja-JP"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br>
                <a:r>
                  <a:rPr kumimoji="1" lang="ja-JP" altLang="en-US"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公開</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86" name="shape_126">
                <a:extLst>
                  <a:ext uri="{FF2B5EF4-FFF2-40B4-BE49-F238E27FC236}">
                    <a16:creationId xmlns:a16="http://schemas.microsoft.com/office/drawing/2014/main" id="{875FF7C3-49CD-7DC1-2183-563C66C377C8}"/>
                  </a:ext>
                </a:extLst>
              </p:cNvPr>
              <p:cNvSpPr/>
              <p:nvPr>
                <p:custDataLst>
                  <p:tags r:id="rId147"/>
                </p:custDataLst>
              </p:nvPr>
            </p:nvSpPr>
            <p:spPr>
              <a:xfrm>
                <a:off x="619527" y="1892056"/>
                <a:ext cx="515938" cy="217771"/>
              </a:xfrm>
              <a:prstGeom prst="rect">
                <a:avLst/>
              </a:prstGeom>
              <a:solidFill>
                <a:schemeClr val="bg1">
                  <a:lumMod val="95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技術</a:t>
                </a:r>
                <a:endParaRPr kumimoji="1" lang="en-US" altLang="ja-JP"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endParaRPr>
              </a:p>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rPr>
                  <a:t>解説書</a:t>
                </a:r>
                <a:endParaRPr kumimoji="1" lang="en-US" altLang="ja-JP" sz="700" b="0" i="0" u="none" strike="noStrike" kern="1200" cap="none" spc="0" normalizeH="0" baseline="0" noProof="0">
                  <a:ln>
                    <a:noFill/>
                  </a:ln>
                  <a:solidFill>
                    <a:srgbClr val="000000"/>
                  </a:solidFill>
                  <a:effectLst/>
                  <a:uLnTx/>
                  <a:uFillTx/>
                  <a:latin typeface="Meiryo UI" pitchFamily="34" charset="0"/>
                  <a:ea typeface="Meiryo UI" pitchFamily="34" charset="-122"/>
                  <a:cs typeface="Meiryo UI" pitchFamily="34" charset="-120"/>
                </a:endParaRPr>
              </a:p>
            </p:txBody>
          </p:sp>
          <p:sp>
            <p:nvSpPr>
              <p:cNvPr id="87" name="shape_127">
                <a:extLst>
                  <a:ext uri="{FF2B5EF4-FFF2-40B4-BE49-F238E27FC236}">
                    <a16:creationId xmlns:a16="http://schemas.microsoft.com/office/drawing/2014/main" id="{CD15E2BD-850B-82D0-A68C-4C1350C33139}"/>
                  </a:ext>
                </a:extLst>
              </p:cNvPr>
              <p:cNvSpPr/>
              <p:nvPr>
                <p:custDataLst>
                  <p:tags r:id="rId148"/>
                </p:custDataLst>
              </p:nvPr>
            </p:nvSpPr>
            <p:spPr>
              <a:xfrm>
                <a:off x="619527" y="2132795"/>
                <a:ext cx="515938" cy="217771"/>
              </a:xfrm>
              <a:prstGeom prst="rect">
                <a:avLst/>
              </a:prstGeom>
              <a:solidFill>
                <a:schemeClr val="bg1">
                  <a:lumMod val="95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外部</a:t>
                </a:r>
                <a:r>
                  <a:rPr kumimoji="1" lang="en-US" altLang="ja-JP" sz="7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IF</a:t>
                </a:r>
              </a:p>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仕様書</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88" name="shape_128">
                <a:extLst>
                  <a:ext uri="{FF2B5EF4-FFF2-40B4-BE49-F238E27FC236}">
                    <a16:creationId xmlns:a16="http://schemas.microsoft.com/office/drawing/2014/main" id="{CB651D3A-4A07-2581-0407-10F9C86DBCC9}"/>
                  </a:ext>
                </a:extLst>
              </p:cNvPr>
              <p:cNvSpPr/>
              <p:nvPr>
                <p:custDataLst>
                  <p:tags r:id="rId149"/>
                </p:custDataLst>
              </p:nvPr>
            </p:nvSpPr>
            <p:spPr>
              <a:xfrm>
                <a:off x="619527" y="2373534"/>
                <a:ext cx="515938" cy="217771"/>
              </a:xfrm>
              <a:prstGeom prst="rect">
                <a:avLst/>
              </a:prstGeom>
              <a:solidFill>
                <a:schemeClr val="bg1">
                  <a:lumMod val="95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プロファイル</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224" name="shape_152">
                <a:extLst>
                  <a:ext uri="{FF2B5EF4-FFF2-40B4-BE49-F238E27FC236}">
                    <a16:creationId xmlns:a16="http://schemas.microsoft.com/office/drawing/2014/main" id="{44964A96-DF61-FA0F-F10A-C5FC5128158C}"/>
                  </a:ext>
                </a:extLst>
              </p:cNvPr>
              <p:cNvSpPr/>
              <p:nvPr>
                <p:custDataLst>
                  <p:tags r:id="rId150"/>
                </p:custDataLst>
              </p:nvPr>
            </p:nvSpPr>
            <p:spPr>
              <a:xfrm>
                <a:off x="3117790" y="1926435"/>
                <a:ext cx="1718573" cy="191136"/>
              </a:xfrm>
              <a:prstGeom prst="rect">
                <a:avLst/>
              </a:prstGeom>
              <a:noFill/>
              <a:ln/>
            </p:spPr>
            <p:txBody>
              <a:bodyPr vert="horz"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1">
                    <a:ln>
                      <a:noFill/>
                    </a:ln>
                    <a:solidFill>
                      <a:prstClr val="white">
                        <a:lumMod val="65000"/>
                      </a:prstClr>
                    </a:solidFill>
                    <a:effectLst/>
                    <a:uLnTx/>
                    <a:uFillTx/>
                    <a:latin typeface="Meiryo UI" pitchFamily="34" charset="0"/>
                    <a:ea typeface="Meiryo UI" pitchFamily="34" charset="-122"/>
                    <a:cs typeface="+mn-cs"/>
                  </a:rPr>
                  <a:t>▼技術解説書公開</a:t>
                </a:r>
                <a:r>
                  <a:rPr kumimoji="1" lang="en-US" altLang="ja-JP" sz="700" b="0" i="0" u="none" strike="noStrike" kern="1200" cap="none" spc="0" normalizeH="0" baseline="0" noProof="1">
                    <a:ln>
                      <a:noFill/>
                    </a:ln>
                    <a:solidFill>
                      <a:prstClr val="white">
                        <a:lumMod val="65000"/>
                      </a:prstClr>
                    </a:solidFill>
                    <a:effectLst/>
                    <a:uLnTx/>
                    <a:uFillTx/>
                    <a:latin typeface="Meiryo UI" pitchFamily="34" charset="0"/>
                    <a:ea typeface="Meiryo UI" pitchFamily="34" charset="-122"/>
                    <a:cs typeface="+mn-cs"/>
                  </a:rPr>
                  <a:t>(6</a:t>
                </a:r>
                <a:r>
                  <a:rPr kumimoji="1" lang="ja-JP" altLang="en-US" sz="700" b="0" i="0" u="none" strike="noStrike" kern="1200" cap="none" spc="0" normalizeH="0" baseline="0" noProof="1">
                    <a:ln>
                      <a:noFill/>
                    </a:ln>
                    <a:solidFill>
                      <a:prstClr val="white">
                        <a:lumMod val="65000"/>
                      </a:prstClr>
                    </a:solidFill>
                    <a:effectLst/>
                    <a:uLnTx/>
                    <a:uFillTx/>
                    <a:latin typeface="Meiryo UI" pitchFamily="34" charset="0"/>
                    <a:ea typeface="Meiryo UI" pitchFamily="34" charset="-122"/>
                    <a:cs typeface="+mn-cs"/>
                  </a:rPr>
                  <a:t>月末</a:t>
                </a:r>
                <a:r>
                  <a:rPr kumimoji="1" lang="en-US" altLang="ja-JP" sz="700" b="0" i="0" u="none" strike="noStrike" kern="1200" cap="none" spc="0" normalizeH="0" baseline="0" noProof="1">
                    <a:ln>
                      <a:noFill/>
                    </a:ln>
                    <a:solidFill>
                      <a:prstClr val="white">
                        <a:lumMod val="65000"/>
                      </a:prstClr>
                    </a:solidFill>
                    <a:effectLst/>
                    <a:uLnTx/>
                    <a:uFillTx/>
                    <a:latin typeface="Meiryo UI" pitchFamily="34" charset="0"/>
                    <a:ea typeface="Meiryo UI" pitchFamily="34" charset="-122"/>
                    <a:cs typeface="+mn-cs"/>
                  </a:rPr>
                  <a:t>)</a:t>
                </a:r>
                <a:endParaRPr kumimoji="1" lang="en-US" sz="700" b="0" i="0" u="none" strike="noStrike" kern="1200" cap="none" spc="0" normalizeH="0" baseline="0" noProof="1">
                  <a:ln>
                    <a:noFill/>
                  </a:ln>
                  <a:solidFill>
                    <a:prstClr val="white">
                      <a:lumMod val="65000"/>
                    </a:prstClr>
                  </a:solidFill>
                  <a:effectLst/>
                  <a:uLnTx/>
                  <a:uFillTx/>
                  <a:latin typeface="Meiryo UI" pitchFamily="34" charset="0"/>
                  <a:ea typeface="Meiryo UI" pitchFamily="34" charset="-122"/>
                  <a:cs typeface="+mn-cs"/>
                </a:endParaRPr>
              </a:p>
            </p:txBody>
          </p:sp>
          <p:sp>
            <p:nvSpPr>
              <p:cNvPr id="502" name="shape_152">
                <a:extLst>
                  <a:ext uri="{FF2B5EF4-FFF2-40B4-BE49-F238E27FC236}">
                    <a16:creationId xmlns:a16="http://schemas.microsoft.com/office/drawing/2014/main" id="{7D4921D2-A362-C341-968D-52D9E52D9F9D}"/>
                  </a:ext>
                </a:extLst>
              </p:cNvPr>
              <p:cNvSpPr/>
              <p:nvPr>
                <p:custDataLst>
                  <p:tags r:id="rId151"/>
                </p:custDataLst>
              </p:nvPr>
            </p:nvSpPr>
            <p:spPr>
              <a:xfrm>
                <a:off x="3475702" y="2159430"/>
                <a:ext cx="1718573" cy="191136"/>
              </a:xfrm>
              <a:prstGeom prst="rect">
                <a:avLst/>
              </a:prstGeom>
              <a:noFill/>
              <a:ln/>
            </p:spPr>
            <p:txBody>
              <a:bodyPr vert="horz"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A6A6A6"/>
                    </a:solidFill>
                    <a:effectLst/>
                    <a:uLnTx/>
                    <a:uFillTx/>
                    <a:latin typeface="Meiryo UI" pitchFamily="34" charset="0"/>
                    <a:ea typeface="Meiryo UI" pitchFamily="34" charset="-122"/>
                    <a:cs typeface="Meiryo UI" pitchFamily="34" charset="-120"/>
                  </a:rPr>
                  <a:t>▼外部</a:t>
                </a:r>
                <a:r>
                  <a:rPr kumimoji="1" lang="en-US" altLang="ja-JP" sz="700" b="0" i="0" u="none" strike="noStrike" kern="1200" cap="none" spc="0" normalizeH="0" baseline="0" noProof="0">
                    <a:ln>
                      <a:noFill/>
                    </a:ln>
                    <a:solidFill>
                      <a:srgbClr val="A6A6A6"/>
                    </a:solidFill>
                    <a:effectLst/>
                    <a:uLnTx/>
                    <a:uFillTx/>
                    <a:latin typeface="Meiryo UI" pitchFamily="34" charset="0"/>
                    <a:ea typeface="Meiryo UI" pitchFamily="34" charset="-122"/>
                    <a:cs typeface="Meiryo UI" pitchFamily="34" charset="-120"/>
                  </a:rPr>
                  <a:t>IF</a:t>
                </a:r>
                <a:r>
                  <a:rPr kumimoji="1" lang="ja-JP" altLang="en-US" sz="700" b="0" i="0" u="none" strike="noStrike" kern="1200" cap="none" spc="0" normalizeH="0" baseline="0" noProof="0">
                    <a:ln>
                      <a:noFill/>
                    </a:ln>
                    <a:solidFill>
                      <a:srgbClr val="A6A6A6"/>
                    </a:solidFill>
                    <a:effectLst/>
                    <a:uLnTx/>
                    <a:uFillTx/>
                    <a:latin typeface="Meiryo UI" pitchFamily="34" charset="0"/>
                    <a:ea typeface="Meiryo UI" pitchFamily="34" charset="-122"/>
                    <a:cs typeface="Meiryo UI" pitchFamily="34" charset="-120"/>
                  </a:rPr>
                  <a:t>仕様書公開</a:t>
                </a:r>
                <a:r>
                  <a:rPr kumimoji="1" lang="en-US" altLang="ja-JP" sz="700" b="0" i="0" u="none" strike="noStrike" kern="1200" cap="none" spc="0" normalizeH="0" baseline="0" noProof="0">
                    <a:ln>
                      <a:noFill/>
                    </a:ln>
                    <a:solidFill>
                      <a:srgbClr val="A6A6A6"/>
                    </a:solidFill>
                    <a:effectLst/>
                    <a:uLnTx/>
                    <a:uFillTx/>
                    <a:latin typeface="Meiryo UI" pitchFamily="34" charset="0"/>
                    <a:ea typeface="Meiryo UI" pitchFamily="34" charset="-122"/>
                    <a:cs typeface="Meiryo UI" pitchFamily="34" charset="-120"/>
                  </a:rPr>
                  <a:t>(7/13)</a:t>
                </a:r>
                <a:endParaRPr kumimoji="1" lang="en-US" sz="700" b="0" i="0" u="none" strike="noStrike" kern="1200" cap="none" spc="0" normalizeH="0" baseline="0" noProof="0">
                  <a:ln>
                    <a:noFill/>
                  </a:ln>
                  <a:solidFill>
                    <a:srgbClr val="A6A6A6"/>
                  </a:solidFill>
                  <a:effectLst/>
                  <a:uLnTx/>
                  <a:uFillTx/>
                  <a:latin typeface="Meiryo UI"/>
                  <a:ea typeface="Meiryo UI"/>
                  <a:cs typeface="+mn-cs"/>
                </a:endParaRPr>
              </a:p>
            </p:txBody>
          </p:sp>
          <p:sp>
            <p:nvSpPr>
              <p:cNvPr id="504" name="shape_152">
                <a:extLst>
                  <a:ext uri="{FF2B5EF4-FFF2-40B4-BE49-F238E27FC236}">
                    <a16:creationId xmlns:a16="http://schemas.microsoft.com/office/drawing/2014/main" id="{719CDA0D-8646-4ACC-0231-A96B65E0518A}"/>
                  </a:ext>
                </a:extLst>
              </p:cNvPr>
              <p:cNvSpPr/>
              <p:nvPr>
                <p:custDataLst>
                  <p:tags r:id="rId152"/>
                </p:custDataLst>
              </p:nvPr>
            </p:nvSpPr>
            <p:spPr>
              <a:xfrm>
                <a:off x="7908737" y="1916030"/>
                <a:ext cx="1718573" cy="191136"/>
              </a:xfrm>
              <a:prstGeom prst="rect">
                <a:avLst/>
              </a:prstGeom>
              <a:noFill/>
              <a:ln/>
            </p:spPr>
            <p:txBody>
              <a:bodyPr vert="horz"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▼技術解説書公</a:t>
                </a: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n-cs"/>
                  </a:rPr>
                  <a:t>開</a:t>
                </a:r>
                <a:endParaRPr kumimoji="1" 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n-cs"/>
                </a:endParaRPr>
              </a:p>
            </p:txBody>
          </p:sp>
          <p:sp>
            <p:nvSpPr>
              <p:cNvPr id="455" name="shape_152">
                <a:extLst>
                  <a:ext uri="{FF2B5EF4-FFF2-40B4-BE49-F238E27FC236}">
                    <a16:creationId xmlns:a16="http://schemas.microsoft.com/office/drawing/2014/main" id="{F0132438-232B-E399-9424-E739AFB77000}"/>
                  </a:ext>
                </a:extLst>
              </p:cNvPr>
              <p:cNvSpPr/>
              <p:nvPr>
                <p:custDataLst>
                  <p:tags r:id="rId153"/>
                </p:custDataLst>
              </p:nvPr>
            </p:nvSpPr>
            <p:spPr>
              <a:xfrm>
                <a:off x="1971085" y="1918691"/>
                <a:ext cx="1718573" cy="191136"/>
              </a:xfrm>
              <a:prstGeom prst="rect">
                <a:avLst/>
              </a:prstGeom>
              <a:noFill/>
              <a:ln/>
            </p:spPr>
            <p:txBody>
              <a:bodyPr vert="horz"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en-US" altLang="ja-JP" sz="700" b="0" i="0" u="none" strike="noStrike" kern="1200" cap="none" spc="0" normalizeH="0" baseline="0" noProof="0">
                    <a:ln>
                      <a:noFill/>
                    </a:ln>
                    <a:solidFill>
                      <a:prstClr val="white">
                        <a:lumMod val="65000"/>
                      </a:prstClr>
                    </a:solidFill>
                    <a:effectLst/>
                    <a:uLnTx/>
                    <a:uFillTx/>
                    <a:latin typeface="Meiryo UI" pitchFamily="34" charset="0"/>
                    <a:ea typeface="Meiryo UI" pitchFamily="34" charset="-122"/>
                    <a:cs typeface="Meiryo UI" pitchFamily="34" charset="-120"/>
                  </a:rPr>
                  <a:t>JAHIS</a:t>
                </a:r>
                <a:r>
                  <a:rPr kumimoji="1" lang="ja-JP" altLang="en-US" sz="700" b="0" i="0" u="none" strike="noStrike" kern="1200" cap="none" spc="0" normalizeH="0" baseline="0" noProof="0">
                    <a:ln>
                      <a:noFill/>
                    </a:ln>
                    <a:solidFill>
                      <a:prstClr val="white">
                        <a:lumMod val="65000"/>
                      </a:prstClr>
                    </a:solidFill>
                    <a:effectLst/>
                    <a:uLnTx/>
                    <a:uFillTx/>
                    <a:latin typeface="Meiryo UI" pitchFamily="34" charset="0"/>
                    <a:ea typeface="Meiryo UI" pitchFamily="34" charset="-122"/>
                    <a:cs typeface="Meiryo UI" pitchFamily="34" charset="-120"/>
                  </a:rPr>
                  <a:t>確認</a:t>
                </a:r>
                <a:r>
                  <a:rPr kumimoji="1" lang="en-US" altLang="ja-JP" sz="700" b="0" i="0" u="none" strike="noStrike" kern="1200" cap="none" spc="0" normalizeH="0" baseline="0" noProof="0">
                    <a:ln>
                      <a:noFill/>
                    </a:ln>
                    <a:solidFill>
                      <a:prstClr val="white">
                        <a:lumMod val="65000"/>
                      </a:prstClr>
                    </a:solidFill>
                    <a:effectLst/>
                    <a:uLnTx/>
                    <a:uFillTx/>
                    <a:latin typeface="Meiryo UI" pitchFamily="34" charset="0"/>
                    <a:ea typeface="Meiryo UI" pitchFamily="34" charset="-122"/>
                    <a:cs typeface="Meiryo UI" pitchFamily="34" charset="-120"/>
                  </a:rPr>
                  <a:t>(</a:t>
                </a:r>
                <a:r>
                  <a:rPr kumimoji="1" lang="en-US" altLang="ja-JP" sz="700" b="0" i="0" u="none" strike="noStrike" kern="1200" cap="none" spc="0" normalizeH="0" baseline="0" noProof="1">
                    <a:ln>
                      <a:noFill/>
                    </a:ln>
                    <a:solidFill>
                      <a:prstClr val="white">
                        <a:lumMod val="65000"/>
                      </a:prstClr>
                    </a:solidFill>
                    <a:effectLst/>
                    <a:uLnTx/>
                    <a:uFillTx/>
                    <a:latin typeface="Meiryo UI" pitchFamily="34" charset="0"/>
                    <a:ea typeface="Meiryo UI" pitchFamily="34" charset="-122"/>
                    <a:cs typeface="+mn-cs"/>
                  </a:rPr>
                  <a:t>6/2</a:t>
                </a:r>
                <a:r>
                  <a:rPr kumimoji="1" lang="ja-JP" altLang="en-US" sz="700" b="0" i="0" u="none" strike="noStrike" kern="1200" cap="none" spc="0" normalizeH="0" baseline="0" noProof="0">
                    <a:ln>
                      <a:noFill/>
                    </a:ln>
                    <a:solidFill>
                      <a:prstClr val="white">
                        <a:lumMod val="65000"/>
                      </a:prstClr>
                    </a:solidFill>
                    <a:effectLst/>
                    <a:uLnTx/>
                    <a:uFillTx/>
                    <a:latin typeface="Meiryo UI" pitchFamily="34" charset="0"/>
                    <a:ea typeface="Meiryo UI" pitchFamily="34" charset="-122"/>
                    <a:cs typeface="Meiryo UI" pitchFamily="34" charset="-120"/>
                  </a:rPr>
                  <a:t>予定</a:t>
                </a:r>
                <a:r>
                  <a:rPr kumimoji="1" lang="en-US" altLang="ja-JP" sz="700" b="0" i="0" u="none" strike="noStrike" kern="1200" cap="none" spc="0" normalizeH="0" baseline="0" noProof="0">
                    <a:ln>
                      <a:noFill/>
                    </a:ln>
                    <a:solidFill>
                      <a:prstClr val="white">
                        <a:lumMod val="65000"/>
                      </a:prstClr>
                    </a:solidFill>
                    <a:effectLst/>
                    <a:uLnTx/>
                    <a:uFillTx/>
                    <a:latin typeface="Meiryo UI" pitchFamily="34" charset="0"/>
                    <a:ea typeface="Meiryo UI" pitchFamily="34" charset="-122"/>
                    <a:cs typeface="Meiryo UI" pitchFamily="34" charset="-120"/>
                  </a:rPr>
                  <a:t>)</a:t>
                </a:r>
                <a:r>
                  <a:rPr kumimoji="1" lang="ja-JP" altLang="en-US" sz="700" b="0" i="0" u="none" strike="noStrike" kern="1200" cap="none" spc="0" normalizeH="0" baseline="0" noProof="0">
                    <a:ln>
                      <a:noFill/>
                    </a:ln>
                    <a:solidFill>
                      <a:prstClr val="white">
                        <a:lumMod val="65000"/>
                      </a:prstClr>
                    </a:solidFill>
                    <a:effectLst/>
                    <a:uLnTx/>
                    <a:uFillTx/>
                    <a:latin typeface="Meiryo UI" pitchFamily="34" charset="0"/>
                    <a:ea typeface="Meiryo UI" pitchFamily="34" charset="-122"/>
                    <a:cs typeface="Meiryo UI" pitchFamily="34" charset="-120"/>
                  </a:rPr>
                  <a:t>▼</a:t>
                </a:r>
                <a:endParaRPr kumimoji="1" lang="en-US" sz="700" b="0" i="0" u="none" strike="noStrike" kern="1200" cap="none" spc="0" normalizeH="0" baseline="0" noProof="0">
                  <a:ln>
                    <a:noFill/>
                  </a:ln>
                  <a:solidFill>
                    <a:prstClr val="white">
                      <a:lumMod val="65000"/>
                    </a:prstClr>
                  </a:solidFill>
                  <a:effectLst/>
                  <a:uLnTx/>
                  <a:uFillTx/>
                  <a:latin typeface="Meiryo UI"/>
                  <a:ea typeface="Meiryo UI"/>
                  <a:cs typeface="+mn-cs"/>
                </a:endParaRPr>
              </a:p>
            </p:txBody>
          </p:sp>
          <p:cxnSp>
            <p:nvCxnSpPr>
              <p:cNvPr id="578" name="直線矢印コネクタ 577">
                <a:extLst>
                  <a:ext uri="{FF2B5EF4-FFF2-40B4-BE49-F238E27FC236}">
                    <a16:creationId xmlns:a16="http://schemas.microsoft.com/office/drawing/2014/main" id="{7F5F02A9-0556-DF73-93C3-7AD089459837}"/>
                  </a:ext>
                </a:extLst>
              </p:cNvPr>
              <p:cNvCxnSpPr>
                <a:cxnSpLocks/>
              </p:cNvCxnSpPr>
              <p:nvPr/>
            </p:nvCxnSpPr>
            <p:spPr bwMode="auto">
              <a:xfrm>
                <a:off x="1166956" y="2490372"/>
                <a:ext cx="969130" cy="0"/>
              </a:xfrm>
              <a:prstGeom prst="straightConnector1">
                <a:avLst/>
              </a:prstGeom>
              <a:solidFill>
                <a:schemeClr val="bg1"/>
              </a:solidFill>
              <a:ln w="9525" cap="flat" cmpd="sng" algn="ctr">
                <a:solidFill>
                  <a:schemeClr val="tx1"/>
                </a:solidFill>
                <a:prstDash val="solid"/>
                <a:round/>
                <a:headEnd type="none" w="med" len="med"/>
                <a:tailEnd type="triangle"/>
              </a:ln>
              <a:effectLst/>
            </p:spPr>
          </p:cxnSp>
          <p:cxnSp>
            <p:nvCxnSpPr>
              <p:cNvPr id="458" name="直線矢印コネクタ 457">
                <a:extLst>
                  <a:ext uri="{FF2B5EF4-FFF2-40B4-BE49-F238E27FC236}">
                    <a16:creationId xmlns:a16="http://schemas.microsoft.com/office/drawing/2014/main" id="{4D43A890-5ED1-7324-4FE4-F14559DD5CF7}"/>
                  </a:ext>
                </a:extLst>
              </p:cNvPr>
              <p:cNvCxnSpPr>
                <a:cxnSpLocks/>
              </p:cNvCxnSpPr>
              <p:nvPr/>
            </p:nvCxnSpPr>
            <p:spPr bwMode="auto">
              <a:xfrm>
                <a:off x="2136086" y="2490372"/>
                <a:ext cx="969130" cy="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459" name="正方形/長方形 458">
                <a:extLst>
                  <a:ext uri="{FF2B5EF4-FFF2-40B4-BE49-F238E27FC236}">
                    <a16:creationId xmlns:a16="http://schemas.microsoft.com/office/drawing/2014/main" id="{6DF4F08E-1094-74C9-EB93-4D6C01AFB985}"/>
                  </a:ext>
                </a:extLst>
              </p:cNvPr>
              <p:cNvSpPr/>
              <p:nvPr/>
            </p:nvSpPr>
            <p:spPr>
              <a:xfrm>
                <a:off x="1438884" y="2429340"/>
                <a:ext cx="425274" cy="104775"/>
              </a:xfrm>
              <a:prstGeom prst="rect">
                <a:avLst/>
              </a:prstGeom>
              <a:solidFill>
                <a:schemeClr val="bg1">
                  <a:lumMod val="95000"/>
                </a:schemeClr>
              </a:solidFill>
              <a:ln>
                <a:no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white">
                        <a:lumMod val="65000"/>
                      </a:prstClr>
                    </a:solidFill>
                    <a:effectLst/>
                    <a:uLnTx/>
                    <a:uFillTx/>
                    <a:latin typeface="Meiryo UI"/>
                    <a:ea typeface="Meiryo UI"/>
                    <a:cs typeface="+mn-cs"/>
                  </a:rPr>
                  <a:t>更新</a:t>
                </a:r>
              </a:p>
            </p:txBody>
          </p:sp>
          <p:sp>
            <p:nvSpPr>
              <p:cNvPr id="460" name="正方形/長方形 459">
                <a:extLst>
                  <a:ext uri="{FF2B5EF4-FFF2-40B4-BE49-F238E27FC236}">
                    <a16:creationId xmlns:a16="http://schemas.microsoft.com/office/drawing/2014/main" id="{221BFD04-912A-9D2D-E7FA-F8CADD20E7C3}"/>
                  </a:ext>
                </a:extLst>
              </p:cNvPr>
              <p:cNvSpPr/>
              <p:nvPr/>
            </p:nvSpPr>
            <p:spPr>
              <a:xfrm>
                <a:off x="2408014" y="2438865"/>
                <a:ext cx="425274" cy="104775"/>
              </a:xfrm>
              <a:prstGeom prst="rect">
                <a:avLst/>
              </a:prstGeom>
              <a:solidFill>
                <a:schemeClr val="bg1">
                  <a:lumMod val="95000"/>
                </a:schemeClr>
              </a:solidFill>
              <a:ln>
                <a:no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white">
                        <a:lumMod val="65000"/>
                      </a:prstClr>
                    </a:solidFill>
                    <a:effectLst/>
                    <a:uLnTx/>
                    <a:uFillTx/>
                    <a:latin typeface="Meiryo UI"/>
                    <a:ea typeface="Meiryo UI"/>
                    <a:cs typeface="+mn-cs"/>
                  </a:rPr>
                  <a:t>検証等</a:t>
                </a:r>
              </a:p>
            </p:txBody>
          </p:sp>
          <p:sp>
            <p:nvSpPr>
              <p:cNvPr id="520" name="shape_152">
                <a:extLst>
                  <a:ext uri="{FF2B5EF4-FFF2-40B4-BE49-F238E27FC236}">
                    <a16:creationId xmlns:a16="http://schemas.microsoft.com/office/drawing/2014/main" id="{E44BDAD3-CC17-E52B-90D8-6BB666FEC2CD}"/>
                  </a:ext>
                </a:extLst>
              </p:cNvPr>
              <p:cNvSpPr/>
              <p:nvPr>
                <p:custDataLst>
                  <p:tags r:id="rId154"/>
                </p:custDataLst>
              </p:nvPr>
            </p:nvSpPr>
            <p:spPr>
              <a:xfrm>
                <a:off x="5695223" y="2158175"/>
                <a:ext cx="1609602" cy="132486"/>
              </a:xfrm>
              <a:prstGeom prst="rect">
                <a:avLst/>
              </a:prstGeom>
              <a:noFill/>
              <a:ln/>
            </p:spPr>
            <p:txBody>
              <a:bodyPr vert="horz"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n-cs"/>
                  </a:rPr>
                  <a:t>　</a:t>
                </a:r>
                <a:r>
                  <a:rPr kumimoji="1" lang="ja-JP" altLang="en-US" sz="700" b="0" i="0" u="none" strike="noStrike" kern="1200" cap="none" spc="0" normalizeH="0" baseline="0" noProof="1">
                    <a:ln>
                      <a:noFill/>
                    </a:ln>
                    <a:solidFill>
                      <a:srgbClr val="7500C0"/>
                    </a:solidFill>
                    <a:effectLst/>
                    <a:uLnTx/>
                    <a:uFillTx/>
                    <a:latin typeface="Meiryo UI" pitchFamily="34" charset="0"/>
                    <a:ea typeface="Meiryo UI" pitchFamily="34" charset="-122"/>
                    <a:cs typeface="+mn-cs"/>
                  </a:rPr>
                  <a:t> ▼</a:t>
                </a: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n-cs"/>
                  </a:rPr>
                  <a:t> 外部</a:t>
                </a:r>
                <a:r>
                  <a:rPr kumimoji="1" lang="en-US" altLang="ja-JP" sz="700" b="0" i="0" u="none" strike="noStrike" kern="1200" cap="none" spc="0" normalizeH="0" baseline="0" noProof="0">
                    <a:ln>
                      <a:noFill/>
                    </a:ln>
                    <a:solidFill>
                      <a:srgbClr val="7500C0"/>
                    </a:solidFill>
                    <a:effectLst/>
                    <a:uLnTx/>
                    <a:uFillTx/>
                    <a:latin typeface="Meiryo UI" pitchFamily="34" charset="0"/>
                    <a:ea typeface="Meiryo UI" pitchFamily="34" charset="-122"/>
                    <a:cs typeface="+mn-cs"/>
                  </a:rPr>
                  <a:t>IF</a:t>
                </a: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n-cs"/>
                  </a:rPr>
                  <a:t>仕様書公開</a:t>
                </a:r>
                <a:r>
                  <a:rPr kumimoji="1" lang="en-US" altLang="ja-JP" sz="700" b="0" i="0" u="none" strike="noStrike" kern="1200" cap="none" spc="0" normalizeH="0" baseline="0" noProof="0">
                    <a:ln>
                      <a:noFill/>
                    </a:ln>
                    <a:solidFill>
                      <a:srgbClr val="7500C0"/>
                    </a:solidFill>
                    <a:effectLst/>
                    <a:uLnTx/>
                    <a:uFillTx/>
                    <a:latin typeface="Meiryo UI" pitchFamily="34" charset="0"/>
                    <a:ea typeface="Meiryo UI" pitchFamily="34" charset="-122"/>
                    <a:cs typeface="+mn-cs"/>
                  </a:rPr>
                  <a:t>(</a:t>
                </a:r>
                <a:r>
                  <a:rPr kumimoji="1" lang="en-US" altLang="ja-JP" sz="700" b="0" i="0" u="none" strike="noStrike" kern="1200" cap="none" spc="0" normalizeH="0" baseline="0" noProof="1">
                    <a:ln>
                      <a:noFill/>
                    </a:ln>
                    <a:solidFill>
                      <a:srgbClr val="7500C0"/>
                    </a:solidFill>
                    <a:effectLst/>
                    <a:uLnTx/>
                    <a:uFillTx/>
                    <a:latin typeface="Meiryo UI" pitchFamily="34" charset="0"/>
                    <a:ea typeface="Meiryo UI" pitchFamily="34" charset="-122"/>
                    <a:cs typeface="+mn-cs"/>
                  </a:rPr>
                  <a:t>10</a:t>
                </a:r>
                <a:r>
                  <a:rPr kumimoji="1" lang="en-US" altLang="ja-JP" sz="700" b="0" i="0" u="none" strike="noStrike" kern="1200" cap="none" spc="0" normalizeH="0" baseline="0" noProof="0">
                    <a:ln>
                      <a:noFill/>
                    </a:ln>
                    <a:solidFill>
                      <a:srgbClr val="7500C0"/>
                    </a:solidFill>
                    <a:effectLst/>
                    <a:uLnTx/>
                    <a:uFillTx/>
                    <a:latin typeface="Meiryo UI" pitchFamily="34" charset="0"/>
                    <a:ea typeface="Meiryo UI" pitchFamily="34" charset="-122"/>
                    <a:cs typeface="+mn-cs"/>
                  </a:rPr>
                  <a:t>/21</a:t>
                </a: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n-cs"/>
                  </a:rPr>
                  <a:t>予定</a:t>
                </a:r>
                <a:r>
                  <a:rPr kumimoji="1" lang="en-US" altLang="ja-JP" sz="700" b="0" i="0" u="none" strike="noStrike" kern="1200" cap="none" spc="0" normalizeH="0" baseline="0" noProof="0">
                    <a:ln>
                      <a:noFill/>
                    </a:ln>
                    <a:solidFill>
                      <a:srgbClr val="7500C0"/>
                    </a:solidFill>
                    <a:effectLst/>
                    <a:uLnTx/>
                    <a:uFillTx/>
                    <a:latin typeface="Meiryo UI" pitchFamily="34" charset="0"/>
                    <a:ea typeface="Meiryo UI" pitchFamily="34" charset="-122"/>
                    <a:cs typeface="+mn-cs"/>
                  </a:rPr>
                  <a:t>)</a:t>
                </a:r>
                <a:endParaRPr kumimoji="1" 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n-cs"/>
                </a:endParaRPr>
              </a:p>
            </p:txBody>
          </p:sp>
        </p:grpSp>
      </p:grpSp>
      <p:sp>
        <p:nvSpPr>
          <p:cNvPr id="540" name="テキスト ボックス 11">
            <a:extLst>
              <a:ext uri="{FF2B5EF4-FFF2-40B4-BE49-F238E27FC236}">
                <a16:creationId xmlns:a16="http://schemas.microsoft.com/office/drawing/2014/main" id="{B17DC771-FD41-7AD7-D2C9-57E621D34031}"/>
              </a:ext>
            </a:extLst>
          </p:cNvPr>
          <p:cNvSpPr txBox="1"/>
          <p:nvPr/>
        </p:nvSpPr>
        <p:spPr>
          <a:xfrm>
            <a:off x="6802704" y="3068569"/>
            <a:ext cx="1973404" cy="338751"/>
          </a:xfrm>
          <a:prstGeom prst="rect">
            <a:avLst/>
          </a:prstGeom>
          <a:noFill/>
          <a:ln w="9525" cmpd="sng">
            <a:noFill/>
          </a:ln>
          <a:effectLst/>
        </p:spPr>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a:ln>
                  <a:noFill/>
                </a:ln>
                <a:solidFill>
                  <a:srgbClr val="7500C0"/>
                </a:solidFill>
                <a:effectLst/>
                <a:uLnTx/>
                <a:uFillTx/>
                <a:latin typeface="Meiryo UI" panose="020B0604030504040204" pitchFamily="50" charset="-128"/>
                <a:ea typeface="Meiryo UI" panose="020B0604030504040204" pitchFamily="50" charset="-128"/>
                <a:cs typeface="+mn-cs"/>
              </a:rPr>
              <a:t>接検第二リリース</a:t>
            </a:r>
            <a:r>
              <a:rPr kumimoji="1" lang="en-US" altLang="ja-JP" sz="700" b="0" i="0" u="none" strike="noStrike" kern="1200" cap="none" spc="0" normalizeH="0" baseline="0" noProof="0">
                <a:ln>
                  <a:noFill/>
                </a:ln>
                <a:solidFill>
                  <a:srgbClr val="7500C0"/>
                </a:solidFill>
                <a:effectLst/>
                <a:uLnTx/>
                <a:uFillTx/>
                <a:latin typeface="Meiryo UI" panose="020B0604030504040204" pitchFamily="50" charset="-128"/>
                <a:ea typeface="Meiryo UI" panose="020B0604030504040204" pitchFamily="50" charset="-128"/>
                <a:cs typeface="+mn-cs"/>
              </a:rPr>
              <a:t>(</a:t>
            </a:r>
            <a:r>
              <a:rPr kumimoji="1" lang="ja-JP" altLang="en-US" sz="700" b="0" i="0" u="none" strike="noStrike" kern="1200" cap="none" spc="0" normalizeH="0" baseline="0" noProof="0">
                <a:ln>
                  <a:noFill/>
                </a:ln>
                <a:solidFill>
                  <a:srgbClr val="7500C0"/>
                </a:solidFill>
                <a:effectLst/>
                <a:uLnTx/>
                <a:uFillTx/>
                <a:latin typeface="Meiryo UI" panose="020B0604030504040204" pitchFamily="50" charset="-128"/>
                <a:ea typeface="Meiryo UI" panose="020B0604030504040204" pitchFamily="50" charset="-128"/>
                <a:cs typeface="+mn-cs"/>
              </a:rPr>
              <a:t>アプリ基盤バージョンアップ版 </a:t>
            </a:r>
            <a:r>
              <a:rPr kumimoji="1" lang="en-US" altLang="ja-JP" sz="700" b="0" i="0" u="none" strike="noStrike" kern="1200" cap="none" spc="0" normalizeH="0" baseline="0" noProof="0">
                <a:ln>
                  <a:noFill/>
                </a:ln>
                <a:solidFill>
                  <a:srgbClr val="7500C0"/>
                </a:solidFill>
                <a:effectLst/>
                <a:uLnTx/>
                <a:uFillTx/>
                <a:latin typeface="Meiryo UI" panose="020B0604030504040204" pitchFamily="50" charset="-128"/>
                <a:ea typeface="Meiryo UI" panose="020B0604030504040204" pitchFamily="50" charset="-128"/>
                <a:cs typeface="+mn-cs"/>
              </a:rPr>
              <a:t>12/7)</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700" b="0" i="0" u="none" strike="noStrike" kern="1200" cap="none" spc="0" normalizeH="0" baseline="0" noProof="0">
              <a:ln>
                <a:noFill/>
              </a:ln>
              <a:solidFill>
                <a:srgbClr val="7500C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a:ln>
                  <a:noFill/>
                </a:ln>
                <a:solidFill>
                  <a:srgbClr val="7500C0"/>
                </a:solidFill>
                <a:effectLst/>
                <a:uLnTx/>
                <a:uFillTx/>
                <a:latin typeface="Meiryo UI" panose="020B0604030504040204" pitchFamily="50" charset="-128"/>
                <a:ea typeface="Meiryo UI" panose="020B0604030504040204" pitchFamily="50" charset="-128"/>
                <a:cs typeface="+mn-cs"/>
              </a:rPr>
              <a:t>▼</a:t>
            </a:r>
            <a:endParaRPr kumimoji="1" lang="en-US" altLang="ja-JP" sz="700" b="0" i="0" u="none" strike="noStrike" kern="1200" cap="none" spc="0" normalizeH="0" baseline="0" noProof="0">
              <a:ln>
                <a:noFill/>
              </a:ln>
              <a:solidFill>
                <a:srgbClr val="7500C0"/>
              </a:solidFill>
              <a:effectLst/>
              <a:uLnTx/>
              <a:uFillTx/>
              <a:latin typeface="Meiryo UI" panose="020B0604030504040204" pitchFamily="50" charset="-128"/>
              <a:ea typeface="Meiryo UI" panose="020B0604030504040204" pitchFamily="50" charset="-128"/>
              <a:cs typeface="+mn-cs"/>
            </a:endParaRPr>
          </a:p>
        </p:txBody>
      </p:sp>
      <p:sp>
        <p:nvSpPr>
          <p:cNvPr id="542" name="テキスト ボックス 12">
            <a:extLst>
              <a:ext uri="{FF2B5EF4-FFF2-40B4-BE49-F238E27FC236}">
                <a16:creationId xmlns:a16="http://schemas.microsoft.com/office/drawing/2014/main" id="{EA67D324-4DEB-ADD9-CD3E-A54B03493ACA}"/>
              </a:ext>
            </a:extLst>
          </p:cNvPr>
          <p:cNvSpPr txBox="1"/>
          <p:nvPr/>
        </p:nvSpPr>
        <p:spPr>
          <a:xfrm>
            <a:off x="6896633" y="3448591"/>
            <a:ext cx="2467778" cy="216000"/>
          </a:xfrm>
          <a:prstGeom prst="rect">
            <a:avLst/>
          </a:prstGeom>
          <a:noFill/>
          <a:ln w="9525" cmpd="sng">
            <a:noFill/>
          </a:ln>
          <a:effectLst/>
        </p:spPr>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a:ln>
                  <a:noFill/>
                </a:ln>
                <a:solidFill>
                  <a:srgbClr val="7500C0"/>
                </a:solidFill>
                <a:effectLst/>
                <a:uLnTx/>
                <a:uFillTx/>
                <a:latin typeface="Meiryo UI" panose="020B0604030504040204" pitchFamily="50" charset="-128"/>
                <a:ea typeface="Meiryo UI" panose="020B0604030504040204" pitchFamily="50" charset="-128"/>
                <a:cs typeface="+mn-cs"/>
              </a:rPr>
              <a:t>▼接検・本番 リリース</a:t>
            </a:r>
            <a:r>
              <a:rPr kumimoji="1" lang="en-US" altLang="ja-JP" sz="700" b="0" i="0" u="none" strike="noStrike" kern="1200" cap="none" spc="0" normalizeH="0" baseline="0" noProof="0">
                <a:ln>
                  <a:noFill/>
                </a:ln>
                <a:solidFill>
                  <a:srgbClr val="7500C0"/>
                </a:solidFill>
                <a:effectLst/>
                <a:uLnTx/>
                <a:uFillTx/>
                <a:latin typeface="Meiryo UI" panose="020B0604030504040204" pitchFamily="50" charset="-128"/>
                <a:ea typeface="Meiryo UI" panose="020B0604030504040204" pitchFamily="50" charset="-128"/>
                <a:cs typeface="+mn-cs"/>
              </a:rPr>
              <a:t>(</a:t>
            </a:r>
            <a:r>
              <a:rPr kumimoji="1" lang="ja-JP" altLang="en-US" sz="700" b="0" i="0" u="none" strike="noStrike" kern="1200" cap="none" spc="0" normalizeH="0" baseline="0" noProof="0">
                <a:ln>
                  <a:noFill/>
                </a:ln>
                <a:solidFill>
                  <a:srgbClr val="7500C0"/>
                </a:solidFill>
                <a:effectLst/>
                <a:uLnTx/>
                <a:uFillTx/>
                <a:latin typeface="Meiryo UI" panose="020B0604030504040204" pitchFamily="50" charset="-128"/>
                <a:ea typeface="Meiryo UI" panose="020B0604030504040204" pitchFamily="50" charset="-128"/>
                <a:cs typeface="+mn-cs"/>
              </a:rPr>
              <a:t>アプリ基盤バージョンアップ版 </a:t>
            </a:r>
            <a:r>
              <a:rPr kumimoji="1" lang="en-US" altLang="ja-JP" sz="700" b="0" i="0" u="none" strike="noStrike" kern="1200" cap="none" spc="0" normalizeH="0" baseline="0" noProof="0">
                <a:ln>
                  <a:noFill/>
                </a:ln>
                <a:solidFill>
                  <a:srgbClr val="7500C0"/>
                </a:solidFill>
                <a:effectLst/>
                <a:uLnTx/>
                <a:uFillTx/>
                <a:latin typeface="Meiryo UI" panose="020B0604030504040204" pitchFamily="50" charset="-128"/>
                <a:ea typeface="Meiryo UI" panose="020B0604030504040204" pitchFamily="50" charset="-128"/>
                <a:cs typeface="+mn-cs"/>
              </a:rPr>
              <a:t>12/21)</a:t>
            </a:r>
            <a:r>
              <a:rPr kumimoji="1" lang="ja-JP" altLang="en-US" sz="700" b="0" i="0" u="none" strike="noStrike" kern="1200" cap="none" spc="0" normalizeH="0" baseline="0" noProof="0">
                <a:ln>
                  <a:noFill/>
                </a:ln>
                <a:solidFill>
                  <a:srgbClr val="7500C0"/>
                </a:solidFill>
                <a:effectLst/>
                <a:uLnTx/>
                <a:uFillTx/>
                <a:latin typeface="Meiryo UI" panose="020B0604030504040204" pitchFamily="50" charset="-128"/>
                <a:ea typeface="Meiryo UI" panose="020B0604030504040204" pitchFamily="50" charset="-128"/>
                <a:cs typeface="+mn-cs"/>
              </a:rPr>
              <a:t> </a:t>
            </a:r>
            <a:endParaRPr kumimoji="1" lang="en-US" altLang="ja-JP" sz="700" b="0" i="0" u="none" strike="noStrike" kern="1200" cap="none" spc="0" normalizeH="0" baseline="0" noProof="0">
              <a:ln>
                <a:noFill/>
              </a:ln>
              <a:solidFill>
                <a:srgbClr val="7500C0"/>
              </a:solidFill>
              <a:effectLst/>
              <a:uLnTx/>
              <a:uFillTx/>
              <a:latin typeface="Meiryo UI" panose="020B0604030504040204" pitchFamily="50" charset="-128"/>
              <a:ea typeface="Meiryo UI" panose="020B0604030504040204" pitchFamily="50" charset="-128"/>
              <a:cs typeface="+mn-cs"/>
            </a:endParaRPr>
          </a:p>
        </p:txBody>
      </p:sp>
      <p:sp>
        <p:nvSpPr>
          <p:cNvPr id="5" name="shape_152">
            <a:extLst>
              <a:ext uri="{FF2B5EF4-FFF2-40B4-BE49-F238E27FC236}">
                <a16:creationId xmlns:a16="http://schemas.microsoft.com/office/drawing/2014/main" id="{29BE9EA7-DAB5-B8A7-6DF9-88891A498EC0}"/>
              </a:ext>
            </a:extLst>
          </p:cNvPr>
          <p:cNvSpPr/>
          <p:nvPr>
            <p:custDataLst>
              <p:tags r:id="rId116"/>
            </p:custDataLst>
          </p:nvPr>
        </p:nvSpPr>
        <p:spPr>
          <a:xfrm>
            <a:off x="5426281" y="4776124"/>
            <a:ext cx="1232444" cy="191136"/>
          </a:xfrm>
          <a:prstGeom prst="rect">
            <a:avLst/>
          </a:prstGeom>
          <a:noFill/>
          <a:ln/>
        </p:spPr>
        <p:txBody>
          <a:bodyPr vert="horz"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▼調達委員会(10/20)</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0" name="shape_152">
            <a:extLst>
              <a:ext uri="{FF2B5EF4-FFF2-40B4-BE49-F238E27FC236}">
                <a16:creationId xmlns:a16="http://schemas.microsoft.com/office/drawing/2014/main" id="{43981B61-938B-4438-5725-D6AA4DF993C6}"/>
              </a:ext>
            </a:extLst>
          </p:cNvPr>
          <p:cNvSpPr/>
          <p:nvPr>
            <p:custDataLst>
              <p:tags r:id="rId117"/>
            </p:custDataLst>
          </p:nvPr>
        </p:nvSpPr>
        <p:spPr>
          <a:xfrm>
            <a:off x="4403740" y="3798923"/>
            <a:ext cx="646088" cy="191136"/>
          </a:xfrm>
          <a:prstGeom prst="rect">
            <a:avLst/>
          </a:prstGeom>
          <a:noFill/>
          <a:ln/>
        </p:spPr>
        <p:txBody>
          <a:bodyPr vert="horz"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prstClr val="white">
                    <a:lumMod val="75000"/>
                  </a:prstClr>
                </a:solidFill>
                <a:effectLst/>
                <a:uLnTx/>
                <a:uFillTx/>
                <a:latin typeface="Meiryo UI" pitchFamily="34" charset="0"/>
                <a:ea typeface="Meiryo UI" pitchFamily="34" charset="-122"/>
                <a:cs typeface="Meiryo UI" pitchFamily="34" charset="-120"/>
              </a:rPr>
              <a:t>調達委員会▼</a:t>
            </a:r>
            <a:endParaRPr kumimoji="1" lang="en-US" sz="700" b="0" i="0" u="none" strike="noStrike" kern="1200" cap="none" spc="0" normalizeH="0" baseline="0" noProof="0">
              <a:ln>
                <a:noFill/>
              </a:ln>
              <a:solidFill>
                <a:prstClr val="white">
                  <a:lumMod val="75000"/>
                </a:prstClr>
              </a:solidFill>
              <a:effectLst/>
              <a:uLnTx/>
              <a:uFillTx/>
              <a:latin typeface="Meiryo UI"/>
              <a:ea typeface="Meiryo UI"/>
              <a:cs typeface="+mn-cs"/>
            </a:endParaRPr>
          </a:p>
        </p:txBody>
      </p:sp>
      <p:sp>
        <p:nvSpPr>
          <p:cNvPr id="17" name="shape_152">
            <a:extLst>
              <a:ext uri="{FF2B5EF4-FFF2-40B4-BE49-F238E27FC236}">
                <a16:creationId xmlns:a16="http://schemas.microsoft.com/office/drawing/2014/main" id="{E8006923-AB25-6BD9-7DBD-8DD15394DB53}"/>
              </a:ext>
            </a:extLst>
          </p:cNvPr>
          <p:cNvSpPr/>
          <p:nvPr>
            <p:custDataLst>
              <p:tags r:id="rId118"/>
            </p:custDataLst>
          </p:nvPr>
        </p:nvSpPr>
        <p:spPr>
          <a:xfrm>
            <a:off x="8354749" y="4798984"/>
            <a:ext cx="646088" cy="191136"/>
          </a:xfrm>
          <a:prstGeom prst="rect">
            <a:avLst/>
          </a:prstGeom>
          <a:noFill/>
          <a:ln/>
        </p:spPr>
        <p:txBody>
          <a:bodyPr vert="horz"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調達委員会▼</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468" name="shape_152">
            <a:extLst>
              <a:ext uri="{FF2B5EF4-FFF2-40B4-BE49-F238E27FC236}">
                <a16:creationId xmlns:a16="http://schemas.microsoft.com/office/drawing/2014/main" id="{642BB680-B0DB-1D26-79B1-A6214B5441B8}"/>
              </a:ext>
            </a:extLst>
          </p:cNvPr>
          <p:cNvSpPr/>
          <p:nvPr>
            <p:custDataLst>
              <p:tags r:id="rId119"/>
            </p:custDataLst>
          </p:nvPr>
        </p:nvSpPr>
        <p:spPr>
          <a:xfrm>
            <a:off x="5632619" y="3190619"/>
            <a:ext cx="1211425" cy="168168"/>
          </a:xfrm>
          <a:prstGeom prst="rect">
            <a:avLst/>
          </a:prstGeom>
          <a:noFill/>
          <a:ln/>
        </p:spPr>
        <p:txBody>
          <a:bodyPr vert="horz"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1">
                <a:ln>
                  <a:noFill/>
                </a:ln>
                <a:solidFill>
                  <a:srgbClr val="7500C0"/>
                </a:solidFill>
                <a:effectLst/>
                <a:uLnTx/>
                <a:uFillTx/>
                <a:latin typeface="Meiryo UI" pitchFamily="34" charset="0"/>
                <a:ea typeface="Meiryo UI" pitchFamily="34" charset="-122"/>
                <a:cs typeface="+mn-cs"/>
              </a:rPr>
              <a:t>▼接検第二リリース(10/21)</a:t>
            </a:r>
          </a:p>
        </p:txBody>
      </p:sp>
      <p:sp>
        <p:nvSpPr>
          <p:cNvPr id="470" name="shape_152">
            <a:extLst>
              <a:ext uri="{FF2B5EF4-FFF2-40B4-BE49-F238E27FC236}">
                <a16:creationId xmlns:a16="http://schemas.microsoft.com/office/drawing/2014/main" id="{817DDBC1-3D09-322F-3D14-4C98FFD03C9E}"/>
              </a:ext>
            </a:extLst>
          </p:cNvPr>
          <p:cNvSpPr/>
          <p:nvPr>
            <p:custDataLst>
              <p:tags r:id="rId120"/>
            </p:custDataLst>
          </p:nvPr>
        </p:nvSpPr>
        <p:spPr>
          <a:xfrm>
            <a:off x="5770337" y="3786816"/>
            <a:ext cx="969148" cy="143398"/>
          </a:xfrm>
          <a:prstGeom prst="rect">
            <a:avLst/>
          </a:prstGeom>
          <a:noFill/>
          <a:ln/>
        </p:spPr>
        <p:txBody>
          <a:bodyPr vert="horz"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 </a:t>
            </a:r>
            <a:r>
              <a:rPr kumimoji="1" lang="ja-JP" altLang="en-US" sz="700" b="0" i="0" u="none" strike="noStrike" kern="1200" cap="none" spc="0" normalizeH="0" baseline="0" noProof="1">
                <a:ln>
                  <a:noFill/>
                </a:ln>
                <a:solidFill>
                  <a:srgbClr val="7500C0"/>
                </a:solidFill>
                <a:effectLst/>
                <a:uLnTx/>
                <a:uFillTx/>
                <a:latin typeface="Meiryo UI" pitchFamily="34" charset="0"/>
                <a:ea typeface="Meiryo UI" pitchFamily="34" charset="-122"/>
                <a:cs typeface="Meiryo UI" pitchFamily="34" charset="-120"/>
              </a:rPr>
              <a:t>調達委員会</a:t>
            </a:r>
            <a:r>
              <a:rPr kumimoji="1" lang="en-US" altLang="ja-JP"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a:t>
            </a:r>
            <a:r>
              <a:rPr kumimoji="1" lang="en-US" altLang="ja-JP" sz="700" b="0" i="0" u="none" strike="noStrike" kern="1200" cap="none" spc="0" normalizeH="0" baseline="0" noProof="1">
                <a:ln>
                  <a:noFill/>
                </a:ln>
                <a:solidFill>
                  <a:srgbClr val="7500C0"/>
                </a:solidFill>
                <a:effectLst/>
                <a:uLnTx/>
                <a:uFillTx/>
                <a:latin typeface="Meiryo UI" pitchFamily="34" charset="0"/>
                <a:ea typeface="Meiryo UI" pitchFamily="34" charset="-122"/>
                <a:cs typeface="Meiryo UI" pitchFamily="34" charset="-120"/>
              </a:rPr>
              <a:t>10/20</a:t>
            </a:r>
            <a:r>
              <a:rPr kumimoji="1" lang="en-US" altLang="ja-JP"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a:t>
            </a:r>
            <a:endParaRPr kumimoji="1" lang="en-US" sz="700" b="0" i="0" u="none" strike="noStrike" kern="1200" cap="none" spc="0" normalizeH="0" baseline="0" noProof="0">
              <a:ln>
                <a:noFill/>
              </a:ln>
              <a:solidFill>
                <a:srgbClr val="7500C0"/>
              </a:solidFill>
              <a:effectLst/>
              <a:uLnTx/>
              <a:uFillTx/>
              <a:latin typeface="Meiryo UI"/>
              <a:ea typeface="Meiryo UI"/>
              <a:cs typeface="+mn-cs"/>
            </a:endParaRPr>
          </a:p>
        </p:txBody>
      </p:sp>
      <p:sp>
        <p:nvSpPr>
          <p:cNvPr id="472" name="矢印: 五方向 471">
            <a:extLst>
              <a:ext uri="{FF2B5EF4-FFF2-40B4-BE49-F238E27FC236}">
                <a16:creationId xmlns:a16="http://schemas.microsoft.com/office/drawing/2014/main" id="{68CE4448-EDA5-472C-BE05-865B619038D0}"/>
              </a:ext>
            </a:extLst>
          </p:cNvPr>
          <p:cNvSpPr/>
          <p:nvPr/>
        </p:nvSpPr>
        <p:spPr>
          <a:xfrm>
            <a:off x="6820246" y="4560487"/>
            <a:ext cx="640183" cy="100462"/>
          </a:xfrm>
          <a:prstGeom prst="homePlate">
            <a:avLst/>
          </a:prstGeom>
          <a:solidFill>
            <a:schemeClr val="bg2">
              <a:lumMod val="90000"/>
            </a:schemeClr>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調達手続き</a:t>
            </a:r>
          </a:p>
        </p:txBody>
      </p:sp>
      <p:sp>
        <p:nvSpPr>
          <p:cNvPr id="473" name="矢印: 五方向 472">
            <a:extLst>
              <a:ext uri="{FF2B5EF4-FFF2-40B4-BE49-F238E27FC236}">
                <a16:creationId xmlns:a16="http://schemas.microsoft.com/office/drawing/2014/main" id="{337D04B3-5CDB-69C4-F680-E32C806AB117}"/>
              </a:ext>
            </a:extLst>
          </p:cNvPr>
          <p:cNvSpPr/>
          <p:nvPr/>
        </p:nvSpPr>
        <p:spPr>
          <a:xfrm>
            <a:off x="5689581" y="4450671"/>
            <a:ext cx="1776765" cy="102618"/>
          </a:xfrm>
          <a:prstGeom prst="homePlate">
            <a:avLst/>
          </a:prstGeom>
          <a:solidFill>
            <a:srgbClr val="FFFFCC"/>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要件整理</a:t>
            </a:r>
          </a:p>
        </p:txBody>
      </p:sp>
      <p:sp>
        <p:nvSpPr>
          <p:cNvPr id="478" name="正方形/長方形 477">
            <a:extLst>
              <a:ext uri="{FF2B5EF4-FFF2-40B4-BE49-F238E27FC236}">
                <a16:creationId xmlns:a16="http://schemas.microsoft.com/office/drawing/2014/main" id="{63DC61D4-83B4-AA98-50E2-FAD2FC947719}"/>
              </a:ext>
            </a:extLst>
          </p:cNvPr>
          <p:cNvSpPr/>
          <p:nvPr/>
        </p:nvSpPr>
        <p:spPr>
          <a:xfrm>
            <a:off x="5517799" y="4593167"/>
            <a:ext cx="3836351" cy="266951"/>
          </a:xfrm>
          <a:prstGeom prst="rect">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square" tIns="91440" bIns="91440" rtlCol="0" anchor="ctr"/>
          <a:lstStyle/>
          <a:p>
            <a:pPr marL="171450" marR="0" lvl="0" indent="-171450" algn="ctr"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569" name="正方形/長方形 568">
            <a:extLst>
              <a:ext uri="{FF2B5EF4-FFF2-40B4-BE49-F238E27FC236}">
                <a16:creationId xmlns:a16="http://schemas.microsoft.com/office/drawing/2014/main" id="{0FF4CC83-72D0-5446-20A9-C5FF6FCAB6C4}"/>
              </a:ext>
            </a:extLst>
          </p:cNvPr>
          <p:cNvSpPr/>
          <p:nvPr/>
        </p:nvSpPr>
        <p:spPr>
          <a:xfrm>
            <a:off x="7251911" y="6155852"/>
            <a:ext cx="2367198" cy="114884"/>
          </a:xfrm>
          <a:prstGeom prst="rect">
            <a:avLst/>
          </a:prstGeom>
          <a:noFill/>
          <a:ln>
            <a:noFill/>
          </a:ln>
        </p:spPr>
        <p:txBody>
          <a:bodyPr lIns="91440" tIns="45720" rIns="91440" bIns="45720"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noProof="1"/>
            </a:pPr>
            <a:r>
              <a:rPr kumimoji="1" lang="en-US" altLang="ja-JP" sz="800" b="0" i="0" u="none" strike="noStrike" kern="1200" cap="none" spc="0" normalizeH="0" baseline="0" noProof="1">
                <a:ln>
                  <a:noFill/>
                </a:ln>
                <a:solidFill>
                  <a:srgbClr val="FF0000"/>
                </a:solidFill>
                <a:effectLst/>
                <a:uLnTx/>
                <a:uFillTx/>
                <a:latin typeface="Meiryo UI"/>
                <a:ea typeface="Meiryo UI"/>
                <a:cs typeface="+mn-cs"/>
              </a:rPr>
              <a:t>※ 案件112(</a:t>
            </a:r>
            <a:r>
              <a:rPr kumimoji="1" lang="en-US" sz="800" b="0" i="0" u="none" strike="noStrike" kern="1200" cap="none" spc="0" normalizeH="0" baseline="0" noProof="1">
                <a:ln>
                  <a:noFill/>
                </a:ln>
                <a:solidFill>
                  <a:srgbClr val="FF0000"/>
                </a:solidFill>
                <a:effectLst/>
                <a:uLnTx/>
                <a:uFillTx/>
                <a:latin typeface="Meiryo UI"/>
                <a:ea typeface="Meiryo UI"/>
                <a:cs typeface="+mn-cs"/>
              </a:rPr>
              <a:t>医療機関等における本番環境から接続検証環境へ接続できる仕組みの構築</a:t>
            </a:r>
            <a:r>
              <a:rPr kumimoji="1" lang="en-US" altLang="ja-JP" sz="800" b="0" i="0" u="none" strike="noStrike" kern="1200" cap="none" spc="0" normalizeH="0" baseline="0" noProof="1">
                <a:ln>
                  <a:noFill/>
                </a:ln>
                <a:solidFill>
                  <a:srgbClr val="FF0000"/>
                </a:solidFill>
                <a:effectLst/>
                <a:uLnTx/>
                <a:uFillTx/>
                <a:latin typeface="Meiryo UI"/>
                <a:ea typeface="Meiryo UI"/>
                <a:cs typeface="+mn-cs"/>
              </a:rPr>
              <a:t>)の対応を含む</a:t>
            </a:r>
            <a:endParaRPr kumimoji="1" lang="ja-JP" altLang="en-US" sz="800" b="0" i="0" u="none" strike="noStrike" kern="1200" cap="none" spc="0" normalizeH="0" baseline="0" noProof="1">
              <a:ln>
                <a:noFill/>
              </a:ln>
              <a:solidFill>
                <a:srgbClr val="FF0000"/>
              </a:solidFill>
              <a:effectLst/>
              <a:uLnTx/>
              <a:uFillTx/>
              <a:latin typeface="Meiryo UI"/>
              <a:ea typeface="Meiryo UI"/>
              <a:cs typeface="+mn-cs"/>
            </a:endParaRPr>
          </a:p>
        </p:txBody>
      </p:sp>
      <p:sp>
        <p:nvSpPr>
          <p:cNvPr id="196" name="shape_82">
            <a:extLst>
              <a:ext uri="{FF2B5EF4-FFF2-40B4-BE49-F238E27FC236}">
                <a16:creationId xmlns:a16="http://schemas.microsoft.com/office/drawing/2014/main" id="{F620A325-9891-C0BB-C763-D9D4395354D0}"/>
              </a:ext>
            </a:extLst>
          </p:cNvPr>
          <p:cNvSpPr/>
          <p:nvPr>
            <p:custDataLst>
              <p:tags r:id="rId121"/>
            </p:custDataLst>
          </p:nvPr>
        </p:nvSpPr>
        <p:spPr>
          <a:xfrm>
            <a:off x="1192073" y="6318784"/>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443" name="shape_82">
            <a:extLst>
              <a:ext uri="{FF2B5EF4-FFF2-40B4-BE49-F238E27FC236}">
                <a16:creationId xmlns:a16="http://schemas.microsoft.com/office/drawing/2014/main" id="{60709141-D21D-5A54-B30C-AA84C215966D}"/>
              </a:ext>
            </a:extLst>
          </p:cNvPr>
          <p:cNvSpPr/>
          <p:nvPr>
            <p:custDataLst>
              <p:tags r:id="rId122"/>
            </p:custDataLst>
          </p:nvPr>
        </p:nvSpPr>
        <p:spPr>
          <a:xfrm>
            <a:off x="1192073" y="6092014"/>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444" name="shape_82">
            <a:extLst>
              <a:ext uri="{FF2B5EF4-FFF2-40B4-BE49-F238E27FC236}">
                <a16:creationId xmlns:a16="http://schemas.microsoft.com/office/drawing/2014/main" id="{B5B0122B-C21E-52EC-B005-AB2EAC68C352}"/>
              </a:ext>
            </a:extLst>
          </p:cNvPr>
          <p:cNvSpPr/>
          <p:nvPr>
            <p:custDataLst>
              <p:tags r:id="rId123"/>
            </p:custDataLst>
          </p:nvPr>
        </p:nvSpPr>
        <p:spPr>
          <a:xfrm>
            <a:off x="1192073" y="5840377"/>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445" name="shape_82">
            <a:extLst>
              <a:ext uri="{FF2B5EF4-FFF2-40B4-BE49-F238E27FC236}">
                <a16:creationId xmlns:a16="http://schemas.microsoft.com/office/drawing/2014/main" id="{EF3BF9D9-245C-5EF2-D820-C2F64898013B}"/>
              </a:ext>
            </a:extLst>
          </p:cNvPr>
          <p:cNvSpPr/>
          <p:nvPr>
            <p:custDataLst>
              <p:tags r:id="rId124"/>
            </p:custDataLst>
          </p:nvPr>
        </p:nvSpPr>
        <p:spPr>
          <a:xfrm>
            <a:off x="1192073" y="5614337"/>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446" name="shape_82">
            <a:extLst>
              <a:ext uri="{FF2B5EF4-FFF2-40B4-BE49-F238E27FC236}">
                <a16:creationId xmlns:a16="http://schemas.microsoft.com/office/drawing/2014/main" id="{57A84972-E3C9-3BFD-CDEE-40EAF3A44231}"/>
              </a:ext>
            </a:extLst>
          </p:cNvPr>
          <p:cNvSpPr/>
          <p:nvPr>
            <p:custDataLst>
              <p:tags r:id="rId125"/>
            </p:custDataLst>
          </p:nvPr>
        </p:nvSpPr>
        <p:spPr>
          <a:xfrm>
            <a:off x="1192073" y="5351954"/>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507" name="shape_82">
            <a:extLst>
              <a:ext uri="{FF2B5EF4-FFF2-40B4-BE49-F238E27FC236}">
                <a16:creationId xmlns:a16="http://schemas.microsoft.com/office/drawing/2014/main" id="{FBDC4CA4-E9CB-5BD7-8DEC-59FF09022E01}"/>
              </a:ext>
            </a:extLst>
          </p:cNvPr>
          <p:cNvSpPr/>
          <p:nvPr>
            <p:custDataLst>
              <p:tags r:id="rId126"/>
            </p:custDataLst>
          </p:nvPr>
        </p:nvSpPr>
        <p:spPr>
          <a:xfrm>
            <a:off x="1192073" y="4855305"/>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grpSp>
        <p:nvGrpSpPr>
          <p:cNvPr id="521" name="グループ化 520">
            <a:extLst>
              <a:ext uri="{FF2B5EF4-FFF2-40B4-BE49-F238E27FC236}">
                <a16:creationId xmlns:a16="http://schemas.microsoft.com/office/drawing/2014/main" id="{B68B0134-E4DA-1A0E-99C2-FBD5614DDA53}"/>
              </a:ext>
            </a:extLst>
          </p:cNvPr>
          <p:cNvGrpSpPr/>
          <p:nvPr/>
        </p:nvGrpSpPr>
        <p:grpSpPr>
          <a:xfrm>
            <a:off x="88429" y="4865468"/>
            <a:ext cx="1033045" cy="1463402"/>
            <a:chOff x="88429" y="4666685"/>
            <a:chExt cx="1033045" cy="1742577"/>
          </a:xfrm>
        </p:grpSpPr>
        <p:sp>
          <p:nvSpPr>
            <p:cNvPr id="184" name="shape_129">
              <a:extLst>
                <a:ext uri="{FF2B5EF4-FFF2-40B4-BE49-F238E27FC236}">
                  <a16:creationId xmlns:a16="http://schemas.microsoft.com/office/drawing/2014/main" id="{629A4343-2F41-00F6-7F0F-0E31A2E9FCCE}"/>
                </a:ext>
              </a:extLst>
            </p:cNvPr>
            <p:cNvSpPr/>
            <p:nvPr>
              <p:custDataLst>
                <p:tags r:id="rId133"/>
              </p:custDataLst>
            </p:nvPr>
          </p:nvSpPr>
          <p:spPr>
            <a:xfrm>
              <a:off x="851026" y="5260579"/>
              <a:ext cx="270448" cy="269054"/>
            </a:xfrm>
            <a:prstGeom prst="rect">
              <a:avLst/>
            </a:prstGeom>
            <a:solidFill>
              <a:schemeClr val="accent1">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調達</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185" name="shape_129">
              <a:extLst>
                <a:ext uri="{FF2B5EF4-FFF2-40B4-BE49-F238E27FC236}">
                  <a16:creationId xmlns:a16="http://schemas.microsoft.com/office/drawing/2014/main" id="{B9B64E99-9B21-1D55-0DAD-125664A71527}"/>
                </a:ext>
              </a:extLst>
            </p:cNvPr>
            <p:cNvSpPr/>
            <p:nvPr>
              <p:custDataLst>
                <p:tags r:id="rId134"/>
              </p:custDataLst>
            </p:nvPr>
          </p:nvSpPr>
          <p:spPr>
            <a:xfrm>
              <a:off x="851025" y="5552601"/>
              <a:ext cx="270448" cy="269054"/>
            </a:xfrm>
            <a:prstGeom prst="rect">
              <a:avLst/>
            </a:prstGeom>
            <a:solidFill>
              <a:schemeClr val="accent1">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開発</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187" name="shape_129">
              <a:extLst>
                <a:ext uri="{FF2B5EF4-FFF2-40B4-BE49-F238E27FC236}">
                  <a16:creationId xmlns:a16="http://schemas.microsoft.com/office/drawing/2014/main" id="{83575D6A-CBBB-3D7D-8417-5D05958F4D22}"/>
                </a:ext>
              </a:extLst>
            </p:cNvPr>
            <p:cNvSpPr/>
            <p:nvPr>
              <p:custDataLst>
                <p:tags r:id="rId135"/>
              </p:custDataLst>
            </p:nvPr>
          </p:nvSpPr>
          <p:spPr>
            <a:xfrm>
              <a:off x="851026" y="5844623"/>
              <a:ext cx="270448" cy="269054"/>
            </a:xfrm>
            <a:prstGeom prst="rect">
              <a:avLst/>
            </a:prstGeom>
            <a:solidFill>
              <a:schemeClr val="accent1">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調達</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188" name="shape_129">
              <a:extLst>
                <a:ext uri="{FF2B5EF4-FFF2-40B4-BE49-F238E27FC236}">
                  <a16:creationId xmlns:a16="http://schemas.microsoft.com/office/drawing/2014/main" id="{BF6F4647-7E16-429C-F257-E09157118C52}"/>
                </a:ext>
              </a:extLst>
            </p:cNvPr>
            <p:cNvSpPr/>
            <p:nvPr>
              <p:custDataLst>
                <p:tags r:id="rId136"/>
              </p:custDataLst>
            </p:nvPr>
          </p:nvSpPr>
          <p:spPr>
            <a:xfrm>
              <a:off x="851025" y="6136645"/>
              <a:ext cx="270448" cy="269054"/>
            </a:xfrm>
            <a:prstGeom prst="rect">
              <a:avLst/>
            </a:prstGeom>
            <a:solidFill>
              <a:schemeClr val="accent1">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開発</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89" name="shape_129">
              <a:extLst>
                <a:ext uri="{FF2B5EF4-FFF2-40B4-BE49-F238E27FC236}">
                  <a16:creationId xmlns:a16="http://schemas.microsoft.com/office/drawing/2014/main" id="{F58A7D0F-BE20-BF33-C1CB-94353296092A}"/>
                </a:ext>
              </a:extLst>
            </p:cNvPr>
            <p:cNvSpPr/>
            <p:nvPr>
              <p:custDataLst>
                <p:tags r:id="rId137"/>
              </p:custDataLst>
            </p:nvPr>
          </p:nvSpPr>
          <p:spPr>
            <a:xfrm>
              <a:off x="851026" y="4666685"/>
              <a:ext cx="270448" cy="273979"/>
            </a:xfrm>
            <a:prstGeom prst="rect">
              <a:avLst/>
            </a:prstGeom>
            <a:solidFill>
              <a:schemeClr val="accent1">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調達</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6" name="shape_129">
              <a:extLst>
                <a:ext uri="{FF2B5EF4-FFF2-40B4-BE49-F238E27FC236}">
                  <a16:creationId xmlns:a16="http://schemas.microsoft.com/office/drawing/2014/main" id="{7714E440-D9E8-29C9-5F03-227477570A52}"/>
                </a:ext>
              </a:extLst>
            </p:cNvPr>
            <p:cNvSpPr/>
            <p:nvPr>
              <p:custDataLst>
                <p:tags r:id="rId138"/>
              </p:custDataLst>
            </p:nvPr>
          </p:nvSpPr>
          <p:spPr>
            <a:xfrm>
              <a:off x="851025" y="4963632"/>
              <a:ext cx="270448" cy="273979"/>
            </a:xfrm>
            <a:prstGeom prst="rect">
              <a:avLst/>
            </a:prstGeom>
            <a:solidFill>
              <a:schemeClr val="accent1">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none" spc="0" normalizeH="0" baseline="0" noProof="0">
                  <a:ln>
                    <a:noFill/>
                  </a:ln>
                  <a:solidFill>
                    <a:srgbClr val="000000"/>
                  </a:solidFill>
                  <a:effectLst/>
                  <a:uLnTx/>
                  <a:uFillTx/>
                  <a:latin typeface="Meiryo UI" pitchFamily="34" charset="0"/>
                  <a:ea typeface="Meiryo UI" pitchFamily="34" charset="-122"/>
                  <a:cs typeface="+mn-cs"/>
                </a:rPr>
                <a:t>開発</a:t>
              </a:r>
              <a:endParaRPr kumimoji="1" lang="en-US"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193" name="shape_124">
              <a:extLst>
                <a:ext uri="{FF2B5EF4-FFF2-40B4-BE49-F238E27FC236}">
                  <a16:creationId xmlns:a16="http://schemas.microsoft.com/office/drawing/2014/main" id="{2676D856-9264-26CD-0192-FC6B1A64D6E3}"/>
                </a:ext>
              </a:extLst>
            </p:cNvPr>
            <p:cNvSpPr/>
            <p:nvPr>
              <p:custDataLst>
                <p:tags r:id="rId139"/>
              </p:custDataLst>
            </p:nvPr>
          </p:nvSpPr>
          <p:spPr>
            <a:xfrm>
              <a:off x="300039" y="5263338"/>
              <a:ext cx="505278" cy="564016"/>
            </a:xfrm>
            <a:prstGeom prst="rect">
              <a:avLst/>
            </a:prstGeom>
            <a:solidFill>
              <a:schemeClr val="tx2">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1">
                  <a:ln>
                    <a:noFill/>
                  </a:ln>
                  <a:solidFill>
                    <a:prstClr val="black"/>
                  </a:solidFill>
                  <a:effectLst/>
                  <a:uLnTx/>
                  <a:uFillTx/>
                  <a:latin typeface="Meiryo UI"/>
                  <a:ea typeface="Meiryo UI"/>
                  <a:cs typeface="+mn-cs"/>
                </a:rPr>
                <a:t>グループ②</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94" name="shape_124">
              <a:extLst>
                <a:ext uri="{FF2B5EF4-FFF2-40B4-BE49-F238E27FC236}">
                  <a16:creationId xmlns:a16="http://schemas.microsoft.com/office/drawing/2014/main" id="{C1CEE996-4F9E-1527-923F-A3208ED3B09C}"/>
                </a:ext>
              </a:extLst>
            </p:cNvPr>
            <p:cNvSpPr/>
            <p:nvPr>
              <p:custDataLst>
                <p:tags r:id="rId140"/>
              </p:custDataLst>
            </p:nvPr>
          </p:nvSpPr>
          <p:spPr>
            <a:xfrm>
              <a:off x="300039" y="5845246"/>
              <a:ext cx="505278" cy="564016"/>
            </a:xfrm>
            <a:prstGeom prst="rect">
              <a:avLst/>
            </a:prstGeom>
            <a:solidFill>
              <a:schemeClr val="tx2">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1">
                  <a:ln>
                    <a:noFill/>
                  </a:ln>
                  <a:solidFill>
                    <a:prstClr val="black"/>
                  </a:solidFill>
                  <a:effectLst/>
                  <a:uLnTx/>
                  <a:uFillTx/>
                  <a:latin typeface="Meiryo UI"/>
                  <a:ea typeface="Meiryo UI"/>
                  <a:cs typeface="+mn-cs"/>
                </a:rPr>
                <a:t>グループ③</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192" name="shape_124">
              <a:extLst>
                <a:ext uri="{FF2B5EF4-FFF2-40B4-BE49-F238E27FC236}">
                  <a16:creationId xmlns:a16="http://schemas.microsoft.com/office/drawing/2014/main" id="{02FF4A97-FF90-B750-5768-9D77030D11CA}"/>
                </a:ext>
              </a:extLst>
            </p:cNvPr>
            <p:cNvSpPr/>
            <p:nvPr>
              <p:custDataLst>
                <p:tags r:id="rId141"/>
              </p:custDataLst>
            </p:nvPr>
          </p:nvSpPr>
          <p:spPr>
            <a:xfrm>
              <a:off x="300039" y="4679500"/>
              <a:ext cx="505278" cy="561492"/>
            </a:xfrm>
            <a:prstGeom prst="rect">
              <a:avLst/>
            </a:prstGeom>
            <a:solidFill>
              <a:schemeClr val="tx2">
                <a:lumMod val="20000"/>
                <a:lumOff val="80000"/>
              </a:schemeClr>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グループ①</a:t>
              </a:r>
              <a:endParaRPr kumimoji="1" lang="en-US" altLang="ja-JP"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375" name="shape_124">
              <a:extLst>
                <a:ext uri="{FF2B5EF4-FFF2-40B4-BE49-F238E27FC236}">
                  <a16:creationId xmlns:a16="http://schemas.microsoft.com/office/drawing/2014/main" id="{15E3986F-758C-F039-83D4-41E676B725EA}"/>
                </a:ext>
              </a:extLst>
            </p:cNvPr>
            <p:cNvSpPr/>
            <p:nvPr>
              <p:custDataLst>
                <p:tags r:id="rId142"/>
              </p:custDataLst>
            </p:nvPr>
          </p:nvSpPr>
          <p:spPr>
            <a:xfrm>
              <a:off x="88429" y="4679499"/>
              <a:ext cx="174122" cy="1729761"/>
            </a:xfrm>
            <a:prstGeom prst="rect">
              <a:avLst/>
            </a:prstGeom>
            <a:solidFill>
              <a:schemeClr val="tx2"/>
            </a:solidFill>
            <a:ln w="3175">
              <a:solidFill>
                <a:schemeClr val="bg1">
                  <a:lumMod val="50000"/>
                </a:scheme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900" b="0" i="0" u="none" strike="noStrike" kern="1200" cap="none" spc="0" normalizeH="0" baseline="0" noProof="0">
                  <a:ln>
                    <a:noFill/>
                  </a:ln>
                  <a:solidFill>
                    <a:prstClr val="white"/>
                  </a:solidFill>
                  <a:effectLst/>
                  <a:uLnTx/>
                  <a:uFillTx/>
                  <a:latin typeface="Meiryo UI"/>
                  <a:ea typeface="Meiryo UI"/>
                  <a:cs typeface="+mn-cs"/>
                </a:rPr>
                <a:t>R</a:t>
              </a:r>
              <a:br>
                <a:rPr kumimoji="1" lang="en-US" altLang="ja-JP" sz="900" b="0" i="0" u="none" strike="noStrike" kern="1200" cap="none" spc="0" normalizeH="0" baseline="0" noProof="0">
                  <a:ln>
                    <a:noFill/>
                  </a:ln>
                  <a:solidFill>
                    <a:prstClr val="white"/>
                  </a:solidFill>
                  <a:effectLst/>
                  <a:uLnTx/>
                  <a:uFillTx/>
                  <a:latin typeface="Meiryo UI"/>
                  <a:ea typeface="Meiryo UI"/>
                  <a:cs typeface="+mn-cs"/>
                </a:rPr>
              </a:br>
              <a:r>
                <a:rPr kumimoji="1" lang="en-US" altLang="ja-JP" sz="900" b="0" i="0" u="none" strike="noStrike" kern="1200" cap="none" spc="0" normalizeH="0" baseline="0" noProof="0">
                  <a:ln>
                    <a:noFill/>
                  </a:ln>
                  <a:solidFill>
                    <a:prstClr val="white"/>
                  </a:solidFill>
                  <a:effectLst/>
                  <a:uLnTx/>
                  <a:uFillTx/>
                  <a:latin typeface="Meiryo UI"/>
                  <a:ea typeface="Meiryo UI"/>
                  <a:cs typeface="+mn-cs"/>
                </a:rPr>
                <a:t>9</a:t>
              </a:r>
              <a:r>
                <a:rPr kumimoji="1" lang="ja-JP" altLang="en-US" sz="900" b="0" i="0" u="none" strike="noStrike" kern="1200" cap="none" spc="0" normalizeH="0" baseline="0" noProof="0">
                  <a:ln>
                    <a:noFill/>
                  </a:ln>
                  <a:solidFill>
                    <a:prstClr val="white"/>
                  </a:solidFill>
                  <a:effectLst/>
                  <a:uLnTx/>
                  <a:uFillTx/>
                  <a:latin typeface="Meiryo UI"/>
                  <a:ea typeface="Meiryo UI"/>
                  <a:cs typeface="+mn-cs"/>
                </a:rPr>
                <a:t>年度開発</a:t>
              </a:r>
              <a:endParaRPr kumimoji="1" lang="en-US" sz="900" b="0" i="0" u="none" strike="noStrike" kern="1200" cap="none" spc="0" normalizeH="0" baseline="0" noProof="0">
                <a:ln>
                  <a:noFill/>
                </a:ln>
                <a:solidFill>
                  <a:prstClr val="white"/>
                </a:solidFill>
                <a:effectLst/>
                <a:uLnTx/>
                <a:uFillTx/>
                <a:latin typeface="Meiryo UI"/>
                <a:ea typeface="Meiryo UI"/>
                <a:cs typeface="+mn-cs"/>
              </a:endParaRPr>
            </a:p>
          </p:txBody>
        </p:sp>
      </p:grpSp>
      <p:sp>
        <p:nvSpPr>
          <p:cNvPr id="232" name="矢印: 五方向 231">
            <a:extLst>
              <a:ext uri="{FF2B5EF4-FFF2-40B4-BE49-F238E27FC236}">
                <a16:creationId xmlns:a16="http://schemas.microsoft.com/office/drawing/2014/main" id="{1171F0D0-9A5B-5505-4AEF-897A9C790DAE}"/>
              </a:ext>
            </a:extLst>
          </p:cNvPr>
          <p:cNvSpPr/>
          <p:nvPr/>
        </p:nvSpPr>
        <p:spPr>
          <a:xfrm>
            <a:off x="6820246" y="4926583"/>
            <a:ext cx="1932165" cy="120424"/>
          </a:xfrm>
          <a:prstGeom prst="homePlate">
            <a:avLst/>
          </a:prstGeom>
          <a:solidFill>
            <a:srgbClr val="FFFFCC"/>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要件整理・見積</a:t>
            </a:r>
          </a:p>
        </p:txBody>
      </p:sp>
      <p:sp>
        <p:nvSpPr>
          <p:cNvPr id="233" name="矢印: 五方向 232">
            <a:extLst>
              <a:ext uri="{FF2B5EF4-FFF2-40B4-BE49-F238E27FC236}">
                <a16:creationId xmlns:a16="http://schemas.microsoft.com/office/drawing/2014/main" id="{9CB7F04D-E98D-34E0-C36A-E07E6B2E60A8}"/>
              </a:ext>
            </a:extLst>
          </p:cNvPr>
          <p:cNvSpPr/>
          <p:nvPr/>
        </p:nvSpPr>
        <p:spPr>
          <a:xfrm>
            <a:off x="6012638" y="4926583"/>
            <a:ext cx="807608" cy="120424"/>
          </a:xfrm>
          <a:prstGeom prst="homePlate">
            <a:avLst/>
          </a:prstGeom>
          <a:solidFill>
            <a:schemeClr val="bg2">
              <a:lumMod val="90000"/>
            </a:schemeClr>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官報公告</a:t>
            </a:r>
          </a:p>
        </p:txBody>
      </p:sp>
      <p:sp>
        <p:nvSpPr>
          <p:cNvPr id="236" name="矢印: 五方向 235">
            <a:extLst>
              <a:ext uri="{FF2B5EF4-FFF2-40B4-BE49-F238E27FC236}">
                <a16:creationId xmlns:a16="http://schemas.microsoft.com/office/drawing/2014/main" id="{7E533137-6FA0-FBFA-5062-C4F0B5DF5CCC}"/>
              </a:ext>
            </a:extLst>
          </p:cNvPr>
          <p:cNvSpPr/>
          <p:nvPr/>
        </p:nvSpPr>
        <p:spPr>
          <a:xfrm>
            <a:off x="8763390" y="4926583"/>
            <a:ext cx="812409" cy="120424"/>
          </a:xfrm>
          <a:prstGeom prst="homePlate">
            <a:avLst/>
          </a:prstGeom>
          <a:solidFill>
            <a:schemeClr val="bg2">
              <a:lumMod val="90000"/>
            </a:schemeClr>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精査・調達</a:t>
            </a:r>
          </a:p>
        </p:txBody>
      </p:sp>
      <p:sp>
        <p:nvSpPr>
          <p:cNvPr id="240" name="shape_152">
            <a:extLst>
              <a:ext uri="{FF2B5EF4-FFF2-40B4-BE49-F238E27FC236}">
                <a16:creationId xmlns:a16="http://schemas.microsoft.com/office/drawing/2014/main" id="{46CCA39E-E32F-636B-9C50-3C39A84BEAA2}"/>
              </a:ext>
            </a:extLst>
          </p:cNvPr>
          <p:cNvSpPr/>
          <p:nvPr>
            <p:custDataLst>
              <p:tags r:id="rId127"/>
            </p:custDataLst>
          </p:nvPr>
        </p:nvSpPr>
        <p:spPr>
          <a:xfrm>
            <a:off x="8651094" y="5173921"/>
            <a:ext cx="969148" cy="120424"/>
          </a:xfrm>
          <a:prstGeom prst="rect">
            <a:avLst/>
          </a:prstGeom>
          <a:noFill/>
          <a:ln/>
        </p:spPr>
        <p:txBody>
          <a:bodyPr vert="horz" wrap="non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en-US" altLang="ja-JP" sz="700" b="0" i="0" u="none" strike="noStrike" kern="1200" cap="none" spc="0" normalizeH="0" baseline="0" noProof="0">
                <a:ln>
                  <a:noFill/>
                </a:ln>
                <a:solidFill>
                  <a:srgbClr val="7030A0"/>
                </a:solidFill>
                <a:effectLst/>
                <a:uLnTx/>
                <a:uFillTx/>
                <a:latin typeface="Meiryo UI" pitchFamily="34" charset="0"/>
                <a:ea typeface="Meiryo UI" pitchFamily="34" charset="-122"/>
                <a:cs typeface="Meiryo UI" pitchFamily="34" charset="-120"/>
              </a:rPr>
              <a:t>R9</a:t>
            </a:r>
            <a:r>
              <a:rPr kumimoji="1" lang="ja-JP" altLang="en-US" sz="700" b="0" i="0" u="none" strike="noStrike" kern="1200" cap="none" spc="0" normalizeH="0" baseline="0" noProof="0">
                <a:ln>
                  <a:noFill/>
                </a:ln>
                <a:solidFill>
                  <a:srgbClr val="7030A0"/>
                </a:solidFill>
                <a:effectLst/>
                <a:uLnTx/>
                <a:uFillTx/>
                <a:latin typeface="Meiryo UI" pitchFamily="34" charset="0"/>
                <a:ea typeface="Meiryo UI" pitchFamily="34" charset="-122"/>
                <a:cs typeface="Meiryo UI" pitchFamily="34" charset="-120"/>
              </a:rPr>
              <a:t>年度</a:t>
            </a:r>
            <a:r>
              <a:rPr kumimoji="1" lang="en-US" altLang="ja-JP" sz="700" b="0" i="0" u="none" strike="noStrike" kern="1200" cap="none" spc="0" normalizeH="0" baseline="0" noProof="0">
                <a:ln>
                  <a:noFill/>
                </a:ln>
                <a:solidFill>
                  <a:srgbClr val="7030A0"/>
                </a:solidFill>
                <a:effectLst/>
                <a:uLnTx/>
                <a:uFillTx/>
                <a:latin typeface="Meiryo UI" pitchFamily="34" charset="0"/>
                <a:ea typeface="Meiryo UI" pitchFamily="34" charset="-122"/>
                <a:cs typeface="Meiryo UI" pitchFamily="34" charset="-120"/>
              </a:rPr>
              <a:t>4</a:t>
            </a:r>
            <a:r>
              <a:rPr kumimoji="1" lang="ja-JP" altLang="en-US" sz="700" b="0" i="0" u="none" strike="noStrike" kern="1200" cap="none" spc="0" normalizeH="0" baseline="0" noProof="0">
                <a:ln>
                  <a:noFill/>
                </a:ln>
                <a:solidFill>
                  <a:srgbClr val="7030A0"/>
                </a:solidFill>
                <a:effectLst/>
                <a:uLnTx/>
                <a:uFillTx/>
                <a:latin typeface="Meiryo UI" pitchFamily="34" charset="0"/>
                <a:ea typeface="Meiryo UI" pitchFamily="34" charset="-122"/>
                <a:cs typeface="Meiryo UI" pitchFamily="34" charset="-120"/>
              </a:rPr>
              <a:t>月から開発着手▼</a:t>
            </a:r>
            <a:endParaRPr kumimoji="1" lang="en-US" sz="700" b="0" i="0" u="none" strike="noStrike" kern="1200" cap="none" spc="0" normalizeH="0" baseline="0" noProof="0">
              <a:ln>
                <a:noFill/>
              </a:ln>
              <a:solidFill>
                <a:srgbClr val="7030A0"/>
              </a:solidFill>
              <a:effectLst/>
              <a:uLnTx/>
              <a:uFillTx/>
              <a:latin typeface="Meiryo UI"/>
              <a:ea typeface="Meiryo UI"/>
              <a:cs typeface="+mn-cs"/>
            </a:endParaRPr>
          </a:p>
        </p:txBody>
      </p:sp>
      <p:sp>
        <p:nvSpPr>
          <p:cNvPr id="332" name="shape_152">
            <a:extLst>
              <a:ext uri="{FF2B5EF4-FFF2-40B4-BE49-F238E27FC236}">
                <a16:creationId xmlns:a16="http://schemas.microsoft.com/office/drawing/2014/main" id="{8371B214-132A-E95A-7385-05E0E005027C}"/>
              </a:ext>
            </a:extLst>
          </p:cNvPr>
          <p:cNvSpPr/>
          <p:nvPr>
            <p:custDataLst>
              <p:tags r:id="rId128"/>
            </p:custDataLst>
          </p:nvPr>
        </p:nvSpPr>
        <p:spPr>
          <a:xfrm>
            <a:off x="8645165" y="5680526"/>
            <a:ext cx="969148" cy="120424"/>
          </a:xfrm>
          <a:prstGeom prst="rect">
            <a:avLst/>
          </a:prstGeom>
          <a:noFill/>
          <a:ln/>
        </p:spPr>
        <p:txBody>
          <a:bodyPr vert="horz" wrap="non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en-US" altLang="ja-JP" sz="700" b="0" i="0" u="none" strike="noStrike" kern="1200" cap="none" spc="0" normalizeH="0" baseline="0" noProof="0">
                <a:ln>
                  <a:noFill/>
                </a:ln>
                <a:solidFill>
                  <a:srgbClr val="7030A0"/>
                </a:solidFill>
                <a:effectLst/>
                <a:uLnTx/>
                <a:uFillTx/>
                <a:latin typeface="Meiryo UI" pitchFamily="34" charset="0"/>
                <a:ea typeface="Meiryo UI" pitchFamily="34" charset="-122"/>
                <a:cs typeface="Meiryo UI" pitchFamily="34" charset="-120"/>
              </a:rPr>
              <a:t>R9</a:t>
            </a:r>
            <a:r>
              <a:rPr kumimoji="1" lang="ja-JP" altLang="en-US" sz="700" b="0" i="0" u="none" strike="noStrike" kern="1200" cap="none" spc="0" normalizeH="0" baseline="0" noProof="0">
                <a:ln>
                  <a:noFill/>
                </a:ln>
                <a:solidFill>
                  <a:srgbClr val="7030A0"/>
                </a:solidFill>
                <a:effectLst/>
                <a:uLnTx/>
                <a:uFillTx/>
                <a:latin typeface="Meiryo UI" pitchFamily="34" charset="0"/>
                <a:ea typeface="Meiryo UI" pitchFamily="34" charset="-122"/>
                <a:cs typeface="Meiryo UI" pitchFamily="34" charset="-120"/>
              </a:rPr>
              <a:t>年度</a:t>
            </a:r>
            <a:r>
              <a:rPr kumimoji="1" lang="en-US" altLang="ja-JP" sz="700" b="0" i="0" u="none" strike="noStrike" kern="1200" cap="none" spc="0" normalizeH="0" baseline="0" noProof="0">
                <a:ln>
                  <a:noFill/>
                </a:ln>
                <a:solidFill>
                  <a:srgbClr val="7030A0"/>
                </a:solidFill>
                <a:effectLst/>
                <a:uLnTx/>
                <a:uFillTx/>
                <a:latin typeface="Meiryo UI" pitchFamily="34" charset="0"/>
                <a:ea typeface="Meiryo UI" pitchFamily="34" charset="-122"/>
                <a:cs typeface="Meiryo UI" pitchFamily="34" charset="-120"/>
              </a:rPr>
              <a:t>4</a:t>
            </a:r>
            <a:r>
              <a:rPr kumimoji="1" lang="ja-JP" altLang="en-US" sz="700" b="0" i="0" u="none" strike="noStrike" kern="1200" cap="none" spc="0" normalizeH="0" baseline="0" noProof="0">
                <a:ln>
                  <a:noFill/>
                </a:ln>
                <a:solidFill>
                  <a:srgbClr val="7030A0"/>
                </a:solidFill>
                <a:effectLst/>
                <a:uLnTx/>
                <a:uFillTx/>
                <a:latin typeface="Meiryo UI" pitchFamily="34" charset="0"/>
                <a:ea typeface="Meiryo UI" pitchFamily="34" charset="-122"/>
                <a:cs typeface="Meiryo UI" pitchFamily="34" charset="-120"/>
              </a:rPr>
              <a:t>月から開発着手▼</a:t>
            </a:r>
            <a:endParaRPr kumimoji="1" lang="en-US" sz="700" b="0" i="0" u="none" strike="noStrike" kern="1200" cap="none" spc="0" normalizeH="0" baseline="0" noProof="0">
              <a:ln>
                <a:noFill/>
              </a:ln>
              <a:solidFill>
                <a:srgbClr val="7030A0"/>
              </a:solidFill>
              <a:effectLst/>
              <a:uLnTx/>
              <a:uFillTx/>
              <a:latin typeface="Meiryo UI"/>
              <a:ea typeface="Meiryo UI"/>
              <a:cs typeface="+mn-cs"/>
            </a:endParaRPr>
          </a:p>
        </p:txBody>
      </p:sp>
      <p:sp>
        <p:nvSpPr>
          <p:cNvPr id="448" name="shape_152">
            <a:extLst>
              <a:ext uri="{FF2B5EF4-FFF2-40B4-BE49-F238E27FC236}">
                <a16:creationId xmlns:a16="http://schemas.microsoft.com/office/drawing/2014/main" id="{EAB02F5F-3BCF-0306-A956-451413B8F176}"/>
              </a:ext>
            </a:extLst>
          </p:cNvPr>
          <p:cNvSpPr/>
          <p:nvPr>
            <p:custDataLst>
              <p:tags r:id="rId129"/>
            </p:custDataLst>
          </p:nvPr>
        </p:nvSpPr>
        <p:spPr>
          <a:xfrm>
            <a:off x="8642262" y="5812134"/>
            <a:ext cx="969148" cy="120424"/>
          </a:xfrm>
          <a:prstGeom prst="rect">
            <a:avLst/>
          </a:prstGeom>
          <a:noFill/>
          <a:ln/>
        </p:spPr>
        <p:txBody>
          <a:bodyPr vert="horz" wrap="non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en-US" altLang="ja-JP" sz="700" b="0" i="0" u="none" strike="noStrike" kern="1200" cap="none" spc="0" normalizeH="0" baseline="0" noProof="1">
                <a:ln>
                  <a:noFill/>
                </a:ln>
                <a:solidFill>
                  <a:srgbClr val="7030A0"/>
                </a:solidFill>
                <a:effectLst/>
                <a:uLnTx/>
                <a:uFillTx/>
                <a:latin typeface="Meiryo UI" pitchFamily="34" charset="0"/>
                <a:ea typeface="Meiryo UI" pitchFamily="34" charset="-122"/>
                <a:cs typeface="Meiryo UI" pitchFamily="34" charset="-120"/>
              </a:rPr>
              <a:t>R9</a:t>
            </a:r>
            <a:r>
              <a:rPr kumimoji="1" lang="ja-JP" altLang="en-US" sz="700" b="0" i="0" u="none" strike="noStrike" kern="1200" cap="none" spc="0" normalizeH="0" baseline="0" noProof="1">
                <a:ln>
                  <a:noFill/>
                </a:ln>
                <a:solidFill>
                  <a:srgbClr val="7030A0"/>
                </a:solidFill>
                <a:effectLst/>
                <a:uLnTx/>
                <a:uFillTx/>
                <a:latin typeface="Meiryo UI" pitchFamily="34" charset="0"/>
                <a:ea typeface="Meiryo UI" pitchFamily="34" charset="-122"/>
                <a:cs typeface="Meiryo UI" pitchFamily="34" charset="-120"/>
              </a:rPr>
              <a:t>年度</a:t>
            </a:r>
            <a:r>
              <a:rPr kumimoji="1" lang="en-US" altLang="ja-JP" sz="700" b="0" i="0" u="none" strike="noStrike" kern="1200" cap="none" spc="0" normalizeH="0" baseline="0" noProof="1">
                <a:ln>
                  <a:noFill/>
                </a:ln>
                <a:solidFill>
                  <a:srgbClr val="7030A0"/>
                </a:solidFill>
                <a:effectLst/>
                <a:uLnTx/>
                <a:uFillTx/>
                <a:latin typeface="Meiryo UI" pitchFamily="34" charset="0"/>
                <a:ea typeface="Meiryo UI" pitchFamily="34" charset="-122"/>
                <a:cs typeface="Meiryo UI" pitchFamily="34" charset="-120"/>
              </a:rPr>
              <a:t>4</a:t>
            </a:r>
            <a:r>
              <a:rPr kumimoji="1" lang="ja-JP" altLang="en-US" sz="700" b="0" i="0" u="none" strike="noStrike" kern="1200" cap="none" spc="0" normalizeH="0" baseline="0" noProof="1">
                <a:ln>
                  <a:noFill/>
                </a:ln>
                <a:solidFill>
                  <a:srgbClr val="7030A0"/>
                </a:solidFill>
                <a:effectLst/>
                <a:uLnTx/>
                <a:uFillTx/>
                <a:latin typeface="Meiryo UI" pitchFamily="34" charset="0"/>
                <a:ea typeface="Meiryo UI" pitchFamily="34" charset="-122"/>
                <a:cs typeface="Meiryo UI" pitchFamily="34" charset="-120"/>
              </a:rPr>
              <a:t>月から要件整理着手</a:t>
            </a:r>
            <a:r>
              <a:rPr kumimoji="1" lang="ja-JP" altLang="en-US" sz="700" b="0" i="0" u="none" strike="noStrike" kern="1200" cap="none" spc="0" normalizeH="0" baseline="0" noProof="0">
                <a:ln>
                  <a:noFill/>
                </a:ln>
                <a:solidFill>
                  <a:srgbClr val="7030A0"/>
                </a:solidFill>
                <a:effectLst/>
                <a:uLnTx/>
                <a:uFillTx/>
                <a:latin typeface="Meiryo UI" pitchFamily="34" charset="0"/>
                <a:ea typeface="Meiryo UI" pitchFamily="34" charset="-122"/>
                <a:cs typeface="Meiryo UI" pitchFamily="34" charset="-120"/>
              </a:rPr>
              <a:t>▼</a:t>
            </a:r>
            <a:endParaRPr kumimoji="1" lang="en-US" sz="700" b="0" i="0" u="none" strike="noStrike" kern="1200" cap="none" spc="0" normalizeH="0" baseline="0" noProof="0">
              <a:ln>
                <a:noFill/>
              </a:ln>
              <a:solidFill>
                <a:srgbClr val="7030A0"/>
              </a:solidFill>
              <a:effectLst/>
              <a:uLnTx/>
              <a:uFillTx/>
              <a:latin typeface="Meiryo UI"/>
              <a:ea typeface="Meiryo UI"/>
              <a:cs typeface="+mn-cs"/>
            </a:endParaRPr>
          </a:p>
        </p:txBody>
      </p:sp>
      <p:sp>
        <p:nvSpPr>
          <p:cNvPr id="18" name="shape_152">
            <a:extLst>
              <a:ext uri="{FF2B5EF4-FFF2-40B4-BE49-F238E27FC236}">
                <a16:creationId xmlns:a16="http://schemas.microsoft.com/office/drawing/2014/main" id="{C5594A2A-CD11-AA6F-5CB0-07CDE592DD61}"/>
              </a:ext>
            </a:extLst>
          </p:cNvPr>
          <p:cNvSpPr/>
          <p:nvPr>
            <p:custDataLst>
              <p:tags r:id="rId130"/>
            </p:custDataLst>
          </p:nvPr>
        </p:nvSpPr>
        <p:spPr>
          <a:xfrm>
            <a:off x="8354749" y="5283958"/>
            <a:ext cx="646088" cy="160514"/>
          </a:xfrm>
          <a:prstGeom prst="rect">
            <a:avLst/>
          </a:prstGeom>
          <a:noFill/>
          <a:ln/>
        </p:spPr>
        <p:txBody>
          <a:bodyPr vert="horz"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ja-JP" altLang="en-US" sz="700" b="0" i="0" u="none" strike="noStrike" kern="1200" cap="none" spc="0" normalizeH="0" baseline="0" noProof="0">
                <a:ln>
                  <a:noFill/>
                </a:ln>
                <a:solidFill>
                  <a:srgbClr val="7500C0"/>
                </a:solidFill>
                <a:effectLst/>
                <a:uLnTx/>
                <a:uFillTx/>
                <a:latin typeface="Meiryo UI" pitchFamily="34" charset="0"/>
                <a:ea typeface="Meiryo UI" pitchFamily="34" charset="-122"/>
                <a:cs typeface="Meiryo UI" pitchFamily="34" charset="-120"/>
              </a:rPr>
              <a:t>調達委員会▼</a:t>
            </a:r>
            <a:endParaRPr kumimoji="1" 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449" name="shape_82">
            <a:extLst>
              <a:ext uri="{FF2B5EF4-FFF2-40B4-BE49-F238E27FC236}">
                <a16:creationId xmlns:a16="http://schemas.microsoft.com/office/drawing/2014/main" id="{CCFE9A45-BADB-9712-ED04-4F75F2A6AC04}"/>
              </a:ext>
            </a:extLst>
          </p:cNvPr>
          <p:cNvSpPr/>
          <p:nvPr>
            <p:custDataLst>
              <p:tags r:id="rId131"/>
            </p:custDataLst>
          </p:nvPr>
        </p:nvSpPr>
        <p:spPr>
          <a:xfrm>
            <a:off x="1192073" y="5106866"/>
            <a:ext cx="8388000" cy="0"/>
          </a:xfrm>
          <a:prstGeom prst="line">
            <a:avLst/>
          </a:prstGeom>
          <a:noFill/>
          <a:ln w="3175">
            <a:solidFill>
              <a:schemeClr val="bg1">
                <a:lumMod val="75000"/>
              </a:schemeClr>
            </a:solidFill>
            <a:prstDash val="sysDot"/>
          </a:ln>
        </p:spPr>
        <p:txBody>
          <a:bodyPr lIns="0" tIns="0" rIns="0" bIns="0"/>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1" lang="ja-JP" altLang="en-US" sz="1800" b="0" i="0" u="none" strike="noStrike" kern="1200" cap="none" spc="0" normalizeH="0" baseline="0" noProof="0">
              <a:ln>
                <a:noFill/>
              </a:ln>
              <a:solidFill>
                <a:prstClr val="black"/>
              </a:solidFill>
              <a:effectLst/>
              <a:uLnTx/>
              <a:uFillTx/>
              <a:latin typeface="Meiryo UI"/>
              <a:ea typeface="Meiryo UI"/>
              <a:cs typeface="+mn-cs"/>
            </a:endParaRPr>
          </a:p>
        </p:txBody>
      </p:sp>
      <p:sp>
        <p:nvSpPr>
          <p:cNvPr id="466" name="正方形/長方形 465">
            <a:extLst>
              <a:ext uri="{FF2B5EF4-FFF2-40B4-BE49-F238E27FC236}">
                <a16:creationId xmlns:a16="http://schemas.microsoft.com/office/drawing/2014/main" id="{A891D045-5DBC-7BEA-EA5D-6BB9FBC3E0E0}"/>
              </a:ext>
            </a:extLst>
          </p:cNvPr>
          <p:cNvSpPr/>
          <p:nvPr/>
        </p:nvSpPr>
        <p:spPr>
          <a:xfrm>
            <a:off x="1252490" y="5221689"/>
            <a:ext cx="2498813" cy="988566"/>
          </a:xfrm>
          <a:prstGeom prst="rect">
            <a:avLst/>
          </a:prstGeom>
          <a:solidFill>
            <a:srgbClr val="FFFFFF"/>
          </a:solidFill>
          <a:ln>
            <a:solidFill>
              <a:srgbClr val="000000"/>
            </a:solidFill>
          </a:ln>
        </p:spPr>
        <p:txBody>
          <a:bodyPr lIns="36000" rIns="36000"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ja-JP" altLang="en-US" sz="700" b="0" i="0" u="none" strike="noStrike" kern="0" cap="none" spc="0" normalizeH="0" baseline="0" noProof="0">
                <a:ln>
                  <a:noFill/>
                </a:ln>
                <a:solidFill>
                  <a:prstClr val="black"/>
                </a:solidFill>
                <a:effectLst/>
                <a:uLnTx/>
                <a:uFillTx/>
                <a:latin typeface="Meiryo UI"/>
                <a:ea typeface="Meiryo UI"/>
                <a:cs typeface="+mn-cs"/>
              </a:rPr>
              <a:t> 令和</a:t>
            </a:r>
            <a:r>
              <a:rPr kumimoji="0" lang="en-US" altLang="ja-JP" sz="700" b="0" i="0" u="none" strike="noStrike" kern="0" cap="none" spc="0" normalizeH="0" baseline="0" noProof="0">
                <a:ln>
                  <a:noFill/>
                </a:ln>
                <a:solidFill>
                  <a:prstClr val="black"/>
                </a:solidFill>
                <a:effectLst/>
                <a:uLnTx/>
                <a:uFillTx/>
                <a:latin typeface="Meiryo UI"/>
                <a:ea typeface="Meiryo UI"/>
                <a:cs typeface="+mn-cs"/>
              </a:rPr>
              <a:t>9</a:t>
            </a:r>
            <a:r>
              <a:rPr kumimoji="0" lang="ja-JP" altLang="en-US" sz="700" b="0" i="0" u="none" strike="noStrike" kern="0" cap="none" spc="0" normalizeH="0" baseline="0" noProof="0">
                <a:ln>
                  <a:noFill/>
                </a:ln>
                <a:solidFill>
                  <a:prstClr val="black"/>
                </a:solidFill>
                <a:effectLst/>
                <a:uLnTx/>
                <a:uFillTx/>
                <a:latin typeface="Meiryo UI"/>
                <a:ea typeface="Meiryo UI"/>
                <a:cs typeface="+mn-cs"/>
              </a:rPr>
              <a:t>年度案件グループ①～③の定義は以下の通り</a:t>
            </a:r>
            <a:endParaRPr kumimoji="0" lang="en-US" altLang="ja-JP" sz="700" b="0" i="0" u="none" strike="noStrike" kern="0" cap="none" spc="0" normalizeH="0" baseline="0" noProof="0">
              <a:ln>
                <a:noFill/>
              </a:ln>
              <a:solidFill>
                <a:prstClr val="black"/>
              </a:solidFill>
              <a:effectLst/>
              <a:uLnTx/>
              <a:uFillTx/>
              <a:latin typeface="Meiryo UI"/>
              <a:ea typeface="Meiryo UI"/>
              <a:cs typeface="+mn-cs"/>
            </a:endParaRPr>
          </a:p>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ja-JP" altLang="en-US" sz="700" b="0" i="0" u="none" strike="noStrike" kern="0" cap="none" spc="0" normalizeH="0" baseline="0" noProof="0">
                <a:ln>
                  <a:noFill/>
                </a:ln>
                <a:solidFill>
                  <a:prstClr val="black"/>
                </a:solidFill>
                <a:effectLst/>
                <a:uLnTx/>
                <a:uFillTx/>
                <a:latin typeface="Meiryo UI"/>
                <a:ea typeface="Meiryo UI"/>
                <a:cs typeface="+mn-cs"/>
              </a:rPr>
              <a:t>①：令和</a:t>
            </a:r>
            <a:r>
              <a:rPr kumimoji="0" lang="en-US" altLang="ja-JP" sz="700" b="0" i="0" u="none" strike="noStrike" kern="0" cap="none" spc="0" normalizeH="0" baseline="0" noProof="0">
                <a:ln>
                  <a:noFill/>
                </a:ln>
                <a:solidFill>
                  <a:prstClr val="black"/>
                </a:solidFill>
                <a:effectLst/>
                <a:uLnTx/>
                <a:uFillTx/>
                <a:latin typeface="Meiryo UI"/>
                <a:ea typeface="Meiryo UI"/>
                <a:cs typeface="+mn-cs"/>
              </a:rPr>
              <a:t>8</a:t>
            </a:r>
            <a:r>
              <a:rPr kumimoji="0" lang="ja-JP" altLang="en-US" sz="700" b="0" i="0" u="none" strike="noStrike" kern="0" cap="none" spc="0" normalizeH="0" baseline="0" noProof="0">
                <a:ln>
                  <a:noFill/>
                </a:ln>
                <a:solidFill>
                  <a:prstClr val="black"/>
                </a:solidFill>
                <a:effectLst/>
                <a:uLnTx/>
                <a:uFillTx/>
                <a:latin typeface="Meiryo UI"/>
                <a:ea typeface="Meiryo UI"/>
                <a:cs typeface="+mn-cs"/>
              </a:rPr>
              <a:t>年</a:t>
            </a:r>
            <a:r>
              <a:rPr kumimoji="0" lang="en-US" altLang="ja-JP" sz="700" b="0" i="0" u="none" strike="noStrike" kern="0" cap="none" spc="0" normalizeH="0" baseline="0" noProof="0">
                <a:ln>
                  <a:noFill/>
                </a:ln>
                <a:solidFill>
                  <a:prstClr val="black"/>
                </a:solidFill>
                <a:effectLst/>
                <a:uLnTx/>
                <a:uFillTx/>
                <a:latin typeface="Meiryo UI"/>
                <a:ea typeface="Meiryo UI"/>
                <a:cs typeface="+mn-cs"/>
              </a:rPr>
              <a:t>10</a:t>
            </a:r>
            <a:r>
              <a:rPr kumimoji="0" lang="ja-JP" altLang="en-US" sz="700" b="0" i="0" u="none" strike="noStrike" kern="0" cap="none" spc="0" normalizeH="0" baseline="0" noProof="0">
                <a:ln>
                  <a:noFill/>
                </a:ln>
                <a:solidFill>
                  <a:prstClr val="black"/>
                </a:solidFill>
                <a:effectLst/>
                <a:uLnTx/>
                <a:uFillTx/>
                <a:latin typeface="Meiryo UI"/>
                <a:ea typeface="Meiryo UI"/>
                <a:cs typeface="+mn-cs"/>
              </a:rPr>
              <a:t>月の調達委員会にて案件概要を提示できるもの（令和</a:t>
            </a:r>
            <a:r>
              <a:rPr kumimoji="0" lang="en-US" altLang="ja-JP" sz="700" b="0" i="0" u="none" strike="noStrike" kern="0" cap="none" spc="0" normalizeH="0" baseline="0" noProof="0">
                <a:ln>
                  <a:noFill/>
                </a:ln>
                <a:solidFill>
                  <a:prstClr val="black"/>
                </a:solidFill>
                <a:effectLst/>
                <a:uLnTx/>
                <a:uFillTx/>
                <a:latin typeface="Meiryo UI"/>
                <a:ea typeface="Meiryo UI"/>
                <a:cs typeface="+mn-cs"/>
              </a:rPr>
              <a:t>9</a:t>
            </a:r>
            <a:r>
              <a:rPr kumimoji="0" lang="ja-JP" altLang="en-US" sz="700" b="0" i="0" u="none" strike="noStrike" kern="0" cap="none" spc="0" normalizeH="0" baseline="0" noProof="0">
                <a:ln>
                  <a:noFill/>
                </a:ln>
                <a:solidFill>
                  <a:prstClr val="black"/>
                </a:solidFill>
                <a:effectLst/>
                <a:uLnTx/>
                <a:uFillTx/>
                <a:latin typeface="Meiryo UI"/>
                <a:ea typeface="Meiryo UI"/>
                <a:cs typeface="+mn-cs"/>
              </a:rPr>
              <a:t>年</a:t>
            </a:r>
            <a:r>
              <a:rPr kumimoji="0" lang="en-US" altLang="ja-JP" sz="700" b="0" i="0" u="none" strike="noStrike" kern="0" cap="none" spc="0" normalizeH="0" baseline="0" noProof="0">
                <a:ln>
                  <a:noFill/>
                </a:ln>
                <a:solidFill>
                  <a:prstClr val="black"/>
                </a:solidFill>
                <a:effectLst/>
                <a:uLnTx/>
                <a:uFillTx/>
                <a:latin typeface="Meiryo UI"/>
                <a:ea typeface="Meiryo UI"/>
                <a:cs typeface="+mn-cs"/>
              </a:rPr>
              <a:t>12</a:t>
            </a:r>
            <a:r>
              <a:rPr kumimoji="0" lang="ja-JP" altLang="en-US" sz="700" b="0" i="0" u="none" strike="noStrike" kern="0" cap="none" spc="0" normalizeH="0" baseline="0" noProof="0">
                <a:ln>
                  <a:noFill/>
                </a:ln>
                <a:solidFill>
                  <a:prstClr val="black"/>
                </a:solidFill>
                <a:effectLst/>
                <a:uLnTx/>
                <a:uFillTx/>
                <a:latin typeface="Meiryo UI"/>
                <a:ea typeface="Meiryo UI"/>
                <a:cs typeface="+mn-cs"/>
              </a:rPr>
              <a:t>月リリース予定)</a:t>
            </a:r>
            <a:endParaRPr kumimoji="0" lang="en-US" altLang="ja-JP" sz="700" b="0" i="0" u="none" strike="noStrike" kern="0" cap="none" spc="0" normalizeH="0" baseline="0" noProof="0">
              <a:ln>
                <a:noFill/>
              </a:ln>
              <a:solidFill>
                <a:prstClr val="black"/>
              </a:solidFill>
              <a:effectLst/>
              <a:uLnTx/>
              <a:uFillTx/>
              <a:latin typeface="Meiryo UI"/>
              <a:ea typeface="Meiryo UI"/>
              <a:cs typeface="+mn-cs"/>
            </a:endParaRPr>
          </a:p>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ja-JP" altLang="en-US" sz="700" b="0" i="0" u="none" strike="noStrike" kern="0" cap="none" spc="0" normalizeH="0" baseline="0" noProof="0">
                <a:ln>
                  <a:noFill/>
                </a:ln>
                <a:solidFill>
                  <a:prstClr val="black"/>
                </a:solidFill>
                <a:effectLst/>
                <a:uLnTx/>
                <a:uFillTx/>
                <a:latin typeface="Meiryo UI"/>
                <a:ea typeface="Meiryo UI"/>
                <a:cs typeface="+mn-cs"/>
              </a:rPr>
              <a:t>②：モデル事業の検証結果等に起因する新規案件で、令和</a:t>
            </a:r>
            <a:r>
              <a:rPr kumimoji="0" lang="en-US" altLang="ja-JP" sz="700" b="0" i="0" u="none" strike="noStrike" kern="0" cap="none" spc="0" normalizeH="0" baseline="0" noProof="0">
                <a:ln>
                  <a:noFill/>
                </a:ln>
                <a:solidFill>
                  <a:prstClr val="black"/>
                </a:solidFill>
                <a:effectLst/>
                <a:uLnTx/>
                <a:uFillTx/>
                <a:latin typeface="Meiryo UI"/>
                <a:ea typeface="Meiryo UI"/>
                <a:cs typeface="+mn-cs"/>
              </a:rPr>
              <a:t>9</a:t>
            </a:r>
            <a:r>
              <a:rPr kumimoji="0" lang="ja-JP" altLang="en-US" sz="700" b="0" i="0" u="none" strike="noStrike" kern="0" cap="none" spc="0" normalizeH="0" baseline="0" noProof="0">
                <a:ln>
                  <a:noFill/>
                </a:ln>
                <a:solidFill>
                  <a:prstClr val="black"/>
                </a:solidFill>
                <a:effectLst/>
                <a:uLnTx/>
                <a:uFillTx/>
                <a:latin typeface="Meiryo UI"/>
                <a:ea typeface="Meiryo UI"/>
                <a:cs typeface="+mn-cs"/>
              </a:rPr>
              <a:t>年</a:t>
            </a:r>
            <a:r>
              <a:rPr kumimoji="0" lang="en-US" altLang="ja-JP" sz="700" b="0" i="0" u="none" strike="noStrike" kern="0" cap="none" spc="0" normalizeH="0" baseline="0" noProof="0">
                <a:ln>
                  <a:noFill/>
                </a:ln>
                <a:solidFill>
                  <a:prstClr val="black"/>
                </a:solidFill>
                <a:effectLst/>
                <a:uLnTx/>
                <a:uFillTx/>
                <a:latin typeface="Meiryo UI"/>
                <a:ea typeface="Meiryo UI"/>
                <a:cs typeface="+mn-cs"/>
              </a:rPr>
              <a:t>1</a:t>
            </a:r>
            <a:r>
              <a:rPr kumimoji="0" lang="ja-JP" altLang="en-US" sz="700" b="0" i="0" u="none" strike="noStrike" kern="0" cap="none" spc="0" normalizeH="0" baseline="0" noProof="0">
                <a:ln>
                  <a:noFill/>
                </a:ln>
                <a:solidFill>
                  <a:prstClr val="black"/>
                </a:solidFill>
                <a:effectLst/>
                <a:uLnTx/>
                <a:uFillTx/>
                <a:latin typeface="Meiryo UI"/>
                <a:ea typeface="Meiryo UI"/>
                <a:cs typeface="+mn-cs"/>
              </a:rPr>
              <a:t>月中旬までに起票されたもの</a:t>
            </a:r>
            <a:r>
              <a:rPr kumimoji="0" lang="en-US" altLang="ja-JP" sz="700" b="0" i="0" u="none" strike="noStrike" kern="0" cap="none" spc="0" normalizeH="0" baseline="0" noProof="0">
                <a:ln>
                  <a:noFill/>
                </a:ln>
                <a:solidFill>
                  <a:prstClr val="black"/>
                </a:solidFill>
                <a:effectLst/>
                <a:uLnTx/>
                <a:uFillTx/>
                <a:latin typeface="Meiryo UI"/>
                <a:ea typeface="Meiryo UI"/>
                <a:cs typeface="+mn-cs"/>
              </a:rPr>
              <a:t>(</a:t>
            </a:r>
            <a:r>
              <a:rPr kumimoji="0" lang="ja-JP" altLang="en-US" sz="700" b="0" i="0" u="none" strike="noStrike" kern="0" cap="none" spc="0" normalizeH="0" baseline="0" noProof="0">
                <a:ln>
                  <a:noFill/>
                </a:ln>
                <a:solidFill>
                  <a:prstClr val="black"/>
                </a:solidFill>
                <a:effectLst/>
                <a:uLnTx/>
                <a:uFillTx/>
                <a:latin typeface="Meiryo UI"/>
                <a:ea typeface="Meiryo UI"/>
                <a:cs typeface="+mn-cs"/>
              </a:rPr>
              <a:t>令和</a:t>
            </a:r>
            <a:r>
              <a:rPr kumimoji="0" lang="en-US" altLang="ja-JP" sz="700" b="0" i="0" u="none" strike="noStrike" kern="0" cap="none" spc="0" normalizeH="0" baseline="0" noProof="0">
                <a:ln>
                  <a:noFill/>
                </a:ln>
                <a:solidFill>
                  <a:prstClr val="black"/>
                </a:solidFill>
                <a:effectLst/>
                <a:uLnTx/>
                <a:uFillTx/>
                <a:latin typeface="Meiryo UI"/>
                <a:ea typeface="Meiryo UI"/>
                <a:cs typeface="+mn-cs"/>
              </a:rPr>
              <a:t>9</a:t>
            </a:r>
            <a:r>
              <a:rPr kumimoji="0" lang="ja-JP" altLang="en-US" sz="700" b="0" i="0" u="none" strike="noStrike" kern="0" cap="none" spc="0" normalizeH="0" baseline="0" noProof="0">
                <a:ln>
                  <a:noFill/>
                </a:ln>
                <a:solidFill>
                  <a:prstClr val="black"/>
                </a:solidFill>
                <a:effectLst/>
                <a:uLnTx/>
                <a:uFillTx/>
                <a:latin typeface="Meiryo UI"/>
                <a:ea typeface="Meiryo UI"/>
                <a:cs typeface="+mn-cs"/>
              </a:rPr>
              <a:t>年</a:t>
            </a:r>
            <a:r>
              <a:rPr kumimoji="0" lang="en-US" altLang="ja-JP" sz="700" b="0" i="0" u="none" strike="noStrike" kern="0" cap="none" spc="0" normalizeH="0" baseline="0" noProof="0">
                <a:ln>
                  <a:noFill/>
                </a:ln>
                <a:solidFill>
                  <a:prstClr val="black"/>
                </a:solidFill>
                <a:effectLst/>
                <a:uLnTx/>
                <a:uFillTx/>
                <a:latin typeface="Meiryo UI"/>
                <a:ea typeface="Meiryo UI"/>
                <a:cs typeface="+mn-cs"/>
              </a:rPr>
              <a:t>12</a:t>
            </a:r>
            <a:r>
              <a:rPr kumimoji="0" lang="ja-JP" altLang="en-US" sz="700" b="0" i="0" u="none" strike="noStrike" kern="0" cap="none" spc="0" normalizeH="0" baseline="0" noProof="0">
                <a:ln>
                  <a:noFill/>
                </a:ln>
                <a:solidFill>
                  <a:prstClr val="black"/>
                </a:solidFill>
                <a:effectLst/>
                <a:uLnTx/>
                <a:uFillTx/>
                <a:latin typeface="Meiryo UI"/>
                <a:ea typeface="Meiryo UI"/>
                <a:cs typeface="+mn-cs"/>
              </a:rPr>
              <a:t>月リリース予定)</a:t>
            </a:r>
            <a:endParaRPr kumimoji="0" lang="en-US" altLang="ja-JP" sz="700" b="0" i="0" u="none" strike="noStrike" kern="0" cap="none" spc="0" normalizeH="0" baseline="0" noProof="0">
              <a:ln>
                <a:noFill/>
              </a:ln>
              <a:solidFill>
                <a:prstClr val="black"/>
              </a:solidFill>
              <a:effectLst/>
              <a:uLnTx/>
              <a:uFillTx/>
              <a:latin typeface="Meiryo UI"/>
              <a:ea typeface="Meiryo UI"/>
              <a:cs typeface="+mn-cs"/>
            </a:endParaRPr>
          </a:p>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ja-JP" altLang="en-US" sz="700" b="0" i="0" u="none" strike="noStrike" kern="0" cap="none" spc="0" normalizeH="0" baseline="0" noProof="0">
                <a:ln>
                  <a:noFill/>
                </a:ln>
                <a:solidFill>
                  <a:prstClr val="black"/>
                </a:solidFill>
                <a:effectLst/>
                <a:uLnTx/>
                <a:uFillTx/>
                <a:latin typeface="Meiryo UI"/>
                <a:ea typeface="Meiryo UI"/>
                <a:cs typeface="+mn-cs"/>
              </a:rPr>
              <a:t>③：モデル事業の検証結果等に起因する新規案件で、令和</a:t>
            </a:r>
            <a:r>
              <a:rPr kumimoji="0" lang="en-US" altLang="ja-JP" sz="700" b="0" i="0" u="none" strike="noStrike" kern="0" cap="none" spc="0" normalizeH="0" baseline="0" noProof="0">
                <a:ln>
                  <a:noFill/>
                </a:ln>
                <a:solidFill>
                  <a:prstClr val="black"/>
                </a:solidFill>
                <a:effectLst/>
                <a:uLnTx/>
                <a:uFillTx/>
                <a:latin typeface="Meiryo UI"/>
                <a:ea typeface="Meiryo UI"/>
                <a:cs typeface="+mn-cs"/>
              </a:rPr>
              <a:t>9</a:t>
            </a:r>
            <a:r>
              <a:rPr kumimoji="0" lang="ja-JP" altLang="en-US" sz="700" b="0" i="0" u="none" strike="noStrike" kern="0" cap="none" spc="0" normalizeH="0" baseline="0" noProof="0">
                <a:ln>
                  <a:noFill/>
                </a:ln>
                <a:solidFill>
                  <a:prstClr val="black"/>
                </a:solidFill>
                <a:effectLst/>
                <a:uLnTx/>
                <a:uFillTx/>
                <a:latin typeface="Meiryo UI"/>
                <a:ea typeface="Meiryo UI"/>
                <a:cs typeface="+mn-cs"/>
              </a:rPr>
              <a:t>年</a:t>
            </a:r>
            <a:r>
              <a:rPr kumimoji="0" lang="en-US" altLang="ja-JP" sz="700" b="0" i="0" u="none" strike="noStrike" kern="0" cap="none" spc="0" normalizeH="0" baseline="0" noProof="0">
                <a:ln>
                  <a:noFill/>
                </a:ln>
                <a:solidFill>
                  <a:prstClr val="black"/>
                </a:solidFill>
                <a:effectLst/>
                <a:uLnTx/>
                <a:uFillTx/>
                <a:latin typeface="Meiryo UI"/>
                <a:ea typeface="Meiryo UI"/>
                <a:cs typeface="+mn-cs"/>
              </a:rPr>
              <a:t>1</a:t>
            </a:r>
            <a:r>
              <a:rPr kumimoji="0" lang="ja-JP" altLang="en-US" sz="700" b="0" i="0" u="none" strike="noStrike" kern="0" cap="none" spc="0" normalizeH="0" baseline="0" noProof="0">
                <a:ln>
                  <a:noFill/>
                </a:ln>
                <a:solidFill>
                  <a:prstClr val="black"/>
                </a:solidFill>
                <a:effectLst/>
                <a:uLnTx/>
                <a:uFillTx/>
                <a:latin typeface="Meiryo UI"/>
                <a:ea typeface="Meiryo UI"/>
                <a:cs typeface="+mn-cs"/>
              </a:rPr>
              <a:t>月中旬以降に起票されたもの</a:t>
            </a:r>
            <a:r>
              <a:rPr kumimoji="0" lang="en-US" altLang="ja-JP" sz="700" b="0" i="0" u="none" strike="noStrike" kern="0" cap="none" spc="0" normalizeH="0" baseline="0" noProof="0">
                <a:ln>
                  <a:noFill/>
                </a:ln>
                <a:solidFill>
                  <a:srgbClr val="000000"/>
                </a:solidFill>
                <a:effectLst/>
                <a:uLnTx/>
                <a:uFillTx/>
                <a:latin typeface="Meiryo UI"/>
                <a:ea typeface="Meiryo UI"/>
                <a:cs typeface="+mn-cs"/>
              </a:rPr>
              <a:t>(</a:t>
            </a:r>
            <a:r>
              <a:rPr kumimoji="0" lang="ja-JP" altLang="en-US" sz="700" b="0" i="0" u="none" strike="noStrike" kern="0" cap="none" spc="0" normalizeH="0" baseline="0" noProof="0">
                <a:ln>
                  <a:noFill/>
                </a:ln>
                <a:solidFill>
                  <a:srgbClr val="000000"/>
                </a:solidFill>
                <a:effectLst/>
                <a:uLnTx/>
                <a:uFillTx/>
                <a:latin typeface="Meiryo UI"/>
                <a:ea typeface="Meiryo UI"/>
                <a:cs typeface="+mn-cs"/>
              </a:rPr>
              <a:t>開発スケジュール・リリース時期は都度調整</a:t>
            </a:r>
            <a:r>
              <a:rPr kumimoji="0" lang="en-US" altLang="ja-JP" sz="700" b="0" i="0" u="none" strike="noStrike" kern="0" cap="none" spc="0" normalizeH="0" baseline="0" noProof="0">
                <a:ln>
                  <a:noFill/>
                </a:ln>
                <a:solidFill>
                  <a:srgbClr val="000000"/>
                </a:solidFill>
                <a:effectLst/>
                <a:uLnTx/>
                <a:uFillTx/>
                <a:latin typeface="Meiryo UI"/>
                <a:ea typeface="Meiryo UI"/>
                <a:cs typeface="+mn-cs"/>
              </a:rPr>
              <a:t>)</a:t>
            </a:r>
            <a:endParaRPr kumimoji="0" lang="en-US" altLang="ja-JP" sz="700" b="0" i="0" u="none" strike="noStrike" kern="0" cap="none" spc="0" normalizeH="0" baseline="0" noProof="0">
              <a:ln>
                <a:noFill/>
              </a:ln>
              <a:solidFill>
                <a:prstClr val="black"/>
              </a:solidFill>
              <a:effectLst/>
              <a:uLnTx/>
              <a:uFillTx/>
              <a:latin typeface="Meiryo UI"/>
              <a:ea typeface="Meiryo UI"/>
              <a:cs typeface="+mn-cs"/>
            </a:endParaRPr>
          </a:p>
        </p:txBody>
      </p:sp>
      <p:sp>
        <p:nvSpPr>
          <p:cNvPr id="474" name="矢印: 五方向 473">
            <a:extLst>
              <a:ext uri="{FF2B5EF4-FFF2-40B4-BE49-F238E27FC236}">
                <a16:creationId xmlns:a16="http://schemas.microsoft.com/office/drawing/2014/main" id="{2CE32AF0-369D-DA32-04A1-278DC5E1413E}"/>
              </a:ext>
            </a:extLst>
          </p:cNvPr>
          <p:cNvSpPr/>
          <p:nvPr/>
        </p:nvSpPr>
        <p:spPr>
          <a:xfrm>
            <a:off x="1166890" y="4926583"/>
            <a:ext cx="3553544" cy="120424"/>
          </a:xfrm>
          <a:prstGeom prst="homePlate">
            <a:avLst/>
          </a:prstGeom>
          <a:solidFill>
            <a:schemeClr val="bg1">
              <a:lumMod val="95000"/>
            </a:schemeClr>
          </a:solidFill>
          <a:ln w="3175">
            <a:solidFill>
              <a:srgbClr val="D9D9D9"/>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white">
                    <a:lumMod val="65000"/>
                  </a:prstClr>
                </a:solidFill>
                <a:effectLst/>
                <a:uLnTx/>
                <a:uFillTx/>
                <a:latin typeface="Meiryo UI"/>
                <a:ea typeface="Meiryo UI"/>
                <a:cs typeface="+mn-cs"/>
              </a:rPr>
              <a:t>案件検討</a:t>
            </a:r>
          </a:p>
        </p:txBody>
      </p:sp>
      <p:sp>
        <p:nvSpPr>
          <p:cNvPr id="475" name="矢印: 五方向 474">
            <a:extLst>
              <a:ext uri="{FF2B5EF4-FFF2-40B4-BE49-F238E27FC236}">
                <a16:creationId xmlns:a16="http://schemas.microsoft.com/office/drawing/2014/main" id="{E33C381B-AD97-2CA8-EFAF-49D1E4A9B0E6}"/>
              </a:ext>
            </a:extLst>
          </p:cNvPr>
          <p:cNvSpPr/>
          <p:nvPr/>
        </p:nvSpPr>
        <p:spPr>
          <a:xfrm>
            <a:off x="4723867" y="4926583"/>
            <a:ext cx="1288757" cy="120424"/>
          </a:xfrm>
          <a:prstGeom prst="homePlate">
            <a:avLst/>
          </a:prstGeom>
          <a:solidFill>
            <a:schemeClr val="bg2">
              <a:lumMod val="90000"/>
            </a:schemeClr>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調達手続き</a:t>
            </a:r>
          </a:p>
        </p:txBody>
      </p:sp>
      <p:sp>
        <p:nvSpPr>
          <p:cNvPr id="477" name="矢印: 五方向 476">
            <a:extLst>
              <a:ext uri="{FF2B5EF4-FFF2-40B4-BE49-F238E27FC236}">
                <a16:creationId xmlns:a16="http://schemas.microsoft.com/office/drawing/2014/main" id="{43B56215-B742-429D-7106-3FFAB91E4439}"/>
              </a:ext>
            </a:extLst>
          </p:cNvPr>
          <p:cNvSpPr/>
          <p:nvPr/>
        </p:nvSpPr>
        <p:spPr>
          <a:xfrm>
            <a:off x="7950928" y="5461359"/>
            <a:ext cx="804560" cy="143398"/>
          </a:xfrm>
          <a:prstGeom prst="homePlate">
            <a:avLst/>
          </a:prstGeom>
          <a:solidFill>
            <a:srgbClr val="FFFFCC"/>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要件整理・見積</a:t>
            </a:r>
          </a:p>
        </p:txBody>
      </p:sp>
      <p:sp>
        <p:nvSpPr>
          <p:cNvPr id="481" name="矢印: 五方向 480">
            <a:extLst>
              <a:ext uri="{FF2B5EF4-FFF2-40B4-BE49-F238E27FC236}">
                <a16:creationId xmlns:a16="http://schemas.microsoft.com/office/drawing/2014/main" id="{F7527F21-B7BF-3E78-DCC0-481139082E31}"/>
              </a:ext>
            </a:extLst>
          </p:cNvPr>
          <p:cNvSpPr/>
          <p:nvPr/>
        </p:nvSpPr>
        <p:spPr>
          <a:xfrm>
            <a:off x="8766467" y="5461359"/>
            <a:ext cx="812409" cy="133518"/>
          </a:xfrm>
          <a:prstGeom prst="homePlate">
            <a:avLst/>
          </a:prstGeom>
          <a:solidFill>
            <a:schemeClr val="bg2">
              <a:lumMod val="90000"/>
            </a:schemeClr>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精査・調達</a:t>
            </a:r>
          </a:p>
        </p:txBody>
      </p:sp>
      <p:sp>
        <p:nvSpPr>
          <p:cNvPr id="490" name="矢印: 五方向 489">
            <a:extLst>
              <a:ext uri="{FF2B5EF4-FFF2-40B4-BE49-F238E27FC236}">
                <a16:creationId xmlns:a16="http://schemas.microsoft.com/office/drawing/2014/main" id="{75959E8E-415C-75F9-261F-7976EE6821CD}"/>
              </a:ext>
            </a:extLst>
          </p:cNvPr>
          <p:cNvSpPr/>
          <p:nvPr/>
        </p:nvSpPr>
        <p:spPr>
          <a:xfrm>
            <a:off x="5366519" y="5461358"/>
            <a:ext cx="2568437" cy="136925"/>
          </a:xfrm>
          <a:prstGeom prst="homePlate">
            <a:avLst/>
          </a:prstGeom>
          <a:solidFill>
            <a:schemeClr val="bg2">
              <a:lumMod val="90000"/>
            </a:schemeClr>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モデル事業検証結果取りまとめ・案件検討</a:t>
            </a:r>
          </a:p>
        </p:txBody>
      </p:sp>
      <p:sp>
        <p:nvSpPr>
          <p:cNvPr id="495" name="矢印: 五方向 494">
            <a:extLst>
              <a:ext uri="{FF2B5EF4-FFF2-40B4-BE49-F238E27FC236}">
                <a16:creationId xmlns:a16="http://schemas.microsoft.com/office/drawing/2014/main" id="{337A3659-89C0-04FE-AEFA-891B0A8B7B68}"/>
              </a:ext>
            </a:extLst>
          </p:cNvPr>
          <p:cNvSpPr/>
          <p:nvPr/>
        </p:nvSpPr>
        <p:spPr>
          <a:xfrm>
            <a:off x="5366519" y="5923525"/>
            <a:ext cx="4209279" cy="120425"/>
          </a:xfrm>
          <a:prstGeom prst="homePlate">
            <a:avLst/>
          </a:prstGeom>
          <a:solidFill>
            <a:schemeClr val="bg2">
              <a:lumMod val="90000"/>
            </a:schemeClr>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モデル事業検証結果取りまとめ・案件検討</a:t>
            </a:r>
          </a:p>
        </p:txBody>
      </p:sp>
      <p:sp>
        <p:nvSpPr>
          <p:cNvPr id="523" name="矢印: 五方向 522">
            <a:extLst>
              <a:ext uri="{FF2B5EF4-FFF2-40B4-BE49-F238E27FC236}">
                <a16:creationId xmlns:a16="http://schemas.microsoft.com/office/drawing/2014/main" id="{81E5A2B3-B577-F6CB-CC22-A924E08D1EC6}"/>
              </a:ext>
            </a:extLst>
          </p:cNvPr>
          <p:cNvSpPr/>
          <p:nvPr/>
        </p:nvSpPr>
        <p:spPr>
          <a:xfrm>
            <a:off x="5369968" y="6428808"/>
            <a:ext cx="642657" cy="120424"/>
          </a:xfrm>
          <a:prstGeom prst="homePlate">
            <a:avLst/>
          </a:prstGeom>
          <a:solidFill>
            <a:schemeClr val="bg2">
              <a:lumMod val="90000"/>
            </a:schemeClr>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調達手続き</a:t>
            </a:r>
          </a:p>
        </p:txBody>
      </p:sp>
      <p:sp>
        <p:nvSpPr>
          <p:cNvPr id="525" name="矢印: 五方向 524">
            <a:extLst>
              <a:ext uri="{FF2B5EF4-FFF2-40B4-BE49-F238E27FC236}">
                <a16:creationId xmlns:a16="http://schemas.microsoft.com/office/drawing/2014/main" id="{3C2B0FE5-DA48-52A0-A970-D7610EC93FDD}"/>
              </a:ext>
            </a:extLst>
          </p:cNvPr>
          <p:cNvSpPr/>
          <p:nvPr/>
        </p:nvSpPr>
        <p:spPr>
          <a:xfrm>
            <a:off x="6855359" y="6412897"/>
            <a:ext cx="2710838" cy="143397"/>
          </a:xfrm>
          <a:prstGeom prst="homePlate">
            <a:avLst/>
          </a:prstGeom>
          <a:solidFill>
            <a:srgbClr val="FFFFCC"/>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要件整理</a:t>
            </a:r>
          </a:p>
        </p:txBody>
      </p:sp>
      <p:sp>
        <p:nvSpPr>
          <p:cNvPr id="531" name="shape_152">
            <a:extLst>
              <a:ext uri="{FF2B5EF4-FFF2-40B4-BE49-F238E27FC236}">
                <a16:creationId xmlns:a16="http://schemas.microsoft.com/office/drawing/2014/main" id="{8D85A529-A4E0-A9E8-6F2B-3DE161483FA3}"/>
              </a:ext>
            </a:extLst>
          </p:cNvPr>
          <p:cNvSpPr/>
          <p:nvPr>
            <p:custDataLst>
              <p:tags r:id="rId132"/>
            </p:custDataLst>
          </p:nvPr>
        </p:nvSpPr>
        <p:spPr>
          <a:xfrm>
            <a:off x="8636813" y="6444506"/>
            <a:ext cx="969148" cy="120424"/>
          </a:xfrm>
          <a:prstGeom prst="rect">
            <a:avLst/>
          </a:prstGeom>
          <a:noFill/>
          <a:ln/>
        </p:spPr>
        <p:txBody>
          <a:bodyPr vert="horz" wrap="non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noProof="1"/>
            </a:pPr>
            <a:r>
              <a:rPr kumimoji="1" lang="en-US" altLang="ja-JP" sz="700" b="0" i="0" u="none" strike="noStrike" kern="1200" cap="none" spc="0" normalizeH="0" baseline="0" noProof="0">
                <a:ln>
                  <a:noFill/>
                </a:ln>
                <a:solidFill>
                  <a:srgbClr val="7030A0"/>
                </a:solidFill>
                <a:effectLst/>
                <a:uLnTx/>
                <a:uFillTx/>
                <a:latin typeface="Meiryo UI" pitchFamily="34" charset="0"/>
                <a:ea typeface="Meiryo UI" pitchFamily="34" charset="-122"/>
                <a:cs typeface="Meiryo UI" pitchFamily="34" charset="-120"/>
              </a:rPr>
              <a:t>R9</a:t>
            </a:r>
            <a:r>
              <a:rPr kumimoji="1" lang="ja-JP" altLang="en-US" sz="700" b="0" i="0" u="none" strike="noStrike" kern="1200" cap="none" spc="0" normalizeH="0" baseline="0" noProof="0">
                <a:ln>
                  <a:noFill/>
                </a:ln>
                <a:solidFill>
                  <a:srgbClr val="7030A0"/>
                </a:solidFill>
                <a:effectLst/>
                <a:uLnTx/>
                <a:uFillTx/>
                <a:latin typeface="Meiryo UI" pitchFamily="34" charset="0"/>
                <a:ea typeface="Meiryo UI" pitchFamily="34" charset="-122"/>
                <a:cs typeface="Meiryo UI" pitchFamily="34" charset="-120"/>
              </a:rPr>
              <a:t>年度</a:t>
            </a:r>
            <a:r>
              <a:rPr kumimoji="1" lang="en-US" altLang="ja-JP" sz="700" b="0" i="0" u="none" strike="noStrike" kern="1200" cap="none" spc="0" normalizeH="0" baseline="0" noProof="1">
                <a:ln>
                  <a:noFill/>
                </a:ln>
                <a:solidFill>
                  <a:srgbClr val="7030A0"/>
                </a:solidFill>
                <a:effectLst/>
                <a:uLnTx/>
                <a:uFillTx/>
                <a:latin typeface="Meiryo UI" pitchFamily="34" charset="0"/>
                <a:ea typeface="Meiryo UI" pitchFamily="34" charset="-122"/>
                <a:cs typeface="Meiryo UI" pitchFamily="34" charset="-120"/>
              </a:rPr>
              <a:t>7</a:t>
            </a:r>
            <a:r>
              <a:rPr kumimoji="1" lang="ja-JP" altLang="en-US" sz="700" b="0" i="0" u="none" strike="noStrike" kern="1200" cap="none" spc="0" normalizeH="0" baseline="0" noProof="0">
                <a:ln>
                  <a:noFill/>
                </a:ln>
                <a:solidFill>
                  <a:srgbClr val="7030A0"/>
                </a:solidFill>
                <a:effectLst/>
                <a:uLnTx/>
                <a:uFillTx/>
                <a:latin typeface="Meiryo UI" pitchFamily="34" charset="0"/>
                <a:ea typeface="Meiryo UI" pitchFamily="34" charset="-122"/>
                <a:cs typeface="Meiryo UI" pitchFamily="34" charset="-120"/>
              </a:rPr>
              <a:t>月から開発着手▼</a:t>
            </a:r>
            <a:endParaRPr kumimoji="1" lang="en-US" sz="700" b="0" i="0" u="none" strike="noStrike" kern="1200" cap="none" spc="0" normalizeH="0" baseline="0" noProof="0">
              <a:ln>
                <a:noFill/>
              </a:ln>
              <a:solidFill>
                <a:srgbClr val="7030A0"/>
              </a:solidFill>
              <a:effectLst/>
              <a:uLnTx/>
              <a:uFillTx/>
              <a:latin typeface="Meiryo UI"/>
              <a:ea typeface="Meiryo UI"/>
              <a:cs typeface="+mn-cs"/>
            </a:endParaRPr>
          </a:p>
        </p:txBody>
      </p:sp>
      <p:sp>
        <p:nvSpPr>
          <p:cNvPr id="16" name="矢印: 五方向 15">
            <a:extLst>
              <a:ext uri="{FF2B5EF4-FFF2-40B4-BE49-F238E27FC236}">
                <a16:creationId xmlns:a16="http://schemas.microsoft.com/office/drawing/2014/main" id="{E745EFC6-C12E-CB2D-87F9-744E7198D2E5}"/>
              </a:ext>
            </a:extLst>
          </p:cNvPr>
          <p:cNvSpPr/>
          <p:nvPr/>
        </p:nvSpPr>
        <p:spPr>
          <a:xfrm>
            <a:off x="6027155" y="6428808"/>
            <a:ext cx="807608" cy="120424"/>
          </a:xfrm>
          <a:prstGeom prst="homePlate">
            <a:avLst/>
          </a:prstGeom>
          <a:solidFill>
            <a:schemeClr val="bg2">
              <a:lumMod val="90000"/>
            </a:schemeClr>
          </a:solidFill>
          <a:ln w="3175">
            <a:solidFill>
              <a:schemeClr val="tx1"/>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官報公告</a:t>
            </a:r>
          </a:p>
        </p:txBody>
      </p:sp>
      <p:sp>
        <p:nvSpPr>
          <p:cNvPr id="4" name="正方形/長方形 3">
            <a:extLst>
              <a:ext uri="{FF2B5EF4-FFF2-40B4-BE49-F238E27FC236}">
                <a16:creationId xmlns:a16="http://schemas.microsoft.com/office/drawing/2014/main" id="{626E213B-4D07-CCBD-DA2D-7959CFD18C5E}"/>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(DX</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機構資料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618754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FFE96-EAE1-FAB8-15BF-D91C2260246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C0E7FF1-D7C5-FD30-DAAB-F8F1D6DAED2D}"/>
              </a:ext>
            </a:extLst>
          </p:cNvPr>
          <p:cNvSpPr>
            <a:spLocks noGrp="1"/>
          </p:cNvSpPr>
          <p:nvPr>
            <p:ph type="title"/>
          </p:nvPr>
        </p:nvSpPr>
        <p:spPr/>
        <p:txBody>
          <a:bodyPr/>
          <a:lstStyle/>
          <a:p>
            <a:r>
              <a:rPr lang="en-US" altLang="ja-JP" noProof="1"/>
              <a:t>参考：令和9年度案件の調達</a:t>
            </a:r>
            <a:r>
              <a:rPr lang="ja-JP" altLang="en-US" noProof="1"/>
              <a:t>スケジュールについて</a:t>
            </a:r>
            <a:endParaRPr kumimoji="1" lang="ja-JP" altLang="en-US" noProof="1"/>
          </a:p>
        </p:txBody>
      </p:sp>
      <p:sp>
        <p:nvSpPr>
          <p:cNvPr id="9" name="コンテンツ プレースホルダー 2">
            <a:extLst>
              <a:ext uri="{FF2B5EF4-FFF2-40B4-BE49-F238E27FC236}">
                <a16:creationId xmlns:a16="http://schemas.microsoft.com/office/drawing/2014/main" id="{E39501A7-6068-1991-CEA1-14F176970CD9}"/>
              </a:ext>
            </a:extLst>
          </p:cNvPr>
          <p:cNvSpPr txBox="1">
            <a:spLocks/>
          </p:cNvSpPr>
          <p:nvPr/>
        </p:nvSpPr>
        <p:spPr>
          <a:xfrm>
            <a:off x="360908" y="774374"/>
            <a:ext cx="9037755" cy="729450"/>
          </a:xfrm>
          <a:prstGeom prst="rect">
            <a:avLst/>
          </a:prstGeom>
        </p:spPr>
        <p:txBody>
          <a:bodyPr/>
          <a:lstStyle>
            <a:lvl1pPr marL="0" indent="0" algn="l" rtl="0" eaLnBrk="1" fontAlgn="base" hangingPunct="1">
              <a:spcBef>
                <a:spcPct val="20000"/>
              </a:spcBef>
              <a:spcAft>
                <a:spcPct val="0"/>
              </a:spcAft>
              <a:buFont typeface="Meiryo UI" panose="020B0604020202020204" pitchFamily="34" charset="0"/>
              <a:buNone/>
              <a:defRPr kumimoji="1" sz="1462" noProof="1">
                <a:solidFill>
                  <a:schemeClr val="tx1"/>
                </a:solidFill>
                <a:latin typeface="+mj-ea"/>
                <a:ea typeface="+mj-ea"/>
                <a:cs typeface="+mn-cs"/>
              </a:defRPr>
            </a:lvl1pPr>
            <a:lvl2pPr marL="216687" indent="-14187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2pPr>
            <a:lvl3pPr marL="291495" indent="-14316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3pPr>
            <a:lvl4pPr marL="365015" indent="-148328"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4pPr>
            <a:lvl5pPr marL="439824" indent="-148328" algn="l" rtl="0" eaLnBrk="1" fontAlgn="base" hangingPunct="1">
              <a:spcBef>
                <a:spcPct val="20000"/>
              </a:spcBef>
              <a:spcAft>
                <a:spcPct val="0"/>
              </a:spcAft>
              <a:buFont typeface="Meiryo UI" panose="020B0604020202020204" pitchFamily="34" charset="0"/>
              <a:buChar char="•"/>
              <a:tabLst>
                <a:tab pos="439824" algn="l"/>
              </a:tabLst>
              <a:defRPr kumimoji="1" sz="1462" noProof="1">
                <a:solidFill>
                  <a:schemeClr val="tx1"/>
                </a:solidFill>
                <a:latin typeface="Meiryo UI" pitchFamily="18" charset="0"/>
                <a:ea typeface="+mn-ea"/>
              </a:defRPr>
            </a:lvl5pPr>
            <a:lvl6pPr marL="1885600"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6pPr>
            <a:lvl7pPr marL="2228436"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7pPr>
            <a:lvl8pPr marL="2571271"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8pPr>
            <a:lvl9pPr marL="2914107"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9pPr>
          </a:lstStyle>
          <a:p>
            <a:pPr marL="285750" marR="0" lvl="0" indent="-285750" algn="l" defTabSz="914400" rtl="0" eaLnBrk="1" fontAlgn="base" latinLnBrk="0" hangingPunct="1">
              <a:lnSpc>
                <a:spcPct val="100000"/>
              </a:lnSpc>
              <a:spcBef>
                <a:spcPct val="20000"/>
              </a:spcBef>
              <a:spcAft>
                <a:spcPct val="0"/>
              </a:spcAft>
              <a:buClrTx/>
              <a:buSzTx/>
              <a:buFont typeface="Meiryo UI" panose="020B0604030504040204" pitchFamily="50" charset="-128"/>
              <a:buChar char="○"/>
              <a:tabLst/>
              <a:defRPr/>
            </a:pPr>
            <a:r>
              <a:rPr kumimoji="1" lang="ja-JP" altLang="en-US" sz="1400" b="0" i="0" u="none" strike="noStrike" kern="1200" cap="none" spc="0" normalizeH="0" baseline="0" noProof="1">
                <a:ln>
                  <a:noFill/>
                </a:ln>
                <a:solidFill>
                  <a:prstClr val="black"/>
                </a:solidFill>
                <a:effectLst/>
                <a:uLnTx/>
                <a:uFillTx/>
                <a:latin typeface="Meiryo UI"/>
                <a:ea typeface="Meiryo UI"/>
                <a:cs typeface="+mn-cs"/>
              </a:rPr>
              <a:t>令和</a:t>
            </a:r>
            <a:r>
              <a:rPr kumimoji="1" lang="en-US" altLang="ja-JP" sz="1400" b="0" i="0" u="none" strike="noStrike" kern="1200" cap="none" spc="0" normalizeH="0" baseline="0" noProof="1">
                <a:ln>
                  <a:noFill/>
                </a:ln>
                <a:solidFill>
                  <a:prstClr val="black"/>
                </a:solidFill>
                <a:effectLst/>
                <a:uLnTx/>
                <a:uFillTx/>
                <a:latin typeface="Meiryo UI"/>
                <a:ea typeface="Meiryo UI"/>
                <a:cs typeface="+mn-cs"/>
              </a:rPr>
              <a:t>9</a:t>
            </a:r>
            <a:r>
              <a:rPr kumimoji="1" lang="ja-JP" altLang="en-US" sz="1400" b="0" i="0" u="none" strike="noStrike" kern="1200" cap="none" spc="0" normalizeH="0" baseline="0" noProof="1">
                <a:ln>
                  <a:noFill/>
                </a:ln>
                <a:solidFill>
                  <a:prstClr val="black"/>
                </a:solidFill>
                <a:effectLst/>
                <a:uLnTx/>
                <a:uFillTx/>
                <a:latin typeface="Meiryo UI"/>
                <a:ea typeface="Meiryo UI"/>
                <a:cs typeface="+mn-cs"/>
              </a:rPr>
              <a:t>年度開発案件の要件整理</a:t>
            </a:r>
            <a:r>
              <a:rPr kumimoji="1" lang="en-US" altLang="ja-JP" sz="1400" b="0" i="0" u="none" strike="noStrike" kern="1200" cap="none" spc="0" normalizeH="0" baseline="0" noProof="1">
                <a:ln>
                  <a:noFill/>
                </a:ln>
                <a:solidFill>
                  <a:prstClr val="black"/>
                </a:solidFill>
                <a:effectLst/>
                <a:uLnTx/>
                <a:uFillTx/>
                <a:latin typeface="Meiryo UI"/>
                <a:ea typeface="Meiryo UI"/>
                <a:cs typeface="+mn-cs"/>
              </a:rPr>
              <a:t>(</a:t>
            </a:r>
            <a:r>
              <a:rPr kumimoji="1" lang="ja-JP" altLang="en-US" sz="1400" b="0" i="0" u="none" strike="noStrike" kern="1200" cap="none" spc="0" normalizeH="0" baseline="0" noProof="1">
                <a:ln>
                  <a:noFill/>
                </a:ln>
                <a:solidFill>
                  <a:prstClr val="black"/>
                </a:solidFill>
                <a:effectLst/>
                <a:uLnTx/>
                <a:uFillTx/>
                <a:latin typeface="Meiryo UI"/>
                <a:ea typeface="Meiryo UI"/>
                <a:cs typeface="+mn-cs"/>
              </a:rPr>
              <a:t>開発事業者</a:t>
            </a:r>
            <a:r>
              <a:rPr kumimoji="1" lang="en-US" altLang="ja-JP" sz="1400" b="0" i="0" u="none" strike="noStrike" kern="1200" cap="none" spc="0" normalizeH="0" baseline="0" noProof="1">
                <a:ln>
                  <a:noFill/>
                </a:ln>
                <a:solidFill>
                  <a:prstClr val="black"/>
                </a:solidFill>
                <a:effectLst/>
                <a:uLnTx/>
                <a:uFillTx/>
                <a:latin typeface="Meiryo UI"/>
                <a:ea typeface="Meiryo UI"/>
                <a:cs typeface="+mn-cs"/>
              </a:rPr>
              <a:t>)</a:t>
            </a:r>
            <a:r>
              <a:rPr kumimoji="1" lang="ja-JP" altLang="en-US" sz="1400" b="0" i="0" u="none" strike="noStrike" kern="1200" cap="none" spc="0" normalizeH="0" baseline="0" noProof="1">
                <a:ln>
                  <a:noFill/>
                </a:ln>
                <a:solidFill>
                  <a:prstClr val="black"/>
                </a:solidFill>
                <a:effectLst/>
                <a:uLnTx/>
                <a:uFillTx/>
                <a:latin typeface="Meiryo UI"/>
                <a:ea typeface="Meiryo UI"/>
                <a:cs typeface="+mn-cs"/>
              </a:rPr>
              <a:t>は、</a:t>
            </a:r>
            <a:r>
              <a:rPr kumimoji="1" lang="en-US" altLang="ja-JP" sz="1400" b="0" i="0" u="none" strike="noStrike" kern="1200" cap="none" spc="0" normalizeH="0" baseline="0" noProof="1">
                <a:ln>
                  <a:noFill/>
                </a:ln>
                <a:solidFill>
                  <a:prstClr val="black"/>
                </a:solidFill>
                <a:effectLst/>
                <a:uLnTx/>
                <a:uFillTx/>
                <a:latin typeface="Meiryo UI"/>
                <a:ea typeface="Meiryo UI"/>
                <a:cs typeface="+mn-cs"/>
              </a:rPr>
              <a:t>10/20</a:t>
            </a:r>
            <a:r>
              <a:rPr kumimoji="1" lang="ja-JP" altLang="en-US" sz="1400" b="0" i="0" u="none" strike="noStrike" kern="1200" cap="none" spc="0" normalizeH="0" baseline="0" noProof="1">
                <a:ln>
                  <a:noFill/>
                </a:ln>
                <a:solidFill>
                  <a:prstClr val="black"/>
                </a:solidFill>
                <a:effectLst/>
                <a:uLnTx/>
                <a:uFillTx/>
                <a:latin typeface="Meiryo UI"/>
                <a:ea typeface="Meiryo UI"/>
                <a:cs typeface="+mn-cs"/>
              </a:rPr>
              <a:t>の調達委員会に付議する方針とする。本調達委員会への付議にあたっては、</a:t>
            </a:r>
            <a:r>
              <a:rPr kumimoji="1" lang="en-US" altLang="ja-JP" sz="1400" b="0" i="0" u="none" strike="noStrike" kern="1200" cap="none" spc="0" normalizeH="0" baseline="0" noProof="1">
                <a:ln>
                  <a:noFill/>
                </a:ln>
                <a:solidFill>
                  <a:prstClr val="black"/>
                </a:solidFill>
                <a:effectLst/>
                <a:uLnTx/>
                <a:uFillTx/>
                <a:latin typeface="Meiryo UI"/>
                <a:ea typeface="Meiryo UI"/>
                <a:cs typeface="+mn-cs"/>
              </a:rPr>
              <a:t>10/5</a:t>
            </a:r>
            <a:r>
              <a:rPr kumimoji="1" lang="ja-JP" altLang="en-US" sz="1400" b="0" i="0" u="none" strike="noStrike" kern="1200" cap="none" spc="0" normalizeH="0" baseline="0" noProof="1">
                <a:ln>
                  <a:noFill/>
                </a:ln>
                <a:solidFill>
                  <a:prstClr val="black"/>
                </a:solidFill>
                <a:effectLst/>
                <a:uLnTx/>
                <a:uFillTx/>
                <a:latin typeface="Meiryo UI"/>
                <a:ea typeface="Meiryo UI"/>
                <a:cs typeface="+mn-cs"/>
              </a:rPr>
              <a:t>を目途に①案件名、②案件概要、③案件の背景・目的</a:t>
            </a:r>
            <a:r>
              <a:rPr kumimoji="1" lang="en-US" altLang="ja-JP" sz="1400" b="0" i="0" u="none" strike="noStrike" kern="1200" cap="none" spc="0" normalizeH="0" baseline="0" noProof="1">
                <a:ln>
                  <a:noFill/>
                </a:ln>
                <a:solidFill>
                  <a:prstClr val="black"/>
                </a:solidFill>
                <a:effectLst/>
                <a:uLnTx/>
                <a:uFillTx/>
                <a:latin typeface="Meiryo UI"/>
                <a:ea typeface="Meiryo UI"/>
                <a:cs typeface="+mn-cs"/>
              </a:rPr>
              <a:t>(</a:t>
            </a:r>
            <a:r>
              <a:rPr kumimoji="1" lang="ja-JP" altLang="en-US" sz="1400" b="0" i="0" u="none" strike="noStrike" kern="1200" cap="none" spc="0" normalizeH="0" baseline="0" noProof="1">
                <a:ln>
                  <a:noFill/>
                </a:ln>
                <a:solidFill>
                  <a:prstClr val="black"/>
                </a:solidFill>
                <a:effectLst/>
                <a:uLnTx/>
                <a:uFillTx/>
                <a:latin typeface="Meiryo UI"/>
                <a:ea typeface="Meiryo UI"/>
                <a:cs typeface="+mn-cs"/>
              </a:rPr>
              <a:t>可能であれば</a:t>
            </a:r>
            <a:r>
              <a:rPr kumimoji="1" lang="en-US" altLang="ja-JP" sz="1400" b="0" i="0" u="none" strike="noStrike" kern="1200" cap="none" spc="0" normalizeH="0" baseline="0" noProof="1">
                <a:ln>
                  <a:noFill/>
                </a:ln>
                <a:solidFill>
                  <a:prstClr val="black"/>
                </a:solidFill>
                <a:effectLst/>
                <a:uLnTx/>
                <a:uFillTx/>
                <a:latin typeface="Meiryo UI"/>
                <a:ea typeface="Meiryo UI"/>
                <a:cs typeface="+mn-cs"/>
              </a:rPr>
              <a:t>)</a:t>
            </a:r>
            <a:r>
              <a:rPr kumimoji="1" lang="ja-JP" altLang="en-US" sz="1400" b="0" i="0" u="none" strike="noStrike" kern="1200" cap="none" spc="0" normalizeH="0" baseline="0" noProof="1">
                <a:ln>
                  <a:noFill/>
                </a:ln>
                <a:solidFill>
                  <a:prstClr val="black"/>
                </a:solidFill>
                <a:effectLst/>
                <a:uLnTx/>
                <a:uFillTx/>
                <a:latin typeface="Meiryo UI"/>
                <a:ea typeface="Meiryo UI"/>
                <a:cs typeface="+mn-cs"/>
              </a:rPr>
              <a:t>をご提示いただきたい。</a:t>
            </a:r>
            <a:endParaRPr kumimoji="1" lang="en-US" altLang="ja-JP" sz="1400" b="0" i="0" u="none" strike="noStrike" kern="1200" cap="none" spc="0" normalizeH="0" baseline="0" noProof="1">
              <a:ln>
                <a:noFill/>
              </a:ln>
              <a:solidFill>
                <a:prstClr val="black"/>
              </a:solidFill>
              <a:effectLst/>
              <a:uLnTx/>
              <a:uFillTx/>
              <a:latin typeface="Meiryo UI"/>
              <a:ea typeface="Meiryo UI"/>
              <a:cs typeface="+mn-cs"/>
            </a:endParaRPr>
          </a:p>
          <a:p>
            <a:pPr marL="285750" marR="0" lvl="0" indent="-285750" algn="l" defTabSz="914400" rtl="0" eaLnBrk="1" fontAlgn="base" latinLnBrk="0" hangingPunct="1">
              <a:lnSpc>
                <a:spcPct val="100000"/>
              </a:lnSpc>
              <a:spcBef>
                <a:spcPct val="20000"/>
              </a:spcBef>
              <a:spcAft>
                <a:spcPct val="0"/>
              </a:spcAft>
              <a:buClrTx/>
              <a:buSzTx/>
              <a:buFont typeface="Meiryo UI" panose="020B0604030504040204" pitchFamily="50" charset="-128"/>
              <a:buChar char="○"/>
              <a:tabLst/>
              <a:defRPr/>
            </a:pPr>
            <a:r>
              <a:rPr kumimoji="1" lang="en-US" altLang="ja-JP" sz="1400" b="0" i="0" u="none" strike="noStrike" kern="1200" cap="none" spc="0" normalizeH="0" baseline="0" noProof="1">
                <a:ln>
                  <a:noFill/>
                </a:ln>
                <a:solidFill>
                  <a:prstClr val="black"/>
                </a:solidFill>
                <a:effectLst/>
                <a:uLnTx/>
                <a:uFillTx/>
                <a:latin typeface="Meiryo UI"/>
                <a:ea typeface="Meiryo UI"/>
                <a:cs typeface="+mn-cs"/>
              </a:rPr>
              <a:t>10/20</a:t>
            </a:r>
            <a:r>
              <a:rPr kumimoji="1" lang="ja-JP" altLang="en-US" sz="1400" b="0" i="0" u="none" strike="noStrike" kern="1200" cap="none" spc="0" normalizeH="0" baseline="0" noProof="1">
                <a:ln>
                  <a:noFill/>
                </a:ln>
                <a:solidFill>
                  <a:prstClr val="black"/>
                </a:solidFill>
                <a:effectLst/>
                <a:uLnTx/>
                <a:uFillTx/>
                <a:latin typeface="Meiryo UI"/>
                <a:ea typeface="Meiryo UI"/>
                <a:cs typeface="+mn-cs"/>
              </a:rPr>
              <a:t>の調達委員会時点で案件内容が不明瞭なもの</a:t>
            </a:r>
            <a:r>
              <a:rPr kumimoji="1" lang="en-US" altLang="ja-JP" sz="1400" b="0" i="0" u="none" strike="noStrike" kern="1200" cap="none" spc="0" normalizeH="0" baseline="0" noProof="1">
                <a:ln>
                  <a:noFill/>
                </a:ln>
                <a:solidFill>
                  <a:prstClr val="black"/>
                </a:solidFill>
                <a:effectLst/>
                <a:uLnTx/>
                <a:uFillTx/>
                <a:latin typeface="Meiryo UI"/>
                <a:ea typeface="Meiryo UI"/>
                <a:cs typeface="+mn-cs"/>
              </a:rPr>
              <a:t>(</a:t>
            </a:r>
            <a:r>
              <a:rPr kumimoji="1" lang="ja-JP" altLang="en-US" sz="1400" b="0" i="0" u="none" strike="noStrike" kern="1200" cap="none" spc="0" normalizeH="0" baseline="0" noProof="1">
                <a:ln>
                  <a:noFill/>
                </a:ln>
                <a:solidFill>
                  <a:prstClr val="black"/>
                </a:solidFill>
                <a:effectLst/>
                <a:uLnTx/>
                <a:uFillTx/>
                <a:latin typeface="Meiryo UI"/>
                <a:ea typeface="Meiryo UI"/>
                <a:cs typeface="+mn-cs"/>
              </a:rPr>
              <a:t>モデル事業の検証を通じて起票される案件等</a:t>
            </a:r>
            <a:r>
              <a:rPr kumimoji="1" lang="en-US" altLang="ja-JP" sz="1400" b="0" i="0" u="none" strike="noStrike" kern="1200" cap="none" spc="0" normalizeH="0" baseline="0" noProof="1">
                <a:ln>
                  <a:noFill/>
                </a:ln>
                <a:solidFill>
                  <a:prstClr val="black"/>
                </a:solidFill>
                <a:effectLst/>
                <a:uLnTx/>
                <a:uFillTx/>
                <a:latin typeface="Meiryo UI"/>
                <a:ea typeface="Meiryo UI"/>
                <a:cs typeface="+mn-cs"/>
              </a:rPr>
              <a:t>)</a:t>
            </a:r>
            <a:r>
              <a:rPr kumimoji="1" lang="ja-JP" altLang="en-US" sz="1400" b="0" i="0" u="none" strike="noStrike" kern="1200" cap="none" spc="0" normalizeH="0" baseline="0" noProof="1">
                <a:ln>
                  <a:noFill/>
                </a:ln>
                <a:solidFill>
                  <a:prstClr val="black"/>
                </a:solidFill>
                <a:effectLst/>
                <a:uLnTx/>
                <a:uFillTx/>
                <a:latin typeface="Meiryo UI"/>
                <a:ea typeface="Meiryo UI"/>
                <a:cs typeface="+mn-cs"/>
              </a:rPr>
              <a:t>は、令和</a:t>
            </a:r>
            <a:r>
              <a:rPr kumimoji="1" lang="en-US" altLang="ja-JP" sz="1400" b="0" i="0" u="none" strike="noStrike" kern="1200" cap="none" spc="0" normalizeH="0" baseline="0" noProof="1">
                <a:ln>
                  <a:noFill/>
                </a:ln>
                <a:solidFill>
                  <a:prstClr val="black"/>
                </a:solidFill>
                <a:effectLst/>
                <a:uLnTx/>
                <a:uFillTx/>
                <a:latin typeface="Meiryo UI"/>
                <a:ea typeface="Meiryo UI"/>
                <a:cs typeface="+mn-cs"/>
              </a:rPr>
              <a:t>9</a:t>
            </a:r>
            <a:r>
              <a:rPr kumimoji="1" lang="ja-JP" altLang="en-US" sz="1400" b="0" i="0" u="none" strike="noStrike" kern="1200" cap="none" spc="0" normalizeH="0" baseline="0" noProof="1">
                <a:ln>
                  <a:noFill/>
                </a:ln>
                <a:solidFill>
                  <a:prstClr val="black"/>
                </a:solidFill>
                <a:effectLst/>
                <a:uLnTx/>
                <a:uFillTx/>
                <a:latin typeface="Meiryo UI"/>
                <a:ea typeface="Meiryo UI"/>
                <a:cs typeface="+mn-cs"/>
              </a:rPr>
              <a:t>年</a:t>
            </a:r>
            <a:r>
              <a:rPr kumimoji="1" lang="en-US" altLang="ja-JP" sz="1400" b="0" i="0" u="none" strike="noStrike" kern="1200" cap="none" spc="0" normalizeH="0" baseline="0" noProof="1">
                <a:ln>
                  <a:noFill/>
                </a:ln>
                <a:solidFill>
                  <a:prstClr val="black"/>
                </a:solidFill>
                <a:effectLst/>
                <a:uLnTx/>
                <a:uFillTx/>
                <a:latin typeface="Meiryo UI"/>
                <a:ea typeface="Meiryo UI"/>
                <a:cs typeface="+mn-cs"/>
              </a:rPr>
              <a:t>12</a:t>
            </a:r>
            <a:r>
              <a:rPr kumimoji="1" lang="ja-JP" altLang="en-US" sz="1400" b="0" i="0" u="none" strike="noStrike" kern="1200" cap="none" spc="0" normalizeH="0" baseline="0" noProof="1">
                <a:ln>
                  <a:noFill/>
                </a:ln>
                <a:solidFill>
                  <a:prstClr val="black"/>
                </a:solidFill>
                <a:effectLst/>
                <a:uLnTx/>
                <a:uFillTx/>
                <a:latin typeface="Meiryo UI"/>
                <a:ea typeface="Meiryo UI"/>
                <a:cs typeface="+mn-cs"/>
              </a:rPr>
              <a:t>月リリースの要否を精査の上、</a:t>
            </a:r>
            <a:r>
              <a:rPr kumimoji="1" lang="en-US" altLang="ja-JP" sz="1400" b="0" i="0" u="none" strike="noStrike" kern="1200" cap="none" spc="0" normalizeH="0" baseline="0" noProof="1">
                <a:ln>
                  <a:noFill/>
                </a:ln>
                <a:solidFill>
                  <a:prstClr val="black"/>
                </a:solidFill>
                <a:effectLst/>
                <a:uLnTx/>
                <a:uFillTx/>
                <a:latin typeface="Meiryo UI"/>
                <a:ea typeface="Meiryo UI"/>
                <a:cs typeface="+mn-cs"/>
              </a:rPr>
              <a:t>1</a:t>
            </a:r>
            <a:r>
              <a:rPr kumimoji="1" lang="ja-JP" altLang="en-US" sz="1400" b="0" i="0" u="none" strike="noStrike" kern="1200" cap="none" spc="0" normalizeH="0" baseline="0" noProof="1">
                <a:ln>
                  <a:noFill/>
                </a:ln>
                <a:solidFill>
                  <a:prstClr val="black"/>
                </a:solidFill>
                <a:effectLst/>
                <a:uLnTx/>
                <a:uFillTx/>
                <a:latin typeface="Meiryo UI"/>
                <a:ea typeface="Meiryo UI"/>
                <a:cs typeface="+mn-cs"/>
              </a:rPr>
              <a:t>月中旬目途にご提示いただければ、開発事業者の余剰工数の範囲内で要件整理を実施する方針としたい。</a:t>
            </a:r>
            <a:endParaRPr kumimoji="1" lang="en-US" altLang="ja-JP" sz="1400" b="0" i="0" u="none" strike="noStrike" kern="1200" cap="none" spc="0" normalizeH="0" baseline="0" noProof="1">
              <a:ln>
                <a:noFill/>
              </a:ln>
              <a:solidFill>
                <a:prstClr val="black"/>
              </a:solidFill>
              <a:effectLst/>
              <a:uLnTx/>
              <a:uFillTx/>
              <a:latin typeface="Meiryo UI"/>
              <a:ea typeface="Meiryo UI"/>
              <a:cs typeface="+mn-cs"/>
            </a:endParaRPr>
          </a:p>
        </p:txBody>
      </p:sp>
      <p:sp>
        <p:nvSpPr>
          <p:cNvPr id="163" name="正方形/長方形 162">
            <a:extLst>
              <a:ext uri="{FF2B5EF4-FFF2-40B4-BE49-F238E27FC236}">
                <a16:creationId xmlns:a16="http://schemas.microsoft.com/office/drawing/2014/main" id="{ECB50259-AB9C-7F33-3CE4-165EFD9E7254}"/>
              </a:ext>
            </a:extLst>
          </p:cNvPr>
          <p:cNvSpPr/>
          <p:nvPr/>
        </p:nvSpPr>
        <p:spPr>
          <a:xfrm>
            <a:off x="2918183" y="5384664"/>
            <a:ext cx="3545167" cy="1202900"/>
          </a:xfrm>
          <a:prstGeom prst="rect">
            <a:avLst/>
          </a:prstGeom>
          <a:solidFill>
            <a:srgbClr val="FFFF8B"/>
          </a:solidFill>
          <a:ln>
            <a:solidFill>
              <a:schemeClr val="accent6">
                <a:lumMod val="75000"/>
              </a:schemeClr>
            </a:solidFill>
            <a:prstDash val="solid"/>
          </a:ln>
        </p:spPr>
        <p:txBody>
          <a:bodyPr wrap="square" lIns="36000" tIns="108000" rIns="36000" bIns="3600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1100" b="0" i="0" u="none" strike="noStrike" kern="0" cap="none" spc="0" normalizeH="0" baseline="0" noProof="1">
                <a:ln>
                  <a:noFill/>
                </a:ln>
                <a:solidFill>
                  <a:prstClr val="black"/>
                </a:solidFill>
                <a:effectLst/>
                <a:uLnTx/>
                <a:uFillTx/>
                <a:latin typeface="Meiryo UI"/>
                <a:ea typeface="Meiryo UI"/>
                <a:cs typeface="Meiryo UI" charset="0"/>
              </a:rPr>
              <a:t>開発事業者による要件整理を実施するため、モデル事業検証結果を踏まえて</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令和</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9</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年度</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12</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月リリースが必須の案件を精査いただき、</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1</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月中旬を目途にご提示いただきたい</a:t>
            </a:r>
            <a:r>
              <a:rPr kumimoji="1" lang="ja-JP" altLang="en-US" sz="1100" b="0" i="0" u="none" strike="noStrike" kern="0" cap="none" spc="0" normalizeH="0" baseline="0" noProof="1">
                <a:ln>
                  <a:noFill/>
                </a:ln>
                <a:solidFill>
                  <a:prstClr val="black"/>
                </a:solidFill>
                <a:effectLst/>
                <a:uLnTx/>
                <a:uFillTx/>
                <a:latin typeface="Meiryo UI"/>
                <a:ea typeface="Meiryo UI"/>
                <a:cs typeface="Meiryo UI" charset="0"/>
              </a:rPr>
              <a:t>。</a:t>
            </a:r>
            <a:br>
              <a:rPr kumimoji="1" lang="en-US" altLang="ja-JP" sz="1100" b="0" i="0" u="none" strike="noStrike" kern="0" cap="none" spc="0" normalizeH="0" baseline="0" noProof="1">
                <a:ln>
                  <a:noFill/>
                </a:ln>
                <a:solidFill>
                  <a:prstClr val="black"/>
                </a:solidFill>
                <a:effectLst/>
                <a:uLnTx/>
                <a:uFillTx/>
                <a:latin typeface="Meiryo UI"/>
                <a:ea typeface="Meiryo UI"/>
                <a:cs typeface="Meiryo UI" charset="0"/>
              </a:rPr>
            </a:br>
            <a:r>
              <a:rPr kumimoji="1" lang="en-US" altLang="ja-JP" sz="1100" b="0" i="0" u="none" strike="noStrike" kern="0" cap="none" spc="0" normalizeH="0" baseline="0" noProof="1">
                <a:ln>
                  <a:noFill/>
                </a:ln>
                <a:solidFill>
                  <a:prstClr val="black"/>
                </a:solidFill>
                <a:effectLst/>
                <a:uLnTx/>
                <a:uFillTx/>
                <a:latin typeface="Meiryo UI"/>
                <a:ea typeface="Meiryo UI"/>
                <a:cs typeface="Meiryo UI" charset="0"/>
              </a:rPr>
              <a:t>※</a:t>
            </a:r>
            <a:r>
              <a:rPr kumimoji="1" lang="ja-JP" altLang="en-US" sz="1100" b="0" i="0" u="none" strike="noStrike" kern="0" cap="none" spc="0" normalizeH="0" baseline="0" noProof="1">
                <a:ln>
                  <a:noFill/>
                </a:ln>
                <a:solidFill>
                  <a:prstClr val="black"/>
                </a:solidFill>
                <a:effectLst/>
                <a:uLnTx/>
                <a:uFillTx/>
                <a:latin typeface="Meiryo UI"/>
                <a:ea typeface="Meiryo UI"/>
                <a:cs typeface="Meiryo UI" charset="0"/>
              </a:rPr>
              <a:t>ただし、開発事業者による要件整理案件の契約時点で、案件の内容が不明瞭なため、</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開発事業者の余剰工数の中で可能な範囲での整理となる旨、ご了承いただきたい</a:t>
            </a:r>
            <a:r>
              <a:rPr kumimoji="1" lang="ja-JP" altLang="en-US" sz="1100" b="0" i="0" u="none" strike="noStrike" kern="0" cap="none" spc="0" normalizeH="0" baseline="0" noProof="1">
                <a:ln>
                  <a:noFill/>
                </a:ln>
                <a:solidFill>
                  <a:prstClr val="black"/>
                </a:solidFill>
                <a:effectLst/>
                <a:uLnTx/>
                <a:uFillTx/>
                <a:latin typeface="Meiryo UI"/>
                <a:ea typeface="Meiryo UI"/>
                <a:cs typeface="Meiryo UI" charset="0"/>
              </a:rPr>
              <a:t>。</a:t>
            </a:r>
            <a:endParaRPr kumimoji="1" lang="en-US" altLang="ja-JP" sz="1100" b="0" i="0" u="none" strike="noStrike" kern="0" cap="none" spc="0" normalizeH="0" baseline="0" noProof="1">
              <a:ln>
                <a:noFill/>
              </a:ln>
              <a:solidFill>
                <a:prstClr val="black"/>
              </a:solidFill>
              <a:effectLst/>
              <a:uLnTx/>
              <a:uFillTx/>
              <a:latin typeface="Meiryo UI"/>
              <a:ea typeface="Meiryo UI"/>
              <a:cs typeface="Meiryo UI" charset="0"/>
            </a:endParaRPr>
          </a:p>
        </p:txBody>
      </p:sp>
      <p:sp>
        <p:nvSpPr>
          <p:cNvPr id="3" name="正方形/長方形 2">
            <a:extLst>
              <a:ext uri="{FF2B5EF4-FFF2-40B4-BE49-F238E27FC236}">
                <a16:creationId xmlns:a16="http://schemas.microsoft.com/office/drawing/2014/main" id="{C9A128A0-3AA1-891F-4EF0-A20CB063E912}"/>
              </a:ext>
            </a:extLst>
          </p:cNvPr>
          <p:cNvSpPr/>
          <p:nvPr/>
        </p:nvSpPr>
        <p:spPr>
          <a:xfrm>
            <a:off x="977930" y="2368171"/>
            <a:ext cx="1061889" cy="144000"/>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white"/>
                </a:solidFill>
                <a:effectLst/>
                <a:uLnTx/>
                <a:uFillTx/>
                <a:latin typeface="Meiryo UI"/>
                <a:ea typeface="Meiryo UI"/>
                <a:cs typeface="+mn-cs"/>
              </a:rPr>
              <a:t>9</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4" name="正方形/長方形 3">
            <a:extLst>
              <a:ext uri="{FF2B5EF4-FFF2-40B4-BE49-F238E27FC236}">
                <a16:creationId xmlns:a16="http://schemas.microsoft.com/office/drawing/2014/main" id="{FF12FCE8-FB83-16C4-5BD5-921A52B14FD3}"/>
              </a:ext>
            </a:extLst>
          </p:cNvPr>
          <p:cNvSpPr/>
          <p:nvPr/>
        </p:nvSpPr>
        <p:spPr>
          <a:xfrm>
            <a:off x="981113"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7</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cxnSp>
        <p:nvCxnSpPr>
          <p:cNvPr id="5" name="直線コネクタ 4">
            <a:extLst>
              <a:ext uri="{FF2B5EF4-FFF2-40B4-BE49-F238E27FC236}">
                <a16:creationId xmlns:a16="http://schemas.microsoft.com/office/drawing/2014/main" id="{5CFD7D34-65B1-08E7-CA9D-11519D202C5B}"/>
              </a:ext>
            </a:extLst>
          </p:cNvPr>
          <p:cNvCxnSpPr>
            <a:cxnSpLocks/>
          </p:cNvCxnSpPr>
          <p:nvPr/>
        </p:nvCxnSpPr>
        <p:spPr bwMode="auto">
          <a:xfrm>
            <a:off x="977930" y="3110559"/>
            <a:ext cx="8542731" cy="0"/>
          </a:xfrm>
          <a:prstGeom prst="line">
            <a:avLst/>
          </a:prstGeom>
          <a:solidFill>
            <a:sysClr val="window" lastClr="FFFFFF"/>
          </a:solidFill>
          <a:ln w="9525" cap="flat" cmpd="sng" algn="ctr">
            <a:solidFill>
              <a:sysClr val="windowText" lastClr="000000"/>
            </a:solidFill>
            <a:prstDash val="sysDot"/>
            <a:round/>
            <a:headEnd type="none" w="med" len="med"/>
            <a:tailEnd type="none" w="med" len="med"/>
          </a:ln>
          <a:effectLst/>
        </p:spPr>
      </p:cxnSp>
      <p:sp>
        <p:nvSpPr>
          <p:cNvPr id="6" name="正方形/長方形 5">
            <a:extLst>
              <a:ext uri="{FF2B5EF4-FFF2-40B4-BE49-F238E27FC236}">
                <a16:creationId xmlns:a16="http://schemas.microsoft.com/office/drawing/2014/main" id="{1E53A175-1F86-B255-FDFE-F4CC32D6C0B9}"/>
              </a:ext>
            </a:extLst>
          </p:cNvPr>
          <p:cNvSpPr/>
          <p:nvPr/>
        </p:nvSpPr>
        <p:spPr>
          <a:xfrm>
            <a:off x="2039818" y="2368171"/>
            <a:ext cx="1368000" cy="144000"/>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white"/>
                </a:solidFill>
                <a:effectLst/>
                <a:uLnTx/>
                <a:uFillTx/>
                <a:latin typeface="Meiryo UI"/>
                <a:ea typeface="Meiryo UI"/>
                <a:cs typeface="+mn-cs"/>
              </a:rPr>
              <a:t>10</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7" name="正方形/長方形 6">
            <a:extLst>
              <a:ext uri="{FF2B5EF4-FFF2-40B4-BE49-F238E27FC236}">
                <a16:creationId xmlns:a16="http://schemas.microsoft.com/office/drawing/2014/main" id="{D6C5A03B-CC49-093F-0355-C26A3843C929}"/>
              </a:ext>
            </a:extLst>
          </p:cNvPr>
          <p:cNvSpPr/>
          <p:nvPr/>
        </p:nvSpPr>
        <p:spPr>
          <a:xfrm>
            <a:off x="3384460" y="2368171"/>
            <a:ext cx="1332000" cy="144000"/>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white"/>
                </a:solidFill>
                <a:effectLst/>
                <a:uLnTx/>
                <a:uFillTx/>
                <a:latin typeface="Meiryo UI"/>
                <a:ea typeface="Meiryo UI"/>
                <a:cs typeface="+mn-cs"/>
              </a:rPr>
              <a:t>11</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10" name="正方形/長方形 9">
            <a:extLst>
              <a:ext uri="{FF2B5EF4-FFF2-40B4-BE49-F238E27FC236}">
                <a16:creationId xmlns:a16="http://schemas.microsoft.com/office/drawing/2014/main" id="{44594F45-2DE5-BFE1-D458-0EC0DEBE8E1D}"/>
              </a:ext>
            </a:extLst>
          </p:cNvPr>
          <p:cNvSpPr/>
          <p:nvPr/>
        </p:nvSpPr>
        <p:spPr>
          <a:xfrm>
            <a:off x="4690767" y="2368171"/>
            <a:ext cx="1188000" cy="144000"/>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white"/>
                </a:solidFill>
                <a:effectLst/>
                <a:uLnTx/>
                <a:uFillTx/>
                <a:latin typeface="Meiryo UI"/>
                <a:ea typeface="Meiryo UI"/>
                <a:cs typeface="+mn-cs"/>
              </a:rPr>
              <a:t>12</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11" name="正方形/長方形 10">
            <a:extLst>
              <a:ext uri="{FF2B5EF4-FFF2-40B4-BE49-F238E27FC236}">
                <a16:creationId xmlns:a16="http://schemas.microsoft.com/office/drawing/2014/main" id="{0F3DED59-13E6-FC29-25AB-6120B47193C6}"/>
              </a:ext>
            </a:extLst>
          </p:cNvPr>
          <p:cNvSpPr/>
          <p:nvPr/>
        </p:nvSpPr>
        <p:spPr>
          <a:xfrm>
            <a:off x="5863433" y="2368171"/>
            <a:ext cx="1110260" cy="144000"/>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white"/>
                </a:solidFill>
                <a:effectLst/>
                <a:uLnTx/>
                <a:uFillTx/>
                <a:latin typeface="Meiryo UI"/>
                <a:ea typeface="Meiryo UI"/>
                <a:cs typeface="+mn-cs"/>
              </a:rPr>
              <a:t>1</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12" name="正方形/長方形 11">
            <a:extLst>
              <a:ext uri="{FF2B5EF4-FFF2-40B4-BE49-F238E27FC236}">
                <a16:creationId xmlns:a16="http://schemas.microsoft.com/office/drawing/2014/main" id="{5770F2BE-609D-C8F5-458E-BDB2AD976750}"/>
              </a:ext>
            </a:extLst>
          </p:cNvPr>
          <p:cNvSpPr/>
          <p:nvPr/>
        </p:nvSpPr>
        <p:spPr>
          <a:xfrm>
            <a:off x="6973694" y="2368171"/>
            <a:ext cx="1042034" cy="144000"/>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white"/>
                </a:solidFill>
                <a:effectLst/>
                <a:uLnTx/>
                <a:uFillTx/>
                <a:latin typeface="Meiryo UI"/>
                <a:ea typeface="Meiryo UI"/>
                <a:cs typeface="+mn-cs"/>
              </a:rPr>
              <a:t>2</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13" name="正方形/長方形 12">
            <a:extLst>
              <a:ext uri="{FF2B5EF4-FFF2-40B4-BE49-F238E27FC236}">
                <a16:creationId xmlns:a16="http://schemas.microsoft.com/office/drawing/2014/main" id="{6AD887D3-76F9-756E-BB04-A09DF10A45E4}"/>
              </a:ext>
            </a:extLst>
          </p:cNvPr>
          <p:cNvSpPr/>
          <p:nvPr/>
        </p:nvSpPr>
        <p:spPr>
          <a:xfrm>
            <a:off x="8015725" y="2368171"/>
            <a:ext cx="1170773" cy="144000"/>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white"/>
                </a:solidFill>
                <a:effectLst/>
                <a:uLnTx/>
                <a:uFillTx/>
                <a:latin typeface="Meiryo UI"/>
                <a:ea typeface="Meiryo UI"/>
                <a:cs typeface="+mn-cs"/>
              </a:rPr>
              <a:t>3</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14" name="正方形/長方形 13">
            <a:extLst>
              <a:ext uri="{FF2B5EF4-FFF2-40B4-BE49-F238E27FC236}">
                <a16:creationId xmlns:a16="http://schemas.microsoft.com/office/drawing/2014/main" id="{67061C53-9FD5-1495-CC11-9508167886A6}"/>
              </a:ext>
            </a:extLst>
          </p:cNvPr>
          <p:cNvSpPr/>
          <p:nvPr/>
        </p:nvSpPr>
        <p:spPr>
          <a:xfrm>
            <a:off x="5750588"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28</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15" name="正方形/長方形 14">
            <a:extLst>
              <a:ext uri="{FF2B5EF4-FFF2-40B4-BE49-F238E27FC236}">
                <a16:creationId xmlns:a16="http://schemas.microsoft.com/office/drawing/2014/main" id="{89D3B695-B236-2F13-8A8F-F4D45DDFFB87}"/>
              </a:ext>
            </a:extLst>
          </p:cNvPr>
          <p:cNvSpPr/>
          <p:nvPr/>
        </p:nvSpPr>
        <p:spPr>
          <a:xfrm>
            <a:off x="6002071"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4</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16" name="正方形/長方形 15">
            <a:extLst>
              <a:ext uri="{FF2B5EF4-FFF2-40B4-BE49-F238E27FC236}">
                <a16:creationId xmlns:a16="http://schemas.microsoft.com/office/drawing/2014/main" id="{C595ECA1-2D63-67DC-CF74-96080094EA60}"/>
              </a:ext>
            </a:extLst>
          </p:cNvPr>
          <p:cNvSpPr/>
          <p:nvPr/>
        </p:nvSpPr>
        <p:spPr>
          <a:xfrm>
            <a:off x="6253554"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11</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17" name="正方形/長方形 16">
            <a:extLst>
              <a:ext uri="{FF2B5EF4-FFF2-40B4-BE49-F238E27FC236}">
                <a16:creationId xmlns:a16="http://schemas.microsoft.com/office/drawing/2014/main" id="{30652889-6A4F-60DD-B97B-1498BEEB5445}"/>
              </a:ext>
            </a:extLst>
          </p:cNvPr>
          <p:cNvSpPr/>
          <p:nvPr/>
        </p:nvSpPr>
        <p:spPr>
          <a:xfrm>
            <a:off x="6505037"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18</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18" name="正方形/長方形 17">
            <a:extLst>
              <a:ext uri="{FF2B5EF4-FFF2-40B4-BE49-F238E27FC236}">
                <a16:creationId xmlns:a16="http://schemas.microsoft.com/office/drawing/2014/main" id="{D87A73DA-AA55-E956-D8C3-B88C53753DCA}"/>
              </a:ext>
            </a:extLst>
          </p:cNvPr>
          <p:cNvSpPr/>
          <p:nvPr/>
        </p:nvSpPr>
        <p:spPr>
          <a:xfrm>
            <a:off x="6756520"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25</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19" name="正方形/長方形 18">
            <a:extLst>
              <a:ext uri="{FF2B5EF4-FFF2-40B4-BE49-F238E27FC236}">
                <a16:creationId xmlns:a16="http://schemas.microsoft.com/office/drawing/2014/main" id="{04499CCB-CEC6-6F27-EF02-0DE864E493D0}"/>
              </a:ext>
            </a:extLst>
          </p:cNvPr>
          <p:cNvSpPr/>
          <p:nvPr/>
        </p:nvSpPr>
        <p:spPr>
          <a:xfrm>
            <a:off x="1261671"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14</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0" name="正方形/長方形 19">
            <a:extLst>
              <a:ext uri="{FF2B5EF4-FFF2-40B4-BE49-F238E27FC236}">
                <a16:creationId xmlns:a16="http://schemas.microsoft.com/office/drawing/2014/main" id="{05AF937A-A3F2-A388-E5B8-BD54FF3AC5C5}"/>
              </a:ext>
            </a:extLst>
          </p:cNvPr>
          <p:cNvSpPr/>
          <p:nvPr/>
        </p:nvSpPr>
        <p:spPr>
          <a:xfrm>
            <a:off x="1542228"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21</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1" name="正方形/長方形 20">
            <a:extLst>
              <a:ext uri="{FF2B5EF4-FFF2-40B4-BE49-F238E27FC236}">
                <a16:creationId xmlns:a16="http://schemas.microsoft.com/office/drawing/2014/main" id="{7BCD4611-86DA-02EA-5EC3-39FDD361A951}"/>
              </a:ext>
            </a:extLst>
          </p:cNvPr>
          <p:cNvSpPr/>
          <p:nvPr/>
        </p:nvSpPr>
        <p:spPr>
          <a:xfrm>
            <a:off x="1822786"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28</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2" name="正方形/長方形 21">
            <a:extLst>
              <a:ext uri="{FF2B5EF4-FFF2-40B4-BE49-F238E27FC236}">
                <a16:creationId xmlns:a16="http://schemas.microsoft.com/office/drawing/2014/main" id="{007344A7-59A0-408B-3B3D-6E3E4F150E8D}"/>
              </a:ext>
            </a:extLst>
          </p:cNvPr>
          <p:cNvSpPr/>
          <p:nvPr/>
        </p:nvSpPr>
        <p:spPr>
          <a:xfrm>
            <a:off x="2103343"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5</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3" name="正方形/長方形 22">
            <a:extLst>
              <a:ext uri="{FF2B5EF4-FFF2-40B4-BE49-F238E27FC236}">
                <a16:creationId xmlns:a16="http://schemas.microsoft.com/office/drawing/2014/main" id="{914341C6-0122-B5F7-D244-B8B4E9EAA298}"/>
              </a:ext>
            </a:extLst>
          </p:cNvPr>
          <p:cNvSpPr/>
          <p:nvPr/>
        </p:nvSpPr>
        <p:spPr>
          <a:xfrm>
            <a:off x="2383901"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12</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4" name="正方形/長方形 23">
            <a:extLst>
              <a:ext uri="{FF2B5EF4-FFF2-40B4-BE49-F238E27FC236}">
                <a16:creationId xmlns:a16="http://schemas.microsoft.com/office/drawing/2014/main" id="{963C829C-65F0-BD5A-D123-0D27714D4EC4}"/>
              </a:ext>
            </a:extLst>
          </p:cNvPr>
          <p:cNvSpPr/>
          <p:nvPr/>
        </p:nvSpPr>
        <p:spPr>
          <a:xfrm>
            <a:off x="2664458"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19</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5" name="正方形/長方形 24">
            <a:extLst>
              <a:ext uri="{FF2B5EF4-FFF2-40B4-BE49-F238E27FC236}">
                <a16:creationId xmlns:a16="http://schemas.microsoft.com/office/drawing/2014/main" id="{06C63FD7-F778-EA4B-56B8-BE7CFCC6AA95}"/>
              </a:ext>
            </a:extLst>
          </p:cNvPr>
          <p:cNvSpPr/>
          <p:nvPr/>
        </p:nvSpPr>
        <p:spPr>
          <a:xfrm>
            <a:off x="2945015"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26</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6" name="正方形/長方形 25">
            <a:extLst>
              <a:ext uri="{FF2B5EF4-FFF2-40B4-BE49-F238E27FC236}">
                <a16:creationId xmlns:a16="http://schemas.microsoft.com/office/drawing/2014/main" id="{1CB58EEF-14ED-E3AD-CA17-277623DE4763}"/>
              </a:ext>
            </a:extLst>
          </p:cNvPr>
          <p:cNvSpPr/>
          <p:nvPr/>
        </p:nvSpPr>
        <p:spPr>
          <a:xfrm>
            <a:off x="3225573"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29</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7" name="正方形/長方形 26">
            <a:extLst>
              <a:ext uri="{FF2B5EF4-FFF2-40B4-BE49-F238E27FC236}">
                <a16:creationId xmlns:a16="http://schemas.microsoft.com/office/drawing/2014/main" id="{6094335D-4990-9608-11E2-36C095874DC9}"/>
              </a:ext>
            </a:extLst>
          </p:cNvPr>
          <p:cNvSpPr/>
          <p:nvPr/>
        </p:nvSpPr>
        <p:spPr>
          <a:xfrm>
            <a:off x="3506130"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8" name="正方形/長方形 27">
            <a:extLst>
              <a:ext uri="{FF2B5EF4-FFF2-40B4-BE49-F238E27FC236}">
                <a16:creationId xmlns:a16="http://schemas.microsoft.com/office/drawing/2014/main" id="{1A40C25A-9B32-A134-15F1-2BB50F2E75F5}"/>
              </a:ext>
            </a:extLst>
          </p:cNvPr>
          <p:cNvSpPr/>
          <p:nvPr/>
        </p:nvSpPr>
        <p:spPr>
          <a:xfrm>
            <a:off x="3786688"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9</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9" name="正方形/長方形 28">
            <a:extLst>
              <a:ext uri="{FF2B5EF4-FFF2-40B4-BE49-F238E27FC236}">
                <a16:creationId xmlns:a16="http://schemas.microsoft.com/office/drawing/2014/main" id="{19885D15-1CC0-9AAE-1784-DCAB29641D52}"/>
              </a:ext>
            </a:extLst>
          </p:cNvPr>
          <p:cNvSpPr/>
          <p:nvPr/>
        </p:nvSpPr>
        <p:spPr>
          <a:xfrm>
            <a:off x="4067245"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16</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0" name="正方形/長方形 29">
            <a:extLst>
              <a:ext uri="{FF2B5EF4-FFF2-40B4-BE49-F238E27FC236}">
                <a16:creationId xmlns:a16="http://schemas.microsoft.com/office/drawing/2014/main" id="{1EC88504-C380-C2B9-D0B0-F5FBC59424D5}"/>
              </a:ext>
            </a:extLst>
          </p:cNvPr>
          <p:cNvSpPr/>
          <p:nvPr/>
        </p:nvSpPr>
        <p:spPr>
          <a:xfrm>
            <a:off x="4347802"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23</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1" name="正方形/長方形 30">
            <a:extLst>
              <a:ext uri="{FF2B5EF4-FFF2-40B4-BE49-F238E27FC236}">
                <a16:creationId xmlns:a16="http://schemas.microsoft.com/office/drawing/2014/main" id="{C42F86CE-5366-BD30-4D61-8D6C338B4F9A}"/>
              </a:ext>
            </a:extLst>
          </p:cNvPr>
          <p:cNvSpPr/>
          <p:nvPr/>
        </p:nvSpPr>
        <p:spPr>
          <a:xfrm>
            <a:off x="4628360"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30</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2" name="正方形/長方形 31">
            <a:extLst>
              <a:ext uri="{FF2B5EF4-FFF2-40B4-BE49-F238E27FC236}">
                <a16:creationId xmlns:a16="http://schemas.microsoft.com/office/drawing/2014/main" id="{0F4AB30E-C37C-92B6-7B4D-D594F4D79F3B}"/>
              </a:ext>
            </a:extLst>
          </p:cNvPr>
          <p:cNvSpPr/>
          <p:nvPr/>
        </p:nvSpPr>
        <p:spPr>
          <a:xfrm>
            <a:off x="4908916"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7</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3" name="正方形/長方形 32">
            <a:extLst>
              <a:ext uri="{FF2B5EF4-FFF2-40B4-BE49-F238E27FC236}">
                <a16:creationId xmlns:a16="http://schemas.microsoft.com/office/drawing/2014/main" id="{9A1317C7-4427-C64D-8C42-87C7F43A4604}"/>
              </a:ext>
            </a:extLst>
          </p:cNvPr>
          <p:cNvSpPr/>
          <p:nvPr/>
        </p:nvSpPr>
        <p:spPr>
          <a:xfrm>
            <a:off x="5189474"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14</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4" name="正方形/長方形 33">
            <a:extLst>
              <a:ext uri="{FF2B5EF4-FFF2-40B4-BE49-F238E27FC236}">
                <a16:creationId xmlns:a16="http://schemas.microsoft.com/office/drawing/2014/main" id="{7712E9B6-A956-9148-07C9-710C575DD5A7}"/>
              </a:ext>
            </a:extLst>
          </p:cNvPr>
          <p:cNvSpPr/>
          <p:nvPr/>
        </p:nvSpPr>
        <p:spPr>
          <a:xfrm>
            <a:off x="5470031" y="2527787"/>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21</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5" name="正方形/長方形 34">
            <a:extLst>
              <a:ext uri="{FF2B5EF4-FFF2-40B4-BE49-F238E27FC236}">
                <a16:creationId xmlns:a16="http://schemas.microsoft.com/office/drawing/2014/main" id="{F48F48DE-06BC-384F-323D-245259ABF070}"/>
              </a:ext>
            </a:extLst>
          </p:cNvPr>
          <p:cNvSpPr/>
          <p:nvPr/>
        </p:nvSpPr>
        <p:spPr>
          <a:xfrm>
            <a:off x="7008003"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6" name="正方形/長方形 35">
            <a:extLst>
              <a:ext uri="{FF2B5EF4-FFF2-40B4-BE49-F238E27FC236}">
                <a16:creationId xmlns:a16="http://schemas.microsoft.com/office/drawing/2014/main" id="{5F484B61-B537-1A88-63A9-4F36B468DA79}"/>
              </a:ext>
            </a:extLst>
          </p:cNvPr>
          <p:cNvSpPr/>
          <p:nvPr/>
        </p:nvSpPr>
        <p:spPr>
          <a:xfrm>
            <a:off x="7259487"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8</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7" name="正方形/長方形 36">
            <a:extLst>
              <a:ext uri="{FF2B5EF4-FFF2-40B4-BE49-F238E27FC236}">
                <a16:creationId xmlns:a16="http://schemas.microsoft.com/office/drawing/2014/main" id="{24878458-1021-8FF6-7B54-9BA7374A584C}"/>
              </a:ext>
            </a:extLst>
          </p:cNvPr>
          <p:cNvSpPr/>
          <p:nvPr/>
        </p:nvSpPr>
        <p:spPr>
          <a:xfrm>
            <a:off x="7510971"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15</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8" name="正方形/長方形 37">
            <a:extLst>
              <a:ext uri="{FF2B5EF4-FFF2-40B4-BE49-F238E27FC236}">
                <a16:creationId xmlns:a16="http://schemas.microsoft.com/office/drawing/2014/main" id="{DDDCB615-B9BC-133A-71A2-4A590234DEC8}"/>
              </a:ext>
            </a:extLst>
          </p:cNvPr>
          <p:cNvSpPr/>
          <p:nvPr/>
        </p:nvSpPr>
        <p:spPr>
          <a:xfrm>
            <a:off x="7762455"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22</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9" name="正方形/長方形 38">
            <a:extLst>
              <a:ext uri="{FF2B5EF4-FFF2-40B4-BE49-F238E27FC236}">
                <a16:creationId xmlns:a16="http://schemas.microsoft.com/office/drawing/2014/main" id="{F181BCE6-CE6D-9040-3334-341D168F83AC}"/>
              </a:ext>
            </a:extLst>
          </p:cNvPr>
          <p:cNvSpPr/>
          <p:nvPr/>
        </p:nvSpPr>
        <p:spPr>
          <a:xfrm>
            <a:off x="8013939"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40" name="正方形/長方形 39">
            <a:extLst>
              <a:ext uri="{FF2B5EF4-FFF2-40B4-BE49-F238E27FC236}">
                <a16:creationId xmlns:a16="http://schemas.microsoft.com/office/drawing/2014/main" id="{2A961C3D-5721-294D-653F-A09B25AEBAD2}"/>
              </a:ext>
            </a:extLst>
          </p:cNvPr>
          <p:cNvSpPr/>
          <p:nvPr/>
        </p:nvSpPr>
        <p:spPr>
          <a:xfrm>
            <a:off x="8265423"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8</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41" name="正方形/長方形 40">
            <a:extLst>
              <a:ext uri="{FF2B5EF4-FFF2-40B4-BE49-F238E27FC236}">
                <a16:creationId xmlns:a16="http://schemas.microsoft.com/office/drawing/2014/main" id="{6AF9BEBC-2359-80A9-8541-ECC1FAB6C944}"/>
              </a:ext>
            </a:extLst>
          </p:cNvPr>
          <p:cNvSpPr/>
          <p:nvPr/>
        </p:nvSpPr>
        <p:spPr>
          <a:xfrm>
            <a:off x="8516907"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15</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42" name="正方形/長方形 41">
            <a:extLst>
              <a:ext uri="{FF2B5EF4-FFF2-40B4-BE49-F238E27FC236}">
                <a16:creationId xmlns:a16="http://schemas.microsoft.com/office/drawing/2014/main" id="{D5D2CFBA-430E-5602-9017-780B183FB4E4}"/>
              </a:ext>
            </a:extLst>
          </p:cNvPr>
          <p:cNvSpPr/>
          <p:nvPr/>
        </p:nvSpPr>
        <p:spPr>
          <a:xfrm>
            <a:off x="8768391"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22</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43" name="正方形/長方形 42">
            <a:extLst>
              <a:ext uri="{FF2B5EF4-FFF2-40B4-BE49-F238E27FC236}">
                <a16:creationId xmlns:a16="http://schemas.microsoft.com/office/drawing/2014/main" id="{2483E102-918E-9521-5D01-2BCB6DBDE4F4}"/>
              </a:ext>
            </a:extLst>
          </p:cNvPr>
          <p:cNvSpPr/>
          <p:nvPr/>
        </p:nvSpPr>
        <p:spPr>
          <a:xfrm>
            <a:off x="9035427" y="2368171"/>
            <a:ext cx="495169" cy="144000"/>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white"/>
                </a:solidFill>
                <a:effectLst/>
                <a:uLnTx/>
                <a:uFillTx/>
                <a:latin typeface="Meiryo UI"/>
                <a:ea typeface="Meiryo UI"/>
                <a:cs typeface="+mn-cs"/>
              </a:rPr>
              <a:t>4</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44" name="正方形/長方形 43">
            <a:extLst>
              <a:ext uri="{FF2B5EF4-FFF2-40B4-BE49-F238E27FC236}">
                <a16:creationId xmlns:a16="http://schemas.microsoft.com/office/drawing/2014/main" id="{03FC47DA-8D26-E853-714A-EA88678B0948}"/>
              </a:ext>
            </a:extLst>
          </p:cNvPr>
          <p:cNvSpPr/>
          <p:nvPr/>
        </p:nvSpPr>
        <p:spPr>
          <a:xfrm>
            <a:off x="9022160"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29</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45" name="正方形/長方形 44">
            <a:extLst>
              <a:ext uri="{FF2B5EF4-FFF2-40B4-BE49-F238E27FC236}">
                <a16:creationId xmlns:a16="http://schemas.microsoft.com/office/drawing/2014/main" id="{CB0FA5A3-8AA2-C174-BA57-E232FC4888C0}"/>
              </a:ext>
            </a:extLst>
          </p:cNvPr>
          <p:cNvSpPr/>
          <p:nvPr/>
        </p:nvSpPr>
        <p:spPr>
          <a:xfrm>
            <a:off x="9275930" y="2527787"/>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5</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136" name="テキスト ボックス 135">
            <a:extLst>
              <a:ext uri="{FF2B5EF4-FFF2-40B4-BE49-F238E27FC236}">
                <a16:creationId xmlns:a16="http://schemas.microsoft.com/office/drawing/2014/main" id="{7EDF1C77-F297-3995-CBDD-650DF9E84F7D}"/>
              </a:ext>
            </a:extLst>
          </p:cNvPr>
          <p:cNvSpPr txBox="1"/>
          <p:nvPr/>
        </p:nvSpPr>
        <p:spPr>
          <a:xfrm>
            <a:off x="2678534" y="2790325"/>
            <a:ext cx="1949825" cy="215759"/>
          </a:xfrm>
          <a:prstGeom prst="rect">
            <a:avLst/>
          </a:prstGeom>
          <a:noFill/>
        </p:spPr>
        <p:txBody>
          <a:bodyPr wrap="square" lIns="36000" tIns="36000" rIns="36000" bIns="36000" rtlCol="0" anchor="t">
            <a:noAutofit/>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srgbClr val="FF0000"/>
                </a:solidFill>
                <a:effectLst/>
                <a:uLnTx/>
                <a:uFillTx/>
                <a:latin typeface="Meiryo UI"/>
                <a:ea typeface="Meiryo UI" panose="020B0604030504040204" pitchFamily="50" charset="-128"/>
                <a:cs typeface="+mn-cs"/>
              </a:rPr>
              <a:t>▼調達委員会</a:t>
            </a:r>
            <a:r>
              <a:rPr kumimoji="1" lang="en-US" altLang="ja-JP" sz="1000" b="0" i="0" u="none" strike="noStrike" kern="1200" cap="none" spc="0" normalizeH="0" baseline="0" noProof="0">
                <a:ln>
                  <a:noFill/>
                </a:ln>
                <a:solidFill>
                  <a:srgbClr val="FF0000"/>
                </a:solidFill>
                <a:effectLst/>
                <a:uLnTx/>
                <a:uFillTx/>
                <a:latin typeface="Meiryo UI"/>
                <a:ea typeface="Meiryo UI" panose="020B0604030504040204" pitchFamily="50" charset="-128"/>
                <a:cs typeface="+mn-cs"/>
              </a:rPr>
              <a:t>(10/20)</a:t>
            </a:r>
            <a:endParaRPr kumimoji="1" lang="ja-JP" altLang="en-US" sz="1000" b="0" i="0" u="none" strike="noStrike" kern="1200" cap="none" spc="0" normalizeH="0" baseline="0" noProof="0">
              <a:ln>
                <a:noFill/>
              </a:ln>
              <a:solidFill>
                <a:srgbClr val="FF0000"/>
              </a:solidFill>
              <a:effectLst/>
              <a:uLnTx/>
              <a:uFillTx/>
              <a:latin typeface="Meiryo UI"/>
              <a:ea typeface="Meiryo UI" panose="020B0604030504040204" pitchFamily="50" charset="-128"/>
              <a:cs typeface="+mn-cs"/>
            </a:endParaRPr>
          </a:p>
        </p:txBody>
      </p:sp>
      <p:sp>
        <p:nvSpPr>
          <p:cNvPr id="137" name="正方形/長方形 136">
            <a:extLst>
              <a:ext uri="{FF2B5EF4-FFF2-40B4-BE49-F238E27FC236}">
                <a16:creationId xmlns:a16="http://schemas.microsoft.com/office/drawing/2014/main" id="{308D59B4-B152-7E61-9FEA-6243C0D7A6E2}"/>
              </a:ext>
            </a:extLst>
          </p:cNvPr>
          <p:cNvSpPr/>
          <p:nvPr/>
        </p:nvSpPr>
        <p:spPr>
          <a:xfrm>
            <a:off x="316097" y="3122254"/>
            <a:ext cx="638970" cy="2114383"/>
          </a:xfrm>
          <a:prstGeom prst="rect">
            <a:avLst/>
          </a:prstGeom>
          <a:solidFill>
            <a:sysClr val="window" lastClr="FFFFFF"/>
          </a:solidFill>
          <a:ln w="3175" cap="flat" cmpd="sng" algn="ctr">
            <a:solidFill>
              <a:sysClr val="windowText" lastClr="000000"/>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prstClr val="black"/>
                </a:solidFill>
                <a:effectLst/>
                <a:uLnTx/>
                <a:uFillTx/>
                <a:latin typeface="Arial"/>
                <a:ea typeface="Meiryo UI"/>
                <a:cs typeface="+mn-cs"/>
              </a:rPr>
              <a:t>要件整理</a:t>
            </a:r>
            <a:br>
              <a:rPr kumimoji="0" lang="en-US" altLang="ja-JP" sz="900" b="0" i="0" u="none" strike="noStrike" kern="0" cap="none" spc="0" normalizeH="0" baseline="0" noProof="0">
                <a:ln>
                  <a:noFill/>
                </a:ln>
                <a:solidFill>
                  <a:prstClr val="black"/>
                </a:solidFill>
                <a:effectLst/>
                <a:uLnTx/>
                <a:uFillTx/>
                <a:latin typeface="Arial"/>
                <a:ea typeface="Meiryo UI"/>
                <a:cs typeface="+mn-cs"/>
              </a:rPr>
            </a:br>
            <a:r>
              <a:rPr kumimoji="0" lang="ja-JP" altLang="en-US" sz="900" b="0" i="0" u="none" strike="noStrike" kern="0" cap="none" spc="0" normalizeH="0" baseline="0" noProof="0">
                <a:ln>
                  <a:noFill/>
                </a:ln>
                <a:solidFill>
                  <a:prstClr val="black"/>
                </a:solidFill>
                <a:effectLst/>
                <a:uLnTx/>
                <a:uFillTx/>
                <a:latin typeface="Arial"/>
                <a:ea typeface="Meiryo UI"/>
                <a:cs typeface="+mn-cs"/>
              </a:rPr>
              <a:t>スケジュール</a:t>
            </a:r>
          </a:p>
        </p:txBody>
      </p:sp>
      <p:sp>
        <p:nvSpPr>
          <p:cNvPr id="138" name="正方形/長方形 137">
            <a:extLst>
              <a:ext uri="{FF2B5EF4-FFF2-40B4-BE49-F238E27FC236}">
                <a16:creationId xmlns:a16="http://schemas.microsoft.com/office/drawing/2014/main" id="{DC205DF5-C7C5-38B4-7E64-454258A6E32E}"/>
              </a:ext>
            </a:extLst>
          </p:cNvPr>
          <p:cNvSpPr/>
          <p:nvPr/>
        </p:nvSpPr>
        <p:spPr>
          <a:xfrm>
            <a:off x="316097" y="2635788"/>
            <a:ext cx="638970" cy="457838"/>
          </a:xfrm>
          <a:prstGeom prst="rect">
            <a:avLst/>
          </a:prstGeom>
          <a:solidFill>
            <a:sysClr val="window" lastClr="FFFFFF"/>
          </a:solidFill>
          <a:ln w="3175" cap="flat" cmpd="sng" algn="ctr">
            <a:solidFill>
              <a:sysClr val="windowText" lastClr="000000"/>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prstClr val="black"/>
                </a:solidFill>
                <a:effectLst/>
                <a:uLnTx/>
                <a:uFillTx/>
                <a:latin typeface="Arial"/>
                <a:ea typeface="Meiryo UI"/>
                <a:cs typeface="+mn-cs"/>
              </a:rPr>
              <a:t>マイルストーン</a:t>
            </a:r>
          </a:p>
        </p:txBody>
      </p:sp>
      <p:cxnSp>
        <p:nvCxnSpPr>
          <p:cNvPr id="139" name="直線コネクタ 138">
            <a:extLst>
              <a:ext uri="{FF2B5EF4-FFF2-40B4-BE49-F238E27FC236}">
                <a16:creationId xmlns:a16="http://schemas.microsoft.com/office/drawing/2014/main" id="{FBF3B352-56DE-FC7D-7091-FE1C002B9125}"/>
              </a:ext>
            </a:extLst>
          </p:cNvPr>
          <p:cNvCxnSpPr>
            <a:cxnSpLocks/>
          </p:cNvCxnSpPr>
          <p:nvPr/>
        </p:nvCxnSpPr>
        <p:spPr bwMode="auto">
          <a:xfrm>
            <a:off x="985954" y="5236637"/>
            <a:ext cx="8542731" cy="0"/>
          </a:xfrm>
          <a:prstGeom prst="line">
            <a:avLst/>
          </a:prstGeom>
          <a:solidFill>
            <a:sysClr val="window" lastClr="FFFFFF"/>
          </a:solidFill>
          <a:ln w="9525" cap="flat" cmpd="sng" algn="ctr">
            <a:solidFill>
              <a:sysClr val="windowText" lastClr="000000"/>
            </a:solidFill>
            <a:prstDash val="sysDot"/>
            <a:round/>
            <a:headEnd type="none" w="med" len="med"/>
            <a:tailEnd type="none" w="med" len="med"/>
          </a:ln>
          <a:effectLst/>
        </p:spPr>
      </p:cxnSp>
      <p:sp>
        <p:nvSpPr>
          <p:cNvPr id="153" name="テキスト ボックス 152">
            <a:extLst>
              <a:ext uri="{FF2B5EF4-FFF2-40B4-BE49-F238E27FC236}">
                <a16:creationId xmlns:a16="http://schemas.microsoft.com/office/drawing/2014/main" id="{E8B20216-BFDC-C588-CF9A-14F5D52E6A18}"/>
              </a:ext>
            </a:extLst>
          </p:cNvPr>
          <p:cNvSpPr txBox="1"/>
          <p:nvPr/>
        </p:nvSpPr>
        <p:spPr>
          <a:xfrm>
            <a:off x="2037059" y="2644892"/>
            <a:ext cx="1967673" cy="169474"/>
          </a:xfrm>
          <a:prstGeom prst="rect">
            <a:avLst/>
          </a:prstGeom>
          <a:noFill/>
        </p:spPr>
        <p:txBody>
          <a:bodyPr wrap="square" lIns="36000" tIns="36000" rIns="36000" bIns="36000" rtlCol="0" anchor="t">
            <a:noAutofit/>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srgbClr val="FF0000"/>
                </a:solidFill>
                <a:effectLst/>
                <a:uLnTx/>
                <a:uFillTx/>
                <a:latin typeface="Meiryo UI"/>
                <a:ea typeface="Meiryo UI" panose="020B0604030504040204" pitchFamily="50" charset="-128"/>
                <a:cs typeface="+mn-cs"/>
              </a:rPr>
              <a:t>▼案件・要件概要確定</a:t>
            </a:r>
            <a:r>
              <a:rPr kumimoji="1" lang="en-US" altLang="ja-JP" sz="1000" b="0" i="0" u="none" strike="noStrike" kern="1200" cap="none" spc="0" normalizeH="0" baseline="0" noProof="0">
                <a:ln>
                  <a:noFill/>
                </a:ln>
                <a:solidFill>
                  <a:srgbClr val="FF0000"/>
                </a:solidFill>
                <a:effectLst/>
                <a:uLnTx/>
                <a:uFillTx/>
                <a:latin typeface="Meiryo UI"/>
                <a:ea typeface="Meiryo UI" panose="020B0604030504040204" pitchFamily="50" charset="-128"/>
                <a:cs typeface="+mn-cs"/>
              </a:rPr>
              <a:t>(10/5)</a:t>
            </a:r>
            <a:endParaRPr kumimoji="1" lang="ja-JP" altLang="en-US" sz="1000" b="0" i="0" u="none" strike="noStrike" kern="1200" cap="none" spc="0" normalizeH="0" baseline="0" noProof="0">
              <a:ln>
                <a:noFill/>
              </a:ln>
              <a:solidFill>
                <a:srgbClr val="FF0000"/>
              </a:solidFill>
              <a:effectLst/>
              <a:uLnTx/>
              <a:uFillTx/>
              <a:latin typeface="Meiryo UI"/>
              <a:ea typeface="Meiryo UI" panose="020B0604030504040204" pitchFamily="50" charset="-128"/>
              <a:cs typeface="+mn-cs"/>
            </a:endParaRPr>
          </a:p>
        </p:txBody>
      </p:sp>
      <p:grpSp>
        <p:nvGrpSpPr>
          <p:cNvPr id="54" name="グループ化 53">
            <a:extLst>
              <a:ext uri="{FF2B5EF4-FFF2-40B4-BE49-F238E27FC236}">
                <a16:creationId xmlns:a16="http://schemas.microsoft.com/office/drawing/2014/main" id="{0B4ECB92-508B-42F1-44E2-BB3F61BD3A3A}"/>
              </a:ext>
            </a:extLst>
          </p:cNvPr>
          <p:cNvGrpSpPr/>
          <p:nvPr/>
        </p:nvGrpSpPr>
        <p:grpSpPr>
          <a:xfrm>
            <a:off x="2717218" y="2932023"/>
            <a:ext cx="1381200" cy="133928"/>
            <a:chOff x="2696078" y="2715668"/>
            <a:chExt cx="1381200" cy="180909"/>
          </a:xfrm>
        </p:grpSpPr>
        <p:cxnSp>
          <p:nvCxnSpPr>
            <p:cNvPr id="158" name="直線矢印コネクタ 157">
              <a:extLst>
                <a:ext uri="{FF2B5EF4-FFF2-40B4-BE49-F238E27FC236}">
                  <a16:creationId xmlns:a16="http://schemas.microsoft.com/office/drawing/2014/main" id="{CAD38CFB-1333-2CCA-7043-D3EFCC4135B5}"/>
                </a:ext>
              </a:extLst>
            </p:cNvPr>
            <p:cNvCxnSpPr>
              <a:cxnSpLocks/>
            </p:cNvCxnSpPr>
            <p:nvPr/>
          </p:nvCxnSpPr>
          <p:spPr bwMode="auto">
            <a:xfrm flipV="1">
              <a:off x="2696078" y="2885577"/>
              <a:ext cx="1381200" cy="3360"/>
            </a:xfrm>
            <a:prstGeom prst="straightConnector1">
              <a:avLst/>
            </a:prstGeom>
            <a:solidFill>
              <a:schemeClr val="bg1"/>
            </a:solidFill>
            <a:ln w="9525" cap="flat" cmpd="sng" algn="ctr">
              <a:solidFill>
                <a:srgbClr val="FF0000"/>
              </a:solidFill>
              <a:prstDash val="solid"/>
              <a:round/>
              <a:headEnd type="triangle"/>
              <a:tailEnd type="triangle"/>
            </a:ln>
            <a:effectLst/>
          </p:spPr>
        </p:cxnSp>
        <p:sp>
          <p:nvSpPr>
            <p:cNvPr id="162" name="テキスト ボックス 161">
              <a:extLst>
                <a:ext uri="{FF2B5EF4-FFF2-40B4-BE49-F238E27FC236}">
                  <a16:creationId xmlns:a16="http://schemas.microsoft.com/office/drawing/2014/main" id="{D48C7B0D-FC1D-BE89-EC49-C2470AC57A22}"/>
                </a:ext>
              </a:extLst>
            </p:cNvPr>
            <p:cNvSpPr txBox="1"/>
            <p:nvPr/>
          </p:nvSpPr>
          <p:spPr>
            <a:xfrm>
              <a:off x="3056167" y="2715668"/>
              <a:ext cx="687003" cy="180909"/>
            </a:xfrm>
            <a:prstGeom prst="rect">
              <a:avLst/>
            </a:prstGeom>
            <a:noFill/>
          </p:spPr>
          <p:txBody>
            <a:bodyPr wrap="square" lIns="36000" tIns="36000" rIns="36000" bIns="36000" rtlCol="0" anchor="ctr">
              <a:noAutofit/>
            </a:body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官報公告</a:t>
              </a:r>
            </a:p>
          </p:txBody>
        </p:sp>
      </p:grpSp>
      <p:sp>
        <p:nvSpPr>
          <p:cNvPr id="165" name="矢印: 五方向 164">
            <a:extLst>
              <a:ext uri="{FF2B5EF4-FFF2-40B4-BE49-F238E27FC236}">
                <a16:creationId xmlns:a16="http://schemas.microsoft.com/office/drawing/2014/main" id="{7FB214B4-9663-F9EB-7238-B278DE179487}"/>
              </a:ext>
            </a:extLst>
          </p:cNvPr>
          <p:cNvSpPr/>
          <p:nvPr/>
        </p:nvSpPr>
        <p:spPr>
          <a:xfrm>
            <a:off x="4455117" y="3392286"/>
            <a:ext cx="3581363" cy="248686"/>
          </a:xfrm>
          <a:prstGeom prst="homePlate">
            <a:avLst>
              <a:gd name="adj" fmla="val 56260"/>
            </a:avLst>
          </a:prstGeom>
          <a:solidFill>
            <a:schemeClr val="accent6">
              <a:lumMod val="20000"/>
              <a:lumOff val="80000"/>
            </a:schemeClr>
          </a:solidFill>
          <a:ln w="3175">
            <a:solidFill>
              <a:schemeClr val="bg1">
                <a:lumMod val="50000"/>
              </a:schemeClr>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1">
                <a:ln>
                  <a:noFill/>
                </a:ln>
                <a:solidFill>
                  <a:prstClr val="black"/>
                </a:solidFill>
                <a:effectLst/>
                <a:uLnTx/>
                <a:uFillTx/>
                <a:latin typeface="Meiryo UI"/>
                <a:ea typeface="Meiryo UI"/>
                <a:cs typeface="+mn-cs"/>
              </a:rPr>
              <a:t>要件整理</a:t>
            </a:r>
            <a:endParaRPr kumimoji="1" lang="ja-JP" altLang="en-US" sz="1100" b="0" i="0" u="none" strike="noStrike" kern="1200" cap="none" spc="0" normalizeH="0" baseline="0" noProof="0">
              <a:ln>
                <a:noFill/>
              </a:ln>
              <a:solidFill>
                <a:prstClr val="black"/>
              </a:solidFill>
              <a:effectLst/>
              <a:uLnTx/>
              <a:uFillTx/>
              <a:latin typeface="Meiryo UI"/>
              <a:ea typeface="Meiryo UI"/>
              <a:cs typeface="+mn-cs"/>
            </a:endParaRPr>
          </a:p>
        </p:txBody>
      </p:sp>
      <p:sp>
        <p:nvSpPr>
          <p:cNvPr id="167" name="矢印: 五方向 166">
            <a:extLst>
              <a:ext uri="{FF2B5EF4-FFF2-40B4-BE49-F238E27FC236}">
                <a16:creationId xmlns:a16="http://schemas.microsoft.com/office/drawing/2014/main" id="{795B9D67-E843-661B-38F4-BC94E00485EA}"/>
              </a:ext>
            </a:extLst>
          </p:cNvPr>
          <p:cNvSpPr/>
          <p:nvPr/>
        </p:nvSpPr>
        <p:spPr>
          <a:xfrm>
            <a:off x="6496159" y="4465828"/>
            <a:ext cx="1823081" cy="248686"/>
          </a:xfrm>
          <a:prstGeom prst="homePlate">
            <a:avLst>
              <a:gd name="adj" fmla="val 56260"/>
            </a:avLst>
          </a:prstGeom>
          <a:solidFill>
            <a:schemeClr val="accent6">
              <a:lumMod val="20000"/>
              <a:lumOff val="80000"/>
            </a:schemeClr>
          </a:solidFill>
          <a:ln w="3175">
            <a:solidFill>
              <a:schemeClr val="bg1">
                <a:lumMod val="50000"/>
              </a:schemeClr>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1">
                <a:ln>
                  <a:noFill/>
                </a:ln>
                <a:solidFill>
                  <a:prstClr val="black"/>
                </a:solidFill>
                <a:effectLst/>
                <a:uLnTx/>
                <a:uFillTx/>
                <a:latin typeface="Meiryo UI"/>
                <a:ea typeface="Meiryo UI"/>
                <a:cs typeface="+mn-cs"/>
              </a:rPr>
              <a:t>要件整理・見積</a:t>
            </a:r>
            <a:endParaRPr kumimoji="1" lang="ja-JP" altLang="en-US" sz="1100" b="0" i="0" u="none" strike="noStrike" kern="1200" cap="none" spc="0" normalizeH="0" baseline="0" noProof="0">
              <a:ln>
                <a:noFill/>
              </a:ln>
              <a:solidFill>
                <a:prstClr val="black"/>
              </a:solidFill>
              <a:effectLst/>
              <a:uLnTx/>
              <a:uFillTx/>
              <a:latin typeface="Meiryo UI"/>
              <a:ea typeface="Meiryo UI"/>
              <a:cs typeface="+mn-cs"/>
            </a:endParaRPr>
          </a:p>
        </p:txBody>
      </p:sp>
      <p:sp>
        <p:nvSpPr>
          <p:cNvPr id="176" name="矢印: 右 175">
            <a:extLst>
              <a:ext uri="{FF2B5EF4-FFF2-40B4-BE49-F238E27FC236}">
                <a16:creationId xmlns:a16="http://schemas.microsoft.com/office/drawing/2014/main" id="{BD8D06C9-3092-7957-6431-661521B7F95C}"/>
              </a:ext>
            </a:extLst>
          </p:cNvPr>
          <p:cNvSpPr/>
          <p:nvPr/>
        </p:nvSpPr>
        <p:spPr>
          <a:xfrm>
            <a:off x="3622673" y="4473882"/>
            <a:ext cx="2190706" cy="248686"/>
          </a:xfrm>
          <a:prstGeom prst="rightArrow">
            <a:avLst>
              <a:gd name="adj1" fmla="val 100000"/>
              <a:gd name="adj2" fmla="val 50000"/>
            </a:avLst>
          </a:prstGeom>
          <a:solidFill>
            <a:srgbClr val="9BBB59">
              <a:lumMod val="20000"/>
              <a:lumOff val="80000"/>
            </a:srgbClr>
          </a:solidFill>
          <a:ln w="3175" cap="flat" cmpd="sng" algn="ctr">
            <a:solidFill>
              <a:schemeClr val="bg1">
                <a:lumMod val="50000"/>
              </a:schemeClr>
            </a:solidFill>
            <a:prstDash val="solid"/>
            <a:headEnd w="med" len="sm"/>
            <a:tailEnd type="triangle" w="sm" len="sm"/>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prstClr val="black"/>
                </a:solidFill>
                <a:effectLst/>
                <a:uLnTx/>
                <a:uFillTx/>
                <a:latin typeface="Meiryo UI"/>
                <a:ea typeface="Meiryo UI"/>
                <a:cs typeface="+mn-cs"/>
              </a:rPr>
              <a:t>モデル事業検証結果取りまとめ</a:t>
            </a:r>
            <a:endParaRPr kumimoji="0" lang="en-US" altLang="ja-JP"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178" name="矢印: 右 177">
            <a:extLst>
              <a:ext uri="{FF2B5EF4-FFF2-40B4-BE49-F238E27FC236}">
                <a16:creationId xmlns:a16="http://schemas.microsoft.com/office/drawing/2014/main" id="{E062F4E5-E17F-E9AD-67CB-9334C97B8CFB}"/>
              </a:ext>
            </a:extLst>
          </p:cNvPr>
          <p:cNvSpPr/>
          <p:nvPr/>
        </p:nvSpPr>
        <p:spPr>
          <a:xfrm>
            <a:off x="4604624" y="4753508"/>
            <a:ext cx="1876678" cy="248686"/>
          </a:xfrm>
          <a:prstGeom prst="rightArrow">
            <a:avLst>
              <a:gd name="adj1" fmla="val 100000"/>
              <a:gd name="adj2" fmla="val 33385"/>
            </a:avLst>
          </a:prstGeom>
          <a:solidFill>
            <a:srgbClr val="9BBB59">
              <a:lumMod val="20000"/>
              <a:lumOff val="80000"/>
            </a:srgbClr>
          </a:solidFill>
          <a:ln w="3175" cap="flat" cmpd="sng" algn="ctr">
            <a:solidFill>
              <a:schemeClr val="bg1">
                <a:lumMod val="50000"/>
              </a:schemeClr>
            </a:solidFill>
            <a:prstDash val="solid"/>
            <a:headEnd w="med" len="sm"/>
            <a:tailEnd type="triangle" w="sm" len="sm"/>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1100" b="0" i="0" u="none" strike="noStrike" kern="0" cap="none" spc="0" normalizeH="0" baseline="0" noProof="0">
                <a:ln>
                  <a:noFill/>
                </a:ln>
                <a:solidFill>
                  <a:prstClr val="black"/>
                </a:solidFill>
                <a:effectLst/>
                <a:uLnTx/>
                <a:uFillTx/>
                <a:latin typeface="Meiryo UI"/>
                <a:ea typeface="Meiryo UI"/>
                <a:cs typeface="+mn-cs"/>
              </a:rPr>
              <a:t>R9</a:t>
            </a:r>
            <a:r>
              <a:rPr kumimoji="0" lang="ja-JP" altLang="en-US" sz="1100" b="0" i="0" u="none" strike="noStrike" kern="0" cap="none" spc="0" normalizeH="0" baseline="0" noProof="0">
                <a:ln>
                  <a:noFill/>
                </a:ln>
                <a:solidFill>
                  <a:prstClr val="black"/>
                </a:solidFill>
                <a:effectLst/>
                <a:uLnTx/>
                <a:uFillTx/>
                <a:latin typeface="Meiryo UI"/>
                <a:ea typeface="Meiryo UI"/>
                <a:cs typeface="+mn-cs"/>
              </a:rPr>
              <a:t>開発候補案件整理</a:t>
            </a:r>
            <a:endParaRPr kumimoji="0" lang="en-US" altLang="ja-JP"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181" name="矢印: 五方向 180">
            <a:extLst>
              <a:ext uri="{FF2B5EF4-FFF2-40B4-BE49-F238E27FC236}">
                <a16:creationId xmlns:a16="http://schemas.microsoft.com/office/drawing/2014/main" id="{66B9D290-C3D5-E57E-A71B-C681A41D257C}"/>
              </a:ext>
            </a:extLst>
          </p:cNvPr>
          <p:cNvSpPr/>
          <p:nvPr/>
        </p:nvSpPr>
        <p:spPr>
          <a:xfrm>
            <a:off x="9195683" y="3137442"/>
            <a:ext cx="367417" cy="2007352"/>
          </a:xfrm>
          <a:prstGeom prst="homePlate">
            <a:avLst>
              <a:gd name="adj" fmla="val 19814"/>
            </a:avLst>
          </a:prstGeom>
          <a:solidFill>
            <a:schemeClr val="accent6">
              <a:lumMod val="20000"/>
              <a:lumOff val="80000"/>
            </a:schemeClr>
          </a:solidFill>
          <a:ln w="3175">
            <a:solidFill>
              <a:schemeClr val="bg1">
                <a:lumMod val="50000"/>
              </a:schemeClr>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開発</a:t>
            </a:r>
          </a:p>
        </p:txBody>
      </p:sp>
      <p:sp>
        <p:nvSpPr>
          <p:cNvPr id="187" name="正方形/長方形 186">
            <a:extLst>
              <a:ext uri="{FF2B5EF4-FFF2-40B4-BE49-F238E27FC236}">
                <a16:creationId xmlns:a16="http://schemas.microsoft.com/office/drawing/2014/main" id="{60B6026D-5ADA-A547-6AAE-CA4C7FEA1101}"/>
              </a:ext>
            </a:extLst>
          </p:cNvPr>
          <p:cNvSpPr/>
          <p:nvPr/>
        </p:nvSpPr>
        <p:spPr>
          <a:xfrm>
            <a:off x="4347801" y="3164589"/>
            <a:ext cx="4714147" cy="959203"/>
          </a:xfrm>
          <a:prstGeom prst="rect">
            <a:avLst/>
          </a:prstGeom>
          <a:noFill/>
          <a:ln w="28575">
            <a:solidFill>
              <a:srgbClr val="1F497D"/>
            </a:solidFill>
            <a:prstDash val="sysDash"/>
          </a:ln>
        </p:spPr>
        <p:txBody>
          <a:bodyPr rtlCol="0" anchor="t"/>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ja-JP" altLang="en-US" sz="1100" b="1" i="0" u="none" strike="noStrike" kern="0" cap="none" spc="0" normalizeH="0" baseline="0" noProof="0">
                <a:ln>
                  <a:noFill/>
                </a:ln>
                <a:solidFill>
                  <a:prstClr val="black"/>
                </a:solidFill>
                <a:effectLst/>
                <a:uLnTx/>
                <a:uFillTx/>
                <a:latin typeface="Meiryo UI"/>
                <a:ea typeface="Meiryo UI"/>
                <a:cs typeface="+mn-cs"/>
              </a:rPr>
              <a:t>調達委員会</a:t>
            </a:r>
            <a:r>
              <a:rPr kumimoji="0" lang="en-US" altLang="ja-JP" sz="1100" b="1" i="0" u="none" strike="noStrike" kern="0" cap="none" spc="0" normalizeH="0" baseline="0" noProof="0">
                <a:ln>
                  <a:noFill/>
                </a:ln>
                <a:solidFill>
                  <a:prstClr val="black"/>
                </a:solidFill>
                <a:effectLst/>
                <a:uLnTx/>
                <a:uFillTx/>
                <a:latin typeface="Meiryo UI"/>
                <a:ea typeface="Meiryo UI"/>
                <a:cs typeface="+mn-cs"/>
              </a:rPr>
              <a:t>(10/20)</a:t>
            </a:r>
            <a:r>
              <a:rPr kumimoji="0" lang="ja-JP" altLang="en-US" sz="1100" b="1" i="0" u="none" strike="noStrike" kern="0" cap="none" spc="0" normalizeH="0" baseline="0" noProof="0">
                <a:ln>
                  <a:noFill/>
                </a:ln>
                <a:solidFill>
                  <a:prstClr val="black"/>
                </a:solidFill>
                <a:effectLst/>
                <a:uLnTx/>
                <a:uFillTx/>
                <a:latin typeface="Meiryo UI"/>
                <a:ea typeface="Meiryo UI"/>
                <a:cs typeface="+mn-cs"/>
              </a:rPr>
              <a:t>時点で概要を提示可能な案件</a:t>
            </a:r>
          </a:p>
        </p:txBody>
      </p:sp>
      <p:sp>
        <p:nvSpPr>
          <p:cNvPr id="189" name="正方形/長方形 188">
            <a:extLst>
              <a:ext uri="{FF2B5EF4-FFF2-40B4-BE49-F238E27FC236}">
                <a16:creationId xmlns:a16="http://schemas.microsoft.com/office/drawing/2014/main" id="{44BE91D6-B126-F8DF-D2E2-938605D53D26}"/>
              </a:ext>
            </a:extLst>
          </p:cNvPr>
          <p:cNvSpPr/>
          <p:nvPr/>
        </p:nvSpPr>
        <p:spPr>
          <a:xfrm>
            <a:off x="3460928" y="4234012"/>
            <a:ext cx="5615566" cy="910782"/>
          </a:xfrm>
          <a:prstGeom prst="rect">
            <a:avLst/>
          </a:prstGeom>
          <a:noFill/>
          <a:ln w="28575">
            <a:solidFill>
              <a:srgbClr val="1F497D"/>
            </a:solidFill>
            <a:prstDash val="sysDash"/>
          </a:ln>
        </p:spPr>
        <p:txBody>
          <a:bodyPr rtlCol="0" anchor="t"/>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ja-JP" altLang="en-US" sz="1100" b="1" i="0" u="none" strike="noStrike" kern="0" cap="none" spc="0" normalizeH="0" baseline="0" noProof="0">
                <a:ln>
                  <a:noFill/>
                </a:ln>
                <a:solidFill>
                  <a:prstClr val="black"/>
                </a:solidFill>
                <a:effectLst/>
                <a:uLnTx/>
                <a:uFillTx/>
                <a:latin typeface="Meiryo UI"/>
                <a:ea typeface="Meiryo UI"/>
                <a:cs typeface="+mn-cs"/>
              </a:rPr>
              <a:t>調達委員会</a:t>
            </a:r>
            <a:r>
              <a:rPr kumimoji="0" lang="en-US" altLang="ja-JP" sz="1100" b="1" i="0" u="none" strike="noStrike" kern="0" cap="none" spc="0" normalizeH="0" baseline="0" noProof="0">
                <a:ln>
                  <a:noFill/>
                </a:ln>
                <a:solidFill>
                  <a:prstClr val="black"/>
                </a:solidFill>
                <a:effectLst/>
                <a:uLnTx/>
                <a:uFillTx/>
                <a:latin typeface="Meiryo UI"/>
                <a:ea typeface="Meiryo UI"/>
                <a:cs typeface="+mn-cs"/>
              </a:rPr>
              <a:t>(10/20)</a:t>
            </a:r>
            <a:r>
              <a:rPr kumimoji="0" lang="ja-JP" altLang="en-US" sz="1100" b="1" i="0" u="none" strike="noStrike" kern="0" cap="none" spc="0" normalizeH="0" baseline="0" noProof="0">
                <a:ln>
                  <a:noFill/>
                </a:ln>
                <a:solidFill>
                  <a:prstClr val="black"/>
                </a:solidFill>
                <a:effectLst/>
                <a:uLnTx/>
                <a:uFillTx/>
                <a:latin typeface="Meiryo UI"/>
                <a:ea typeface="Meiryo UI"/>
                <a:cs typeface="+mn-cs"/>
              </a:rPr>
              <a:t>時点で概要を提示不可能な案件</a:t>
            </a:r>
            <a:endParaRPr kumimoji="0" lang="ja-JP" altLang="en-US"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191" name="矢印: 五方向 190">
            <a:extLst>
              <a:ext uri="{FF2B5EF4-FFF2-40B4-BE49-F238E27FC236}">
                <a16:creationId xmlns:a16="http://schemas.microsoft.com/office/drawing/2014/main" id="{C6B5CFF9-0EF3-496E-FAAC-575AA045FB90}"/>
              </a:ext>
            </a:extLst>
          </p:cNvPr>
          <p:cNvSpPr/>
          <p:nvPr/>
        </p:nvSpPr>
        <p:spPr>
          <a:xfrm>
            <a:off x="7165426" y="3697052"/>
            <a:ext cx="1076261" cy="248686"/>
          </a:xfrm>
          <a:prstGeom prst="homePlate">
            <a:avLst>
              <a:gd name="adj" fmla="val 56260"/>
            </a:avLst>
          </a:prstGeom>
          <a:solidFill>
            <a:schemeClr val="accent6">
              <a:lumMod val="20000"/>
              <a:lumOff val="80000"/>
            </a:schemeClr>
          </a:solidFill>
          <a:ln w="3175">
            <a:solidFill>
              <a:schemeClr val="bg1">
                <a:lumMod val="50000"/>
              </a:schemeClr>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見積</a:t>
            </a:r>
          </a:p>
        </p:txBody>
      </p:sp>
      <p:sp>
        <p:nvSpPr>
          <p:cNvPr id="196" name="矢印: 五方向 195">
            <a:extLst>
              <a:ext uri="{FF2B5EF4-FFF2-40B4-BE49-F238E27FC236}">
                <a16:creationId xmlns:a16="http://schemas.microsoft.com/office/drawing/2014/main" id="{E52BAE62-74D0-FDAA-0506-1F58982F0215}"/>
              </a:ext>
            </a:extLst>
          </p:cNvPr>
          <p:cNvSpPr/>
          <p:nvPr/>
        </p:nvSpPr>
        <p:spPr bwMode="auto">
          <a:xfrm>
            <a:off x="8073874" y="3392286"/>
            <a:ext cx="901057" cy="248686"/>
          </a:xfrm>
          <a:prstGeom prst="homePlate">
            <a:avLst>
              <a:gd name="adj" fmla="val 24435"/>
            </a:avLst>
          </a:prstGeom>
          <a:gradFill flip="none" rotWithShape="1">
            <a:gsLst>
              <a:gs pos="53000">
                <a:srgbClr val="4EA72E">
                  <a:lumMod val="20000"/>
                  <a:lumOff val="80000"/>
                </a:srgbClr>
              </a:gs>
              <a:gs pos="53000">
                <a:srgbClr val="156082">
                  <a:lumMod val="20000"/>
                  <a:lumOff val="80000"/>
                </a:srgbClr>
              </a:gs>
            </a:gsLst>
            <a:lin ang="2700000" scaled="1"/>
            <a:tileRect/>
          </a:gradFill>
          <a:ln w="6350" cap="flat" cmpd="sng" algn="ctr">
            <a:solidFill>
              <a:schemeClr val="bg1">
                <a:lumMod val="50000"/>
              </a:schemeClr>
            </a:solidFill>
            <a:prstDash val="solid"/>
            <a:round/>
            <a:headEnd type="none" w="med" len="med"/>
            <a:tailEnd type="none" w="med" len="med"/>
          </a:ln>
          <a:effectLst/>
        </p:spPr>
        <p:txBody>
          <a:bodyPr vert="horz" wrap="none" lIns="0" tIns="36000" rIns="0" bIns="0" numCol="1" rtlCol="0" anchor="ctr" anchorCtr="0" compatLnSpc="1">
            <a:prstTxWarp prst="textNoShape">
              <a:avLst/>
            </a:prstTxWarp>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1181679" rtl="0" eaLnBrk="1" fontAlgn="auto" latinLnBrk="0" hangingPunct="1">
              <a:lnSpc>
                <a:spcPts val="1080"/>
              </a:lnSpc>
              <a:spcBef>
                <a:spcPts val="0"/>
              </a:spcBef>
              <a:spcAft>
                <a:spcPts val="0"/>
              </a:spcAft>
              <a:buClrTx/>
              <a:buSzTx/>
              <a:buFontTx/>
              <a:buNone/>
              <a:tabLst/>
              <a:defRPr/>
            </a:pPr>
            <a:r>
              <a:rPr kumimoji="0" lang="ja-JP" altLang="en-US" sz="1100" b="0" i="0" u="none" strike="noStrike" kern="1200" cap="none" spc="0" normalizeH="0" baseline="0" noProof="0">
                <a:ln>
                  <a:noFill/>
                </a:ln>
                <a:solidFill>
                  <a:srgbClr val="000000"/>
                </a:solidFill>
                <a:effectLst/>
                <a:uLnTx/>
                <a:uFillTx/>
                <a:latin typeface="Meiryo UI"/>
                <a:ea typeface="Meiryo UI"/>
                <a:cs typeface="+mn-cs"/>
              </a:rPr>
              <a:t>精査</a:t>
            </a:r>
            <a:endParaRPr kumimoji="0" lang="en-US" altLang="ja-JP" sz="1100" b="0" i="0" u="none" strike="noStrike" kern="1200" cap="none" spc="0" normalizeH="0" baseline="0" noProof="0">
              <a:ln>
                <a:noFill/>
              </a:ln>
              <a:solidFill>
                <a:srgbClr val="000000"/>
              </a:solidFill>
              <a:effectLst/>
              <a:uLnTx/>
              <a:uFillTx/>
              <a:latin typeface="Meiryo UI"/>
              <a:ea typeface="Meiryo UI"/>
              <a:cs typeface="+mn-cs"/>
            </a:endParaRPr>
          </a:p>
        </p:txBody>
      </p:sp>
      <p:sp>
        <p:nvSpPr>
          <p:cNvPr id="198" name="矢印: 五方向 197">
            <a:extLst>
              <a:ext uri="{FF2B5EF4-FFF2-40B4-BE49-F238E27FC236}">
                <a16:creationId xmlns:a16="http://schemas.microsoft.com/office/drawing/2014/main" id="{0D5EE848-C231-64D8-57BC-8EC8AF02C6C3}"/>
              </a:ext>
            </a:extLst>
          </p:cNvPr>
          <p:cNvSpPr/>
          <p:nvPr/>
        </p:nvSpPr>
        <p:spPr bwMode="auto">
          <a:xfrm>
            <a:off x="8091829" y="4753508"/>
            <a:ext cx="901057" cy="248686"/>
          </a:xfrm>
          <a:prstGeom prst="homePlate">
            <a:avLst>
              <a:gd name="adj" fmla="val 24435"/>
            </a:avLst>
          </a:prstGeom>
          <a:gradFill flip="none" rotWithShape="1">
            <a:gsLst>
              <a:gs pos="53000">
                <a:srgbClr val="4EA72E">
                  <a:lumMod val="20000"/>
                  <a:lumOff val="80000"/>
                </a:srgbClr>
              </a:gs>
              <a:gs pos="53000">
                <a:srgbClr val="156082">
                  <a:lumMod val="20000"/>
                  <a:lumOff val="80000"/>
                </a:srgbClr>
              </a:gs>
            </a:gsLst>
            <a:lin ang="2700000" scaled="1"/>
            <a:tileRect/>
          </a:gradFill>
          <a:ln w="6350" cap="flat" cmpd="sng" algn="ctr">
            <a:solidFill>
              <a:schemeClr val="bg1">
                <a:lumMod val="50000"/>
              </a:schemeClr>
            </a:solidFill>
            <a:prstDash val="solid"/>
            <a:round/>
            <a:headEnd type="none" w="med" len="med"/>
            <a:tailEnd type="none" w="med" len="med"/>
          </a:ln>
          <a:effectLst/>
        </p:spPr>
        <p:txBody>
          <a:bodyPr vert="horz" wrap="none" lIns="0" tIns="36000" rIns="0" bIns="0" numCol="1" rtlCol="0" anchor="ctr" anchorCtr="0" compatLnSpc="1">
            <a:prstTxWarp prst="textNoShape">
              <a:avLst/>
            </a:prstTxWarp>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1181679" rtl="0" eaLnBrk="1" fontAlgn="auto" latinLnBrk="0" hangingPunct="1">
              <a:lnSpc>
                <a:spcPts val="1080"/>
              </a:lnSpc>
              <a:spcBef>
                <a:spcPts val="0"/>
              </a:spcBef>
              <a:spcAft>
                <a:spcPts val="0"/>
              </a:spcAft>
              <a:buClrTx/>
              <a:buSzTx/>
              <a:buFontTx/>
              <a:buNone/>
              <a:tabLst/>
              <a:defRPr/>
            </a:pPr>
            <a:r>
              <a:rPr kumimoji="0" lang="ja-JP" altLang="en-US" sz="1100" b="0" i="0" u="none" strike="noStrike" kern="1200" cap="none" spc="0" normalizeH="0" baseline="0" noProof="0">
                <a:ln>
                  <a:noFill/>
                </a:ln>
                <a:solidFill>
                  <a:srgbClr val="000000"/>
                </a:solidFill>
                <a:effectLst/>
                <a:uLnTx/>
                <a:uFillTx/>
                <a:latin typeface="Meiryo UI"/>
                <a:ea typeface="Meiryo UI"/>
                <a:cs typeface="+mn-cs"/>
              </a:rPr>
              <a:t>精査</a:t>
            </a:r>
            <a:endParaRPr kumimoji="0" lang="en-US" altLang="ja-JP" sz="1100" b="0" i="0" u="none" strike="noStrike" kern="1200" cap="none" spc="0" normalizeH="0" baseline="0" noProof="0">
              <a:ln>
                <a:noFill/>
              </a:ln>
              <a:solidFill>
                <a:srgbClr val="000000"/>
              </a:solidFill>
              <a:effectLst/>
              <a:uLnTx/>
              <a:uFillTx/>
              <a:latin typeface="Meiryo UI"/>
              <a:ea typeface="Meiryo UI"/>
              <a:cs typeface="+mn-cs"/>
            </a:endParaRPr>
          </a:p>
        </p:txBody>
      </p:sp>
      <p:sp>
        <p:nvSpPr>
          <p:cNvPr id="202" name="テキスト ボックス 201">
            <a:extLst>
              <a:ext uri="{FF2B5EF4-FFF2-40B4-BE49-F238E27FC236}">
                <a16:creationId xmlns:a16="http://schemas.microsoft.com/office/drawing/2014/main" id="{2E211EC0-9AE2-B403-9F84-886E510DACEC}"/>
              </a:ext>
            </a:extLst>
          </p:cNvPr>
          <p:cNvSpPr txBox="1"/>
          <p:nvPr/>
        </p:nvSpPr>
        <p:spPr>
          <a:xfrm>
            <a:off x="6691324" y="2669529"/>
            <a:ext cx="1329236" cy="169474"/>
          </a:xfrm>
          <a:prstGeom prst="rect">
            <a:avLst/>
          </a:prstGeom>
          <a:noFill/>
        </p:spPr>
        <p:txBody>
          <a:bodyPr wrap="square" lIns="36000" tIns="36000" rIns="36000" bIns="36000" rtlCol="0" anchor="t">
            <a:noAutofit/>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srgbClr val="FF0000"/>
                </a:solidFill>
                <a:effectLst/>
                <a:uLnTx/>
                <a:uFillTx/>
                <a:latin typeface="Meiryo UI"/>
                <a:ea typeface="Meiryo UI" panose="020B0604030504040204" pitchFamily="50" charset="-128"/>
                <a:cs typeface="+mn-cs"/>
              </a:rPr>
              <a:t>▼全国的な運用開始</a:t>
            </a:r>
          </a:p>
        </p:txBody>
      </p:sp>
      <p:sp>
        <p:nvSpPr>
          <p:cNvPr id="220" name="正方形/長方形 219">
            <a:extLst>
              <a:ext uri="{FF2B5EF4-FFF2-40B4-BE49-F238E27FC236}">
                <a16:creationId xmlns:a16="http://schemas.microsoft.com/office/drawing/2014/main" id="{5045FAA9-1E99-D427-37CF-F857C61D6D59}"/>
              </a:ext>
            </a:extLst>
          </p:cNvPr>
          <p:cNvSpPr/>
          <p:nvPr/>
        </p:nvSpPr>
        <p:spPr>
          <a:xfrm>
            <a:off x="6545563" y="5398859"/>
            <a:ext cx="2853100" cy="724788"/>
          </a:xfrm>
          <a:prstGeom prst="rect">
            <a:avLst/>
          </a:prstGeom>
          <a:solidFill>
            <a:srgbClr val="FFFF8B"/>
          </a:solidFill>
          <a:ln>
            <a:solidFill>
              <a:schemeClr val="accent6">
                <a:lumMod val="75000"/>
              </a:schemeClr>
            </a:solidFill>
            <a:prstDash val="solid"/>
          </a:ln>
        </p:spPr>
        <p:txBody>
          <a:bodyPr wrap="square" lIns="36000" tIns="108000" rIns="36000" bIns="3600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1</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月中旬以降にご提示いただいた案件は、その都度要件整理の進め方やリリース時期を厚労省⇔基金で相談して進める方針としたい。</a:t>
            </a:r>
            <a:endPar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endParaRPr>
          </a:p>
        </p:txBody>
      </p:sp>
      <p:cxnSp>
        <p:nvCxnSpPr>
          <p:cNvPr id="46" name="直線コネクタ 45">
            <a:extLst>
              <a:ext uri="{FF2B5EF4-FFF2-40B4-BE49-F238E27FC236}">
                <a16:creationId xmlns:a16="http://schemas.microsoft.com/office/drawing/2014/main" id="{3980FA99-4733-467C-8F8F-E07F3369093D}"/>
              </a:ext>
            </a:extLst>
          </p:cNvPr>
          <p:cNvCxnSpPr>
            <a:cxnSpLocks/>
            <a:stCxn id="163" idx="0"/>
          </p:cNvCxnSpPr>
          <p:nvPr/>
        </p:nvCxnSpPr>
        <p:spPr bwMode="auto">
          <a:xfrm flipV="1">
            <a:off x="4690767" y="5041021"/>
            <a:ext cx="931664" cy="343643"/>
          </a:xfrm>
          <a:prstGeom prst="line">
            <a:avLst/>
          </a:prstGeom>
          <a:solidFill>
            <a:schemeClr val="bg1"/>
          </a:solidFill>
          <a:ln w="9525" cap="flat" cmpd="sng" algn="ctr">
            <a:solidFill>
              <a:schemeClr val="accent6">
                <a:lumMod val="75000"/>
              </a:schemeClr>
            </a:solidFill>
            <a:prstDash val="solid"/>
            <a:round/>
            <a:headEnd type="none" w="med" len="med"/>
            <a:tailEnd type="oval" w="med" len="med"/>
          </a:ln>
          <a:effectLst/>
        </p:spPr>
      </p:cxnSp>
      <p:cxnSp>
        <p:nvCxnSpPr>
          <p:cNvPr id="49" name="直線コネクタ 48">
            <a:extLst>
              <a:ext uri="{FF2B5EF4-FFF2-40B4-BE49-F238E27FC236}">
                <a16:creationId xmlns:a16="http://schemas.microsoft.com/office/drawing/2014/main" id="{ACEB878C-88F5-ACE1-2EBD-6B445EB11CFE}"/>
              </a:ext>
            </a:extLst>
          </p:cNvPr>
          <p:cNvCxnSpPr>
            <a:cxnSpLocks/>
            <a:stCxn id="220" idx="0"/>
          </p:cNvCxnSpPr>
          <p:nvPr/>
        </p:nvCxnSpPr>
        <p:spPr bwMode="auto">
          <a:xfrm flipH="1" flipV="1">
            <a:off x="7189161" y="5144794"/>
            <a:ext cx="782952" cy="254065"/>
          </a:xfrm>
          <a:prstGeom prst="line">
            <a:avLst/>
          </a:prstGeom>
          <a:solidFill>
            <a:schemeClr val="bg1"/>
          </a:solidFill>
          <a:ln w="9525" cap="flat" cmpd="sng" algn="ctr">
            <a:solidFill>
              <a:schemeClr val="accent6">
                <a:lumMod val="75000"/>
              </a:schemeClr>
            </a:solidFill>
            <a:prstDash val="solid"/>
            <a:round/>
            <a:headEnd type="none" w="med" len="med"/>
            <a:tailEnd type="oval" w="med" len="med"/>
          </a:ln>
          <a:effectLst/>
        </p:spPr>
      </p:cxnSp>
      <p:grpSp>
        <p:nvGrpSpPr>
          <p:cNvPr id="58" name="グループ化 57">
            <a:extLst>
              <a:ext uri="{FF2B5EF4-FFF2-40B4-BE49-F238E27FC236}">
                <a16:creationId xmlns:a16="http://schemas.microsoft.com/office/drawing/2014/main" id="{15E561F5-D3BC-28F6-9493-040DD54CD3B7}"/>
              </a:ext>
            </a:extLst>
          </p:cNvPr>
          <p:cNvGrpSpPr/>
          <p:nvPr/>
        </p:nvGrpSpPr>
        <p:grpSpPr>
          <a:xfrm>
            <a:off x="8020560" y="2754474"/>
            <a:ext cx="1037715" cy="183383"/>
            <a:chOff x="8020560" y="2593602"/>
            <a:chExt cx="1037715" cy="183383"/>
          </a:xfrm>
        </p:grpSpPr>
        <p:cxnSp>
          <p:nvCxnSpPr>
            <p:cNvPr id="56" name="直線矢印コネクタ 55">
              <a:extLst>
                <a:ext uri="{FF2B5EF4-FFF2-40B4-BE49-F238E27FC236}">
                  <a16:creationId xmlns:a16="http://schemas.microsoft.com/office/drawing/2014/main" id="{078C3753-17CC-1394-6941-936F289B9D63}"/>
                </a:ext>
              </a:extLst>
            </p:cNvPr>
            <p:cNvCxnSpPr>
              <a:cxnSpLocks/>
            </p:cNvCxnSpPr>
            <p:nvPr/>
          </p:nvCxnSpPr>
          <p:spPr bwMode="auto">
            <a:xfrm flipV="1">
              <a:off x="8020560" y="2773625"/>
              <a:ext cx="1037715" cy="3360"/>
            </a:xfrm>
            <a:prstGeom prst="straightConnector1">
              <a:avLst/>
            </a:prstGeom>
            <a:solidFill>
              <a:schemeClr val="bg1"/>
            </a:solidFill>
            <a:ln w="9525" cap="flat" cmpd="sng" algn="ctr">
              <a:solidFill>
                <a:srgbClr val="FF0000"/>
              </a:solidFill>
              <a:prstDash val="solid"/>
              <a:round/>
              <a:headEnd type="triangle"/>
              <a:tailEnd type="triangle"/>
            </a:ln>
            <a:effectLst/>
          </p:spPr>
        </p:cxnSp>
        <p:sp>
          <p:nvSpPr>
            <p:cNvPr id="57" name="テキスト ボックス 56">
              <a:extLst>
                <a:ext uri="{FF2B5EF4-FFF2-40B4-BE49-F238E27FC236}">
                  <a16:creationId xmlns:a16="http://schemas.microsoft.com/office/drawing/2014/main" id="{D38CFC7D-A07A-A9F0-B9F3-C291388B0CB7}"/>
                </a:ext>
              </a:extLst>
            </p:cNvPr>
            <p:cNvSpPr txBox="1"/>
            <p:nvPr/>
          </p:nvSpPr>
          <p:spPr>
            <a:xfrm>
              <a:off x="8185634" y="2593602"/>
              <a:ext cx="707566" cy="141048"/>
            </a:xfrm>
            <a:prstGeom prst="rect">
              <a:avLst/>
            </a:prstGeom>
            <a:noFill/>
          </p:spPr>
          <p:txBody>
            <a:bodyPr wrap="square" lIns="36000" tIns="36000" rIns="36000" bIns="36000" rtlCol="0" anchor="ctr">
              <a:noAutofit/>
            </a:body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調達委員会</a:t>
              </a:r>
              <a:r>
                <a:rPr kumimoji="1" lang="en-US" altLang="ja-JP" sz="10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a:t>
              </a:r>
              <a:r>
                <a:rPr kumimoji="1" lang="ja-JP" altLang="en-US" sz="10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開発</a:t>
              </a:r>
              <a:r>
                <a:rPr kumimoji="1" lang="en-US" altLang="ja-JP" sz="10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a:t>
              </a:r>
              <a:endParaRPr kumimoji="1" lang="ja-JP" altLang="en-US" sz="10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endParaRPr>
            </a:p>
          </p:txBody>
        </p:sp>
      </p:grpSp>
      <p:cxnSp>
        <p:nvCxnSpPr>
          <p:cNvPr id="59" name="直線コネクタ 58">
            <a:extLst>
              <a:ext uri="{FF2B5EF4-FFF2-40B4-BE49-F238E27FC236}">
                <a16:creationId xmlns:a16="http://schemas.microsoft.com/office/drawing/2014/main" id="{FDBFF6A4-132D-301A-3513-481B3112174C}"/>
              </a:ext>
            </a:extLst>
          </p:cNvPr>
          <p:cNvCxnSpPr>
            <a:cxnSpLocks/>
            <a:stCxn id="211" idx="0"/>
          </p:cNvCxnSpPr>
          <p:nvPr/>
        </p:nvCxnSpPr>
        <p:spPr bwMode="auto">
          <a:xfrm flipV="1">
            <a:off x="2367354" y="2895522"/>
            <a:ext cx="146106" cy="249825"/>
          </a:xfrm>
          <a:prstGeom prst="line">
            <a:avLst/>
          </a:prstGeom>
          <a:solidFill>
            <a:schemeClr val="bg1"/>
          </a:solidFill>
          <a:ln w="9525" cap="flat" cmpd="sng" algn="ctr">
            <a:solidFill>
              <a:schemeClr val="accent6">
                <a:lumMod val="75000"/>
              </a:schemeClr>
            </a:solidFill>
            <a:prstDash val="solid"/>
            <a:round/>
            <a:headEnd type="none" w="med" len="med"/>
            <a:tailEnd type="oval" w="med" len="med"/>
          </a:ln>
          <a:effectLst/>
        </p:spPr>
      </p:cxnSp>
      <p:grpSp>
        <p:nvGrpSpPr>
          <p:cNvPr id="132" name="グループ化 131">
            <a:extLst>
              <a:ext uri="{FF2B5EF4-FFF2-40B4-BE49-F238E27FC236}">
                <a16:creationId xmlns:a16="http://schemas.microsoft.com/office/drawing/2014/main" id="{C9C06A8C-1BFF-E3A2-4E30-714DF37B71AB}"/>
              </a:ext>
            </a:extLst>
          </p:cNvPr>
          <p:cNvGrpSpPr/>
          <p:nvPr/>
        </p:nvGrpSpPr>
        <p:grpSpPr>
          <a:xfrm>
            <a:off x="965074" y="2274033"/>
            <a:ext cx="662766" cy="2980683"/>
            <a:chOff x="8147149" y="721167"/>
            <a:chExt cx="662766" cy="5417993"/>
          </a:xfrm>
        </p:grpSpPr>
        <p:sp>
          <p:nvSpPr>
            <p:cNvPr id="133" name="楕円 132">
              <a:extLst>
                <a:ext uri="{FF2B5EF4-FFF2-40B4-BE49-F238E27FC236}">
                  <a16:creationId xmlns:a16="http://schemas.microsoft.com/office/drawing/2014/main" id="{3AA5EDDC-D0AC-6E7B-11E9-22B892615A38}"/>
                </a:ext>
              </a:extLst>
            </p:cNvPr>
            <p:cNvSpPr/>
            <p:nvPr/>
          </p:nvSpPr>
          <p:spPr>
            <a:xfrm>
              <a:off x="8147149" y="721167"/>
              <a:ext cx="662766" cy="260555"/>
            </a:xfrm>
            <a:prstGeom prst="ellipse">
              <a:avLst/>
            </a:prstGeom>
            <a:solidFill>
              <a:srgbClr val="FF0000"/>
            </a:solidFill>
            <a:ln>
              <a:solidFill>
                <a:srgbClr val="FF0000"/>
              </a:solid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0">
                  <a:ln>
                    <a:noFill/>
                  </a:ln>
                  <a:solidFill>
                    <a:prstClr val="white"/>
                  </a:solidFill>
                  <a:effectLst/>
                  <a:uLnTx/>
                  <a:uFillTx/>
                  <a:latin typeface="Meiryo UI"/>
                  <a:ea typeface="Meiryo UI"/>
                  <a:cs typeface="+mn-cs"/>
                </a:rPr>
                <a:t>現在</a:t>
              </a:r>
            </a:p>
          </p:txBody>
        </p:sp>
        <p:cxnSp>
          <p:nvCxnSpPr>
            <p:cNvPr id="134" name="直線コネクタ 133">
              <a:extLst>
                <a:ext uri="{FF2B5EF4-FFF2-40B4-BE49-F238E27FC236}">
                  <a16:creationId xmlns:a16="http://schemas.microsoft.com/office/drawing/2014/main" id="{064A0269-3EB2-5295-A3CF-B09878301CDD}"/>
                </a:ext>
              </a:extLst>
            </p:cNvPr>
            <p:cNvCxnSpPr>
              <a:cxnSpLocks/>
            </p:cNvCxnSpPr>
            <p:nvPr/>
          </p:nvCxnSpPr>
          <p:spPr bwMode="auto">
            <a:xfrm>
              <a:off x="8478532" y="958024"/>
              <a:ext cx="0" cy="5181136"/>
            </a:xfrm>
            <a:prstGeom prst="line">
              <a:avLst/>
            </a:prstGeom>
            <a:solidFill>
              <a:schemeClr val="bg1"/>
            </a:solidFill>
            <a:ln w="28575" cap="flat" cmpd="sng" algn="ctr">
              <a:solidFill>
                <a:srgbClr val="FF0000"/>
              </a:solidFill>
              <a:prstDash val="solid"/>
              <a:round/>
              <a:headEnd type="none" w="med" len="med"/>
              <a:tailEnd type="none" w="med" len="med"/>
            </a:ln>
            <a:effectLst/>
          </p:spPr>
        </p:cxnSp>
      </p:grpSp>
      <p:sp>
        <p:nvSpPr>
          <p:cNvPr id="211" name="正方形/長方形 210">
            <a:extLst>
              <a:ext uri="{FF2B5EF4-FFF2-40B4-BE49-F238E27FC236}">
                <a16:creationId xmlns:a16="http://schemas.microsoft.com/office/drawing/2014/main" id="{9FCADB42-F9E1-971D-B9CB-33E966C408E8}"/>
              </a:ext>
            </a:extLst>
          </p:cNvPr>
          <p:cNvSpPr/>
          <p:nvPr/>
        </p:nvSpPr>
        <p:spPr>
          <a:xfrm>
            <a:off x="1179065" y="3145347"/>
            <a:ext cx="2376578" cy="956700"/>
          </a:xfrm>
          <a:prstGeom prst="rect">
            <a:avLst/>
          </a:prstGeom>
          <a:solidFill>
            <a:srgbClr val="FFFF8B"/>
          </a:solidFill>
          <a:ln>
            <a:solidFill>
              <a:schemeClr val="accent6">
                <a:lumMod val="75000"/>
              </a:schemeClr>
            </a:solidFill>
            <a:prstDash val="solid"/>
          </a:ln>
        </p:spPr>
        <p:txBody>
          <a:bodyPr wrap="square" lIns="36000" tIns="108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1100" b="0" i="0" u="none" strike="noStrike" kern="0" cap="none" spc="0" normalizeH="0" baseline="0" noProof="1">
                <a:ln>
                  <a:noFill/>
                </a:ln>
                <a:solidFill>
                  <a:prstClr val="black"/>
                </a:solidFill>
                <a:effectLst/>
                <a:uLnTx/>
                <a:uFillTx/>
                <a:latin typeface="Meiryo UI"/>
                <a:ea typeface="Meiryo UI"/>
                <a:cs typeface="Meiryo UI" charset="0"/>
              </a:rPr>
              <a:t>調達委員会に向けて、</a:t>
            </a:r>
            <a:r>
              <a:rPr kumimoji="1" lang="en-US" altLang="ja-JP" sz="1100" b="0" i="0" u="none" strike="noStrike" kern="0" cap="none" spc="0" normalizeH="0" baseline="0" noProof="1">
                <a:ln>
                  <a:noFill/>
                </a:ln>
                <a:solidFill>
                  <a:prstClr val="black"/>
                </a:solidFill>
                <a:effectLst/>
                <a:uLnTx/>
                <a:uFillTx/>
                <a:latin typeface="Meiryo UI"/>
                <a:ea typeface="Meiryo UI"/>
                <a:cs typeface="Meiryo UI" charset="0"/>
              </a:rPr>
              <a:t>10/5</a:t>
            </a:r>
            <a:r>
              <a:rPr kumimoji="1" lang="ja-JP" altLang="en-US" sz="1100" b="0" i="0" u="none" strike="noStrike" kern="0" cap="none" spc="0" normalizeH="0" baseline="0" noProof="1">
                <a:ln>
                  <a:noFill/>
                </a:ln>
                <a:solidFill>
                  <a:prstClr val="black"/>
                </a:solidFill>
                <a:effectLst/>
                <a:uLnTx/>
                <a:uFillTx/>
                <a:latin typeface="Meiryo UI"/>
                <a:ea typeface="Meiryo UI"/>
                <a:cs typeface="Meiryo UI" charset="0"/>
              </a:rPr>
              <a:t>を目途に</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①案件名、②案件概要、③案件の背景・目的</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可能であれば</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について基金にご提示いただきたい。</a:t>
            </a:r>
            <a:b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br>
            <a:r>
              <a:rPr kumimoji="1" lang="en-US" altLang="ja-JP" sz="1100" b="0" i="0" u="none" strike="noStrike" kern="0" cap="none" spc="0" normalizeH="0" baseline="0" noProof="1">
                <a:ln>
                  <a:noFill/>
                </a:ln>
                <a:solidFill>
                  <a:prstClr val="black"/>
                </a:solidFill>
                <a:effectLst/>
                <a:uLnTx/>
                <a:uFillTx/>
                <a:latin typeface="Meiryo UI"/>
                <a:ea typeface="Meiryo UI"/>
                <a:cs typeface="Meiryo UI" charset="0"/>
              </a:rPr>
              <a:t>※</a:t>
            </a:r>
            <a:r>
              <a:rPr kumimoji="1" lang="ja-JP" altLang="en-US" sz="1100" b="0" i="0" u="none" strike="noStrike" kern="0" cap="none" spc="0" normalizeH="0" baseline="0" noProof="1">
                <a:ln>
                  <a:noFill/>
                </a:ln>
                <a:solidFill>
                  <a:prstClr val="black"/>
                </a:solidFill>
                <a:effectLst/>
                <a:uLnTx/>
                <a:uFillTx/>
                <a:latin typeface="Meiryo UI"/>
                <a:ea typeface="Meiryo UI"/>
                <a:cs typeface="Meiryo UI" charset="0"/>
              </a:rPr>
              <a:t>関連する利活用</a:t>
            </a:r>
            <a:r>
              <a:rPr kumimoji="1" lang="en-US" altLang="ja-JP" sz="1100" b="0" i="0" u="none" strike="noStrike" kern="0" cap="none" spc="0" normalizeH="0" baseline="0" noProof="1">
                <a:ln>
                  <a:noFill/>
                </a:ln>
                <a:solidFill>
                  <a:prstClr val="black"/>
                </a:solidFill>
                <a:effectLst/>
                <a:uLnTx/>
                <a:uFillTx/>
                <a:latin typeface="Meiryo UI"/>
                <a:ea typeface="Meiryo UI"/>
                <a:cs typeface="Meiryo UI" charset="0"/>
              </a:rPr>
              <a:t>WG</a:t>
            </a:r>
            <a:r>
              <a:rPr kumimoji="1" lang="ja-JP" altLang="en-US" sz="1100" b="0" i="0" u="none" strike="noStrike" kern="0" cap="none" spc="0" normalizeH="0" baseline="0" noProof="1">
                <a:ln>
                  <a:noFill/>
                </a:ln>
                <a:solidFill>
                  <a:prstClr val="black"/>
                </a:solidFill>
                <a:effectLst/>
                <a:uLnTx/>
                <a:uFillTx/>
                <a:latin typeface="Meiryo UI"/>
                <a:ea typeface="Meiryo UI"/>
                <a:cs typeface="Meiryo UI" charset="0"/>
              </a:rPr>
              <a:t>の資料でも可</a:t>
            </a:r>
            <a:endParaRPr kumimoji="1" lang="en-US" altLang="ja-JP" sz="1100" b="0" i="0" u="none" strike="noStrike" kern="0" cap="none" spc="0" normalizeH="0" baseline="0" noProof="1">
              <a:ln>
                <a:noFill/>
              </a:ln>
              <a:solidFill>
                <a:prstClr val="black"/>
              </a:solidFill>
              <a:effectLst/>
              <a:uLnTx/>
              <a:uFillTx/>
              <a:latin typeface="Meiryo UI"/>
              <a:ea typeface="Meiryo UI"/>
              <a:cs typeface="Meiryo UI" charset="0"/>
            </a:endParaRPr>
          </a:p>
        </p:txBody>
      </p:sp>
      <p:grpSp>
        <p:nvGrpSpPr>
          <p:cNvPr id="141" name="グループ化 140">
            <a:extLst>
              <a:ext uri="{FF2B5EF4-FFF2-40B4-BE49-F238E27FC236}">
                <a16:creationId xmlns:a16="http://schemas.microsoft.com/office/drawing/2014/main" id="{095F040B-228B-64EA-D059-FC4205312DDA}"/>
              </a:ext>
            </a:extLst>
          </p:cNvPr>
          <p:cNvGrpSpPr/>
          <p:nvPr/>
        </p:nvGrpSpPr>
        <p:grpSpPr>
          <a:xfrm>
            <a:off x="7478022" y="1948336"/>
            <a:ext cx="2049391" cy="319703"/>
            <a:chOff x="4826556" y="302001"/>
            <a:chExt cx="2049391" cy="319703"/>
          </a:xfrm>
        </p:grpSpPr>
        <p:sp>
          <p:nvSpPr>
            <p:cNvPr id="142" name="矢印: 五方向 141">
              <a:extLst>
                <a:ext uri="{FF2B5EF4-FFF2-40B4-BE49-F238E27FC236}">
                  <a16:creationId xmlns:a16="http://schemas.microsoft.com/office/drawing/2014/main" id="{7BE18B58-A916-3D04-3F9D-2FB6D64212CD}"/>
                </a:ext>
              </a:extLst>
            </p:cNvPr>
            <p:cNvSpPr/>
            <p:nvPr/>
          </p:nvSpPr>
          <p:spPr bwMode="gray">
            <a:xfrm>
              <a:off x="5526411" y="504610"/>
              <a:ext cx="649541" cy="117094"/>
            </a:xfrm>
            <a:prstGeom prst="homePlate">
              <a:avLst>
                <a:gd name="adj" fmla="val 13397"/>
              </a:avLst>
            </a:prstGeom>
            <a:solidFill>
              <a:srgbClr val="D1E7F6"/>
            </a:solidFill>
            <a:ln w="3175">
              <a:solidFill>
                <a:schemeClr val="bg1">
                  <a:lumMod val="50000"/>
                </a:schemeClr>
              </a:solidFill>
            </a:ln>
            <a:effectLst/>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基金作業</a:t>
              </a:r>
            </a:p>
          </p:txBody>
        </p:sp>
        <p:sp>
          <p:nvSpPr>
            <p:cNvPr id="143" name="矢印: 五方向 142">
              <a:extLst>
                <a:ext uri="{FF2B5EF4-FFF2-40B4-BE49-F238E27FC236}">
                  <a16:creationId xmlns:a16="http://schemas.microsoft.com/office/drawing/2014/main" id="{7D5ABE01-5DEA-5DF4-6460-483EBC50F559}"/>
                </a:ext>
              </a:extLst>
            </p:cNvPr>
            <p:cNvSpPr/>
            <p:nvPr/>
          </p:nvSpPr>
          <p:spPr bwMode="gray">
            <a:xfrm>
              <a:off x="4826556" y="504610"/>
              <a:ext cx="649541" cy="117094"/>
            </a:xfrm>
            <a:prstGeom prst="homePlate">
              <a:avLst>
                <a:gd name="adj" fmla="val 13397"/>
              </a:avLst>
            </a:prstGeom>
            <a:solidFill>
              <a:srgbClr val="D7E4BD"/>
            </a:solidFill>
            <a:ln w="3175">
              <a:solidFill>
                <a:schemeClr val="bg1">
                  <a:lumMod val="50000"/>
                </a:schemeClr>
              </a:solidFill>
            </a:ln>
            <a:effectLst/>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厚労省作業</a:t>
              </a:r>
            </a:p>
          </p:txBody>
        </p:sp>
        <p:sp>
          <p:nvSpPr>
            <p:cNvPr id="145" name="矢印: 五方向 144">
              <a:extLst>
                <a:ext uri="{FF2B5EF4-FFF2-40B4-BE49-F238E27FC236}">
                  <a16:creationId xmlns:a16="http://schemas.microsoft.com/office/drawing/2014/main" id="{1B833385-1439-8EE4-1ABD-85328F03A07B}"/>
                </a:ext>
              </a:extLst>
            </p:cNvPr>
            <p:cNvSpPr/>
            <p:nvPr/>
          </p:nvSpPr>
          <p:spPr bwMode="gray">
            <a:xfrm>
              <a:off x="6226406" y="504610"/>
              <a:ext cx="649541" cy="117094"/>
            </a:xfrm>
            <a:prstGeom prst="homePlate">
              <a:avLst>
                <a:gd name="adj" fmla="val 13397"/>
              </a:avLst>
            </a:prstGeom>
            <a:solidFill>
              <a:schemeClr val="accent6">
                <a:lumMod val="20000"/>
                <a:lumOff val="80000"/>
              </a:schemeClr>
            </a:solidFill>
            <a:ln w="3175">
              <a:solidFill>
                <a:schemeClr val="bg1">
                  <a:lumMod val="50000"/>
                </a:schemeClr>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開発事業者</a:t>
              </a:r>
              <a:endParaRPr kumimoji="1" lang="en-US" altLang="ja-JP"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146" name="矢印: 五方向 145">
              <a:extLst>
                <a:ext uri="{FF2B5EF4-FFF2-40B4-BE49-F238E27FC236}">
                  <a16:creationId xmlns:a16="http://schemas.microsoft.com/office/drawing/2014/main" id="{9BCF07C2-5917-6BC0-A87C-5748705A7005}"/>
                </a:ext>
              </a:extLst>
            </p:cNvPr>
            <p:cNvSpPr/>
            <p:nvPr/>
          </p:nvSpPr>
          <p:spPr bwMode="gray">
            <a:xfrm>
              <a:off x="4841340" y="302001"/>
              <a:ext cx="941197" cy="191905"/>
            </a:xfrm>
            <a:prstGeom prst="homePlate">
              <a:avLst>
                <a:gd name="adj" fmla="val 0"/>
              </a:avLst>
            </a:prstGeom>
            <a:noFill/>
            <a:ln>
              <a:noFill/>
            </a:ln>
            <a:effectLst/>
          </p:spPr>
          <p:txBody>
            <a:bodyPr wrap="non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■凡例</a:t>
              </a:r>
              <a:endParaRPr kumimoji="1" lang="en-US" altLang="ja-JP" sz="8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grpSp>
      <p:sp>
        <p:nvSpPr>
          <p:cNvPr id="47" name="正方形/長方形 46">
            <a:extLst>
              <a:ext uri="{FF2B5EF4-FFF2-40B4-BE49-F238E27FC236}">
                <a16:creationId xmlns:a16="http://schemas.microsoft.com/office/drawing/2014/main" id="{ABB5F7D4-8C8F-E8E2-82C1-0BC6B1D46FB3}"/>
              </a:ext>
            </a:extLst>
          </p:cNvPr>
          <p:cNvSpPr/>
          <p:nvPr/>
        </p:nvSpPr>
        <p:spPr>
          <a:xfrm>
            <a:off x="6915217" y="116695"/>
            <a:ext cx="2390624" cy="529215"/>
          </a:xfrm>
          <a:prstGeom prst="rect">
            <a:avLst/>
          </a:prstGeom>
          <a:solidFill>
            <a:srgbClr val="FFFF00"/>
          </a:solidFill>
          <a:ln>
            <a:noFill/>
          </a:ln>
        </p:spPr>
        <p:txBody>
          <a:bodyPr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参考：</a:t>
            </a:r>
            <a:r>
              <a:rPr kumimoji="1" lang="en-US" altLang="ja-JP" sz="1400" b="0" i="0" u="none" strike="noStrike" kern="1200" cap="none" spc="0" normalizeH="0" baseline="0" noProof="0">
                <a:ln>
                  <a:noFill/>
                </a:ln>
                <a:solidFill>
                  <a:prstClr val="black"/>
                </a:solidFill>
                <a:effectLst/>
                <a:uLnTx/>
                <a:uFillTx/>
                <a:latin typeface="Meiryo UI"/>
                <a:ea typeface="Meiryo UI"/>
                <a:cs typeface="+mn-cs"/>
              </a:rPr>
              <a:t>9/14 開発課題検討会資料</a:t>
            </a:r>
          </a:p>
        </p:txBody>
      </p:sp>
      <p:sp>
        <p:nvSpPr>
          <p:cNvPr id="48" name="正方形/長方形 47">
            <a:extLst>
              <a:ext uri="{FF2B5EF4-FFF2-40B4-BE49-F238E27FC236}">
                <a16:creationId xmlns:a16="http://schemas.microsoft.com/office/drawing/2014/main" id="{955435D9-25F4-D4D4-EFC9-6AE4EF271FB6}"/>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(DX</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機構資料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521813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8EA6E-3E10-70E8-B89C-03C2498EBA88}"/>
            </a:ext>
          </a:extLst>
        </p:cNvPr>
        <p:cNvGrpSpPr/>
        <p:nvPr/>
      </p:nvGrpSpPr>
      <p:grpSpPr>
        <a:xfrm>
          <a:off x="0" y="0"/>
          <a:ext cx="0" cy="0"/>
          <a:chOff x="0" y="0"/>
          <a:chExt cx="0" cy="0"/>
        </a:xfrm>
      </p:grpSpPr>
      <p:grpSp>
        <p:nvGrpSpPr>
          <p:cNvPr id="103" name="グループ化 102">
            <a:extLst>
              <a:ext uri="{FF2B5EF4-FFF2-40B4-BE49-F238E27FC236}">
                <a16:creationId xmlns:a16="http://schemas.microsoft.com/office/drawing/2014/main" id="{DA14F5A5-DD1E-28E9-ABB3-D9C919DC21E2}"/>
              </a:ext>
            </a:extLst>
          </p:cNvPr>
          <p:cNvGrpSpPr/>
          <p:nvPr/>
        </p:nvGrpSpPr>
        <p:grpSpPr>
          <a:xfrm>
            <a:off x="1189754" y="2905708"/>
            <a:ext cx="8482979" cy="3730980"/>
            <a:chOff x="915682" y="2590228"/>
            <a:chExt cx="8482979" cy="2608316"/>
          </a:xfrm>
        </p:grpSpPr>
        <p:sp>
          <p:nvSpPr>
            <p:cNvPr id="12" name="shape_76">
              <a:extLst>
                <a:ext uri="{FF2B5EF4-FFF2-40B4-BE49-F238E27FC236}">
                  <a16:creationId xmlns:a16="http://schemas.microsoft.com/office/drawing/2014/main" id="{C68762CC-66C8-34E5-B5A0-8674D6F1E91D}"/>
                </a:ext>
              </a:extLst>
            </p:cNvPr>
            <p:cNvSpPr/>
            <p:nvPr>
              <p:custDataLst>
                <p:tags r:id="rId31"/>
              </p:custDataLst>
            </p:nvPr>
          </p:nvSpPr>
          <p:spPr>
            <a:xfrm>
              <a:off x="915682"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13" name="shape_76">
              <a:extLst>
                <a:ext uri="{FF2B5EF4-FFF2-40B4-BE49-F238E27FC236}">
                  <a16:creationId xmlns:a16="http://schemas.microsoft.com/office/drawing/2014/main" id="{9761B082-2397-AA09-00CE-E72630575E84}"/>
                </a:ext>
              </a:extLst>
            </p:cNvPr>
            <p:cNvSpPr/>
            <p:nvPr>
              <p:custDataLst>
                <p:tags r:id="rId32"/>
              </p:custDataLst>
            </p:nvPr>
          </p:nvSpPr>
          <p:spPr>
            <a:xfrm>
              <a:off x="3460576"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14" name="shape_76">
              <a:extLst>
                <a:ext uri="{FF2B5EF4-FFF2-40B4-BE49-F238E27FC236}">
                  <a16:creationId xmlns:a16="http://schemas.microsoft.com/office/drawing/2014/main" id="{92865CAC-D6AF-4A6D-A71F-8C1261E9A99B}"/>
                </a:ext>
              </a:extLst>
            </p:cNvPr>
            <p:cNvSpPr/>
            <p:nvPr>
              <p:custDataLst>
                <p:tags r:id="rId33"/>
              </p:custDataLst>
            </p:nvPr>
          </p:nvSpPr>
          <p:spPr>
            <a:xfrm>
              <a:off x="3036427"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15" name="shape_76">
              <a:extLst>
                <a:ext uri="{FF2B5EF4-FFF2-40B4-BE49-F238E27FC236}">
                  <a16:creationId xmlns:a16="http://schemas.microsoft.com/office/drawing/2014/main" id="{276762F1-D139-4509-DF8C-12F0FAD50055}"/>
                </a:ext>
              </a:extLst>
            </p:cNvPr>
            <p:cNvSpPr/>
            <p:nvPr>
              <p:custDataLst>
                <p:tags r:id="rId34"/>
              </p:custDataLst>
            </p:nvPr>
          </p:nvSpPr>
          <p:spPr>
            <a:xfrm>
              <a:off x="2612276"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16" name="shape_76">
              <a:extLst>
                <a:ext uri="{FF2B5EF4-FFF2-40B4-BE49-F238E27FC236}">
                  <a16:creationId xmlns:a16="http://schemas.microsoft.com/office/drawing/2014/main" id="{C09984EB-C8D1-D5C7-C76B-CFD043DE1FBC}"/>
                </a:ext>
              </a:extLst>
            </p:cNvPr>
            <p:cNvSpPr/>
            <p:nvPr>
              <p:custDataLst>
                <p:tags r:id="rId35"/>
              </p:custDataLst>
            </p:nvPr>
          </p:nvSpPr>
          <p:spPr>
            <a:xfrm>
              <a:off x="2188128"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17" name="shape_76">
              <a:extLst>
                <a:ext uri="{FF2B5EF4-FFF2-40B4-BE49-F238E27FC236}">
                  <a16:creationId xmlns:a16="http://schemas.microsoft.com/office/drawing/2014/main" id="{4055C16D-3066-AE9F-1059-3E3D5A2ADA57}"/>
                </a:ext>
              </a:extLst>
            </p:cNvPr>
            <p:cNvSpPr/>
            <p:nvPr>
              <p:custDataLst>
                <p:tags r:id="rId36"/>
              </p:custDataLst>
            </p:nvPr>
          </p:nvSpPr>
          <p:spPr>
            <a:xfrm>
              <a:off x="1763981"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18" name="shape_76">
              <a:extLst>
                <a:ext uri="{FF2B5EF4-FFF2-40B4-BE49-F238E27FC236}">
                  <a16:creationId xmlns:a16="http://schemas.microsoft.com/office/drawing/2014/main" id="{7C806FB3-C726-8E78-AA21-E51906E86C81}"/>
                </a:ext>
              </a:extLst>
            </p:cNvPr>
            <p:cNvSpPr/>
            <p:nvPr>
              <p:custDataLst>
                <p:tags r:id="rId37"/>
              </p:custDataLst>
            </p:nvPr>
          </p:nvSpPr>
          <p:spPr>
            <a:xfrm>
              <a:off x="1339833"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19" name="shape_76">
              <a:extLst>
                <a:ext uri="{FF2B5EF4-FFF2-40B4-BE49-F238E27FC236}">
                  <a16:creationId xmlns:a16="http://schemas.microsoft.com/office/drawing/2014/main" id="{0E25804A-7ECA-2381-61FD-852FE3B9BFD4}"/>
                </a:ext>
              </a:extLst>
            </p:cNvPr>
            <p:cNvSpPr/>
            <p:nvPr>
              <p:custDataLst>
                <p:tags r:id="rId38"/>
              </p:custDataLst>
            </p:nvPr>
          </p:nvSpPr>
          <p:spPr>
            <a:xfrm>
              <a:off x="6005468"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20" name="shape_76">
              <a:extLst>
                <a:ext uri="{FF2B5EF4-FFF2-40B4-BE49-F238E27FC236}">
                  <a16:creationId xmlns:a16="http://schemas.microsoft.com/office/drawing/2014/main" id="{18CDBA2B-3537-B704-45A5-8DA69B2F4AFA}"/>
                </a:ext>
              </a:extLst>
            </p:cNvPr>
            <p:cNvSpPr/>
            <p:nvPr>
              <p:custDataLst>
                <p:tags r:id="rId39"/>
              </p:custDataLst>
            </p:nvPr>
          </p:nvSpPr>
          <p:spPr>
            <a:xfrm>
              <a:off x="5581321"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21" name="shape_76">
              <a:extLst>
                <a:ext uri="{FF2B5EF4-FFF2-40B4-BE49-F238E27FC236}">
                  <a16:creationId xmlns:a16="http://schemas.microsoft.com/office/drawing/2014/main" id="{CD0EA69C-C2DE-18B0-A0AE-3FE91EA85F73}"/>
                </a:ext>
              </a:extLst>
            </p:cNvPr>
            <p:cNvSpPr/>
            <p:nvPr>
              <p:custDataLst>
                <p:tags r:id="rId40"/>
              </p:custDataLst>
            </p:nvPr>
          </p:nvSpPr>
          <p:spPr>
            <a:xfrm>
              <a:off x="5157170"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22" name="shape_76">
              <a:extLst>
                <a:ext uri="{FF2B5EF4-FFF2-40B4-BE49-F238E27FC236}">
                  <a16:creationId xmlns:a16="http://schemas.microsoft.com/office/drawing/2014/main" id="{28D0765C-45B0-6168-D7A6-06C5D0A31388}"/>
                </a:ext>
              </a:extLst>
            </p:cNvPr>
            <p:cNvSpPr/>
            <p:nvPr>
              <p:custDataLst>
                <p:tags r:id="rId41"/>
              </p:custDataLst>
            </p:nvPr>
          </p:nvSpPr>
          <p:spPr>
            <a:xfrm>
              <a:off x="4733022"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23" name="shape_76">
              <a:extLst>
                <a:ext uri="{FF2B5EF4-FFF2-40B4-BE49-F238E27FC236}">
                  <a16:creationId xmlns:a16="http://schemas.microsoft.com/office/drawing/2014/main" id="{26BDD74A-1DA5-192B-B506-1A83625BBF3A}"/>
                </a:ext>
              </a:extLst>
            </p:cNvPr>
            <p:cNvSpPr/>
            <p:nvPr>
              <p:custDataLst>
                <p:tags r:id="rId42"/>
              </p:custDataLst>
            </p:nvPr>
          </p:nvSpPr>
          <p:spPr>
            <a:xfrm>
              <a:off x="4308874"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24" name="shape_76">
              <a:extLst>
                <a:ext uri="{FF2B5EF4-FFF2-40B4-BE49-F238E27FC236}">
                  <a16:creationId xmlns:a16="http://schemas.microsoft.com/office/drawing/2014/main" id="{B1B36641-D876-9872-FF92-99E3E8E3C6E1}"/>
                </a:ext>
              </a:extLst>
            </p:cNvPr>
            <p:cNvSpPr/>
            <p:nvPr>
              <p:custDataLst>
                <p:tags r:id="rId43"/>
              </p:custDataLst>
            </p:nvPr>
          </p:nvSpPr>
          <p:spPr>
            <a:xfrm>
              <a:off x="3884724"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25" name="shape_76">
              <a:extLst>
                <a:ext uri="{FF2B5EF4-FFF2-40B4-BE49-F238E27FC236}">
                  <a16:creationId xmlns:a16="http://schemas.microsoft.com/office/drawing/2014/main" id="{3FFED572-7666-5691-27B5-155304C2ACD7}"/>
                </a:ext>
              </a:extLst>
            </p:cNvPr>
            <p:cNvSpPr/>
            <p:nvPr>
              <p:custDataLst>
                <p:tags r:id="rId44"/>
              </p:custDataLst>
            </p:nvPr>
          </p:nvSpPr>
          <p:spPr>
            <a:xfrm>
              <a:off x="8550365"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26" name="shape_76">
              <a:extLst>
                <a:ext uri="{FF2B5EF4-FFF2-40B4-BE49-F238E27FC236}">
                  <a16:creationId xmlns:a16="http://schemas.microsoft.com/office/drawing/2014/main" id="{C23321E6-99B9-64F7-854D-C5E586932131}"/>
                </a:ext>
              </a:extLst>
            </p:cNvPr>
            <p:cNvSpPr/>
            <p:nvPr>
              <p:custDataLst>
                <p:tags r:id="rId45"/>
              </p:custDataLst>
            </p:nvPr>
          </p:nvSpPr>
          <p:spPr>
            <a:xfrm>
              <a:off x="8126214"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27" name="shape_76">
              <a:extLst>
                <a:ext uri="{FF2B5EF4-FFF2-40B4-BE49-F238E27FC236}">
                  <a16:creationId xmlns:a16="http://schemas.microsoft.com/office/drawing/2014/main" id="{899C6040-22EA-7EB7-E94F-3C1AFF7E5632}"/>
                </a:ext>
              </a:extLst>
            </p:cNvPr>
            <p:cNvSpPr/>
            <p:nvPr>
              <p:custDataLst>
                <p:tags r:id="rId46"/>
              </p:custDataLst>
            </p:nvPr>
          </p:nvSpPr>
          <p:spPr>
            <a:xfrm>
              <a:off x="7702066"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28" name="shape_76">
              <a:extLst>
                <a:ext uri="{FF2B5EF4-FFF2-40B4-BE49-F238E27FC236}">
                  <a16:creationId xmlns:a16="http://schemas.microsoft.com/office/drawing/2014/main" id="{E2E214B2-0C05-7FAE-3002-39B8BE6DD08A}"/>
                </a:ext>
              </a:extLst>
            </p:cNvPr>
            <p:cNvSpPr/>
            <p:nvPr>
              <p:custDataLst>
                <p:tags r:id="rId47"/>
              </p:custDataLst>
            </p:nvPr>
          </p:nvSpPr>
          <p:spPr>
            <a:xfrm>
              <a:off x="7277915"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29" name="shape_76">
              <a:extLst>
                <a:ext uri="{FF2B5EF4-FFF2-40B4-BE49-F238E27FC236}">
                  <a16:creationId xmlns:a16="http://schemas.microsoft.com/office/drawing/2014/main" id="{E1F69AA7-1E5E-0B23-2E62-958E6C4C6519}"/>
                </a:ext>
              </a:extLst>
            </p:cNvPr>
            <p:cNvSpPr/>
            <p:nvPr>
              <p:custDataLst>
                <p:tags r:id="rId48"/>
              </p:custDataLst>
            </p:nvPr>
          </p:nvSpPr>
          <p:spPr>
            <a:xfrm>
              <a:off x="6853767"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30" name="shape_76">
              <a:extLst>
                <a:ext uri="{FF2B5EF4-FFF2-40B4-BE49-F238E27FC236}">
                  <a16:creationId xmlns:a16="http://schemas.microsoft.com/office/drawing/2014/main" id="{827F37C7-2855-552A-1E14-2DB7AC5D5C91}"/>
                </a:ext>
              </a:extLst>
            </p:cNvPr>
            <p:cNvSpPr/>
            <p:nvPr>
              <p:custDataLst>
                <p:tags r:id="rId49"/>
              </p:custDataLst>
            </p:nvPr>
          </p:nvSpPr>
          <p:spPr>
            <a:xfrm>
              <a:off x="6429616"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sp>
          <p:nvSpPr>
            <p:cNvPr id="31" name="shape_76">
              <a:extLst>
                <a:ext uri="{FF2B5EF4-FFF2-40B4-BE49-F238E27FC236}">
                  <a16:creationId xmlns:a16="http://schemas.microsoft.com/office/drawing/2014/main" id="{5D6F8122-FBFF-839E-5C18-8BE94612C132}"/>
                </a:ext>
              </a:extLst>
            </p:cNvPr>
            <p:cNvSpPr/>
            <p:nvPr>
              <p:custDataLst>
                <p:tags r:id="rId50"/>
              </p:custDataLst>
            </p:nvPr>
          </p:nvSpPr>
          <p:spPr>
            <a:xfrm>
              <a:off x="8974513" y="2590228"/>
              <a:ext cx="424148" cy="2608316"/>
            </a:xfrm>
            <a:prstGeom prst="rect">
              <a:avLst/>
            </a:prstGeom>
            <a:noFill/>
            <a:ln w="3175">
              <a:solidFill>
                <a:sysClr val="window" lastClr="FFFFFF">
                  <a:lumMod val="75000"/>
                </a:sysClr>
              </a:solidFill>
            </a:ln>
          </p:spPr>
          <p:txBody>
            <a:bodyPr vert="mongolianVert"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noProof="1"/>
              </a:pPr>
              <a:endParaRPr kumimoji="0" lang="en-US" sz="900" b="0" i="0" u="none" strike="noStrike" kern="0" cap="none" spc="0" normalizeH="0" baseline="0" noProof="0">
                <a:ln>
                  <a:noFill/>
                </a:ln>
                <a:solidFill>
                  <a:prstClr val="black"/>
                </a:solidFill>
                <a:effectLst/>
                <a:uLnTx/>
                <a:uFillTx/>
                <a:latin typeface="Meiryo UI"/>
                <a:ea typeface="Meiryo UI"/>
                <a:cs typeface="+mn-cs"/>
              </a:endParaRPr>
            </a:p>
          </p:txBody>
        </p:sp>
      </p:grpSp>
      <p:sp>
        <p:nvSpPr>
          <p:cNvPr id="34" name="テキスト ボックス 33">
            <a:extLst>
              <a:ext uri="{FF2B5EF4-FFF2-40B4-BE49-F238E27FC236}">
                <a16:creationId xmlns:a16="http://schemas.microsoft.com/office/drawing/2014/main" id="{C87CADCA-8F1C-958F-C2CF-628A0417207F}"/>
              </a:ext>
            </a:extLst>
          </p:cNvPr>
          <p:cNvSpPr txBox="1"/>
          <p:nvPr/>
        </p:nvSpPr>
        <p:spPr>
          <a:xfrm>
            <a:off x="4139381" y="2910611"/>
            <a:ext cx="1907856" cy="215444"/>
          </a:xfrm>
          <a:prstGeom prst="rect">
            <a:avLst/>
          </a:prstGeom>
          <a:noFill/>
        </p:spPr>
        <p:txBody>
          <a:bodyPr wrap="square" rtlCol="0">
            <a:spAutoFit/>
          </a:bodyPr>
          <a:lstStyle/>
          <a:p>
            <a:pPr marL="0" marR="0" lvl="0" indent="0" algn="ctr" defTabSz="914400" rtl="0" eaLnBrk="1" fontAlgn="base" latinLnBrk="0" hangingPunct="1">
              <a:lnSpc>
                <a:spcPct val="80000"/>
              </a:lnSpc>
              <a:spcBef>
                <a:spcPct val="0"/>
              </a:spcBef>
              <a:spcAft>
                <a:spcPct val="0"/>
              </a:spcAft>
              <a:buClrTx/>
              <a:buSzTx/>
              <a:buFontTx/>
              <a:buNone/>
              <a:tabLst/>
              <a:defRPr noProof="1"/>
            </a:pP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▼利活用</a:t>
            </a:r>
            <a:r>
              <a:rPr kumimoji="1" lang="en-US" altLang="ja-JP"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WG</a:t>
            </a:r>
            <a:endPar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47" name="テキスト ボックス 46">
            <a:extLst>
              <a:ext uri="{FF2B5EF4-FFF2-40B4-BE49-F238E27FC236}">
                <a16:creationId xmlns:a16="http://schemas.microsoft.com/office/drawing/2014/main" id="{4B27D191-E8BD-1A70-6D60-7154D129F015}"/>
              </a:ext>
            </a:extLst>
          </p:cNvPr>
          <p:cNvSpPr txBox="1"/>
          <p:nvPr/>
        </p:nvSpPr>
        <p:spPr>
          <a:xfrm>
            <a:off x="2845034" y="2910611"/>
            <a:ext cx="1907856" cy="215444"/>
          </a:xfrm>
          <a:prstGeom prst="rect">
            <a:avLst/>
          </a:prstGeom>
          <a:noFill/>
        </p:spPr>
        <p:txBody>
          <a:bodyPr wrap="square" rtlCol="0">
            <a:spAutoFit/>
          </a:bodyPr>
          <a:lstStyle/>
          <a:p>
            <a:pPr marL="0" marR="0" lvl="0" indent="0" algn="ctr" defTabSz="914400" rtl="0" eaLnBrk="1" fontAlgn="base" latinLnBrk="0" hangingPunct="1">
              <a:lnSpc>
                <a:spcPct val="80000"/>
              </a:lnSpc>
              <a:spcBef>
                <a:spcPct val="0"/>
              </a:spcBef>
              <a:spcAft>
                <a:spcPct val="0"/>
              </a:spcAft>
              <a:buClrTx/>
              <a:buSzTx/>
              <a:buFontTx/>
              <a:buNone/>
              <a:tabLst/>
              <a:defRPr noProof="1"/>
            </a:pPr>
            <a:r>
              <a:rPr kumimoji="1" lang="en-US" altLang="ja-JP"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JAHIS</a:t>
            </a: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説明▼</a:t>
            </a:r>
          </a:p>
        </p:txBody>
      </p:sp>
      <p:sp>
        <p:nvSpPr>
          <p:cNvPr id="58" name="テキスト ボックス 57">
            <a:extLst>
              <a:ext uri="{FF2B5EF4-FFF2-40B4-BE49-F238E27FC236}">
                <a16:creationId xmlns:a16="http://schemas.microsoft.com/office/drawing/2014/main" id="{60774A81-2EEF-8C0A-0CA2-BCF86D5D573F}"/>
              </a:ext>
            </a:extLst>
          </p:cNvPr>
          <p:cNvSpPr txBox="1"/>
          <p:nvPr/>
        </p:nvSpPr>
        <p:spPr>
          <a:xfrm>
            <a:off x="1364766" y="4692716"/>
            <a:ext cx="1907856" cy="215444"/>
          </a:xfrm>
          <a:prstGeom prst="rect">
            <a:avLst/>
          </a:prstGeom>
          <a:noFill/>
        </p:spPr>
        <p:txBody>
          <a:bodyPr wrap="square" rtlCol="0">
            <a:spAutoFit/>
          </a:bodyPr>
          <a:lstStyle/>
          <a:p>
            <a:pPr marL="0" marR="0" lvl="0" indent="0" algn="ctr" defTabSz="914400" rtl="0" eaLnBrk="1" fontAlgn="base" latinLnBrk="0" hangingPunct="1">
              <a:lnSpc>
                <a:spcPct val="80000"/>
              </a:lnSpc>
              <a:spcBef>
                <a:spcPct val="0"/>
              </a:spcBef>
              <a:spcAft>
                <a:spcPct val="0"/>
              </a:spcAft>
              <a:buClrTx/>
              <a:buSzTx/>
              <a:buFontTx/>
              <a:buNone/>
              <a:tabLst/>
              <a:defRPr noProof="1"/>
            </a:pP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調達▼</a:t>
            </a:r>
          </a:p>
        </p:txBody>
      </p:sp>
      <p:sp>
        <p:nvSpPr>
          <p:cNvPr id="101" name="矢印: 五方向 100">
            <a:extLst>
              <a:ext uri="{FF2B5EF4-FFF2-40B4-BE49-F238E27FC236}">
                <a16:creationId xmlns:a16="http://schemas.microsoft.com/office/drawing/2014/main" id="{17A5F5B2-4AEB-C472-F59F-C9EDDC3D99B2}"/>
              </a:ext>
            </a:extLst>
          </p:cNvPr>
          <p:cNvSpPr/>
          <p:nvPr/>
        </p:nvSpPr>
        <p:spPr>
          <a:xfrm>
            <a:off x="5007071" y="6419615"/>
            <a:ext cx="4665601" cy="166706"/>
          </a:xfrm>
          <a:prstGeom prst="homePlate">
            <a:avLst/>
          </a:prstGeom>
          <a:solidFill>
            <a:schemeClr val="bg1">
              <a:lumMod val="95000"/>
            </a:schemeClr>
          </a:solidFill>
          <a:ln>
            <a:solidFill>
              <a:schemeClr val="bg1"/>
            </a:solidFill>
          </a:ln>
        </p:spPr>
        <p:txBody>
          <a:bodyPr wrap="non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900" b="0" i="0" u="none" strike="noStrike" kern="1200" cap="none" spc="0" normalizeH="0" baseline="0" noProof="0">
                <a:ln>
                  <a:noFill/>
                </a:ln>
                <a:solidFill>
                  <a:prstClr val="black"/>
                </a:solidFill>
                <a:effectLst/>
                <a:uLnTx/>
                <a:uFillTx/>
                <a:latin typeface="Meiryo UI"/>
                <a:ea typeface="Meiryo UI"/>
                <a:cs typeface="Meiryo UI" charset="0"/>
              </a:rPr>
              <a:t>開発等</a:t>
            </a:r>
          </a:p>
        </p:txBody>
      </p:sp>
      <p:sp>
        <p:nvSpPr>
          <p:cNvPr id="111" name="shape_92">
            <a:extLst>
              <a:ext uri="{FF2B5EF4-FFF2-40B4-BE49-F238E27FC236}">
                <a16:creationId xmlns:a16="http://schemas.microsoft.com/office/drawing/2014/main" id="{B2EA2D4B-2B95-2374-6067-60866273D549}"/>
              </a:ext>
            </a:extLst>
          </p:cNvPr>
          <p:cNvSpPr/>
          <p:nvPr>
            <p:custDataLst>
              <p:tags r:id="rId1"/>
            </p:custDataLst>
          </p:nvPr>
        </p:nvSpPr>
        <p:spPr>
          <a:xfrm>
            <a:off x="260341" y="6351856"/>
            <a:ext cx="929414" cy="284835"/>
          </a:xfrm>
          <a:prstGeom prst="rect">
            <a:avLst/>
          </a:prstGeom>
          <a:solidFill>
            <a:schemeClr val="bg1">
              <a:lumMod val="95000"/>
            </a:schemeClr>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100" b="0" i="0" u="none" strike="noStrike" kern="0" cap="none" spc="0" normalizeH="0" baseline="0" noProof="0">
                <a:ln>
                  <a:noFill/>
                </a:ln>
                <a:solidFill>
                  <a:prstClr val="black"/>
                </a:solidFill>
                <a:effectLst/>
                <a:uLnTx/>
                <a:uFillTx/>
                <a:latin typeface="Meiryo UI"/>
                <a:ea typeface="Meiryo UI"/>
                <a:cs typeface="+mn-cs"/>
              </a:rPr>
              <a:t>介護側</a:t>
            </a:r>
            <a:endParaRPr kumimoji="0" lang="en-US" altLang="ja-JP"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44" name="shape_92">
            <a:extLst>
              <a:ext uri="{FF2B5EF4-FFF2-40B4-BE49-F238E27FC236}">
                <a16:creationId xmlns:a16="http://schemas.microsoft.com/office/drawing/2014/main" id="{7748099E-2AB3-6DCC-7B93-7E08B217B50E}"/>
              </a:ext>
            </a:extLst>
          </p:cNvPr>
          <p:cNvSpPr/>
          <p:nvPr>
            <p:custDataLst>
              <p:tags r:id="rId2"/>
            </p:custDataLst>
          </p:nvPr>
        </p:nvSpPr>
        <p:spPr>
          <a:xfrm>
            <a:off x="536207" y="3139931"/>
            <a:ext cx="648982" cy="1397882"/>
          </a:xfrm>
          <a:prstGeom prst="rect">
            <a:avLst/>
          </a:prstGeom>
          <a:solidFill>
            <a:schemeClr val="accent1">
              <a:lumMod val="20000"/>
              <a:lumOff val="80000"/>
            </a:schemeClr>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100" b="0" i="0" u="none" strike="noStrike" kern="0" cap="none" spc="0" normalizeH="0" baseline="0" noProof="0">
                <a:ln>
                  <a:noFill/>
                </a:ln>
                <a:solidFill>
                  <a:prstClr val="black"/>
                </a:solidFill>
                <a:effectLst/>
                <a:uLnTx/>
                <a:uFillTx/>
                <a:latin typeface="Meiryo UI"/>
                <a:ea typeface="Meiryo UI"/>
                <a:cs typeface="+mn-cs"/>
              </a:rPr>
              <a:t>厚労省</a:t>
            </a:r>
            <a:endParaRPr kumimoji="0" lang="en-US"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110" name="shape_92">
            <a:extLst>
              <a:ext uri="{FF2B5EF4-FFF2-40B4-BE49-F238E27FC236}">
                <a16:creationId xmlns:a16="http://schemas.microsoft.com/office/drawing/2014/main" id="{31F691D1-625E-CE36-5DCE-4BE00A6A147B}"/>
              </a:ext>
            </a:extLst>
          </p:cNvPr>
          <p:cNvSpPr/>
          <p:nvPr>
            <p:custDataLst>
              <p:tags r:id="rId3"/>
            </p:custDataLst>
          </p:nvPr>
        </p:nvSpPr>
        <p:spPr>
          <a:xfrm>
            <a:off x="243243" y="3135492"/>
            <a:ext cx="253801" cy="3195336"/>
          </a:xfrm>
          <a:prstGeom prst="rect">
            <a:avLst/>
          </a:prstGeom>
          <a:solidFill>
            <a:schemeClr val="accent4">
              <a:lumMod val="40000"/>
              <a:lumOff val="60000"/>
            </a:schemeClr>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100" b="0" i="0" u="none" strike="noStrike" kern="0" cap="none" spc="0" normalizeH="0" baseline="0" noProof="0">
                <a:ln>
                  <a:noFill/>
                </a:ln>
                <a:solidFill>
                  <a:prstClr val="black"/>
                </a:solidFill>
                <a:effectLst/>
                <a:uLnTx/>
                <a:uFillTx/>
                <a:latin typeface="Meiryo UI"/>
                <a:ea typeface="Meiryo UI"/>
                <a:cs typeface="+mn-cs"/>
              </a:rPr>
              <a:t>医療側</a:t>
            </a:r>
            <a:endParaRPr kumimoji="0" lang="en-US"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224" name="shape_92">
            <a:extLst>
              <a:ext uri="{FF2B5EF4-FFF2-40B4-BE49-F238E27FC236}">
                <a16:creationId xmlns:a16="http://schemas.microsoft.com/office/drawing/2014/main" id="{42446E19-E9AF-BFFC-9B26-D6F84AB09951}"/>
              </a:ext>
            </a:extLst>
          </p:cNvPr>
          <p:cNvSpPr/>
          <p:nvPr>
            <p:custDataLst>
              <p:tags r:id="rId4"/>
            </p:custDataLst>
          </p:nvPr>
        </p:nvSpPr>
        <p:spPr>
          <a:xfrm>
            <a:off x="536207" y="4565565"/>
            <a:ext cx="648982" cy="1098560"/>
          </a:xfrm>
          <a:prstGeom prst="rect">
            <a:avLst/>
          </a:prstGeom>
          <a:solidFill>
            <a:schemeClr val="accent3">
              <a:lumMod val="20000"/>
              <a:lumOff val="80000"/>
            </a:schemeClr>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en-US" sz="1100" b="0" i="0" u="none" strike="noStrike" kern="0" cap="none" spc="0" normalizeH="0" baseline="0" noProof="0">
                <a:ln>
                  <a:noFill/>
                </a:ln>
                <a:solidFill>
                  <a:prstClr val="black"/>
                </a:solidFill>
                <a:effectLst/>
                <a:uLnTx/>
                <a:uFillTx/>
                <a:latin typeface="Meiryo UI"/>
                <a:ea typeface="Meiryo UI"/>
                <a:cs typeface="+mn-cs"/>
              </a:rPr>
              <a:t>ND</a:t>
            </a:r>
          </a:p>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100" b="0" i="0" u="none" strike="noStrike" kern="0" cap="none" spc="0" normalizeH="0" baseline="0" noProof="0">
                <a:ln>
                  <a:noFill/>
                </a:ln>
                <a:solidFill>
                  <a:prstClr val="black"/>
                </a:solidFill>
                <a:effectLst/>
                <a:uLnTx/>
                <a:uFillTx/>
                <a:latin typeface="Meiryo UI"/>
                <a:ea typeface="Meiryo UI"/>
                <a:cs typeface="+mn-cs"/>
              </a:rPr>
              <a:t>基金</a:t>
            </a:r>
            <a:endParaRPr kumimoji="0" lang="en-US"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232" name="テキスト ボックス 231">
            <a:extLst>
              <a:ext uri="{FF2B5EF4-FFF2-40B4-BE49-F238E27FC236}">
                <a16:creationId xmlns:a16="http://schemas.microsoft.com/office/drawing/2014/main" id="{F2101379-31A6-4B01-151A-B9AC7D957714}"/>
              </a:ext>
            </a:extLst>
          </p:cNvPr>
          <p:cNvSpPr txBox="1"/>
          <p:nvPr/>
        </p:nvSpPr>
        <p:spPr>
          <a:xfrm>
            <a:off x="5775537" y="5297036"/>
            <a:ext cx="959256" cy="215444"/>
          </a:xfrm>
          <a:prstGeom prst="rect">
            <a:avLst/>
          </a:prstGeom>
          <a:noFill/>
        </p:spPr>
        <p:txBody>
          <a:bodyPr wrap="square" rtlCol="0">
            <a:spAutoFit/>
          </a:bodyPr>
          <a:lstStyle/>
          <a:p>
            <a:pPr marL="0" marR="0" lvl="0" indent="0" algn="ctr" defTabSz="914400" rtl="0" eaLnBrk="1" fontAlgn="base" latinLnBrk="0" hangingPunct="1">
              <a:lnSpc>
                <a:spcPct val="80000"/>
              </a:lnSpc>
              <a:spcBef>
                <a:spcPct val="0"/>
              </a:spcBef>
              <a:spcAft>
                <a:spcPct val="0"/>
              </a:spcAft>
              <a:buClrTx/>
              <a:buSzTx/>
              <a:buFontTx/>
              <a:buNone/>
              <a:tabLst/>
              <a:defRPr noProof="1"/>
            </a:pP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▼調達</a:t>
            </a:r>
          </a:p>
        </p:txBody>
      </p:sp>
      <p:sp>
        <p:nvSpPr>
          <p:cNvPr id="36" name="矢印: 五方向 35">
            <a:extLst>
              <a:ext uri="{FF2B5EF4-FFF2-40B4-BE49-F238E27FC236}">
                <a16:creationId xmlns:a16="http://schemas.microsoft.com/office/drawing/2014/main" id="{787B7EA1-D63C-71B7-423D-8547A79B8475}"/>
              </a:ext>
            </a:extLst>
          </p:cNvPr>
          <p:cNvSpPr/>
          <p:nvPr/>
        </p:nvSpPr>
        <p:spPr>
          <a:xfrm>
            <a:off x="1251601" y="3452562"/>
            <a:ext cx="1589694" cy="278511"/>
          </a:xfrm>
          <a:prstGeom prst="homePlate">
            <a:avLst/>
          </a:prstGeom>
          <a:solidFill>
            <a:schemeClr val="tx2">
              <a:lumMod val="20000"/>
              <a:lumOff val="80000"/>
            </a:schemeClr>
          </a:solidFill>
          <a:ln>
            <a:solidFill>
              <a:schemeClr val="bg1">
                <a:lumMod val="75000"/>
              </a:schemeClr>
            </a:solidFill>
          </a:ln>
        </p:spPr>
        <p:txBody>
          <a:bodyPr wrap="non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050" b="0" i="0" u="none" strike="noStrike" kern="1200" cap="none" spc="0" normalizeH="0" baseline="0" noProof="0">
                <a:ln>
                  <a:noFill/>
                </a:ln>
                <a:solidFill>
                  <a:prstClr val="black"/>
                </a:solidFill>
                <a:effectLst/>
                <a:uLnTx/>
                <a:uFillTx/>
                <a:latin typeface="Meiryo UI"/>
                <a:ea typeface="Meiryo UI"/>
                <a:cs typeface="Meiryo UI" charset="0"/>
              </a:rPr>
              <a:t>要件整理(業務・機能)</a:t>
            </a:r>
          </a:p>
        </p:txBody>
      </p:sp>
      <p:sp>
        <p:nvSpPr>
          <p:cNvPr id="37" name="矢印: 五方向 36">
            <a:extLst>
              <a:ext uri="{FF2B5EF4-FFF2-40B4-BE49-F238E27FC236}">
                <a16:creationId xmlns:a16="http://schemas.microsoft.com/office/drawing/2014/main" id="{D4FAC839-8587-8A2D-9114-F2AEF1AB0022}"/>
              </a:ext>
            </a:extLst>
          </p:cNvPr>
          <p:cNvSpPr/>
          <p:nvPr/>
        </p:nvSpPr>
        <p:spPr>
          <a:xfrm>
            <a:off x="1251601" y="4019199"/>
            <a:ext cx="2872341" cy="266321"/>
          </a:xfrm>
          <a:prstGeom prst="homePlate">
            <a:avLst/>
          </a:prstGeom>
          <a:solidFill>
            <a:schemeClr val="tx2">
              <a:lumMod val="20000"/>
              <a:lumOff val="80000"/>
            </a:schemeClr>
          </a:solidFill>
          <a:ln>
            <a:solidFill>
              <a:schemeClr val="bg1">
                <a:lumMod val="75000"/>
              </a:schemeClr>
            </a:solidFill>
          </a:ln>
        </p:spPr>
        <p:txBody>
          <a:bodyPr wrap="non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050" b="0" i="0" u="none" strike="noStrike" kern="1200" cap="none" spc="0" normalizeH="0" baseline="0" noProof="0">
                <a:ln>
                  <a:noFill/>
                </a:ln>
                <a:solidFill>
                  <a:prstClr val="black"/>
                </a:solidFill>
                <a:effectLst/>
                <a:uLnTx/>
                <a:uFillTx/>
                <a:latin typeface="Meiryo UI"/>
                <a:ea typeface="Meiryo UI"/>
                <a:cs typeface="Meiryo UI" charset="0"/>
              </a:rPr>
              <a:t>要件整理(非機能)・その他</a:t>
            </a:r>
            <a:endParaRPr kumimoji="1" lang="en-US" altLang="ja-JP" sz="1050" b="0" i="0" u="none" strike="noStrike" kern="1200" cap="none" spc="0" normalizeH="0" baseline="0" noProof="0">
              <a:ln>
                <a:noFill/>
              </a:ln>
              <a:solidFill>
                <a:prstClr val="black"/>
              </a:solidFill>
              <a:effectLst/>
              <a:uLnTx/>
              <a:uFillTx/>
              <a:latin typeface="Meiryo UI"/>
              <a:ea typeface="Meiryo UI"/>
              <a:cs typeface="Meiryo UI" charset="0"/>
            </a:endParaRPr>
          </a:p>
        </p:txBody>
      </p:sp>
      <p:sp>
        <p:nvSpPr>
          <p:cNvPr id="41" name="矢印: 五方向 40">
            <a:extLst>
              <a:ext uri="{FF2B5EF4-FFF2-40B4-BE49-F238E27FC236}">
                <a16:creationId xmlns:a16="http://schemas.microsoft.com/office/drawing/2014/main" id="{FB1A6E25-61A8-A2C7-9408-E31E61F004DF}"/>
              </a:ext>
            </a:extLst>
          </p:cNvPr>
          <p:cNvSpPr/>
          <p:nvPr/>
        </p:nvSpPr>
        <p:spPr>
          <a:xfrm>
            <a:off x="4148553" y="5226123"/>
            <a:ext cx="1282666" cy="266887"/>
          </a:xfrm>
          <a:prstGeom prst="homePlate">
            <a:avLst/>
          </a:prstGeom>
          <a:solidFill>
            <a:schemeClr val="accent3">
              <a:lumMod val="20000"/>
              <a:lumOff val="80000"/>
            </a:schemeClr>
          </a:solidFill>
          <a:ln>
            <a:solidFill>
              <a:schemeClr val="bg1">
                <a:lumMod val="75000"/>
              </a:schemeClr>
            </a:solidFill>
          </a:ln>
        </p:spPr>
        <p:txBody>
          <a:bodyPr wrap="non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050" b="0" i="0" u="none" strike="noStrike" kern="1200" cap="none" spc="0" normalizeH="0" baseline="0" noProof="0">
                <a:ln>
                  <a:noFill/>
                </a:ln>
                <a:solidFill>
                  <a:prstClr val="black"/>
                </a:solidFill>
                <a:effectLst/>
                <a:uLnTx/>
                <a:uFillTx/>
                <a:latin typeface="Meiryo UI"/>
                <a:ea typeface="Meiryo UI"/>
                <a:cs typeface="Meiryo UI" charset="0"/>
              </a:rPr>
              <a:t>見積</a:t>
            </a:r>
          </a:p>
        </p:txBody>
      </p:sp>
      <p:sp>
        <p:nvSpPr>
          <p:cNvPr id="45" name="矢印: 五方向 44">
            <a:extLst>
              <a:ext uri="{FF2B5EF4-FFF2-40B4-BE49-F238E27FC236}">
                <a16:creationId xmlns:a16="http://schemas.microsoft.com/office/drawing/2014/main" id="{CC4588F1-D45B-684B-0C0F-C7C5014F88EC}"/>
              </a:ext>
            </a:extLst>
          </p:cNvPr>
          <p:cNvSpPr/>
          <p:nvPr/>
        </p:nvSpPr>
        <p:spPr>
          <a:xfrm>
            <a:off x="2950109" y="4787131"/>
            <a:ext cx="2481109" cy="266887"/>
          </a:xfrm>
          <a:prstGeom prst="homePlate">
            <a:avLst/>
          </a:prstGeom>
          <a:solidFill>
            <a:schemeClr val="accent3">
              <a:lumMod val="20000"/>
              <a:lumOff val="80000"/>
            </a:schemeClr>
          </a:solidFill>
          <a:ln>
            <a:solidFill>
              <a:schemeClr val="bg1">
                <a:lumMod val="75000"/>
              </a:schemeClr>
            </a:solidFill>
          </a:ln>
        </p:spPr>
        <p:txBody>
          <a:bodyPr wrap="non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prstClr val="black"/>
                </a:solidFill>
                <a:effectLst/>
                <a:uLnTx/>
                <a:uFillTx/>
                <a:latin typeface="Meiryo UI"/>
                <a:ea typeface="Meiryo UI"/>
                <a:cs typeface="Meiryo UI" charset="0"/>
              </a:rPr>
              <a:t>要件定義</a:t>
            </a:r>
            <a:endParaRPr kumimoji="1" lang="en-US" altLang="ja-JP" sz="1100" b="0" i="0" u="none" strike="noStrike" kern="1200" cap="none" spc="0" normalizeH="0" baseline="0" noProof="0">
              <a:ln>
                <a:noFill/>
              </a:ln>
              <a:solidFill>
                <a:prstClr val="black"/>
              </a:solidFill>
              <a:effectLst/>
              <a:uLnTx/>
              <a:uFillTx/>
              <a:latin typeface="Meiryo UI"/>
              <a:ea typeface="Meiryo UI"/>
              <a:cs typeface="Meiryo UI" charset="0"/>
            </a:endParaRPr>
          </a:p>
        </p:txBody>
      </p:sp>
      <p:sp>
        <p:nvSpPr>
          <p:cNvPr id="48" name="矢印: 五方向 47">
            <a:extLst>
              <a:ext uri="{FF2B5EF4-FFF2-40B4-BE49-F238E27FC236}">
                <a16:creationId xmlns:a16="http://schemas.microsoft.com/office/drawing/2014/main" id="{12AB518B-247E-A207-1101-22FEAA84E750}"/>
              </a:ext>
            </a:extLst>
          </p:cNvPr>
          <p:cNvSpPr/>
          <p:nvPr/>
        </p:nvSpPr>
        <p:spPr>
          <a:xfrm>
            <a:off x="6765898" y="5274965"/>
            <a:ext cx="2958485" cy="266887"/>
          </a:xfrm>
          <a:prstGeom prst="homePlate">
            <a:avLst/>
          </a:prstGeom>
          <a:solidFill>
            <a:schemeClr val="accent3">
              <a:lumMod val="20000"/>
              <a:lumOff val="80000"/>
            </a:schemeClr>
          </a:solidFill>
          <a:ln>
            <a:solidFill>
              <a:schemeClr val="bg1">
                <a:lumMod val="75000"/>
              </a:schemeClr>
            </a:solidFill>
          </a:ln>
        </p:spPr>
        <p:txBody>
          <a:bodyPr wrap="non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050" b="0" i="0" u="none" strike="noStrike" kern="1200" cap="none" spc="0" normalizeH="0" baseline="0" noProof="0">
                <a:ln>
                  <a:noFill/>
                </a:ln>
                <a:solidFill>
                  <a:prstClr val="black"/>
                </a:solidFill>
                <a:effectLst/>
                <a:uLnTx/>
                <a:uFillTx/>
                <a:latin typeface="Meiryo UI"/>
                <a:ea typeface="Meiryo UI"/>
                <a:cs typeface="Meiryo UI" charset="0"/>
              </a:rPr>
              <a:t>開発等</a:t>
            </a:r>
          </a:p>
        </p:txBody>
      </p:sp>
      <p:sp>
        <p:nvSpPr>
          <p:cNvPr id="235" name="矢印: 五方向 234">
            <a:extLst>
              <a:ext uri="{FF2B5EF4-FFF2-40B4-BE49-F238E27FC236}">
                <a16:creationId xmlns:a16="http://schemas.microsoft.com/office/drawing/2014/main" id="{B000390A-D23F-B49D-792B-C47B6783589A}"/>
              </a:ext>
            </a:extLst>
          </p:cNvPr>
          <p:cNvSpPr/>
          <p:nvPr/>
        </p:nvSpPr>
        <p:spPr>
          <a:xfrm>
            <a:off x="6347650" y="5844565"/>
            <a:ext cx="1523605" cy="266887"/>
          </a:xfrm>
          <a:prstGeom prst="homePlate">
            <a:avLst/>
          </a:prstGeom>
          <a:solidFill>
            <a:schemeClr val="accent6">
              <a:lumMod val="20000"/>
              <a:lumOff val="80000"/>
            </a:schemeClr>
          </a:solidFill>
          <a:ln>
            <a:solidFill>
              <a:schemeClr val="bg1">
                <a:lumMod val="75000"/>
              </a:schemeClr>
            </a:solidFill>
          </a:ln>
        </p:spPr>
        <p:txBody>
          <a:bodyPr wrap="non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050" b="0" i="0" u="none" strike="noStrike" kern="1200" cap="none" spc="0" normalizeH="0" baseline="0" noProof="0">
                <a:ln>
                  <a:noFill/>
                </a:ln>
                <a:solidFill>
                  <a:prstClr val="black"/>
                </a:solidFill>
                <a:effectLst/>
                <a:uLnTx/>
                <a:uFillTx/>
                <a:latin typeface="Meiryo UI"/>
                <a:ea typeface="Meiryo UI"/>
                <a:cs typeface="Meiryo UI" charset="0"/>
              </a:rPr>
              <a:t>見積</a:t>
            </a:r>
          </a:p>
        </p:txBody>
      </p:sp>
      <p:sp>
        <p:nvSpPr>
          <p:cNvPr id="236" name="矢印: 五方向 235">
            <a:extLst>
              <a:ext uri="{FF2B5EF4-FFF2-40B4-BE49-F238E27FC236}">
                <a16:creationId xmlns:a16="http://schemas.microsoft.com/office/drawing/2014/main" id="{E7E3585A-26A2-F147-7643-5900F2CC3CBE}"/>
              </a:ext>
            </a:extLst>
          </p:cNvPr>
          <p:cNvSpPr/>
          <p:nvPr/>
        </p:nvSpPr>
        <p:spPr>
          <a:xfrm>
            <a:off x="8824404" y="5814284"/>
            <a:ext cx="887158" cy="266887"/>
          </a:xfrm>
          <a:prstGeom prst="homePlate">
            <a:avLst/>
          </a:prstGeom>
          <a:solidFill>
            <a:schemeClr val="accent6">
              <a:lumMod val="20000"/>
              <a:lumOff val="80000"/>
            </a:schemeClr>
          </a:solidFill>
          <a:ln>
            <a:solidFill>
              <a:schemeClr val="bg1">
                <a:lumMod val="75000"/>
              </a:schemeClr>
            </a:solidFill>
          </a:ln>
        </p:spPr>
        <p:txBody>
          <a:bodyPr wrap="non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000" b="0" i="0" u="none" strike="noStrike" kern="1200" cap="none" spc="0" normalizeH="0" baseline="0" noProof="0">
                <a:ln>
                  <a:noFill/>
                </a:ln>
                <a:solidFill>
                  <a:prstClr val="black"/>
                </a:solidFill>
                <a:effectLst/>
                <a:uLnTx/>
                <a:uFillTx/>
                <a:latin typeface="Meiryo UI"/>
                <a:ea typeface="Meiryo UI"/>
                <a:cs typeface="Meiryo UI" charset="0"/>
              </a:rPr>
              <a:t>要件定義</a:t>
            </a:r>
            <a:br>
              <a:rPr kumimoji="1" lang="en-US" altLang="ja-JP" sz="1000" b="0" i="0" u="none" strike="noStrike" kern="1200" cap="none" spc="0" normalizeH="0" baseline="0" noProof="0">
                <a:ln>
                  <a:noFill/>
                </a:ln>
                <a:solidFill>
                  <a:prstClr val="black"/>
                </a:solidFill>
                <a:effectLst/>
                <a:uLnTx/>
                <a:uFillTx/>
                <a:latin typeface="Meiryo UI"/>
                <a:ea typeface="Meiryo UI"/>
                <a:cs typeface="Meiryo UI" charset="0"/>
              </a:rPr>
            </a:br>
            <a:r>
              <a:rPr kumimoji="1" lang="ja-JP" altLang="en-US" sz="1000" b="0" i="0" u="none" strike="noStrike" kern="1200" cap="none" spc="0" normalizeH="0" baseline="0" noProof="0">
                <a:ln>
                  <a:noFill/>
                </a:ln>
                <a:solidFill>
                  <a:prstClr val="black"/>
                </a:solidFill>
                <a:effectLst/>
                <a:uLnTx/>
                <a:uFillTx/>
                <a:latin typeface="Meiryo UI"/>
                <a:ea typeface="Meiryo UI"/>
                <a:cs typeface="Meiryo UI" charset="0"/>
              </a:rPr>
              <a:t>開発等</a:t>
            </a:r>
          </a:p>
        </p:txBody>
      </p:sp>
      <p:sp>
        <p:nvSpPr>
          <p:cNvPr id="241" name="矢印: 五方向 240">
            <a:extLst>
              <a:ext uri="{FF2B5EF4-FFF2-40B4-BE49-F238E27FC236}">
                <a16:creationId xmlns:a16="http://schemas.microsoft.com/office/drawing/2014/main" id="{A700AEC3-204F-88BA-1B9F-B48FFD07B32F}"/>
              </a:ext>
            </a:extLst>
          </p:cNvPr>
          <p:cNvSpPr/>
          <p:nvPr/>
        </p:nvSpPr>
        <p:spPr>
          <a:xfrm>
            <a:off x="5476295" y="4787131"/>
            <a:ext cx="1227368" cy="266887"/>
          </a:xfrm>
          <a:prstGeom prst="homePlate">
            <a:avLst/>
          </a:prstGeom>
          <a:solidFill>
            <a:schemeClr val="accent3">
              <a:lumMod val="20000"/>
              <a:lumOff val="80000"/>
            </a:schemeClr>
          </a:solidFill>
          <a:ln>
            <a:solidFill>
              <a:schemeClr val="bg1">
                <a:lumMod val="75000"/>
              </a:schemeClr>
            </a:solidFill>
          </a:ln>
        </p:spPr>
        <p:txBody>
          <a:bodyPr wrap="non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prstClr val="black"/>
                </a:solidFill>
                <a:effectLst/>
                <a:uLnTx/>
                <a:uFillTx/>
                <a:latin typeface="Meiryo UI"/>
                <a:ea typeface="Meiryo UI"/>
                <a:cs typeface="Meiryo UI" charset="0"/>
              </a:rPr>
              <a:t>先行開発</a:t>
            </a:r>
            <a:endParaRPr kumimoji="1" lang="en-US" altLang="ja-JP" sz="1100" b="0" i="0" u="none" strike="noStrike" kern="1200" cap="none" spc="0" normalizeH="0" baseline="0" noProof="0">
              <a:ln>
                <a:noFill/>
              </a:ln>
              <a:solidFill>
                <a:prstClr val="black"/>
              </a:solidFill>
              <a:effectLst/>
              <a:uLnTx/>
              <a:uFillTx/>
              <a:latin typeface="Meiryo UI"/>
              <a:ea typeface="Meiryo UI"/>
              <a:cs typeface="Meiryo UI" charset="0"/>
            </a:endParaRPr>
          </a:p>
        </p:txBody>
      </p:sp>
      <p:sp>
        <p:nvSpPr>
          <p:cNvPr id="245" name="正方形/長方形 244">
            <a:extLst>
              <a:ext uri="{FF2B5EF4-FFF2-40B4-BE49-F238E27FC236}">
                <a16:creationId xmlns:a16="http://schemas.microsoft.com/office/drawing/2014/main" id="{9BFFD787-7C20-6A93-636F-85ED966445C5}"/>
              </a:ext>
            </a:extLst>
          </p:cNvPr>
          <p:cNvSpPr/>
          <p:nvPr/>
        </p:nvSpPr>
        <p:spPr>
          <a:xfrm>
            <a:off x="4433097" y="3383021"/>
            <a:ext cx="4665601" cy="833776"/>
          </a:xfrm>
          <a:prstGeom prst="rect">
            <a:avLst/>
          </a:prstGeom>
          <a:solidFill>
            <a:srgbClr val="FFFF8B"/>
          </a:solidFill>
          <a:ln>
            <a:solidFill>
              <a:schemeClr val="accent6">
                <a:lumMod val="75000"/>
              </a:schemeClr>
            </a:solidFill>
            <a:prstDash val="solid"/>
          </a:ln>
        </p:spPr>
        <p:txBody>
          <a:bodyPr wrap="none" lIns="36000" tIns="108000" rIns="36000" bIns="3600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en-US" altLang="ja-JP" sz="1050" b="1" i="0" u="none" strike="noStrike" kern="0" cap="none" spc="0" normalizeH="0" baseline="0" noProof="0">
                <a:ln>
                  <a:noFill/>
                </a:ln>
                <a:solidFill>
                  <a:prstClr val="black"/>
                </a:solidFill>
                <a:effectLst/>
                <a:uLnTx/>
                <a:uFillTx/>
                <a:latin typeface="Meiryo UI"/>
                <a:ea typeface="Meiryo UI"/>
                <a:cs typeface="Meiryo UI" charset="0"/>
              </a:rPr>
              <a:t>&lt;</a:t>
            </a:r>
            <a:r>
              <a:rPr kumimoji="1" lang="ja-JP" altLang="en-US" sz="1050" b="1" i="0" u="none" strike="noStrike" kern="0" cap="none" spc="0" normalizeH="0" baseline="0" noProof="0">
                <a:ln>
                  <a:noFill/>
                </a:ln>
                <a:solidFill>
                  <a:prstClr val="black"/>
                </a:solidFill>
                <a:effectLst/>
                <a:uLnTx/>
                <a:uFillTx/>
                <a:latin typeface="Meiryo UI"/>
                <a:ea typeface="Meiryo UI"/>
                <a:cs typeface="Meiryo UI" charset="0"/>
              </a:rPr>
              <a:t>アウトプット</a:t>
            </a:r>
            <a:r>
              <a:rPr kumimoji="1" lang="en-US" altLang="ja-JP" sz="1050" b="1" i="0" u="none" strike="noStrike" kern="0" cap="none" spc="0" normalizeH="0" baseline="0" noProof="0">
                <a:ln>
                  <a:noFill/>
                </a:ln>
                <a:solidFill>
                  <a:prstClr val="black"/>
                </a:solidFill>
                <a:effectLst/>
                <a:uLnTx/>
                <a:uFillTx/>
                <a:latin typeface="Meiryo UI"/>
                <a:ea typeface="Meiryo UI"/>
                <a:cs typeface="Meiryo UI" charset="0"/>
              </a:rPr>
              <a:t>(</a:t>
            </a:r>
            <a:r>
              <a:rPr kumimoji="1" lang="ja-JP" altLang="en-US" sz="1050" b="1" i="0" u="none" strike="noStrike" kern="0" cap="none" spc="0" normalizeH="0" baseline="0" noProof="0">
                <a:ln>
                  <a:noFill/>
                </a:ln>
                <a:solidFill>
                  <a:prstClr val="black"/>
                </a:solidFill>
                <a:effectLst/>
                <a:uLnTx/>
                <a:uFillTx/>
                <a:latin typeface="Meiryo UI"/>
                <a:ea typeface="Meiryo UI"/>
                <a:cs typeface="Meiryo UI" charset="0"/>
              </a:rPr>
              <a:t>想定</a:t>
            </a:r>
            <a:r>
              <a:rPr kumimoji="1" lang="en-US" altLang="ja-JP" sz="1050" b="1" i="0" u="none" strike="noStrike" kern="0" cap="none" spc="0" normalizeH="0" baseline="0" noProof="0">
                <a:ln>
                  <a:noFill/>
                </a:ln>
                <a:solidFill>
                  <a:prstClr val="black"/>
                </a:solidFill>
                <a:effectLst/>
                <a:uLnTx/>
                <a:uFillTx/>
                <a:latin typeface="Meiryo UI"/>
                <a:ea typeface="Meiryo UI"/>
                <a:cs typeface="Meiryo UI" charset="0"/>
              </a:rPr>
              <a:t>)&gt;</a:t>
            </a:r>
          </a:p>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1050" b="0" i="0" u="none" strike="noStrike" kern="0" cap="none" spc="0" normalizeH="0" baseline="0" noProof="0">
                <a:ln>
                  <a:noFill/>
                </a:ln>
                <a:solidFill>
                  <a:prstClr val="black"/>
                </a:solidFill>
                <a:effectLst/>
                <a:uLnTx/>
                <a:uFillTx/>
                <a:latin typeface="Meiryo UI"/>
                <a:ea typeface="Meiryo UI"/>
                <a:cs typeface="Meiryo UI" charset="0"/>
              </a:rPr>
              <a:t>・機能設計</a:t>
            </a:r>
            <a:r>
              <a:rPr kumimoji="1" lang="en-US" altLang="ja-JP" sz="1050" b="0" i="0" u="none" strike="noStrike" kern="0" cap="none" spc="0" normalizeH="0" baseline="0" noProof="0">
                <a:ln>
                  <a:noFill/>
                </a:ln>
                <a:solidFill>
                  <a:prstClr val="black"/>
                </a:solidFill>
                <a:effectLst/>
                <a:uLnTx/>
                <a:uFillTx/>
                <a:latin typeface="Meiryo UI"/>
                <a:ea typeface="Meiryo UI"/>
                <a:cs typeface="Meiryo UI" charset="0"/>
              </a:rPr>
              <a:t>(</a:t>
            </a:r>
            <a:r>
              <a:rPr kumimoji="1" lang="ja-JP" altLang="en-US" sz="1050" b="0" i="0" u="none" strike="noStrike" kern="0" cap="none" spc="0" normalizeH="0" baseline="0" noProof="0">
                <a:ln>
                  <a:noFill/>
                </a:ln>
                <a:solidFill>
                  <a:prstClr val="black"/>
                </a:solidFill>
                <a:effectLst/>
                <a:uLnTx/>
                <a:uFillTx/>
                <a:latin typeface="Meiryo UI"/>
                <a:ea typeface="Meiryo UI"/>
                <a:cs typeface="Meiryo UI" charset="0"/>
              </a:rPr>
              <a:t>機能一覧、テーブル・ファイル一覧、外部</a:t>
            </a:r>
            <a:r>
              <a:rPr kumimoji="1" lang="en-US" altLang="ja-JP" sz="1050" b="0" i="0" u="none" strike="noStrike" kern="0" cap="none" spc="0" normalizeH="0" baseline="0" noProof="0">
                <a:ln>
                  <a:noFill/>
                </a:ln>
                <a:solidFill>
                  <a:prstClr val="black"/>
                </a:solidFill>
                <a:effectLst/>
                <a:uLnTx/>
                <a:uFillTx/>
                <a:latin typeface="Meiryo UI"/>
                <a:ea typeface="Meiryo UI"/>
                <a:cs typeface="Meiryo UI" charset="0"/>
              </a:rPr>
              <a:t>IF</a:t>
            </a:r>
            <a:r>
              <a:rPr kumimoji="1" lang="ja-JP" altLang="en-US" sz="1050" b="0" i="0" u="none" strike="noStrike" kern="0" cap="none" spc="0" normalizeH="0" baseline="0" noProof="0">
                <a:ln>
                  <a:noFill/>
                </a:ln>
                <a:solidFill>
                  <a:prstClr val="black"/>
                </a:solidFill>
                <a:effectLst/>
                <a:uLnTx/>
                <a:uFillTx/>
                <a:latin typeface="Meiryo UI"/>
                <a:ea typeface="Meiryo UI"/>
                <a:cs typeface="Meiryo UI" charset="0"/>
              </a:rPr>
              <a:t>一覧</a:t>
            </a:r>
            <a:r>
              <a:rPr kumimoji="1" lang="en-US" altLang="ja-JP" sz="1050" b="0" i="0" u="none" strike="noStrike" kern="0" cap="none" spc="0" normalizeH="0" baseline="0" noProof="0">
                <a:ln>
                  <a:noFill/>
                </a:ln>
                <a:solidFill>
                  <a:prstClr val="black"/>
                </a:solidFill>
                <a:effectLst/>
                <a:uLnTx/>
                <a:uFillTx/>
                <a:latin typeface="Meiryo UI"/>
                <a:ea typeface="Meiryo UI"/>
                <a:cs typeface="Meiryo UI" charset="0"/>
              </a:rPr>
              <a:t>)</a:t>
            </a:r>
            <a:r>
              <a:rPr kumimoji="1" lang="ja-JP" altLang="en-US" sz="1050" b="0" i="0" u="none" strike="noStrike" kern="0" cap="none" spc="0" normalizeH="0" baseline="0" noProof="0">
                <a:ln>
                  <a:noFill/>
                </a:ln>
                <a:solidFill>
                  <a:prstClr val="black"/>
                </a:solidFill>
                <a:effectLst/>
                <a:uLnTx/>
                <a:uFillTx/>
                <a:latin typeface="Meiryo UI"/>
                <a:ea typeface="Meiryo UI"/>
                <a:cs typeface="Meiryo UI" charset="0"/>
              </a:rPr>
              <a:t>、非機能設計</a:t>
            </a:r>
            <a:endParaRPr kumimoji="1" lang="en-US" altLang="ja-JP" sz="1050" b="0" i="0" u="none" strike="noStrike" kern="0" cap="none" spc="0" normalizeH="0" baseline="0" noProof="0">
              <a:ln>
                <a:noFill/>
              </a:ln>
              <a:solidFill>
                <a:prstClr val="black"/>
              </a:solidFill>
              <a:effectLst/>
              <a:uLnTx/>
              <a:uFillTx/>
              <a:latin typeface="Meiryo UI"/>
              <a:ea typeface="Meiryo UI"/>
              <a:cs typeface="Meiryo UI" charset="0"/>
            </a:endParaRPr>
          </a:p>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1050" b="0" i="0" u="none" strike="noStrike" kern="0" cap="none" spc="0" normalizeH="0" baseline="0" noProof="0">
                <a:ln>
                  <a:noFill/>
                </a:ln>
                <a:solidFill>
                  <a:prstClr val="black"/>
                </a:solidFill>
                <a:effectLst/>
                <a:uLnTx/>
                <a:uFillTx/>
                <a:latin typeface="Meiryo UI"/>
                <a:ea typeface="Meiryo UI"/>
                <a:cs typeface="Meiryo UI" charset="0"/>
              </a:rPr>
              <a:t>・プロダクトバックログ</a:t>
            </a:r>
            <a:endParaRPr kumimoji="1" lang="en-US" altLang="ja-JP" sz="1050" b="0" i="0" u="none" strike="noStrike" kern="0" cap="none" spc="0" normalizeH="0" baseline="0" noProof="0">
              <a:ln>
                <a:noFill/>
              </a:ln>
              <a:solidFill>
                <a:prstClr val="black"/>
              </a:solidFill>
              <a:effectLst/>
              <a:uLnTx/>
              <a:uFillTx/>
              <a:latin typeface="Meiryo UI"/>
              <a:ea typeface="Meiryo UI"/>
              <a:cs typeface="Meiryo UI" charset="0"/>
            </a:endParaRPr>
          </a:p>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1050" b="0" i="0" u="none" strike="noStrike" kern="0" cap="none" spc="0" normalizeH="0" baseline="0" noProof="0">
                <a:ln>
                  <a:noFill/>
                </a:ln>
                <a:solidFill>
                  <a:prstClr val="black"/>
                </a:solidFill>
                <a:effectLst/>
                <a:uLnTx/>
                <a:uFillTx/>
                <a:latin typeface="Meiryo UI"/>
                <a:ea typeface="Meiryo UI"/>
                <a:cs typeface="Meiryo UI" charset="0"/>
              </a:rPr>
              <a:t>・外部</a:t>
            </a:r>
            <a:r>
              <a:rPr kumimoji="1" lang="en-US" altLang="ja-JP" sz="1050" b="0" i="0" u="none" strike="noStrike" kern="0" cap="none" spc="0" normalizeH="0" baseline="0" noProof="0">
                <a:ln>
                  <a:noFill/>
                </a:ln>
                <a:solidFill>
                  <a:prstClr val="black"/>
                </a:solidFill>
                <a:effectLst/>
                <a:uLnTx/>
                <a:uFillTx/>
                <a:latin typeface="Meiryo UI"/>
                <a:ea typeface="Meiryo UI"/>
                <a:cs typeface="Meiryo UI" charset="0"/>
              </a:rPr>
              <a:t>IF</a:t>
            </a:r>
            <a:r>
              <a:rPr kumimoji="1" lang="ja-JP" altLang="en-US" sz="1050" b="0" i="0" u="none" strike="noStrike" kern="0" cap="none" spc="0" normalizeH="0" baseline="0" noProof="0">
                <a:ln>
                  <a:noFill/>
                </a:ln>
                <a:solidFill>
                  <a:prstClr val="black"/>
                </a:solidFill>
                <a:effectLst/>
                <a:uLnTx/>
                <a:uFillTx/>
                <a:latin typeface="Meiryo UI"/>
                <a:ea typeface="Meiryo UI"/>
                <a:cs typeface="Meiryo UI" charset="0"/>
              </a:rPr>
              <a:t>仕様書　</a:t>
            </a:r>
            <a:r>
              <a:rPr kumimoji="1" lang="en-US" altLang="ja-JP" sz="1050" b="0" i="0" u="none" strike="noStrike" kern="0" cap="none" spc="0" normalizeH="0" baseline="0" noProof="0">
                <a:ln>
                  <a:noFill/>
                </a:ln>
                <a:solidFill>
                  <a:prstClr val="black"/>
                </a:solidFill>
                <a:effectLst/>
                <a:uLnTx/>
                <a:uFillTx/>
                <a:latin typeface="Meiryo UI"/>
                <a:ea typeface="Meiryo UI"/>
                <a:cs typeface="Meiryo UI" charset="0"/>
              </a:rPr>
              <a:t>※</a:t>
            </a:r>
            <a:r>
              <a:rPr kumimoji="1" lang="ja-JP" altLang="en-US" sz="1050" b="0" i="0" u="none" strike="noStrike" kern="0" cap="none" spc="0" normalizeH="0" baseline="0" noProof="0">
                <a:ln>
                  <a:noFill/>
                </a:ln>
                <a:solidFill>
                  <a:prstClr val="black"/>
                </a:solidFill>
                <a:effectLst/>
                <a:uLnTx/>
                <a:uFillTx/>
                <a:latin typeface="Meiryo UI"/>
                <a:ea typeface="Meiryo UI"/>
                <a:cs typeface="Meiryo UI" charset="0"/>
              </a:rPr>
              <a:t>医療機関、オン資、</a:t>
            </a:r>
            <a:r>
              <a:rPr kumimoji="1" lang="ja-JP" altLang="en-US" sz="1050" b="0" i="0" u="none" strike="noStrike" kern="0" cap="none" spc="0" normalizeH="0" baseline="0" noProof="1">
                <a:ln>
                  <a:noFill/>
                </a:ln>
                <a:solidFill>
                  <a:prstClr val="black"/>
                </a:solidFill>
                <a:effectLst/>
                <a:uLnTx/>
                <a:uFillTx/>
                <a:latin typeface="Meiryo UI"/>
                <a:ea typeface="Meiryo UI"/>
                <a:cs typeface="Meiryo UI" charset="0"/>
              </a:rPr>
              <a:t>介護情報基盤</a:t>
            </a:r>
            <a:r>
              <a:rPr kumimoji="1" lang="ja-JP" altLang="en-US" sz="1050" b="0" i="0" u="none" strike="noStrike" kern="0" cap="none" spc="0" normalizeH="0" baseline="0" noProof="0">
                <a:ln>
                  <a:noFill/>
                </a:ln>
                <a:solidFill>
                  <a:prstClr val="black"/>
                </a:solidFill>
                <a:effectLst/>
                <a:uLnTx/>
                <a:uFillTx/>
                <a:latin typeface="Meiryo UI"/>
                <a:ea typeface="Meiryo UI"/>
                <a:cs typeface="Meiryo UI" charset="0"/>
              </a:rPr>
              <a:t>等との連携</a:t>
            </a:r>
            <a:endParaRPr kumimoji="1" lang="en-US" altLang="ja-JP" sz="1050" b="0" i="0" u="none" strike="noStrike" kern="0" cap="none" spc="0" normalizeH="0" baseline="0" noProof="0">
              <a:ln>
                <a:noFill/>
              </a:ln>
              <a:solidFill>
                <a:prstClr val="black"/>
              </a:solidFill>
              <a:effectLst/>
              <a:uLnTx/>
              <a:uFillTx/>
              <a:latin typeface="Meiryo UI"/>
              <a:ea typeface="Meiryo UI"/>
              <a:cs typeface="Meiryo UI" charset="0"/>
            </a:endParaRPr>
          </a:p>
        </p:txBody>
      </p:sp>
      <p:cxnSp>
        <p:nvCxnSpPr>
          <p:cNvPr id="247" name="コネクタ: 曲線 246">
            <a:extLst>
              <a:ext uri="{FF2B5EF4-FFF2-40B4-BE49-F238E27FC236}">
                <a16:creationId xmlns:a16="http://schemas.microsoft.com/office/drawing/2014/main" id="{02427E3D-596F-3D48-D6FA-CAE74A976045}"/>
              </a:ext>
              <a:ext uri="{C183D7F6-B498-43B3-948B-1728B52AA6E4}">
                <adec:decorative xmlns:adec="http://schemas.microsoft.com/office/drawing/2017/decorative" val="1"/>
              </a:ext>
            </a:extLst>
          </p:cNvPr>
          <p:cNvCxnSpPr>
            <a:cxnSpLocks/>
            <a:stCxn id="45" idx="3"/>
            <a:endCxn id="235" idx="1"/>
          </p:cNvCxnSpPr>
          <p:nvPr/>
        </p:nvCxnSpPr>
        <p:spPr bwMode="auto">
          <a:xfrm>
            <a:off x="5431218" y="4920575"/>
            <a:ext cx="916432" cy="1057434"/>
          </a:xfrm>
          <a:prstGeom prst="curvedConnector3">
            <a:avLst>
              <a:gd name="adj1" fmla="val 50000"/>
            </a:avLst>
          </a:prstGeom>
          <a:solidFill>
            <a:schemeClr val="bg1"/>
          </a:solidFill>
          <a:ln w="12700" cap="flat" cmpd="sng" algn="ctr">
            <a:solidFill>
              <a:schemeClr val="tx1">
                <a:lumMod val="50000"/>
                <a:lumOff val="50000"/>
              </a:schemeClr>
            </a:solidFill>
            <a:prstDash val="solid"/>
            <a:round/>
            <a:headEnd type="none" w="med" len="med"/>
            <a:tailEnd type="triangle"/>
          </a:ln>
          <a:effectLst/>
        </p:spPr>
      </p:cxnSp>
      <p:sp>
        <p:nvSpPr>
          <p:cNvPr id="250" name="矢印: 五方向 249">
            <a:extLst>
              <a:ext uri="{FF2B5EF4-FFF2-40B4-BE49-F238E27FC236}">
                <a16:creationId xmlns:a16="http://schemas.microsoft.com/office/drawing/2014/main" id="{C20D0120-3078-8571-A646-EA97CEB58240}"/>
              </a:ext>
            </a:extLst>
          </p:cNvPr>
          <p:cNvSpPr/>
          <p:nvPr/>
        </p:nvSpPr>
        <p:spPr>
          <a:xfrm>
            <a:off x="1490369" y="6419615"/>
            <a:ext cx="3472333" cy="166706"/>
          </a:xfrm>
          <a:prstGeom prst="homePlate">
            <a:avLst/>
          </a:prstGeom>
          <a:solidFill>
            <a:schemeClr val="bg1">
              <a:lumMod val="95000"/>
            </a:schemeClr>
          </a:solidFill>
          <a:ln>
            <a:solidFill>
              <a:schemeClr val="bg1"/>
            </a:solidFill>
          </a:ln>
        </p:spPr>
        <p:txBody>
          <a:bodyPr wrap="non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900" b="0" i="0" u="none" strike="noStrike" kern="1200" cap="none" spc="0" normalizeH="0" baseline="0" noProof="0">
                <a:ln>
                  <a:noFill/>
                </a:ln>
                <a:solidFill>
                  <a:prstClr val="black"/>
                </a:solidFill>
                <a:effectLst/>
                <a:uLnTx/>
                <a:uFillTx/>
                <a:latin typeface="Meiryo UI"/>
                <a:ea typeface="Meiryo UI"/>
                <a:cs typeface="Meiryo UI" charset="0"/>
              </a:rPr>
              <a:t>要件定義</a:t>
            </a:r>
          </a:p>
        </p:txBody>
      </p:sp>
      <p:cxnSp>
        <p:nvCxnSpPr>
          <p:cNvPr id="59" name="直線コネクタ 58">
            <a:extLst>
              <a:ext uri="{FF2B5EF4-FFF2-40B4-BE49-F238E27FC236}">
                <a16:creationId xmlns:a16="http://schemas.microsoft.com/office/drawing/2014/main" id="{0AE5F1B9-D040-25F7-EC56-25B6944B9522}"/>
              </a:ext>
              <a:ext uri="{C183D7F6-B498-43B3-948B-1728B52AA6E4}">
                <adec:decorative xmlns:adec="http://schemas.microsoft.com/office/drawing/2017/decorative" val="1"/>
              </a:ext>
            </a:extLst>
          </p:cNvPr>
          <p:cNvCxnSpPr>
            <a:cxnSpLocks/>
          </p:cNvCxnSpPr>
          <p:nvPr/>
        </p:nvCxnSpPr>
        <p:spPr bwMode="auto">
          <a:xfrm>
            <a:off x="1189749" y="3139931"/>
            <a:ext cx="8482923" cy="0"/>
          </a:xfrm>
          <a:prstGeom prst="line">
            <a:avLst/>
          </a:prstGeom>
          <a:solidFill>
            <a:schemeClr val="bg1"/>
          </a:solidFill>
          <a:ln w="3175" cap="flat" cmpd="sng" algn="ctr">
            <a:solidFill>
              <a:schemeClr val="bg1">
                <a:lumMod val="85000"/>
              </a:schemeClr>
            </a:solidFill>
            <a:prstDash val="sysDash"/>
            <a:round/>
            <a:headEnd type="none" w="med" len="med"/>
            <a:tailEnd type="none" w="med" len="med"/>
          </a:ln>
          <a:effectLst/>
        </p:spPr>
      </p:cxnSp>
      <p:cxnSp>
        <p:nvCxnSpPr>
          <p:cNvPr id="252" name="直線コネクタ 251">
            <a:extLst>
              <a:ext uri="{FF2B5EF4-FFF2-40B4-BE49-F238E27FC236}">
                <a16:creationId xmlns:a16="http://schemas.microsoft.com/office/drawing/2014/main" id="{AF1078FF-9500-D19D-3149-A665D2D97C40}"/>
              </a:ext>
              <a:ext uri="{C183D7F6-B498-43B3-948B-1728B52AA6E4}">
                <adec:decorative xmlns:adec="http://schemas.microsoft.com/office/drawing/2017/decorative" val="1"/>
              </a:ext>
            </a:extLst>
          </p:cNvPr>
          <p:cNvCxnSpPr>
            <a:cxnSpLocks/>
          </p:cNvCxnSpPr>
          <p:nvPr/>
        </p:nvCxnSpPr>
        <p:spPr bwMode="auto">
          <a:xfrm>
            <a:off x="1189749" y="4551689"/>
            <a:ext cx="8482923" cy="0"/>
          </a:xfrm>
          <a:prstGeom prst="line">
            <a:avLst/>
          </a:prstGeom>
          <a:solidFill>
            <a:schemeClr val="bg1"/>
          </a:solidFill>
          <a:ln w="3175" cap="flat" cmpd="sng" algn="ctr">
            <a:solidFill>
              <a:schemeClr val="bg1">
                <a:lumMod val="85000"/>
              </a:schemeClr>
            </a:solidFill>
            <a:prstDash val="sysDash"/>
            <a:round/>
            <a:headEnd type="none" w="med" len="med"/>
            <a:tailEnd type="none" w="med" len="med"/>
          </a:ln>
          <a:effectLst/>
        </p:spPr>
      </p:cxnSp>
      <p:grpSp>
        <p:nvGrpSpPr>
          <p:cNvPr id="269" name="グループ化 268">
            <a:extLst>
              <a:ext uri="{FF2B5EF4-FFF2-40B4-BE49-F238E27FC236}">
                <a16:creationId xmlns:a16="http://schemas.microsoft.com/office/drawing/2014/main" id="{6224F04F-3DB1-8F91-C814-D53BA29A5BD2}"/>
              </a:ext>
            </a:extLst>
          </p:cNvPr>
          <p:cNvGrpSpPr/>
          <p:nvPr/>
        </p:nvGrpSpPr>
        <p:grpSpPr>
          <a:xfrm>
            <a:off x="536207" y="5691878"/>
            <a:ext cx="9136465" cy="632225"/>
            <a:chOff x="429672" y="5012360"/>
            <a:chExt cx="9136465" cy="879269"/>
          </a:xfrm>
        </p:grpSpPr>
        <p:sp>
          <p:nvSpPr>
            <p:cNvPr id="225" name="shape_92">
              <a:extLst>
                <a:ext uri="{FF2B5EF4-FFF2-40B4-BE49-F238E27FC236}">
                  <a16:creationId xmlns:a16="http://schemas.microsoft.com/office/drawing/2014/main" id="{C28D0F73-088F-B55E-00D7-FB0606AD2AC8}"/>
                </a:ext>
              </a:extLst>
            </p:cNvPr>
            <p:cNvSpPr/>
            <p:nvPr>
              <p:custDataLst>
                <p:tags r:id="rId30"/>
              </p:custDataLst>
            </p:nvPr>
          </p:nvSpPr>
          <p:spPr>
            <a:xfrm>
              <a:off x="429672" y="5026236"/>
              <a:ext cx="648982" cy="865393"/>
            </a:xfrm>
            <a:prstGeom prst="rect">
              <a:avLst/>
            </a:prstGeom>
            <a:solidFill>
              <a:schemeClr val="accent6">
                <a:lumMod val="20000"/>
                <a:lumOff val="80000"/>
              </a:schemeClr>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en-US" sz="1100" b="0" i="0" u="none" strike="noStrike" kern="0" cap="none" spc="0" normalizeH="0" baseline="0" noProof="0">
                  <a:ln>
                    <a:noFill/>
                  </a:ln>
                  <a:solidFill>
                    <a:prstClr val="black"/>
                  </a:solidFill>
                  <a:effectLst/>
                  <a:uLnTx/>
                  <a:uFillTx/>
                  <a:latin typeface="Meiryo UI"/>
                  <a:ea typeface="Meiryo UI"/>
                  <a:cs typeface="+mn-cs"/>
                </a:rPr>
                <a:t>FJ</a:t>
              </a:r>
            </a:p>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100" b="0" i="0" u="none" strike="noStrike" kern="0" cap="none" spc="0" normalizeH="0" baseline="0" noProof="0">
                  <a:ln>
                    <a:noFill/>
                  </a:ln>
                  <a:solidFill>
                    <a:prstClr val="black"/>
                  </a:solidFill>
                  <a:effectLst/>
                  <a:uLnTx/>
                  <a:uFillTx/>
                  <a:latin typeface="Meiryo UI"/>
                  <a:ea typeface="Meiryo UI"/>
                  <a:cs typeface="+mn-cs"/>
                </a:rPr>
                <a:t>基金</a:t>
              </a:r>
              <a:endParaRPr kumimoji="0" lang="en-US" sz="1100" b="0" i="0" u="none" strike="noStrike" kern="0" cap="none" spc="0" normalizeH="0" baseline="0" noProof="0">
                <a:ln>
                  <a:noFill/>
                </a:ln>
                <a:solidFill>
                  <a:prstClr val="black"/>
                </a:solidFill>
                <a:effectLst/>
                <a:uLnTx/>
                <a:uFillTx/>
                <a:latin typeface="Meiryo UI"/>
                <a:ea typeface="Meiryo UI"/>
                <a:cs typeface="+mn-cs"/>
              </a:endParaRPr>
            </a:p>
          </p:txBody>
        </p:sp>
        <p:cxnSp>
          <p:nvCxnSpPr>
            <p:cNvPr id="253" name="直線コネクタ 252">
              <a:extLst>
                <a:ext uri="{FF2B5EF4-FFF2-40B4-BE49-F238E27FC236}">
                  <a16:creationId xmlns:a16="http://schemas.microsoft.com/office/drawing/2014/main" id="{95FB02B3-9328-5DD3-5BF7-E5A6D8798DF1}"/>
                </a:ext>
              </a:extLst>
            </p:cNvPr>
            <p:cNvCxnSpPr>
              <a:cxnSpLocks/>
            </p:cNvCxnSpPr>
            <p:nvPr/>
          </p:nvCxnSpPr>
          <p:spPr bwMode="auto">
            <a:xfrm>
              <a:off x="1083214" y="5012360"/>
              <a:ext cx="8482923" cy="0"/>
            </a:xfrm>
            <a:prstGeom prst="line">
              <a:avLst/>
            </a:prstGeom>
            <a:solidFill>
              <a:schemeClr val="bg1"/>
            </a:solidFill>
            <a:ln w="3175" cap="flat" cmpd="sng" algn="ctr">
              <a:solidFill>
                <a:schemeClr val="bg1">
                  <a:lumMod val="85000"/>
                </a:schemeClr>
              </a:solidFill>
              <a:prstDash val="sysDash"/>
              <a:round/>
              <a:headEnd type="none" w="med" len="med"/>
              <a:tailEnd type="none" w="med" len="med"/>
            </a:ln>
            <a:effectLst/>
          </p:spPr>
        </p:cxnSp>
      </p:grpSp>
      <p:cxnSp>
        <p:nvCxnSpPr>
          <p:cNvPr id="254" name="直線コネクタ 253">
            <a:extLst>
              <a:ext uri="{FF2B5EF4-FFF2-40B4-BE49-F238E27FC236}">
                <a16:creationId xmlns:a16="http://schemas.microsoft.com/office/drawing/2014/main" id="{0306D3E8-A09B-0FD8-5F04-A01C194AB52D}"/>
              </a:ext>
              <a:ext uri="{C183D7F6-B498-43B3-948B-1728B52AA6E4}">
                <adec:decorative xmlns:adec="http://schemas.microsoft.com/office/drawing/2017/decorative" val="1"/>
              </a:ext>
            </a:extLst>
          </p:cNvPr>
          <p:cNvCxnSpPr>
            <a:cxnSpLocks/>
          </p:cNvCxnSpPr>
          <p:nvPr/>
        </p:nvCxnSpPr>
        <p:spPr bwMode="auto">
          <a:xfrm>
            <a:off x="1189749" y="6337979"/>
            <a:ext cx="8482923" cy="0"/>
          </a:xfrm>
          <a:prstGeom prst="line">
            <a:avLst/>
          </a:prstGeom>
          <a:solidFill>
            <a:schemeClr val="bg1"/>
          </a:solidFill>
          <a:ln w="3175" cap="flat" cmpd="sng" algn="ctr">
            <a:solidFill>
              <a:schemeClr val="bg1">
                <a:lumMod val="85000"/>
              </a:schemeClr>
            </a:solidFill>
            <a:prstDash val="sysDash"/>
            <a:round/>
            <a:headEnd type="none" w="med" len="med"/>
            <a:tailEnd type="none" w="med" len="med"/>
          </a:ln>
          <a:effectLst/>
        </p:spPr>
      </p:cxnSp>
      <p:cxnSp>
        <p:nvCxnSpPr>
          <p:cNvPr id="186" name="コネクタ: 曲線 185">
            <a:extLst>
              <a:ext uri="{FF2B5EF4-FFF2-40B4-BE49-F238E27FC236}">
                <a16:creationId xmlns:a16="http://schemas.microsoft.com/office/drawing/2014/main" id="{51AF6166-2B26-2428-4259-78DEA5230AD0}"/>
              </a:ext>
              <a:ext uri="{C183D7F6-B498-43B3-948B-1728B52AA6E4}">
                <adec:decorative xmlns:adec="http://schemas.microsoft.com/office/drawing/2017/decorative" val="1"/>
              </a:ext>
            </a:extLst>
          </p:cNvPr>
          <p:cNvCxnSpPr>
            <a:cxnSpLocks/>
            <a:stCxn id="36" idx="3"/>
            <a:endCxn id="45" idx="1"/>
          </p:cNvCxnSpPr>
          <p:nvPr/>
        </p:nvCxnSpPr>
        <p:spPr bwMode="auto">
          <a:xfrm>
            <a:off x="2841295" y="3591818"/>
            <a:ext cx="108814" cy="1328757"/>
          </a:xfrm>
          <a:prstGeom prst="curvedConnector3">
            <a:avLst>
              <a:gd name="adj1" fmla="val 50000"/>
            </a:avLst>
          </a:prstGeom>
          <a:solidFill>
            <a:schemeClr val="bg1"/>
          </a:solidFill>
          <a:ln w="12700" cap="flat" cmpd="sng" algn="ctr">
            <a:solidFill>
              <a:schemeClr val="tx1">
                <a:lumMod val="50000"/>
                <a:lumOff val="50000"/>
              </a:schemeClr>
            </a:solidFill>
            <a:prstDash val="solid"/>
            <a:round/>
            <a:headEnd type="none" w="med" len="med"/>
            <a:tailEnd type="triangle"/>
          </a:ln>
          <a:effectLst/>
        </p:spPr>
      </p:cxnSp>
      <p:cxnSp>
        <p:nvCxnSpPr>
          <p:cNvPr id="262" name="コネクタ: 曲線 261">
            <a:extLst>
              <a:ext uri="{FF2B5EF4-FFF2-40B4-BE49-F238E27FC236}">
                <a16:creationId xmlns:a16="http://schemas.microsoft.com/office/drawing/2014/main" id="{3AB6D400-7C44-6D45-7863-7457FAF66335}"/>
              </a:ext>
              <a:ext uri="{C183D7F6-B498-43B3-948B-1728B52AA6E4}">
                <adec:decorative xmlns:adec="http://schemas.microsoft.com/office/drawing/2017/decorative" val="1"/>
              </a:ext>
            </a:extLst>
          </p:cNvPr>
          <p:cNvCxnSpPr>
            <a:cxnSpLocks/>
            <a:stCxn id="37" idx="3"/>
            <a:endCxn id="45" idx="0"/>
          </p:cNvCxnSpPr>
          <p:nvPr/>
        </p:nvCxnSpPr>
        <p:spPr bwMode="auto">
          <a:xfrm>
            <a:off x="4123942" y="4152360"/>
            <a:ext cx="12700" cy="634771"/>
          </a:xfrm>
          <a:prstGeom prst="curvedConnector4">
            <a:avLst>
              <a:gd name="adj1" fmla="val 2580000"/>
              <a:gd name="adj2" fmla="val 60489"/>
            </a:avLst>
          </a:prstGeom>
          <a:solidFill>
            <a:schemeClr val="bg1"/>
          </a:solidFill>
          <a:ln w="12700" cap="flat" cmpd="sng" algn="ctr">
            <a:solidFill>
              <a:schemeClr val="tx1">
                <a:lumMod val="50000"/>
                <a:lumOff val="50000"/>
              </a:schemeClr>
            </a:solidFill>
            <a:prstDash val="solid"/>
            <a:round/>
            <a:headEnd type="none" w="med" len="med"/>
            <a:tailEnd type="triangle"/>
          </a:ln>
          <a:effectLst/>
        </p:spPr>
      </p:cxnSp>
      <p:cxnSp>
        <p:nvCxnSpPr>
          <p:cNvPr id="266" name="コネクタ: 曲線 265">
            <a:extLst>
              <a:ext uri="{FF2B5EF4-FFF2-40B4-BE49-F238E27FC236}">
                <a16:creationId xmlns:a16="http://schemas.microsoft.com/office/drawing/2014/main" id="{B50F50A7-CF22-36FE-076B-B0787FE3628E}"/>
              </a:ext>
              <a:ext uri="{C183D7F6-B498-43B3-948B-1728B52AA6E4}">
                <adec:decorative xmlns:adec="http://schemas.microsoft.com/office/drawing/2017/decorative" val="1"/>
              </a:ext>
            </a:extLst>
          </p:cNvPr>
          <p:cNvCxnSpPr>
            <a:cxnSpLocks/>
            <a:stCxn id="45" idx="2"/>
            <a:endCxn id="41" idx="0"/>
          </p:cNvCxnSpPr>
          <p:nvPr/>
        </p:nvCxnSpPr>
        <p:spPr bwMode="auto">
          <a:xfrm rot="16200000" flipH="1">
            <a:off x="4337501" y="4840459"/>
            <a:ext cx="172105" cy="599222"/>
          </a:xfrm>
          <a:prstGeom prst="curvedConnector3">
            <a:avLst>
              <a:gd name="adj1" fmla="val 50000"/>
            </a:avLst>
          </a:prstGeom>
          <a:solidFill>
            <a:schemeClr val="bg1"/>
          </a:solidFill>
          <a:ln w="12700" cap="flat" cmpd="sng" algn="ctr">
            <a:solidFill>
              <a:schemeClr val="tx1">
                <a:lumMod val="50000"/>
                <a:lumOff val="50000"/>
              </a:schemeClr>
            </a:solidFill>
            <a:prstDash val="solid"/>
            <a:round/>
            <a:headEnd type="none" w="med" len="med"/>
            <a:tailEnd type="triangle"/>
          </a:ln>
          <a:effectLst/>
        </p:spPr>
      </p:cxnSp>
      <p:grpSp>
        <p:nvGrpSpPr>
          <p:cNvPr id="300" name="グループ化 299">
            <a:extLst>
              <a:ext uri="{FF2B5EF4-FFF2-40B4-BE49-F238E27FC236}">
                <a16:creationId xmlns:a16="http://schemas.microsoft.com/office/drawing/2014/main" id="{AC80C46D-9D2C-9FC2-84D2-DD218F389C5C}"/>
              </a:ext>
            </a:extLst>
          </p:cNvPr>
          <p:cNvGrpSpPr/>
          <p:nvPr/>
        </p:nvGrpSpPr>
        <p:grpSpPr>
          <a:xfrm>
            <a:off x="1189754" y="2546409"/>
            <a:ext cx="8482964" cy="359299"/>
            <a:chOff x="1101944" y="1985423"/>
            <a:chExt cx="8482964" cy="359299"/>
          </a:xfrm>
        </p:grpSpPr>
        <p:sp>
          <p:nvSpPr>
            <p:cNvPr id="272" name="shape_92">
              <a:extLst>
                <a:ext uri="{FF2B5EF4-FFF2-40B4-BE49-F238E27FC236}">
                  <a16:creationId xmlns:a16="http://schemas.microsoft.com/office/drawing/2014/main" id="{A80DD21F-4BC5-0AE1-0382-C7D62B470211}"/>
                </a:ext>
              </a:extLst>
            </p:cNvPr>
            <p:cNvSpPr/>
            <p:nvPr>
              <p:custDataLst>
                <p:tags r:id="rId5"/>
              </p:custDataLst>
            </p:nvPr>
          </p:nvSpPr>
          <p:spPr>
            <a:xfrm>
              <a:off x="1101949" y="1985423"/>
              <a:ext cx="1696594" cy="215900"/>
            </a:xfrm>
            <a:prstGeom prst="rect">
              <a:avLst/>
            </a:prstGeom>
            <a:solidFill>
              <a:srgbClr val="8064A2">
                <a:lumMod val="75000"/>
              </a:srgbClr>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100" b="0" i="0" u="none" strike="noStrike" kern="0" cap="none" spc="0" normalizeH="0" baseline="0" noProof="0">
                  <a:ln>
                    <a:noFill/>
                  </a:ln>
                  <a:solidFill>
                    <a:srgbClr val="FFFFFF"/>
                  </a:solidFill>
                  <a:effectLst/>
                  <a:uLnTx/>
                  <a:uFillTx/>
                  <a:latin typeface="Meiryo UI" pitchFamily="34" charset="0"/>
                  <a:ea typeface="Meiryo UI"/>
                  <a:cs typeface="Meiryo UI" pitchFamily="34" charset="-120"/>
                </a:rPr>
                <a:t>5月</a:t>
              </a:r>
              <a:endParaRPr kumimoji="0" lang="en-US"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273" name="shape_93">
              <a:extLst>
                <a:ext uri="{FF2B5EF4-FFF2-40B4-BE49-F238E27FC236}">
                  <a16:creationId xmlns:a16="http://schemas.microsoft.com/office/drawing/2014/main" id="{FC5D8481-9645-771A-8C42-FE482F1BADCE}"/>
                </a:ext>
              </a:extLst>
            </p:cNvPr>
            <p:cNvSpPr/>
            <p:nvPr>
              <p:custDataLst>
                <p:tags r:id="rId6"/>
              </p:custDataLst>
            </p:nvPr>
          </p:nvSpPr>
          <p:spPr>
            <a:xfrm>
              <a:off x="2798546" y="1985423"/>
              <a:ext cx="2120746" cy="215900"/>
            </a:xfrm>
            <a:prstGeom prst="rect">
              <a:avLst/>
            </a:prstGeom>
            <a:solidFill>
              <a:srgbClr val="8064A2">
                <a:lumMod val="75000"/>
              </a:srgbClr>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100" b="0" i="0" u="none" strike="noStrike" kern="0" cap="none" spc="0" normalizeH="0" baseline="0" noProof="0">
                  <a:ln>
                    <a:noFill/>
                  </a:ln>
                  <a:solidFill>
                    <a:srgbClr val="FFFFFF"/>
                  </a:solidFill>
                  <a:effectLst/>
                  <a:uLnTx/>
                  <a:uFillTx/>
                  <a:latin typeface="Meiryo UI" pitchFamily="34" charset="0"/>
                  <a:ea typeface="Meiryo UI"/>
                  <a:cs typeface="Meiryo UI" pitchFamily="34" charset="-120"/>
                </a:rPr>
                <a:t>6月</a:t>
              </a:r>
              <a:endParaRPr kumimoji="0" lang="en-US"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274" name="shape_94">
              <a:extLst>
                <a:ext uri="{FF2B5EF4-FFF2-40B4-BE49-F238E27FC236}">
                  <a16:creationId xmlns:a16="http://schemas.microsoft.com/office/drawing/2014/main" id="{139F943F-5F9C-D96B-00A3-77223EDC8651}"/>
                </a:ext>
              </a:extLst>
            </p:cNvPr>
            <p:cNvSpPr/>
            <p:nvPr>
              <p:custDataLst>
                <p:tags r:id="rId7"/>
              </p:custDataLst>
            </p:nvPr>
          </p:nvSpPr>
          <p:spPr>
            <a:xfrm>
              <a:off x="4919292" y="1985423"/>
              <a:ext cx="1696594" cy="215900"/>
            </a:xfrm>
            <a:prstGeom prst="rect">
              <a:avLst/>
            </a:prstGeom>
            <a:solidFill>
              <a:srgbClr val="8064A2">
                <a:lumMod val="75000"/>
              </a:srgbClr>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100" b="0" i="0" u="none" strike="noStrike" kern="0" cap="none" spc="0" normalizeH="0" baseline="0" noProof="0">
                  <a:ln>
                    <a:noFill/>
                  </a:ln>
                  <a:solidFill>
                    <a:srgbClr val="FFFFFF"/>
                  </a:solidFill>
                  <a:effectLst/>
                  <a:uLnTx/>
                  <a:uFillTx/>
                  <a:latin typeface="Meiryo UI" pitchFamily="34" charset="0"/>
                  <a:ea typeface="Meiryo UI"/>
                  <a:cs typeface="Meiryo UI" pitchFamily="34" charset="-120"/>
                </a:rPr>
                <a:t>7月</a:t>
              </a:r>
              <a:endParaRPr kumimoji="0" lang="en-US"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275" name="shape_95">
              <a:extLst>
                <a:ext uri="{FF2B5EF4-FFF2-40B4-BE49-F238E27FC236}">
                  <a16:creationId xmlns:a16="http://schemas.microsoft.com/office/drawing/2014/main" id="{C0B1020E-7D3F-4CEC-74EC-B24151A7825E}"/>
                </a:ext>
              </a:extLst>
            </p:cNvPr>
            <p:cNvSpPr/>
            <p:nvPr>
              <p:custDataLst>
                <p:tags r:id="rId8"/>
              </p:custDataLst>
            </p:nvPr>
          </p:nvSpPr>
          <p:spPr>
            <a:xfrm>
              <a:off x="6615886" y="1985423"/>
              <a:ext cx="2120746" cy="215900"/>
            </a:xfrm>
            <a:prstGeom prst="rect">
              <a:avLst/>
            </a:prstGeom>
            <a:solidFill>
              <a:srgbClr val="8064A2">
                <a:lumMod val="75000"/>
              </a:srgbClr>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100" b="0" i="0" u="none" strike="noStrike" kern="0" cap="none" spc="0" normalizeH="0" baseline="0" noProof="0">
                  <a:ln>
                    <a:noFill/>
                  </a:ln>
                  <a:solidFill>
                    <a:srgbClr val="FFFFFF"/>
                  </a:solidFill>
                  <a:effectLst/>
                  <a:uLnTx/>
                  <a:uFillTx/>
                  <a:latin typeface="Meiryo UI" pitchFamily="34" charset="0"/>
                  <a:ea typeface="Meiryo UI"/>
                  <a:cs typeface="Meiryo UI" pitchFamily="34" charset="-120"/>
                </a:rPr>
                <a:t>8月</a:t>
              </a:r>
              <a:endParaRPr kumimoji="0" lang="en-US"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276" name="shape_96">
              <a:extLst>
                <a:ext uri="{FF2B5EF4-FFF2-40B4-BE49-F238E27FC236}">
                  <a16:creationId xmlns:a16="http://schemas.microsoft.com/office/drawing/2014/main" id="{167388E3-ED80-41FE-E6D3-2EA2FD68CF0E}"/>
                </a:ext>
              </a:extLst>
            </p:cNvPr>
            <p:cNvSpPr/>
            <p:nvPr>
              <p:custDataLst>
                <p:tags r:id="rId9"/>
              </p:custDataLst>
            </p:nvPr>
          </p:nvSpPr>
          <p:spPr>
            <a:xfrm>
              <a:off x="8736632" y="1985423"/>
              <a:ext cx="848276" cy="215900"/>
            </a:xfrm>
            <a:prstGeom prst="rect">
              <a:avLst/>
            </a:prstGeom>
            <a:solidFill>
              <a:srgbClr val="8064A2">
                <a:lumMod val="75000"/>
              </a:srgbClr>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100" b="0" i="0" u="none" strike="noStrike" kern="0" cap="none" spc="0" normalizeH="0" baseline="0" noProof="0">
                  <a:ln>
                    <a:noFill/>
                  </a:ln>
                  <a:solidFill>
                    <a:srgbClr val="FFFFFF"/>
                  </a:solidFill>
                  <a:effectLst/>
                  <a:uLnTx/>
                  <a:uFillTx/>
                  <a:latin typeface="Meiryo UI" pitchFamily="34" charset="0"/>
                  <a:ea typeface="Meiryo UI"/>
                  <a:cs typeface="Meiryo UI" pitchFamily="34" charset="-120"/>
                </a:rPr>
                <a:t>9月</a:t>
              </a:r>
              <a:endParaRPr kumimoji="0" lang="en-US"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277" name="shape_102">
              <a:extLst>
                <a:ext uri="{FF2B5EF4-FFF2-40B4-BE49-F238E27FC236}">
                  <a16:creationId xmlns:a16="http://schemas.microsoft.com/office/drawing/2014/main" id="{145382F9-027A-F760-F7A3-D41AD2DD58B4}"/>
                </a:ext>
              </a:extLst>
            </p:cNvPr>
            <p:cNvSpPr/>
            <p:nvPr>
              <p:custDataLst>
                <p:tags r:id="rId10"/>
              </p:custDataLst>
            </p:nvPr>
          </p:nvSpPr>
          <p:spPr>
            <a:xfrm>
              <a:off x="1101944"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4</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78" name="shape_103">
              <a:extLst>
                <a:ext uri="{FF2B5EF4-FFF2-40B4-BE49-F238E27FC236}">
                  <a16:creationId xmlns:a16="http://schemas.microsoft.com/office/drawing/2014/main" id="{03C75A17-2756-2DE8-F88C-5CC842A54425}"/>
                </a:ext>
              </a:extLst>
            </p:cNvPr>
            <p:cNvSpPr/>
            <p:nvPr>
              <p:custDataLst>
                <p:tags r:id="rId11"/>
              </p:custDataLst>
            </p:nvPr>
          </p:nvSpPr>
          <p:spPr>
            <a:xfrm>
              <a:off x="1526092"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11</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79" name="shape_104">
              <a:extLst>
                <a:ext uri="{FF2B5EF4-FFF2-40B4-BE49-F238E27FC236}">
                  <a16:creationId xmlns:a16="http://schemas.microsoft.com/office/drawing/2014/main" id="{A38E83F6-BF50-66EF-E80A-57DC6A7AAA8D}"/>
                </a:ext>
              </a:extLst>
            </p:cNvPr>
            <p:cNvSpPr/>
            <p:nvPr>
              <p:custDataLst>
                <p:tags r:id="rId12"/>
              </p:custDataLst>
            </p:nvPr>
          </p:nvSpPr>
          <p:spPr>
            <a:xfrm>
              <a:off x="1950237"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18</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80" name="shape_105">
              <a:extLst>
                <a:ext uri="{FF2B5EF4-FFF2-40B4-BE49-F238E27FC236}">
                  <a16:creationId xmlns:a16="http://schemas.microsoft.com/office/drawing/2014/main" id="{B5FCC04B-431E-C1A7-F6BF-7476E01DE694}"/>
                </a:ext>
              </a:extLst>
            </p:cNvPr>
            <p:cNvSpPr/>
            <p:nvPr>
              <p:custDataLst>
                <p:tags r:id="rId13"/>
              </p:custDataLst>
            </p:nvPr>
          </p:nvSpPr>
          <p:spPr>
            <a:xfrm>
              <a:off x="2374385"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25</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81" name="shape_106">
              <a:extLst>
                <a:ext uri="{FF2B5EF4-FFF2-40B4-BE49-F238E27FC236}">
                  <a16:creationId xmlns:a16="http://schemas.microsoft.com/office/drawing/2014/main" id="{337677B0-8BC9-47FE-FFC9-41C3EBDE364D}"/>
                </a:ext>
              </a:extLst>
            </p:cNvPr>
            <p:cNvSpPr/>
            <p:nvPr>
              <p:custDataLst>
                <p:tags r:id="rId14"/>
              </p:custDataLst>
            </p:nvPr>
          </p:nvSpPr>
          <p:spPr>
            <a:xfrm>
              <a:off x="2798533"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1</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82" name="shape_107">
              <a:extLst>
                <a:ext uri="{FF2B5EF4-FFF2-40B4-BE49-F238E27FC236}">
                  <a16:creationId xmlns:a16="http://schemas.microsoft.com/office/drawing/2014/main" id="{72F7E128-B51E-91A8-D154-4FC0D88DC6D0}"/>
                </a:ext>
              </a:extLst>
            </p:cNvPr>
            <p:cNvSpPr/>
            <p:nvPr>
              <p:custDataLst>
                <p:tags r:id="rId15"/>
              </p:custDataLst>
            </p:nvPr>
          </p:nvSpPr>
          <p:spPr>
            <a:xfrm>
              <a:off x="3222681"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8</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83" name="shape_108">
              <a:extLst>
                <a:ext uri="{FF2B5EF4-FFF2-40B4-BE49-F238E27FC236}">
                  <a16:creationId xmlns:a16="http://schemas.microsoft.com/office/drawing/2014/main" id="{5E353D4A-01A7-5D14-4EE9-17FCFEC18372}"/>
                </a:ext>
              </a:extLst>
            </p:cNvPr>
            <p:cNvSpPr/>
            <p:nvPr>
              <p:custDataLst>
                <p:tags r:id="rId16"/>
              </p:custDataLst>
            </p:nvPr>
          </p:nvSpPr>
          <p:spPr>
            <a:xfrm>
              <a:off x="3646826"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15</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84" name="shape_109">
              <a:extLst>
                <a:ext uri="{FF2B5EF4-FFF2-40B4-BE49-F238E27FC236}">
                  <a16:creationId xmlns:a16="http://schemas.microsoft.com/office/drawing/2014/main" id="{0DC456FA-1CCE-9BEE-BBF4-52F9E98F1F20}"/>
                </a:ext>
              </a:extLst>
            </p:cNvPr>
            <p:cNvSpPr/>
            <p:nvPr>
              <p:custDataLst>
                <p:tags r:id="rId17"/>
              </p:custDataLst>
            </p:nvPr>
          </p:nvSpPr>
          <p:spPr>
            <a:xfrm>
              <a:off x="4070974"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22</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85" name="shape_110">
              <a:extLst>
                <a:ext uri="{FF2B5EF4-FFF2-40B4-BE49-F238E27FC236}">
                  <a16:creationId xmlns:a16="http://schemas.microsoft.com/office/drawing/2014/main" id="{EF520463-94AB-197E-1199-1B326D9B5A8A}"/>
                </a:ext>
              </a:extLst>
            </p:cNvPr>
            <p:cNvSpPr/>
            <p:nvPr>
              <p:custDataLst>
                <p:tags r:id="rId18"/>
              </p:custDataLst>
            </p:nvPr>
          </p:nvSpPr>
          <p:spPr>
            <a:xfrm>
              <a:off x="4495122"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29</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86" name="shape_111">
              <a:extLst>
                <a:ext uri="{FF2B5EF4-FFF2-40B4-BE49-F238E27FC236}">
                  <a16:creationId xmlns:a16="http://schemas.microsoft.com/office/drawing/2014/main" id="{4E8208A4-A09E-4FBA-5122-D196F565F0CF}"/>
                </a:ext>
              </a:extLst>
            </p:cNvPr>
            <p:cNvSpPr/>
            <p:nvPr>
              <p:custDataLst>
                <p:tags r:id="rId19"/>
              </p:custDataLst>
            </p:nvPr>
          </p:nvSpPr>
          <p:spPr>
            <a:xfrm>
              <a:off x="4919268"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6</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87" name="shape_112">
              <a:extLst>
                <a:ext uri="{FF2B5EF4-FFF2-40B4-BE49-F238E27FC236}">
                  <a16:creationId xmlns:a16="http://schemas.microsoft.com/office/drawing/2014/main" id="{DBE322FB-78C8-55BE-9981-EE508EC89138}"/>
                </a:ext>
              </a:extLst>
            </p:cNvPr>
            <p:cNvSpPr/>
            <p:nvPr>
              <p:custDataLst>
                <p:tags r:id="rId20"/>
              </p:custDataLst>
            </p:nvPr>
          </p:nvSpPr>
          <p:spPr>
            <a:xfrm>
              <a:off x="5343419"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13</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88" name="shape_113">
              <a:extLst>
                <a:ext uri="{FF2B5EF4-FFF2-40B4-BE49-F238E27FC236}">
                  <a16:creationId xmlns:a16="http://schemas.microsoft.com/office/drawing/2014/main" id="{A1039E94-3131-B447-BEC6-7B1E6B3D6A43}"/>
                </a:ext>
              </a:extLst>
            </p:cNvPr>
            <p:cNvSpPr/>
            <p:nvPr>
              <p:custDataLst>
                <p:tags r:id="rId21"/>
              </p:custDataLst>
            </p:nvPr>
          </p:nvSpPr>
          <p:spPr>
            <a:xfrm>
              <a:off x="5767564"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20</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89" name="shape_114">
              <a:extLst>
                <a:ext uri="{FF2B5EF4-FFF2-40B4-BE49-F238E27FC236}">
                  <a16:creationId xmlns:a16="http://schemas.microsoft.com/office/drawing/2014/main" id="{BEC86D82-5B9A-17ED-A3EB-18FA2091690B}"/>
                </a:ext>
              </a:extLst>
            </p:cNvPr>
            <p:cNvSpPr/>
            <p:nvPr>
              <p:custDataLst>
                <p:tags r:id="rId22"/>
              </p:custDataLst>
            </p:nvPr>
          </p:nvSpPr>
          <p:spPr>
            <a:xfrm>
              <a:off x="6191712"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27</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90" name="shape_115">
              <a:extLst>
                <a:ext uri="{FF2B5EF4-FFF2-40B4-BE49-F238E27FC236}">
                  <a16:creationId xmlns:a16="http://schemas.microsoft.com/office/drawing/2014/main" id="{D480BCAB-17D0-68A5-9A18-3A85FF4F4E19}"/>
                </a:ext>
              </a:extLst>
            </p:cNvPr>
            <p:cNvSpPr/>
            <p:nvPr>
              <p:custDataLst>
                <p:tags r:id="rId23"/>
              </p:custDataLst>
            </p:nvPr>
          </p:nvSpPr>
          <p:spPr>
            <a:xfrm>
              <a:off x="6615860"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3</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91" name="shape_116">
              <a:extLst>
                <a:ext uri="{FF2B5EF4-FFF2-40B4-BE49-F238E27FC236}">
                  <a16:creationId xmlns:a16="http://schemas.microsoft.com/office/drawing/2014/main" id="{0F7CE4A8-5261-6115-82EE-BD51A192B2FA}"/>
                </a:ext>
              </a:extLst>
            </p:cNvPr>
            <p:cNvSpPr/>
            <p:nvPr>
              <p:custDataLst>
                <p:tags r:id="rId24"/>
              </p:custDataLst>
            </p:nvPr>
          </p:nvSpPr>
          <p:spPr>
            <a:xfrm>
              <a:off x="7040006"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10</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92" name="shape_117">
              <a:extLst>
                <a:ext uri="{FF2B5EF4-FFF2-40B4-BE49-F238E27FC236}">
                  <a16:creationId xmlns:a16="http://schemas.microsoft.com/office/drawing/2014/main" id="{B7D0DF9C-E203-6134-CF2A-4C68E8BB09E4}"/>
                </a:ext>
              </a:extLst>
            </p:cNvPr>
            <p:cNvSpPr/>
            <p:nvPr>
              <p:custDataLst>
                <p:tags r:id="rId25"/>
              </p:custDataLst>
            </p:nvPr>
          </p:nvSpPr>
          <p:spPr>
            <a:xfrm>
              <a:off x="7464154"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17</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93" name="shape_118">
              <a:extLst>
                <a:ext uri="{FF2B5EF4-FFF2-40B4-BE49-F238E27FC236}">
                  <a16:creationId xmlns:a16="http://schemas.microsoft.com/office/drawing/2014/main" id="{48DAA16E-6696-FD4E-7363-C45226555B86}"/>
                </a:ext>
              </a:extLst>
            </p:cNvPr>
            <p:cNvSpPr/>
            <p:nvPr>
              <p:custDataLst>
                <p:tags r:id="rId26"/>
              </p:custDataLst>
            </p:nvPr>
          </p:nvSpPr>
          <p:spPr>
            <a:xfrm>
              <a:off x="7888301"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24</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94" name="shape_119">
              <a:extLst>
                <a:ext uri="{FF2B5EF4-FFF2-40B4-BE49-F238E27FC236}">
                  <a16:creationId xmlns:a16="http://schemas.microsoft.com/office/drawing/2014/main" id="{352707C0-DAAC-4099-BD31-A210938730B6}"/>
                </a:ext>
              </a:extLst>
            </p:cNvPr>
            <p:cNvSpPr/>
            <p:nvPr>
              <p:custDataLst>
                <p:tags r:id="rId27"/>
              </p:custDataLst>
            </p:nvPr>
          </p:nvSpPr>
          <p:spPr>
            <a:xfrm>
              <a:off x="8312449"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31</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95" name="shape_120">
              <a:extLst>
                <a:ext uri="{FF2B5EF4-FFF2-40B4-BE49-F238E27FC236}">
                  <a16:creationId xmlns:a16="http://schemas.microsoft.com/office/drawing/2014/main" id="{44F1B9C2-E18F-9608-C526-BF191D6FD97C}"/>
                </a:ext>
              </a:extLst>
            </p:cNvPr>
            <p:cNvSpPr/>
            <p:nvPr>
              <p:custDataLst>
                <p:tags r:id="rId28"/>
              </p:custDataLst>
            </p:nvPr>
          </p:nvSpPr>
          <p:spPr>
            <a:xfrm>
              <a:off x="8736595"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7</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sp>
          <p:nvSpPr>
            <p:cNvPr id="296" name="shape_121">
              <a:extLst>
                <a:ext uri="{FF2B5EF4-FFF2-40B4-BE49-F238E27FC236}">
                  <a16:creationId xmlns:a16="http://schemas.microsoft.com/office/drawing/2014/main" id="{2A2E8BC0-F55A-95F3-FDDE-C918E2F4F1E3}"/>
                </a:ext>
              </a:extLst>
            </p:cNvPr>
            <p:cNvSpPr/>
            <p:nvPr>
              <p:custDataLst>
                <p:tags r:id="rId29"/>
              </p:custDataLst>
            </p:nvPr>
          </p:nvSpPr>
          <p:spPr>
            <a:xfrm>
              <a:off x="9160740" y="2201324"/>
              <a:ext cx="424145" cy="143398"/>
            </a:xfrm>
            <a:prstGeom prst="rect">
              <a:avLst/>
            </a:prstGeom>
            <a:solidFill>
              <a:srgbClr val="FFFFFF"/>
            </a:solidFill>
            <a:ln w="3175">
              <a:solidFill>
                <a:sysClr val="window" lastClr="FFFFFF">
                  <a:lumMod val="75000"/>
                </a:sysClr>
              </a:solidFill>
              <a:prstDash val="solid"/>
            </a:ln>
          </p:spPr>
          <p:txBody>
            <a:bodyPr vert="horz"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0" lang="ja-JP" altLang="en-US" sz="1000" b="0" i="0" u="none" strike="noStrike" kern="0" cap="none" spc="0" normalizeH="0" baseline="0" noProof="0">
                  <a:ln>
                    <a:noFill/>
                  </a:ln>
                  <a:solidFill>
                    <a:srgbClr val="000000"/>
                  </a:solidFill>
                  <a:effectLst/>
                  <a:uLnTx/>
                  <a:uFillTx/>
                  <a:latin typeface="Meiryo UI" pitchFamily="34" charset="0"/>
                  <a:ea typeface="Meiryo UI"/>
                  <a:cs typeface="Meiryo UI" pitchFamily="34" charset="-120"/>
                </a:rPr>
                <a:t>14</a:t>
              </a:r>
              <a:endParaRPr kumimoji="0" lang="en-US" sz="1000" b="0" i="0" u="none" strike="noStrike" kern="0" cap="none" spc="0" normalizeH="0" baseline="0" noProof="0">
                <a:ln>
                  <a:noFill/>
                </a:ln>
                <a:solidFill>
                  <a:prstClr val="black"/>
                </a:solidFill>
                <a:effectLst/>
                <a:uLnTx/>
                <a:uFillTx/>
                <a:latin typeface="Meiryo UI"/>
                <a:ea typeface="Meiryo UI"/>
                <a:cs typeface="+mn-cs"/>
              </a:endParaRPr>
            </a:p>
          </p:txBody>
        </p:sp>
      </p:grpSp>
      <p:sp>
        <p:nvSpPr>
          <p:cNvPr id="303" name="テキスト ボックス 302">
            <a:extLst>
              <a:ext uri="{FF2B5EF4-FFF2-40B4-BE49-F238E27FC236}">
                <a16:creationId xmlns:a16="http://schemas.microsoft.com/office/drawing/2014/main" id="{4A9E97D1-FB6D-B3E9-CFFF-40788041F784}"/>
              </a:ext>
            </a:extLst>
          </p:cNvPr>
          <p:cNvSpPr txBox="1"/>
          <p:nvPr/>
        </p:nvSpPr>
        <p:spPr>
          <a:xfrm>
            <a:off x="7797039" y="5874592"/>
            <a:ext cx="959256" cy="215444"/>
          </a:xfrm>
          <a:prstGeom prst="rect">
            <a:avLst/>
          </a:prstGeom>
          <a:noFill/>
        </p:spPr>
        <p:txBody>
          <a:bodyPr wrap="square" rtlCol="0">
            <a:spAutoFit/>
          </a:bodyPr>
          <a:lstStyle/>
          <a:p>
            <a:pPr marL="0" marR="0" lvl="0" indent="0" algn="ctr" defTabSz="914400" rtl="0" eaLnBrk="1" fontAlgn="base" latinLnBrk="0" hangingPunct="1">
              <a:lnSpc>
                <a:spcPct val="80000"/>
              </a:lnSpc>
              <a:spcBef>
                <a:spcPct val="0"/>
              </a:spcBef>
              <a:spcAft>
                <a:spcPct val="0"/>
              </a:spcAft>
              <a:buClrTx/>
              <a:buSzTx/>
              <a:buFontTx/>
              <a:buNone/>
              <a:tabLst/>
              <a:defRPr noProof="1"/>
            </a:pP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▼調達</a:t>
            </a:r>
          </a:p>
        </p:txBody>
      </p:sp>
      <p:cxnSp>
        <p:nvCxnSpPr>
          <p:cNvPr id="306" name="直線コネクタ 305">
            <a:extLst>
              <a:ext uri="{FF2B5EF4-FFF2-40B4-BE49-F238E27FC236}">
                <a16:creationId xmlns:a16="http://schemas.microsoft.com/office/drawing/2014/main" id="{89A2A492-4D18-D72D-E3BB-E4CC7DA9686E}"/>
              </a:ext>
              <a:ext uri="{C183D7F6-B498-43B3-948B-1728B52AA6E4}">
                <adec:decorative xmlns:adec="http://schemas.microsoft.com/office/drawing/2017/decorative" val="1"/>
              </a:ext>
            </a:extLst>
          </p:cNvPr>
          <p:cNvCxnSpPr>
            <a:cxnSpLocks/>
          </p:cNvCxnSpPr>
          <p:nvPr/>
        </p:nvCxnSpPr>
        <p:spPr bwMode="auto">
          <a:xfrm flipH="1">
            <a:off x="5431210" y="4230673"/>
            <a:ext cx="692713" cy="689901"/>
          </a:xfrm>
          <a:prstGeom prst="line">
            <a:avLst/>
          </a:prstGeom>
          <a:solidFill>
            <a:schemeClr val="bg1"/>
          </a:solidFill>
          <a:ln w="9525" cap="flat" cmpd="sng" algn="ctr">
            <a:solidFill>
              <a:schemeClr val="accent6">
                <a:lumMod val="75000"/>
              </a:schemeClr>
            </a:solidFill>
            <a:prstDash val="solid"/>
            <a:round/>
            <a:headEnd type="none" w="med" len="med"/>
            <a:tailEnd type="oval" w="med" len="med"/>
          </a:ln>
          <a:effectLst/>
        </p:spPr>
      </p:cxnSp>
      <p:sp>
        <p:nvSpPr>
          <p:cNvPr id="309" name="タイトル 308">
            <a:extLst>
              <a:ext uri="{FF2B5EF4-FFF2-40B4-BE49-F238E27FC236}">
                <a16:creationId xmlns:a16="http://schemas.microsoft.com/office/drawing/2014/main" id="{EC1252EB-0DEE-C4A5-CA5F-5B5D835C0257}"/>
              </a:ext>
            </a:extLst>
          </p:cNvPr>
          <p:cNvSpPr>
            <a:spLocks noGrp="1"/>
          </p:cNvSpPr>
          <p:nvPr>
            <p:ph type="title"/>
          </p:nvPr>
        </p:nvSpPr>
        <p:spPr/>
        <p:txBody>
          <a:bodyPr/>
          <a:lstStyle/>
          <a:p>
            <a:r>
              <a:rPr lang="ja-JP" altLang="en-US" noProof="1"/>
              <a:t>参考：介護連携</a:t>
            </a:r>
            <a:r>
              <a:rPr lang="en-US" altLang="ja-JP" noProof="1"/>
              <a:t>(</a:t>
            </a:r>
            <a:r>
              <a:rPr lang="ja-JP" altLang="en-US" noProof="1"/>
              <a:t>文書情報</a:t>
            </a:r>
            <a:r>
              <a:rPr lang="en-US" altLang="ja-JP" noProof="1"/>
              <a:t>)</a:t>
            </a:r>
            <a:r>
              <a:rPr lang="ja-JP" altLang="en-US" noProof="1"/>
              <a:t>のスケジュール</a:t>
            </a:r>
          </a:p>
        </p:txBody>
      </p:sp>
      <p:sp>
        <p:nvSpPr>
          <p:cNvPr id="2" name="コンテンツ プレースホルダー 2">
            <a:extLst>
              <a:ext uri="{FF2B5EF4-FFF2-40B4-BE49-F238E27FC236}">
                <a16:creationId xmlns:a16="http://schemas.microsoft.com/office/drawing/2014/main" id="{B9ABCFDA-8593-F8EF-2790-08A1F4C503C8}"/>
              </a:ext>
            </a:extLst>
          </p:cNvPr>
          <p:cNvSpPr txBox="1">
            <a:spLocks/>
          </p:cNvSpPr>
          <p:nvPr/>
        </p:nvSpPr>
        <p:spPr>
          <a:xfrm>
            <a:off x="144931" y="774373"/>
            <a:ext cx="9558365" cy="1690359"/>
          </a:xfrm>
          <a:prstGeom prst="rect">
            <a:avLst/>
          </a:prstGeom>
        </p:spPr>
        <p:txBody>
          <a:bodyPr/>
          <a:lstStyle>
            <a:lvl1pPr marL="0" indent="0" algn="l" rtl="0" eaLnBrk="1" fontAlgn="base" hangingPunct="1">
              <a:spcBef>
                <a:spcPct val="20000"/>
              </a:spcBef>
              <a:spcAft>
                <a:spcPct val="0"/>
              </a:spcAft>
              <a:defRPr kumimoji="1" sz="1050" noProof="1">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noProof="1">
                <a:solidFill>
                  <a:schemeClr val="tx1"/>
                </a:solidFill>
                <a:latin typeface="Meiryo UI" pitchFamily="18" charset="0"/>
                <a:ea typeface="+mn-ea"/>
              </a:defRPr>
            </a:lvl2pPr>
            <a:lvl3pPr marL="888042" indent="-171418" algn="l" rtl="0" eaLnBrk="1" fontAlgn="base" hangingPunct="1">
              <a:spcBef>
                <a:spcPct val="20000"/>
              </a:spcBef>
              <a:spcAft>
                <a:spcPct val="0"/>
              </a:spcAft>
              <a:buChar char="•"/>
              <a:defRPr kumimoji="1" sz="1799" noProof="1">
                <a:solidFill>
                  <a:schemeClr val="tx1"/>
                </a:solidFill>
                <a:latin typeface="Meiryo UI" pitchFamily="18" charset="0"/>
                <a:ea typeface="+mn-ea"/>
              </a:defRPr>
            </a:lvl3pPr>
            <a:lvl4pPr marL="1202308"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4pPr>
            <a:lvl5pPr marL="1542762" indent="-172609" algn="l" rtl="0" eaLnBrk="1" fontAlgn="base" hangingPunct="1">
              <a:spcBef>
                <a:spcPct val="20000"/>
              </a:spcBef>
              <a:spcAft>
                <a:spcPct val="0"/>
              </a:spcAft>
              <a:buChar char="»"/>
              <a:defRPr kumimoji="1" sz="1500" noProof="1">
                <a:solidFill>
                  <a:schemeClr val="tx1"/>
                </a:solidFill>
                <a:latin typeface="Meiryo UI" pitchFamily="18" charset="0"/>
                <a:ea typeface="+mn-ea"/>
              </a:defRPr>
            </a:lvl5pPr>
            <a:lvl6pPr marL="1885600"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6pPr>
            <a:lvl7pPr marL="2228436"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7pPr>
            <a:lvl8pPr marL="2571271"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8pPr>
            <a:lvl9pPr marL="2914107"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9pPr>
          </a:lstStyle>
          <a:p>
            <a:pPr marL="266700" marR="0" lvl="0" indent="-266700" algn="l" defTabSz="914400" rtl="0" eaLnBrk="1" fontAlgn="base" latinLnBrk="0" hangingPunct="1">
              <a:lnSpc>
                <a:spcPct val="100000"/>
              </a:lnSpc>
              <a:spcBef>
                <a:spcPct val="20000"/>
              </a:spcBef>
              <a:spcAft>
                <a:spcPct val="0"/>
              </a:spcAft>
              <a:buClrTx/>
              <a:buSzTx/>
              <a:buFont typeface="Meiryo UI" panose="020B0604030504040204" pitchFamily="50" charset="-128"/>
              <a:buChar char="○"/>
              <a:tabLst/>
              <a:defRPr/>
            </a:pPr>
            <a:r>
              <a:rPr kumimoji="1" lang="ja-JP" altLang="en-US" sz="1200" b="1" i="0" u="none" strike="noStrike" kern="0" cap="none" spc="0" normalizeH="0" baseline="0" noProof="1">
                <a:ln>
                  <a:noFill/>
                </a:ln>
                <a:solidFill>
                  <a:prstClr val="black"/>
                </a:solidFill>
                <a:effectLst/>
                <a:uLnTx/>
                <a:uFillTx/>
                <a:latin typeface="Meiryo UI"/>
                <a:ea typeface="Meiryo UI"/>
                <a:cs typeface="+mn-cs"/>
              </a:rPr>
              <a:t>(状況)</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電カル共有サービスにおいては、</a:t>
            </a:r>
            <a:r>
              <a:rPr kumimoji="1" lang="en-US" altLang="ja-JP" sz="1200" b="0" i="0" u="none" strike="noStrike" kern="0" cap="none" spc="0" normalizeH="0" baseline="0" noProof="1">
                <a:ln>
                  <a:noFill/>
                </a:ln>
                <a:solidFill>
                  <a:prstClr val="black"/>
                </a:solidFill>
                <a:effectLst/>
                <a:uLnTx/>
                <a:uFillTx/>
                <a:latin typeface="Meiryo UI"/>
                <a:ea typeface="Meiryo UI"/>
                <a:cs typeface="+mn-cs"/>
              </a:rPr>
              <a:t>9</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月以降に要件定義・開発を着手する予定であった。一方で、</a:t>
            </a:r>
            <a:r>
              <a:rPr kumimoji="1" lang="en-US" altLang="ja-JP" sz="1200" b="0" i="0" u="none" strike="noStrike" kern="0" cap="none" spc="0" normalizeH="0" baseline="0" noProof="1">
                <a:ln>
                  <a:noFill/>
                </a:ln>
                <a:solidFill>
                  <a:prstClr val="black"/>
                </a:solidFill>
                <a:effectLst/>
                <a:uLnTx/>
                <a:uFillTx/>
                <a:latin typeface="Meiryo UI"/>
                <a:ea typeface="Meiryo UI"/>
                <a:cs typeface="+mn-cs"/>
              </a:rPr>
              <a:t>4/30(</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木</a:t>
            </a:r>
            <a:r>
              <a:rPr kumimoji="1" lang="en-US" altLang="ja-JP" sz="1200" b="0" i="0" u="none" strike="noStrike" kern="0" cap="none" spc="0" normalizeH="0" baseline="0" noProof="1">
                <a:ln>
                  <a:noFill/>
                </a:ln>
                <a:solidFill>
                  <a:prstClr val="black"/>
                </a:solidFill>
                <a:effectLst/>
                <a:uLnTx/>
                <a:uFillTx/>
                <a:latin typeface="Meiryo UI"/>
                <a:ea typeface="Meiryo UI"/>
                <a:cs typeface="+mn-cs"/>
              </a:rPr>
              <a:t>)</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医療・介護</a:t>
            </a:r>
            <a:r>
              <a:rPr kumimoji="1" lang="en-US" altLang="ja-JP" sz="1200" b="0" i="0" u="none" strike="noStrike" kern="0" cap="none" spc="0" normalizeH="0" baseline="0" noProof="1">
                <a:ln>
                  <a:noFill/>
                </a:ln>
                <a:solidFill>
                  <a:prstClr val="black"/>
                </a:solidFill>
                <a:effectLst/>
                <a:uLnTx/>
                <a:uFillTx/>
                <a:latin typeface="Meiryo UI"/>
                <a:ea typeface="Meiryo UI"/>
                <a:cs typeface="+mn-cs"/>
              </a:rPr>
              <a:t>MTG</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にて、介護側より介護情報基盤側では</a:t>
            </a:r>
            <a:r>
              <a:rPr kumimoji="1" lang="en-US" altLang="ja-JP" sz="1200" b="0" i="0" u="none" strike="noStrike" kern="0" cap="none" spc="0" normalizeH="0" baseline="0" noProof="1">
                <a:ln>
                  <a:noFill/>
                </a:ln>
                <a:solidFill>
                  <a:prstClr val="black"/>
                </a:solidFill>
                <a:effectLst/>
                <a:uLnTx/>
                <a:uFillTx/>
                <a:latin typeface="Meiryo UI"/>
                <a:ea typeface="Meiryo UI"/>
                <a:cs typeface="+mn-cs"/>
              </a:rPr>
              <a:t>6</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月中に要件定義を完了し、</a:t>
            </a:r>
            <a:r>
              <a:rPr kumimoji="1" lang="en-US" altLang="ja-JP" sz="1200" b="0" i="0" u="none" strike="noStrike" kern="0" cap="none" spc="0" normalizeH="0" baseline="0" noProof="1">
                <a:ln>
                  <a:noFill/>
                </a:ln>
                <a:solidFill>
                  <a:prstClr val="black"/>
                </a:solidFill>
                <a:effectLst/>
                <a:uLnTx/>
                <a:uFillTx/>
                <a:latin typeface="Meiryo UI"/>
                <a:ea typeface="Meiryo UI"/>
                <a:cs typeface="+mn-cs"/>
              </a:rPr>
              <a:t>7</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月より開発に着手するとのスケジュールが示された。</a:t>
            </a:r>
            <a:endParaRPr kumimoji="1" lang="en-US" altLang="ja-JP" sz="1200" b="0" i="0" u="none" strike="noStrike" kern="0" cap="none" spc="0" normalizeH="0" baseline="0" noProof="1">
              <a:ln>
                <a:noFill/>
              </a:ln>
              <a:solidFill>
                <a:prstClr val="black"/>
              </a:solidFill>
              <a:effectLst/>
              <a:uLnTx/>
              <a:uFillTx/>
              <a:latin typeface="Meiryo UI"/>
              <a:ea typeface="Meiryo UI"/>
              <a:cs typeface="+mn-cs"/>
            </a:endParaRPr>
          </a:p>
          <a:p>
            <a:pPr marL="266700" marR="0" lvl="0" indent="-266700" algn="l" defTabSz="914400" rtl="0" eaLnBrk="1" fontAlgn="base" latinLnBrk="0" hangingPunct="1">
              <a:lnSpc>
                <a:spcPct val="100000"/>
              </a:lnSpc>
              <a:spcBef>
                <a:spcPct val="20000"/>
              </a:spcBef>
              <a:spcAft>
                <a:spcPct val="0"/>
              </a:spcAft>
              <a:buClrTx/>
              <a:buSzTx/>
              <a:buFont typeface="Meiryo UI" panose="020B0604030504040204" pitchFamily="50" charset="-128"/>
              <a:buChar char="○"/>
              <a:tabLst/>
              <a:defRPr/>
            </a:pPr>
            <a:r>
              <a:rPr kumimoji="1" lang="ja-JP" altLang="en-US" sz="1200" b="1" i="0" u="none" strike="noStrike" kern="0" cap="none" spc="0" normalizeH="0" baseline="0" noProof="1">
                <a:ln>
                  <a:noFill/>
                </a:ln>
                <a:solidFill>
                  <a:prstClr val="black"/>
                </a:solidFill>
                <a:effectLst/>
                <a:uLnTx/>
                <a:uFillTx/>
                <a:latin typeface="Meiryo UI"/>
                <a:ea typeface="Meiryo UI"/>
                <a:cs typeface="+mn-cs"/>
              </a:rPr>
              <a:t>(課題)</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これにより、システム間での要件定義が実施できないままで、開発が進んでしまい、</a:t>
            </a:r>
            <a:r>
              <a:rPr kumimoji="1" lang="ja-JP" altLang="en-US" sz="1200" b="1" i="0" u="sng" strike="noStrike" kern="0" cap="none" spc="0" normalizeH="0" baseline="0" noProof="1">
                <a:ln>
                  <a:noFill/>
                </a:ln>
                <a:solidFill>
                  <a:prstClr val="black"/>
                </a:solidFill>
                <a:effectLst/>
                <a:uLnTx/>
                <a:uFillTx/>
                <a:latin typeface="Meiryo UI"/>
                <a:ea typeface="Meiryo UI"/>
                <a:cs typeface="+mn-cs"/>
              </a:rPr>
              <a:t>手戻り・遅延等が発生することがリスクとして顕在化</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した。</a:t>
            </a:r>
            <a:endParaRPr kumimoji="1" lang="en-US" altLang="ja-JP" sz="1200" b="0" i="0" u="none" strike="noStrike" kern="0" cap="none" spc="0" normalizeH="0" baseline="0" noProof="1">
              <a:ln>
                <a:noFill/>
              </a:ln>
              <a:solidFill>
                <a:prstClr val="black"/>
              </a:solidFill>
              <a:effectLst/>
              <a:uLnTx/>
              <a:uFillTx/>
              <a:latin typeface="Meiryo UI"/>
              <a:ea typeface="Meiryo UI"/>
              <a:cs typeface="+mn-cs"/>
            </a:endParaRPr>
          </a:p>
          <a:p>
            <a:pPr marL="266700" marR="0" lvl="0" indent="-266700" algn="l" defTabSz="914400" rtl="0" eaLnBrk="1" fontAlgn="base" latinLnBrk="0" hangingPunct="1">
              <a:lnSpc>
                <a:spcPct val="100000"/>
              </a:lnSpc>
              <a:spcBef>
                <a:spcPct val="20000"/>
              </a:spcBef>
              <a:spcAft>
                <a:spcPct val="0"/>
              </a:spcAft>
              <a:buClrTx/>
              <a:buSzTx/>
              <a:buFont typeface="Meiryo UI" panose="020B0604030504040204" pitchFamily="50" charset="-128"/>
              <a:buChar char="○"/>
              <a:tabLst/>
              <a:defRPr/>
            </a:pPr>
            <a:r>
              <a:rPr kumimoji="1" lang="ja-JP" altLang="en-US" sz="1200" b="1" i="0" u="none" strike="noStrike" kern="0" cap="none" spc="0" normalizeH="0" baseline="0" noProof="1">
                <a:ln>
                  <a:noFill/>
                </a:ln>
                <a:solidFill>
                  <a:prstClr val="black"/>
                </a:solidFill>
                <a:effectLst/>
                <a:uLnTx/>
                <a:uFillTx/>
                <a:latin typeface="Meiryo UI"/>
                <a:ea typeface="Meiryo UI"/>
                <a:cs typeface="+mn-cs"/>
              </a:rPr>
              <a:t>(対応</a:t>
            </a:r>
            <a:r>
              <a:rPr kumimoji="1" lang="en-US" altLang="ja-JP" sz="1200" b="1" i="0" u="none" strike="noStrike" kern="0" cap="none" spc="0" normalizeH="0" baseline="0" noProof="1">
                <a:ln>
                  <a:noFill/>
                </a:ln>
                <a:solidFill>
                  <a:prstClr val="black"/>
                </a:solidFill>
                <a:effectLst/>
                <a:uLnTx/>
                <a:uFillTx/>
                <a:latin typeface="Meiryo UI"/>
                <a:ea typeface="Meiryo UI"/>
                <a:cs typeface="+mn-cs"/>
              </a:rPr>
              <a:t>1</a:t>
            </a:r>
            <a:r>
              <a:rPr kumimoji="1" lang="ja-JP" altLang="en-US" sz="1200" b="1" i="0" u="none" strike="noStrike" kern="0" cap="none" spc="0" normalizeH="0" baseline="0" noProof="1">
                <a:ln>
                  <a:noFill/>
                </a:ln>
                <a:solidFill>
                  <a:prstClr val="black"/>
                </a:solidFill>
                <a:effectLst/>
                <a:uLnTx/>
                <a:uFillTx/>
                <a:latin typeface="Meiryo UI"/>
                <a:ea typeface="Meiryo UI"/>
                <a:cs typeface="+mn-cs"/>
              </a:rPr>
              <a:t>)</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上記を踏まえて、</a:t>
            </a:r>
            <a:r>
              <a:rPr kumimoji="1" lang="en-US" altLang="ja-JP" sz="1200" b="0" i="0" u="none" strike="noStrike" kern="0" cap="none" spc="0" normalizeH="0" baseline="0" noProof="1">
                <a:ln>
                  <a:noFill/>
                </a:ln>
                <a:solidFill>
                  <a:prstClr val="black"/>
                </a:solidFill>
                <a:effectLst/>
                <a:uLnTx/>
                <a:uFillTx/>
                <a:latin typeface="Meiryo UI"/>
                <a:ea typeface="Meiryo UI"/>
                <a:cs typeface="+mn-cs"/>
              </a:rPr>
              <a:t>5/1(</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金</a:t>
            </a:r>
            <a:r>
              <a:rPr kumimoji="1" lang="en-US" altLang="ja-JP" sz="1200" b="0" i="0" u="none" strike="noStrike" kern="0" cap="none" spc="0" normalizeH="0" baseline="0" noProof="1">
                <a:ln>
                  <a:noFill/>
                </a:ln>
                <a:solidFill>
                  <a:prstClr val="black"/>
                </a:solidFill>
                <a:effectLst/>
                <a:uLnTx/>
                <a:uFillTx/>
                <a:latin typeface="Meiryo UI"/>
                <a:ea typeface="Meiryo UI"/>
                <a:cs typeface="+mn-cs"/>
              </a:rPr>
              <a:t>)</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三者定例後、厚労省・基金間で電カル共有においても、</a:t>
            </a:r>
            <a:r>
              <a:rPr kumimoji="1" lang="en-US" altLang="ja-JP" sz="1200" b="1" i="0" u="sng" strike="noStrike" kern="0" cap="none" spc="0" normalizeH="0" baseline="0" noProof="1">
                <a:ln>
                  <a:noFill/>
                </a:ln>
                <a:solidFill>
                  <a:prstClr val="black"/>
                </a:solidFill>
                <a:effectLst/>
                <a:uLnTx/>
                <a:uFillTx/>
                <a:latin typeface="Meiryo UI"/>
                <a:ea typeface="Meiryo UI"/>
                <a:cs typeface="+mn-cs"/>
              </a:rPr>
              <a:t>6</a:t>
            </a:r>
            <a:r>
              <a:rPr kumimoji="1" lang="ja-JP" altLang="en-US" sz="1200" b="1" i="0" u="sng" strike="noStrike" kern="0" cap="none" spc="0" normalizeH="0" baseline="0" noProof="1">
                <a:ln>
                  <a:noFill/>
                </a:ln>
                <a:solidFill>
                  <a:prstClr val="black"/>
                </a:solidFill>
                <a:effectLst/>
                <a:uLnTx/>
                <a:uFillTx/>
                <a:latin typeface="Meiryo UI"/>
                <a:ea typeface="Meiryo UI"/>
                <a:cs typeface="+mn-cs"/>
              </a:rPr>
              <a:t>月中に介護情報基盤側との要件定義が実施できる</a:t>
            </a:r>
            <a:br>
              <a:rPr kumimoji="1" lang="en-US" altLang="ja-JP" sz="1200" b="1" i="0" u="sng" strike="noStrike" kern="0" cap="none" spc="0" normalizeH="0" baseline="0" noProof="1">
                <a:ln>
                  <a:noFill/>
                </a:ln>
                <a:solidFill>
                  <a:prstClr val="black"/>
                </a:solidFill>
                <a:effectLst/>
                <a:uLnTx/>
                <a:uFillTx/>
                <a:latin typeface="Meiryo UI"/>
                <a:ea typeface="Meiryo UI"/>
                <a:cs typeface="+mn-cs"/>
              </a:rPr>
            </a:br>
            <a:r>
              <a:rPr kumimoji="1" lang="ja-JP" altLang="en-US" sz="1200" b="1" i="0" u="sng" strike="noStrike" kern="0" cap="none" spc="0" normalizeH="0" baseline="0" noProof="1">
                <a:ln>
                  <a:noFill/>
                </a:ln>
                <a:solidFill>
                  <a:prstClr val="black"/>
                </a:solidFill>
                <a:effectLst/>
                <a:uLnTx/>
                <a:uFillTx/>
                <a:latin typeface="Meiryo UI"/>
                <a:ea typeface="Meiryo UI"/>
                <a:cs typeface="+mn-cs"/>
              </a:rPr>
              <a:t>体制を確保できるよう、スケジュールを見直す方針</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で合意済み。以下が、スケジュールの見直し案となる。</a:t>
            </a:r>
            <a:endParaRPr kumimoji="1" lang="en-US" altLang="ja-JP" sz="1200" b="0" i="0" u="none" strike="noStrike" kern="0" cap="none" spc="0" normalizeH="0" baseline="0" noProof="1">
              <a:ln>
                <a:noFill/>
              </a:ln>
              <a:solidFill>
                <a:prstClr val="black"/>
              </a:solidFill>
              <a:effectLst/>
              <a:uLnTx/>
              <a:uFillTx/>
              <a:latin typeface="Meiryo UI"/>
              <a:ea typeface="Meiryo UI"/>
              <a:cs typeface="+mn-cs"/>
            </a:endParaRPr>
          </a:p>
          <a:p>
            <a:pPr marL="266700" marR="0" lvl="0" indent="-266700" algn="l" defTabSz="914400" rtl="0" eaLnBrk="1" fontAlgn="base" latinLnBrk="0" hangingPunct="1">
              <a:lnSpc>
                <a:spcPct val="100000"/>
              </a:lnSpc>
              <a:spcBef>
                <a:spcPct val="20000"/>
              </a:spcBef>
              <a:spcAft>
                <a:spcPct val="0"/>
              </a:spcAft>
              <a:buClrTx/>
              <a:buSzTx/>
              <a:buFont typeface="Meiryo UI" panose="020B0604030504040204" pitchFamily="50" charset="-128"/>
              <a:buChar char="○"/>
              <a:tabLst/>
              <a:defRPr/>
            </a:pPr>
            <a:r>
              <a:rPr kumimoji="1" lang="ja-JP" altLang="en-US" sz="1200" b="1" i="0" u="none" strike="noStrike" kern="0" cap="none" spc="0" normalizeH="0" baseline="0" noProof="1">
                <a:ln>
                  <a:noFill/>
                </a:ln>
                <a:solidFill>
                  <a:prstClr val="black"/>
                </a:solidFill>
                <a:effectLst/>
                <a:uLnTx/>
                <a:uFillTx/>
                <a:latin typeface="Meiryo UI"/>
                <a:ea typeface="Meiryo UI"/>
                <a:cs typeface="+mn-cs"/>
              </a:rPr>
              <a:t>(対応</a:t>
            </a:r>
            <a:r>
              <a:rPr kumimoji="1" lang="en-US" altLang="ja-JP" sz="1200" b="1" i="0" u="none" strike="noStrike" kern="0" cap="none" spc="0" normalizeH="0" baseline="0" noProof="1">
                <a:ln>
                  <a:noFill/>
                </a:ln>
                <a:solidFill>
                  <a:prstClr val="black"/>
                </a:solidFill>
                <a:effectLst/>
                <a:uLnTx/>
                <a:uFillTx/>
                <a:latin typeface="Meiryo UI"/>
                <a:ea typeface="Meiryo UI"/>
                <a:cs typeface="+mn-cs"/>
              </a:rPr>
              <a:t>2</a:t>
            </a:r>
            <a:r>
              <a:rPr kumimoji="1" lang="ja-JP" altLang="en-US" sz="1200" b="1" i="0" u="none" strike="noStrike" kern="0" cap="none" spc="0" normalizeH="0" baseline="0" noProof="1">
                <a:ln>
                  <a:noFill/>
                </a:ln>
                <a:solidFill>
                  <a:prstClr val="black"/>
                </a:solidFill>
                <a:effectLst/>
                <a:uLnTx/>
                <a:uFillTx/>
                <a:latin typeface="Meiryo UI"/>
                <a:ea typeface="Meiryo UI"/>
                <a:cs typeface="+mn-cs"/>
              </a:rPr>
              <a:t>)</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なお、介護連携については、</a:t>
            </a:r>
            <a:r>
              <a:rPr kumimoji="1" lang="en-US" altLang="ja-JP" sz="1200" b="0" i="0" u="none" strike="noStrike" kern="0" cap="none" spc="0" normalizeH="0" baseline="0" noProof="1">
                <a:ln>
                  <a:noFill/>
                </a:ln>
                <a:solidFill>
                  <a:prstClr val="black"/>
                </a:solidFill>
                <a:effectLst/>
                <a:uLnTx/>
                <a:uFillTx/>
                <a:latin typeface="Meiryo UI"/>
                <a:ea typeface="Meiryo UI"/>
                <a:cs typeface="+mn-cs"/>
              </a:rPr>
              <a:t>1/13(</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月</a:t>
            </a:r>
            <a:r>
              <a:rPr kumimoji="1" lang="en-US" altLang="ja-JP" sz="1200" b="0" i="0" u="none" strike="noStrike" kern="0" cap="none" spc="0" normalizeH="0" baseline="0" noProof="1">
                <a:ln>
                  <a:noFill/>
                </a:ln>
                <a:solidFill>
                  <a:prstClr val="black"/>
                </a:solidFill>
                <a:effectLst/>
                <a:uLnTx/>
                <a:uFillTx/>
                <a:latin typeface="Meiryo UI"/>
                <a:ea typeface="Meiryo UI"/>
                <a:cs typeface="+mn-cs"/>
              </a:rPr>
              <a:t>)</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開発課題検討会にて付議したとおり、マルチベンダープロジェクトとなるため、システム横断での工程管理が重要であると考えているため、</a:t>
            </a:r>
            <a:r>
              <a:rPr kumimoji="1" lang="ja-JP" altLang="en-US" sz="1200" b="1" i="0" u="sng" strike="noStrike" kern="0" cap="none" spc="0" normalizeH="0" baseline="0" noProof="1">
                <a:ln>
                  <a:noFill/>
                </a:ln>
                <a:solidFill>
                  <a:prstClr val="black"/>
                </a:solidFill>
                <a:effectLst/>
                <a:uLnTx/>
                <a:uFillTx/>
                <a:latin typeface="Meiryo UI"/>
                <a:ea typeface="Meiryo UI"/>
                <a:cs typeface="+mn-cs"/>
              </a:rPr>
              <a:t>介護側との工程管理の実施方法やスケジュール等のすり合わせを早急に実施いただきたい</a:t>
            </a:r>
            <a:r>
              <a:rPr kumimoji="1" lang="ja-JP" altLang="en-US" sz="1200" b="0" i="0" u="none" strike="noStrike" kern="0" cap="none" spc="0" normalizeH="0" baseline="0" noProof="1">
                <a:ln>
                  <a:noFill/>
                </a:ln>
                <a:solidFill>
                  <a:prstClr val="black"/>
                </a:solidFill>
                <a:effectLst/>
                <a:uLnTx/>
                <a:uFillTx/>
                <a:latin typeface="Meiryo UI"/>
                <a:ea typeface="Meiryo UI"/>
                <a:cs typeface="+mn-cs"/>
              </a:rPr>
              <a:t>。</a:t>
            </a:r>
            <a:endParaRPr kumimoji="1" lang="en-US" altLang="ja-JP" sz="1200" b="0" i="0" u="none" strike="noStrike" kern="0" cap="none" spc="0" normalizeH="0" baseline="0" noProof="1">
              <a:ln>
                <a:noFill/>
              </a:ln>
              <a:solidFill>
                <a:prstClr val="black"/>
              </a:solidFill>
              <a:effectLst/>
              <a:uLnTx/>
              <a:uFillTx/>
              <a:latin typeface="Meiryo UI"/>
              <a:ea typeface="Meiryo UI"/>
              <a:cs typeface="+mn-cs"/>
            </a:endParaRPr>
          </a:p>
        </p:txBody>
      </p:sp>
      <p:sp>
        <p:nvSpPr>
          <p:cNvPr id="3" name="正方形/長方形 2">
            <a:extLst>
              <a:ext uri="{FF2B5EF4-FFF2-40B4-BE49-F238E27FC236}">
                <a16:creationId xmlns:a16="http://schemas.microsoft.com/office/drawing/2014/main" id="{852BDA72-6540-DA41-F632-245D8029C4CB}"/>
              </a:ext>
            </a:extLst>
          </p:cNvPr>
          <p:cNvSpPr/>
          <p:nvPr/>
        </p:nvSpPr>
        <p:spPr>
          <a:xfrm>
            <a:off x="8038011" y="79675"/>
            <a:ext cx="1796181" cy="566200"/>
          </a:xfrm>
          <a:prstGeom prst="rect">
            <a:avLst/>
          </a:prstGeom>
          <a:solidFill>
            <a:srgbClr val="FFFF00"/>
          </a:solidFill>
          <a:ln>
            <a:solidFill>
              <a:schemeClr val="tx1"/>
            </a:solidFill>
          </a:ln>
        </p:spPr>
        <p:txBody>
          <a:bodyPr wrap="square" rtlCol="0" anchor="ctr"/>
          <a:lstStyle/>
          <a:p>
            <a:pPr marL="0" marR="0" lvl="0" indent="0" algn="l" defTabSz="914400" rtl="0" eaLnBrk="0" fontAlgn="auto" latinLnBrk="0" hangingPunct="0">
              <a:lnSpc>
                <a:spcPct val="100000"/>
              </a:lnSpc>
              <a:spcBef>
                <a:spcPts val="0"/>
              </a:spcBef>
              <a:spcAft>
                <a:spcPts val="0"/>
              </a:spcAft>
              <a:buClrTx/>
              <a:buSzTx/>
              <a:buFontTx/>
              <a:buNone/>
              <a:tabLst/>
              <a:defRPr noProof="1"/>
            </a:pPr>
            <a:r>
              <a:rPr kumimoji="0" lang="en-US" altLang="ja-JP" sz="900" b="0" i="0" u="none" strike="noStrike" kern="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5/11 </a:t>
            </a:r>
            <a:r>
              <a:rPr kumimoji="0" lang="ja-JP" altLang="en-US" sz="900" b="0" i="0" u="none" strike="noStrike" kern="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開発課題検討会資料</a:t>
            </a:r>
            <a:endParaRPr kumimoji="0" lang="en-US" altLang="ja-JP" sz="900" b="0" i="0" u="none" strike="noStrike" kern="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5" name="正方形/長方形 4">
            <a:extLst>
              <a:ext uri="{FF2B5EF4-FFF2-40B4-BE49-F238E27FC236}">
                <a16:creationId xmlns:a16="http://schemas.microsoft.com/office/drawing/2014/main" id="{2D267DC3-372D-5E17-4D08-AE77DD812FE8}"/>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(DX</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機構資料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11817920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BA844-08E7-FC18-6172-94FCF5FFCE7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F7DE31B-7722-3B56-09F9-F320B214CB54}"/>
              </a:ext>
            </a:extLst>
          </p:cNvPr>
          <p:cNvSpPr>
            <a:spLocks noGrp="1"/>
          </p:cNvSpPr>
          <p:nvPr>
            <p:ph type="title"/>
          </p:nvPr>
        </p:nvSpPr>
        <p:spPr>
          <a:xfrm>
            <a:off x="506663" y="112648"/>
            <a:ext cx="8892000" cy="576000"/>
          </a:xfrm>
        </p:spPr>
        <p:txBody>
          <a:bodyPr vert="horz" wrap="square" lIns="36000" tIns="36000" rIns="36000" bIns="36000" anchor="b" anchorCtr="0">
            <a:noAutofit/>
          </a:bodyPr>
          <a:lstStyle/>
          <a:p>
            <a:r>
              <a:rPr lang="en-US" altLang="ja-JP" sz="1800" noProof="1">
                <a:solidFill>
                  <a:srgbClr val="324F71"/>
                </a:solidFill>
              </a:rPr>
              <a:t>1</a:t>
            </a:r>
            <a:r>
              <a:rPr lang="ja-JP" altLang="en-US" sz="1800" noProof="1">
                <a:solidFill>
                  <a:srgbClr val="324F71"/>
                </a:solidFill>
              </a:rPr>
              <a:t>．マスタスケジュールの確認</a:t>
            </a:r>
            <a:br>
              <a:rPr lang="en-US" altLang="ja-JP" sz="1800" noProof="1">
                <a:solidFill>
                  <a:srgbClr val="324F71"/>
                </a:solidFill>
              </a:rPr>
            </a:br>
            <a:r>
              <a:rPr lang="ja-JP" altLang="en-US" sz="1800" noProof="1">
                <a:solidFill>
                  <a:srgbClr val="324F71"/>
                </a:solidFill>
              </a:rPr>
              <a:t>②　文書・資材公開スケジュール</a:t>
            </a:r>
            <a:r>
              <a:rPr lang="en-US" altLang="ja-JP" sz="1800" noProof="1">
                <a:solidFill>
                  <a:srgbClr val="324F71"/>
                </a:solidFill>
              </a:rPr>
              <a:t>(12</a:t>
            </a:r>
            <a:r>
              <a:rPr lang="ja-JP" altLang="en-US" sz="1800" noProof="1">
                <a:solidFill>
                  <a:srgbClr val="324F71"/>
                </a:solidFill>
              </a:rPr>
              <a:t>月リリース</a:t>
            </a:r>
            <a:r>
              <a:rPr lang="en-US" altLang="ja-JP" sz="1800" noProof="1">
                <a:solidFill>
                  <a:srgbClr val="324F71"/>
                </a:solidFill>
              </a:rPr>
              <a:t>)</a:t>
            </a:r>
            <a:endParaRPr lang="ja-JP" altLang="en-US" sz="1800" noProof="1">
              <a:solidFill>
                <a:srgbClr val="324F71"/>
              </a:solidFill>
            </a:endParaRPr>
          </a:p>
        </p:txBody>
      </p:sp>
      <p:sp>
        <p:nvSpPr>
          <p:cNvPr id="4" name="テキスト ボックス 3">
            <a:extLst>
              <a:ext uri="{FF2B5EF4-FFF2-40B4-BE49-F238E27FC236}">
                <a16:creationId xmlns:a16="http://schemas.microsoft.com/office/drawing/2014/main" id="{2FFF3BA9-7AC4-6317-2E5C-A5DF5E56B315}"/>
              </a:ext>
            </a:extLst>
          </p:cNvPr>
          <p:cNvSpPr txBox="1"/>
          <p:nvPr/>
        </p:nvSpPr>
        <p:spPr>
          <a:xfrm>
            <a:off x="7946800" y="119860"/>
            <a:ext cx="1677310" cy="195814"/>
          </a:xfrm>
          <a:prstGeom prst="rect">
            <a:avLst/>
          </a:prstGeom>
          <a:noFill/>
        </p:spPr>
        <p:txBody>
          <a:bodyPr vert="horz" wrap="none" lIns="36000" tIns="36000" rIns="36000" bIns="36000" rtlCol="0" anchor="ctr">
            <a:spAutoFit/>
          </a:bodyPr>
          <a:lstStyle/>
          <a:p>
            <a:pPr marL="0" marR="0" lvl="0" indent="0" algn="l" defTabSz="914400" rtl="0" eaLnBrk="1" fontAlgn="base" latinLnBrk="0" hangingPunct="1">
              <a:lnSpc>
                <a:spcPct val="80000"/>
              </a:lnSpc>
              <a:spcBef>
                <a:spcPct val="0"/>
              </a:spcBef>
              <a:spcAft>
                <a:spcPct val="0"/>
              </a:spcAft>
              <a:buClrTx/>
              <a:buSzTx/>
              <a:buFontTx/>
              <a:buNone/>
              <a:tabLst/>
              <a:defRPr noProof="1"/>
            </a:pPr>
            <a:r>
              <a:rPr kumimoji="1" lang="en-US" altLang="ja-JP" sz="1000" b="0" i="0" u="none" strike="noStrike" kern="1200" cap="none" spc="0" normalizeH="0" baseline="0" noProof="0">
                <a:ln>
                  <a:noFill/>
                </a:ln>
                <a:solidFill>
                  <a:prstClr val="black"/>
                </a:solidFill>
                <a:effectLst/>
                <a:highlight>
                  <a:srgbClr val="FFFF99"/>
                </a:highlight>
                <a:uLnTx/>
                <a:uFillTx/>
                <a:latin typeface="Meiryo UI" panose="020B0604030504040204" pitchFamily="50" charset="-128"/>
                <a:ea typeface="Meiryo UI" panose="020B0604030504040204" pitchFamily="50" charset="-128"/>
                <a:cs typeface="+mn-cs"/>
              </a:rPr>
              <a:t>※</a:t>
            </a:r>
            <a:r>
              <a:rPr kumimoji="1" lang="ja-JP" altLang="en-US" sz="1000" b="0" i="0" u="none" strike="noStrike" kern="1200" cap="none" spc="0" normalizeH="0" baseline="0" noProof="0">
                <a:ln>
                  <a:noFill/>
                </a:ln>
                <a:solidFill>
                  <a:prstClr val="black"/>
                </a:solidFill>
                <a:effectLst/>
                <a:highlight>
                  <a:srgbClr val="FFFF99"/>
                </a:highlight>
                <a:uLnTx/>
                <a:uFillTx/>
                <a:latin typeface="Meiryo UI" panose="020B0604030504040204" pitchFamily="50" charset="-128"/>
                <a:ea typeface="Meiryo UI" panose="020B0604030504040204" pitchFamily="50" charset="-128"/>
                <a:cs typeface="+mn-cs"/>
              </a:rPr>
              <a:t>黄色ハイライトは日程調整中</a:t>
            </a:r>
          </a:p>
        </p:txBody>
      </p:sp>
      <p:grpSp>
        <p:nvGrpSpPr>
          <p:cNvPr id="128" name="グループ化 127">
            <a:extLst>
              <a:ext uri="{FF2B5EF4-FFF2-40B4-BE49-F238E27FC236}">
                <a16:creationId xmlns:a16="http://schemas.microsoft.com/office/drawing/2014/main" id="{2564B8FD-9260-5158-384E-0837279FDCF8}"/>
              </a:ext>
            </a:extLst>
          </p:cNvPr>
          <p:cNvGrpSpPr/>
          <p:nvPr/>
        </p:nvGrpSpPr>
        <p:grpSpPr>
          <a:xfrm>
            <a:off x="5444830" y="328614"/>
            <a:ext cx="4417440" cy="354689"/>
            <a:chOff x="4826556" y="302001"/>
            <a:chExt cx="4417440" cy="354689"/>
          </a:xfrm>
        </p:grpSpPr>
        <p:sp>
          <p:nvSpPr>
            <p:cNvPr id="11" name="矢印: 五方向 10">
              <a:extLst>
                <a:ext uri="{FF2B5EF4-FFF2-40B4-BE49-F238E27FC236}">
                  <a16:creationId xmlns:a16="http://schemas.microsoft.com/office/drawing/2014/main" id="{B2740609-A730-A389-4CC7-2AAD13253C85}"/>
                </a:ext>
              </a:extLst>
            </p:cNvPr>
            <p:cNvSpPr/>
            <p:nvPr/>
          </p:nvSpPr>
          <p:spPr bwMode="gray">
            <a:xfrm>
              <a:off x="5526411" y="504610"/>
              <a:ext cx="649541" cy="117094"/>
            </a:xfrm>
            <a:prstGeom prst="homePlate">
              <a:avLst>
                <a:gd name="adj" fmla="val 13397"/>
              </a:avLst>
            </a:prstGeom>
            <a:solidFill>
              <a:srgbClr val="D1E7F6"/>
            </a:solidFill>
            <a:ln w="3175">
              <a:solidFill>
                <a:schemeClr val="bg1">
                  <a:lumMod val="50000"/>
                </a:schemeClr>
              </a:solidFill>
            </a:ln>
            <a:effectLst/>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6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DX</a:t>
              </a:r>
              <a:r>
                <a:rPr kumimoji="1" lang="ja-JP" altLang="en-US" sz="6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機構作業</a:t>
              </a:r>
            </a:p>
          </p:txBody>
        </p:sp>
        <p:sp>
          <p:nvSpPr>
            <p:cNvPr id="15" name="矢印: 五方向 14">
              <a:extLst>
                <a:ext uri="{FF2B5EF4-FFF2-40B4-BE49-F238E27FC236}">
                  <a16:creationId xmlns:a16="http://schemas.microsoft.com/office/drawing/2014/main" id="{69AB0B7E-8BA1-AFBA-6DAF-2C9F5CFACD06}"/>
                </a:ext>
              </a:extLst>
            </p:cNvPr>
            <p:cNvSpPr/>
            <p:nvPr/>
          </p:nvSpPr>
          <p:spPr bwMode="gray">
            <a:xfrm>
              <a:off x="4826556" y="504610"/>
              <a:ext cx="649541" cy="117094"/>
            </a:xfrm>
            <a:prstGeom prst="homePlate">
              <a:avLst>
                <a:gd name="adj" fmla="val 13397"/>
              </a:avLst>
            </a:prstGeom>
            <a:solidFill>
              <a:srgbClr val="D7E4BD"/>
            </a:solidFill>
            <a:ln w="3175">
              <a:solidFill>
                <a:schemeClr val="bg1">
                  <a:lumMod val="50000"/>
                </a:schemeClr>
              </a:solidFill>
            </a:ln>
            <a:effectLst/>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厚労省作業</a:t>
              </a:r>
            </a:p>
          </p:txBody>
        </p:sp>
        <p:sp>
          <p:nvSpPr>
            <p:cNvPr id="16" name="矢印: 五方向 15">
              <a:extLst>
                <a:ext uri="{FF2B5EF4-FFF2-40B4-BE49-F238E27FC236}">
                  <a16:creationId xmlns:a16="http://schemas.microsoft.com/office/drawing/2014/main" id="{D16C8DDA-F25D-3AA7-7545-A31386250AE0}"/>
                </a:ext>
              </a:extLst>
            </p:cNvPr>
            <p:cNvSpPr/>
            <p:nvPr/>
          </p:nvSpPr>
          <p:spPr bwMode="gray">
            <a:xfrm>
              <a:off x="6226266" y="504610"/>
              <a:ext cx="649541" cy="117094"/>
            </a:xfrm>
            <a:prstGeom prst="homePlate">
              <a:avLst>
                <a:gd name="adj" fmla="val 13397"/>
              </a:avLst>
            </a:prstGeom>
            <a:solidFill>
              <a:srgbClr val="DDD9C3"/>
            </a:solidFill>
            <a:ln w="3175">
              <a:solidFill>
                <a:schemeClr val="bg1">
                  <a:lumMod val="50000"/>
                </a:schemeClr>
              </a:solidFill>
            </a:ln>
            <a:effectLst/>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開発事業者作業</a:t>
              </a:r>
            </a:p>
          </p:txBody>
        </p:sp>
        <p:sp>
          <p:nvSpPr>
            <p:cNvPr id="18" name="矢印: 五方向 17">
              <a:extLst>
                <a:ext uri="{FF2B5EF4-FFF2-40B4-BE49-F238E27FC236}">
                  <a16:creationId xmlns:a16="http://schemas.microsoft.com/office/drawing/2014/main" id="{BD58B40F-7D3E-C5BA-2768-B3511623D144}"/>
                </a:ext>
              </a:extLst>
            </p:cNvPr>
            <p:cNvSpPr/>
            <p:nvPr/>
          </p:nvSpPr>
          <p:spPr bwMode="gray">
            <a:xfrm>
              <a:off x="6926121" y="504610"/>
              <a:ext cx="649541" cy="117094"/>
            </a:xfrm>
            <a:prstGeom prst="homePlate">
              <a:avLst>
                <a:gd name="adj" fmla="val 13397"/>
              </a:avLst>
            </a:prstGeom>
            <a:solidFill>
              <a:srgbClr val="FCD5B5"/>
            </a:solidFill>
            <a:ln w="3175">
              <a:solidFill>
                <a:schemeClr val="bg1">
                  <a:lumMod val="50000"/>
                </a:schemeClr>
              </a:solidFill>
            </a:ln>
            <a:effectLst/>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6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JAHIS</a:t>
              </a:r>
              <a:r>
                <a:rPr kumimoji="1" lang="ja-JP" altLang="en-US" sz="6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作業</a:t>
              </a:r>
              <a:endParaRPr kumimoji="1" lang="en-US" altLang="ja-JP" sz="6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19" name="矢印: 五方向 18">
              <a:extLst>
                <a:ext uri="{FF2B5EF4-FFF2-40B4-BE49-F238E27FC236}">
                  <a16:creationId xmlns:a16="http://schemas.microsoft.com/office/drawing/2014/main" id="{2F7AF6AF-1A5B-46D9-43CA-0449B43DBA2E}"/>
                </a:ext>
              </a:extLst>
            </p:cNvPr>
            <p:cNvSpPr/>
            <p:nvPr/>
          </p:nvSpPr>
          <p:spPr bwMode="gray">
            <a:xfrm>
              <a:off x="4841340" y="302001"/>
              <a:ext cx="941197" cy="191905"/>
            </a:xfrm>
            <a:prstGeom prst="homePlate">
              <a:avLst>
                <a:gd name="adj" fmla="val 0"/>
              </a:avLst>
            </a:prstGeom>
            <a:noFill/>
            <a:ln>
              <a:noFill/>
            </a:ln>
            <a:effectLst/>
          </p:spPr>
          <p:txBody>
            <a:bodyPr wrap="non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■凡例</a:t>
              </a:r>
              <a:endParaRPr kumimoji="1" lang="en-US" altLang="ja-JP" sz="8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20" name="矢印: 五方向 19">
              <a:extLst>
                <a:ext uri="{FF2B5EF4-FFF2-40B4-BE49-F238E27FC236}">
                  <a16:creationId xmlns:a16="http://schemas.microsoft.com/office/drawing/2014/main" id="{7CA9CFE7-45AD-1BC4-4CA9-A14206EE788D}"/>
                </a:ext>
              </a:extLst>
            </p:cNvPr>
            <p:cNvSpPr/>
            <p:nvPr/>
          </p:nvSpPr>
          <p:spPr bwMode="gray">
            <a:xfrm>
              <a:off x="8302799" y="464785"/>
              <a:ext cx="941197" cy="191905"/>
            </a:xfrm>
            <a:prstGeom prst="homePlate">
              <a:avLst>
                <a:gd name="adj" fmla="val 0"/>
              </a:avLst>
            </a:prstGeom>
            <a:noFill/>
            <a:ln>
              <a:noFill/>
            </a:ln>
            <a:effectLst/>
          </p:spPr>
          <p:txBody>
            <a:bodyPr wrap="non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600" b="0" i="0" u="none" strike="noStrike" kern="1200" cap="all" spc="0" normalizeH="0" baseline="0" noProof="0">
                  <a:ln>
                    <a:noFill/>
                  </a:ln>
                  <a:solidFill>
                    <a:srgbClr val="C00000"/>
                  </a:solidFill>
                  <a:effectLst/>
                  <a:uLnTx/>
                  <a:uFillTx/>
                  <a:latin typeface="Meiryo UI" panose="020B0604030504040204" pitchFamily="50" charset="-128"/>
                  <a:ea typeface="Meiryo UI" panose="020B0604030504040204" pitchFamily="50" charset="-128"/>
                  <a:cs typeface="+mn-cs"/>
                </a:rPr>
                <a:t>★：ドキュメント公開</a:t>
              </a:r>
              <a:endParaRPr kumimoji="1" lang="en-US" altLang="ja-JP" sz="600" b="0" i="0" u="none" strike="noStrike" kern="1200" cap="all" spc="0" normalizeH="0" baseline="0" noProof="0">
                <a:ln>
                  <a:noFill/>
                </a:ln>
                <a:solidFill>
                  <a:srgbClr val="C00000"/>
                </a:solidFill>
                <a:effectLst/>
                <a:uLnTx/>
                <a:uFillTx/>
                <a:latin typeface="Meiryo UI" panose="020B0604030504040204" pitchFamily="50" charset="-128"/>
                <a:ea typeface="Meiryo UI" panose="020B0604030504040204" pitchFamily="50" charset="-128"/>
                <a:cs typeface="+mn-cs"/>
              </a:endParaRPr>
            </a:p>
          </p:txBody>
        </p:sp>
        <p:sp>
          <p:nvSpPr>
            <p:cNvPr id="127" name="矢印: 五方向 126">
              <a:extLst>
                <a:ext uri="{FF2B5EF4-FFF2-40B4-BE49-F238E27FC236}">
                  <a16:creationId xmlns:a16="http://schemas.microsoft.com/office/drawing/2014/main" id="{0CD745E0-F75A-8535-8F0C-FA2621B6682C}"/>
                </a:ext>
              </a:extLst>
            </p:cNvPr>
            <p:cNvSpPr/>
            <p:nvPr/>
          </p:nvSpPr>
          <p:spPr bwMode="gray">
            <a:xfrm>
              <a:off x="7625975" y="504610"/>
              <a:ext cx="649541" cy="117094"/>
            </a:xfrm>
            <a:prstGeom prst="homePlate">
              <a:avLst>
                <a:gd name="adj" fmla="val 13397"/>
              </a:avLst>
            </a:prstGeom>
            <a:solidFill>
              <a:srgbClr val="F5C8FC"/>
            </a:solidFill>
            <a:ln w="3175">
              <a:solidFill>
                <a:schemeClr val="bg1">
                  <a:lumMod val="50000"/>
                </a:schemeClr>
              </a:solidFill>
            </a:ln>
            <a:effectLst/>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6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DX</a:t>
              </a:r>
              <a:r>
                <a:rPr kumimoji="1" lang="ja-JP" altLang="en-US" sz="6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機構</a:t>
              </a:r>
              <a:r>
                <a:rPr kumimoji="1" lang="en-US" altLang="ja-JP" sz="6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ACN</a:t>
              </a:r>
              <a:r>
                <a:rPr kumimoji="1" lang="ja-JP" altLang="en-US" sz="6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作業</a:t>
              </a:r>
            </a:p>
          </p:txBody>
        </p:sp>
      </p:grpSp>
      <p:graphicFrame>
        <p:nvGraphicFramePr>
          <p:cNvPr id="10" name="表 9">
            <a:extLst>
              <a:ext uri="{FF2B5EF4-FFF2-40B4-BE49-F238E27FC236}">
                <a16:creationId xmlns:a16="http://schemas.microsoft.com/office/drawing/2014/main" id="{513556AA-9CDA-DA4E-FA20-F9747DBF104A}"/>
              </a:ext>
            </a:extLst>
          </p:cNvPr>
          <p:cNvGraphicFramePr>
            <a:graphicFrameLocks noGrp="1"/>
          </p:cNvGraphicFramePr>
          <p:nvPr/>
        </p:nvGraphicFramePr>
        <p:xfrm>
          <a:off x="178240" y="1066892"/>
          <a:ext cx="9549520" cy="5541365"/>
        </p:xfrm>
        <a:graphic>
          <a:graphicData uri="http://schemas.openxmlformats.org/drawingml/2006/table">
            <a:tbl>
              <a:tblPr/>
              <a:tblGrid>
                <a:gridCol w="708394">
                  <a:extLst>
                    <a:ext uri="{9D8B030D-6E8A-4147-A177-3AD203B41FA5}">
                      <a16:colId xmlns:a16="http://schemas.microsoft.com/office/drawing/2014/main" val="983553098"/>
                    </a:ext>
                  </a:extLst>
                </a:gridCol>
                <a:gridCol w="708394">
                  <a:extLst>
                    <a:ext uri="{9D8B030D-6E8A-4147-A177-3AD203B41FA5}">
                      <a16:colId xmlns:a16="http://schemas.microsoft.com/office/drawing/2014/main" val="2224587597"/>
                    </a:ext>
                  </a:extLst>
                </a:gridCol>
                <a:gridCol w="478396">
                  <a:extLst>
                    <a:ext uri="{9D8B030D-6E8A-4147-A177-3AD203B41FA5}">
                      <a16:colId xmlns:a16="http://schemas.microsoft.com/office/drawing/2014/main" val="4022186137"/>
                    </a:ext>
                  </a:extLst>
                </a:gridCol>
                <a:gridCol w="478396">
                  <a:extLst>
                    <a:ext uri="{9D8B030D-6E8A-4147-A177-3AD203B41FA5}">
                      <a16:colId xmlns:a16="http://schemas.microsoft.com/office/drawing/2014/main" val="492107453"/>
                    </a:ext>
                  </a:extLst>
                </a:gridCol>
                <a:gridCol w="478396">
                  <a:extLst>
                    <a:ext uri="{9D8B030D-6E8A-4147-A177-3AD203B41FA5}">
                      <a16:colId xmlns:a16="http://schemas.microsoft.com/office/drawing/2014/main" val="910602197"/>
                    </a:ext>
                  </a:extLst>
                </a:gridCol>
                <a:gridCol w="478396">
                  <a:extLst>
                    <a:ext uri="{9D8B030D-6E8A-4147-A177-3AD203B41FA5}">
                      <a16:colId xmlns:a16="http://schemas.microsoft.com/office/drawing/2014/main" val="2839068280"/>
                    </a:ext>
                  </a:extLst>
                </a:gridCol>
                <a:gridCol w="478396">
                  <a:extLst>
                    <a:ext uri="{9D8B030D-6E8A-4147-A177-3AD203B41FA5}">
                      <a16:colId xmlns:a16="http://schemas.microsoft.com/office/drawing/2014/main" val="2144273209"/>
                    </a:ext>
                  </a:extLst>
                </a:gridCol>
                <a:gridCol w="478396">
                  <a:extLst>
                    <a:ext uri="{9D8B030D-6E8A-4147-A177-3AD203B41FA5}">
                      <a16:colId xmlns:a16="http://schemas.microsoft.com/office/drawing/2014/main" val="524054386"/>
                    </a:ext>
                  </a:extLst>
                </a:gridCol>
                <a:gridCol w="478396">
                  <a:extLst>
                    <a:ext uri="{9D8B030D-6E8A-4147-A177-3AD203B41FA5}">
                      <a16:colId xmlns:a16="http://schemas.microsoft.com/office/drawing/2014/main" val="3261549109"/>
                    </a:ext>
                  </a:extLst>
                </a:gridCol>
                <a:gridCol w="478396">
                  <a:extLst>
                    <a:ext uri="{9D8B030D-6E8A-4147-A177-3AD203B41FA5}">
                      <a16:colId xmlns:a16="http://schemas.microsoft.com/office/drawing/2014/main" val="1715877760"/>
                    </a:ext>
                  </a:extLst>
                </a:gridCol>
                <a:gridCol w="478396">
                  <a:extLst>
                    <a:ext uri="{9D8B030D-6E8A-4147-A177-3AD203B41FA5}">
                      <a16:colId xmlns:a16="http://schemas.microsoft.com/office/drawing/2014/main" val="2852966445"/>
                    </a:ext>
                  </a:extLst>
                </a:gridCol>
                <a:gridCol w="478396">
                  <a:extLst>
                    <a:ext uri="{9D8B030D-6E8A-4147-A177-3AD203B41FA5}">
                      <a16:colId xmlns:a16="http://schemas.microsoft.com/office/drawing/2014/main" val="1700435194"/>
                    </a:ext>
                  </a:extLst>
                </a:gridCol>
                <a:gridCol w="478396">
                  <a:extLst>
                    <a:ext uri="{9D8B030D-6E8A-4147-A177-3AD203B41FA5}">
                      <a16:colId xmlns:a16="http://schemas.microsoft.com/office/drawing/2014/main" val="3834586187"/>
                    </a:ext>
                  </a:extLst>
                </a:gridCol>
                <a:gridCol w="478396">
                  <a:extLst>
                    <a:ext uri="{9D8B030D-6E8A-4147-A177-3AD203B41FA5}">
                      <a16:colId xmlns:a16="http://schemas.microsoft.com/office/drawing/2014/main" val="400549939"/>
                    </a:ext>
                  </a:extLst>
                </a:gridCol>
                <a:gridCol w="478396">
                  <a:extLst>
                    <a:ext uri="{9D8B030D-6E8A-4147-A177-3AD203B41FA5}">
                      <a16:colId xmlns:a16="http://schemas.microsoft.com/office/drawing/2014/main" val="3794609824"/>
                    </a:ext>
                  </a:extLst>
                </a:gridCol>
                <a:gridCol w="478396">
                  <a:extLst>
                    <a:ext uri="{9D8B030D-6E8A-4147-A177-3AD203B41FA5}">
                      <a16:colId xmlns:a16="http://schemas.microsoft.com/office/drawing/2014/main" val="1894480928"/>
                    </a:ext>
                  </a:extLst>
                </a:gridCol>
                <a:gridCol w="478396">
                  <a:extLst>
                    <a:ext uri="{9D8B030D-6E8A-4147-A177-3AD203B41FA5}">
                      <a16:colId xmlns:a16="http://schemas.microsoft.com/office/drawing/2014/main" val="731230726"/>
                    </a:ext>
                  </a:extLst>
                </a:gridCol>
                <a:gridCol w="478396">
                  <a:extLst>
                    <a:ext uri="{9D8B030D-6E8A-4147-A177-3AD203B41FA5}">
                      <a16:colId xmlns:a16="http://schemas.microsoft.com/office/drawing/2014/main" val="3434057794"/>
                    </a:ext>
                  </a:extLst>
                </a:gridCol>
                <a:gridCol w="478396">
                  <a:extLst>
                    <a:ext uri="{9D8B030D-6E8A-4147-A177-3AD203B41FA5}">
                      <a16:colId xmlns:a16="http://schemas.microsoft.com/office/drawing/2014/main" val="3137454263"/>
                    </a:ext>
                  </a:extLst>
                </a:gridCol>
              </a:tblGrid>
              <a:tr h="166186">
                <a:tc rowSpan="2" gridSpan="2">
                  <a:txBody>
                    <a:bodyPr/>
                    <a:lstStyle/>
                    <a:p>
                      <a:pPr algn="ctr" rtl="0" fontAlgn="ctr">
                        <a:buNone/>
                      </a:pPr>
                      <a:endParaRPr lang="ja-JP" sz="800" b="1" i="0" u="none" strike="noStrike">
                        <a:solidFill>
                          <a:srgbClr val="FFFFFF"/>
                        </a:solidFill>
                        <a:effectLst/>
                        <a:latin typeface="Meiryo UI" panose="020B0604030504040204" pitchFamily="50" charset="-128"/>
                        <a:ea typeface="Meiryo UI" panose="020B0604030504040204" pitchFamily="50" charset="-128"/>
                      </a:endParaRPr>
                    </a:p>
                  </a:txBody>
                  <a:tcPr marL="0" marR="0" marT="0" marB="0" anchor="ctr">
                    <a:lnL>
                      <a:noFill/>
                    </a:lnL>
                    <a:lnR w="19050" cap="flat" cmpd="sng" algn="ctr">
                      <a:solidFill>
                        <a:srgbClr val="7F7F7F"/>
                      </a:solidFill>
                      <a:prstDash val="solid"/>
                      <a:round/>
                      <a:headEnd type="none" w="med" len="med"/>
                      <a:tailEnd type="none" w="med" len="med"/>
                    </a:lnR>
                    <a:lnT>
                      <a:noFill/>
                    </a:lnT>
                    <a:lnB>
                      <a:noFill/>
                    </a:lnB>
                    <a:noFill/>
                  </a:tcPr>
                </a:tc>
                <a:tc rowSpan="2" hMerge="1">
                  <a:txBody>
                    <a:bodyPr/>
                    <a:lstStyle/>
                    <a:p>
                      <a:endParaRPr kumimoji="1" lang="ja-JP" altLang="en-US"/>
                    </a:p>
                  </a:txBody>
                  <a:tcPr/>
                </a:tc>
                <a:tc gridSpan="4">
                  <a:txBody>
                    <a:bodyPr/>
                    <a:lstStyle/>
                    <a:p>
                      <a:pPr algn="ctr" rtl="0" fontAlgn="ctr">
                        <a:buNone/>
                      </a:pPr>
                      <a:r>
                        <a:rPr lang="ja-JP" sz="800" b="1" i="0" u="none" strike="noStrike">
                          <a:solidFill>
                            <a:srgbClr val="FFFFFF"/>
                          </a:solidFill>
                          <a:effectLst/>
                          <a:latin typeface="Meiryo UI" panose="020B0604030504040204" pitchFamily="50" charset="-128"/>
                          <a:ea typeface="Meiryo UI" panose="020B0604030504040204" pitchFamily="50" charset="-128"/>
                        </a:rPr>
                        <a:t>9月</a:t>
                      </a:r>
                    </a:p>
                  </a:txBody>
                  <a:tcPr marL="0" marR="0" marT="0" marB="0" anchor="ctr">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a:noFill/>
                    </a:lnT>
                    <a:lnB w="6350" cap="flat" cmpd="sng" algn="ctr">
                      <a:solidFill>
                        <a:srgbClr val="7F7F7F"/>
                      </a:solidFill>
                      <a:prstDash val="solid"/>
                      <a:round/>
                      <a:headEnd type="none" w="med" len="med"/>
                      <a:tailEnd type="none" w="med" len="med"/>
                    </a:lnB>
                    <a:solidFill>
                      <a:srgbClr val="4F81BD"/>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ctr" rtl="0" fontAlgn="ctr">
                        <a:buNone/>
                      </a:pPr>
                      <a:r>
                        <a:rPr lang="ja-JP" sz="800" b="1" i="0" u="none" strike="noStrike">
                          <a:solidFill>
                            <a:srgbClr val="FFFFFF"/>
                          </a:solidFill>
                          <a:effectLst/>
                          <a:latin typeface="Meiryo UI" panose="020B0604030504040204" pitchFamily="50" charset="-128"/>
                          <a:ea typeface="Meiryo UI" panose="020B0604030504040204" pitchFamily="50" charset="-128"/>
                        </a:rPr>
                        <a:t>10月</a:t>
                      </a:r>
                    </a:p>
                  </a:txBody>
                  <a:tcPr marL="0" marR="0" marT="0" marB="0" anchor="ctr">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a:noFill/>
                    </a:lnT>
                    <a:lnB w="6350" cap="flat" cmpd="sng" algn="ctr">
                      <a:solidFill>
                        <a:srgbClr val="7F7F7F"/>
                      </a:solidFill>
                      <a:prstDash val="solid"/>
                      <a:round/>
                      <a:headEnd type="none" w="med" len="med"/>
                      <a:tailEnd type="none" w="med" len="med"/>
                    </a:lnB>
                    <a:solidFill>
                      <a:srgbClr val="4F81BD"/>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5">
                  <a:txBody>
                    <a:bodyPr/>
                    <a:lstStyle/>
                    <a:p>
                      <a:pPr algn="ctr" rtl="0" fontAlgn="ctr">
                        <a:buNone/>
                      </a:pPr>
                      <a:r>
                        <a:rPr lang="ja-JP" sz="800" b="1" i="0" u="none" strike="noStrike">
                          <a:solidFill>
                            <a:srgbClr val="FFFFFF"/>
                          </a:solidFill>
                          <a:effectLst/>
                          <a:latin typeface="Meiryo UI" panose="020B0604030504040204" pitchFamily="50" charset="-128"/>
                          <a:ea typeface="Meiryo UI" panose="020B0604030504040204" pitchFamily="50" charset="-128"/>
                        </a:rPr>
                        <a:t>11月</a:t>
                      </a:r>
                    </a:p>
                  </a:txBody>
                  <a:tcPr marL="0" marR="0" marT="0" marB="0" anchor="ctr">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a:noFill/>
                    </a:lnT>
                    <a:lnB w="6350" cap="flat" cmpd="sng" algn="ctr">
                      <a:solidFill>
                        <a:srgbClr val="7F7F7F"/>
                      </a:solidFill>
                      <a:prstDash val="solid"/>
                      <a:round/>
                      <a:headEnd type="none" w="med" len="med"/>
                      <a:tailEnd type="none" w="med" len="med"/>
                    </a:lnB>
                    <a:solidFill>
                      <a:srgbClr val="4F81BD"/>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4">
                  <a:txBody>
                    <a:bodyPr/>
                    <a:lstStyle/>
                    <a:p>
                      <a:pPr algn="ctr" rtl="0" fontAlgn="ctr">
                        <a:buNone/>
                      </a:pPr>
                      <a:r>
                        <a:rPr lang="en-US" altLang="ja-JP" sz="800" b="1" i="0" u="none" strike="noStrike">
                          <a:solidFill>
                            <a:srgbClr val="FFFFFF"/>
                          </a:solidFill>
                          <a:effectLst/>
                          <a:latin typeface="Meiryo UI" panose="020B0604030504040204" pitchFamily="50" charset="-128"/>
                          <a:ea typeface="Meiryo UI" panose="020B0604030504040204" pitchFamily="50" charset="-128"/>
                        </a:rPr>
                        <a:t>12</a:t>
                      </a:r>
                      <a:r>
                        <a:rPr lang="ja-JP" altLang="en-US" sz="800" b="1" i="0" u="none" strike="noStrike">
                          <a:solidFill>
                            <a:srgbClr val="FFFFFF"/>
                          </a:solidFill>
                          <a:effectLst/>
                          <a:latin typeface="Meiryo UI" panose="020B0604030504040204" pitchFamily="50" charset="-128"/>
                          <a:ea typeface="Meiryo UI" panose="020B0604030504040204" pitchFamily="50" charset="-128"/>
                        </a:rPr>
                        <a:t>月</a:t>
                      </a:r>
                      <a:endParaRPr lang="ja-JP" sz="800" b="1" i="0" u="none" strike="noStrike">
                        <a:solidFill>
                          <a:srgbClr val="FFFFFF"/>
                        </a:solidFill>
                        <a:effectLst/>
                        <a:latin typeface="Meiryo UI" panose="020B0604030504040204" pitchFamily="50" charset="-128"/>
                        <a:ea typeface="Meiryo UI" panose="020B0604030504040204" pitchFamily="50" charset="-128"/>
                      </a:endParaRPr>
                    </a:p>
                  </a:txBody>
                  <a:tcPr marL="0" marR="0" marT="0" marB="0" anchor="ctr">
                    <a:lnL w="190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a:noFill/>
                    </a:lnT>
                    <a:lnB w="6350" cap="flat" cmpd="sng" algn="ctr">
                      <a:solidFill>
                        <a:srgbClr val="7F7F7F"/>
                      </a:solidFill>
                      <a:prstDash val="solid"/>
                      <a:round/>
                      <a:headEnd type="none" w="med" len="med"/>
                      <a:tailEnd type="none" w="med" len="med"/>
                    </a:lnB>
                    <a:solidFill>
                      <a:srgbClr val="4F81BD"/>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696485751"/>
                  </a:ext>
                </a:extLst>
              </a:tr>
              <a:tr h="166186">
                <a:tc gridSpan="2" vMerge="1">
                  <a:txBody>
                    <a:bodyPr/>
                    <a:lstStyle/>
                    <a:p>
                      <a:endParaRPr kumimoji="1" lang="ja-JP" altLang="en-US"/>
                    </a:p>
                  </a:txBody>
                  <a:tcPr/>
                </a:tc>
                <a:tc hMerge="1" vMerge="1">
                  <a:txBody>
                    <a:bodyPr/>
                    <a:lstStyle/>
                    <a:p>
                      <a:endParaRPr kumimoji="1" lang="ja-JP" altLang="en-US"/>
                    </a:p>
                  </a:txBody>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7</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21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28</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5</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12</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26</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2</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9</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16</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23</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30</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7</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14</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21</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tc>
                  <a:txBody>
                    <a:bodyPr/>
                    <a:lstStyle/>
                    <a:p>
                      <a:pPr algn="ctr"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28</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solidFill>
                      <a:srgbClr val="DCE6F2"/>
                    </a:solidFill>
                  </a:tcPr>
                </a:tc>
                <a:extLst>
                  <a:ext uri="{0D108BD9-81ED-4DB2-BD59-A6C34878D82A}">
                    <a16:rowId xmlns:a16="http://schemas.microsoft.com/office/drawing/2014/main" val="2605299471"/>
                  </a:ext>
                </a:extLst>
              </a:tr>
              <a:tr h="1355878">
                <a:tc gridSpan="2">
                  <a:txBody>
                    <a:bodyPr/>
                    <a:lstStyle/>
                    <a:p>
                      <a:pPr algn="ctr" rtl="0" fontAlgn="ctr">
                        <a:buNone/>
                      </a:pPr>
                      <a:r>
                        <a:rPr lang="ja-JP" sz="800" b="1" i="0" u="none" strike="noStrike">
                          <a:solidFill>
                            <a:srgbClr val="FFFFFF"/>
                          </a:solidFill>
                          <a:effectLst/>
                          <a:latin typeface="Meiryo UI" panose="020B0604030504040204" pitchFamily="50" charset="-128"/>
                          <a:ea typeface="Meiryo UI" panose="020B0604030504040204" pitchFamily="50" charset="-128"/>
                        </a:rPr>
                        <a:t>マイルストーン</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a:noFill/>
                    </a:lnT>
                    <a:lnB w="6350" cap="flat" cmpd="sng" algn="ctr">
                      <a:solidFill>
                        <a:srgbClr val="7F7F7F"/>
                      </a:solidFill>
                      <a:prstDash val="solid"/>
                      <a:round/>
                      <a:headEnd type="none" w="med" len="med"/>
                      <a:tailEnd type="none" w="med" len="med"/>
                    </a:lnB>
                    <a:solidFill>
                      <a:srgbClr val="4F81BD"/>
                    </a:solidFill>
                  </a:tcPr>
                </a:tc>
                <a:tc hMerge="1">
                  <a:txBody>
                    <a:bodyPr/>
                    <a:lstStyle/>
                    <a:p>
                      <a:endParaRPr kumimoji="1" lang="ja-JP" altLang="en-US"/>
                    </a:p>
                  </a:txBody>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noFill/>
                  </a:tcPr>
                </a:tc>
                <a:extLst>
                  <a:ext uri="{0D108BD9-81ED-4DB2-BD59-A6C34878D82A}">
                    <a16:rowId xmlns:a16="http://schemas.microsoft.com/office/drawing/2014/main" val="2032659790"/>
                  </a:ext>
                </a:extLst>
              </a:tr>
              <a:tr h="166186">
                <a:tc>
                  <a:txBody>
                    <a:bodyPr/>
                    <a:lstStyle/>
                    <a:p>
                      <a:pPr algn="ctr" rtl="0" fontAlgn="ctr">
                        <a:buNone/>
                      </a:pPr>
                      <a:r>
                        <a:rPr lang="ja-JP" sz="800" b="1" i="0" u="none" strike="noStrike">
                          <a:solidFill>
                            <a:srgbClr val="FFFFFF"/>
                          </a:solidFill>
                          <a:effectLst/>
                          <a:latin typeface="Meiryo UI" panose="020B0604030504040204" pitchFamily="50" charset="-128"/>
                          <a:ea typeface="Meiryo UI" panose="020B0604030504040204" pitchFamily="50" charset="-128"/>
                        </a:rPr>
                        <a:t>区分</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8064A2"/>
                    </a:solidFill>
                  </a:tcPr>
                </a:tc>
                <a:tc>
                  <a:txBody>
                    <a:bodyPr/>
                    <a:lstStyle/>
                    <a:p>
                      <a:pPr algn="ctr" rtl="0" fontAlgn="ctr">
                        <a:buNone/>
                      </a:pPr>
                      <a:r>
                        <a:rPr lang="ja-JP" sz="800" b="1" i="0" u="none" strike="noStrike">
                          <a:solidFill>
                            <a:srgbClr val="FFFFFF"/>
                          </a:solidFill>
                          <a:effectLst/>
                          <a:latin typeface="Meiryo UI" panose="020B0604030504040204" pitchFamily="50" charset="-128"/>
                          <a:ea typeface="Meiryo UI" panose="020B0604030504040204" pitchFamily="50" charset="-128"/>
                        </a:rPr>
                        <a:t>文書名</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solid"/>
                      <a:round/>
                      <a:headEnd type="none" w="med" len="med"/>
                      <a:tailEnd type="none" w="med" len="med"/>
                    </a:lnB>
                    <a:solidFill>
                      <a:srgbClr val="8064A2"/>
                    </a:solid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extLst>
                  <a:ext uri="{0D108BD9-81ED-4DB2-BD59-A6C34878D82A}">
                    <a16:rowId xmlns:a16="http://schemas.microsoft.com/office/drawing/2014/main" val="3915967491"/>
                  </a:ext>
                </a:extLst>
              </a:tr>
              <a:tr h="389431">
                <a:tc>
                  <a:txBody>
                    <a:bodyPr/>
                    <a:lstStyle/>
                    <a:p>
                      <a:pPr algn="l"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リリース周知</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リリースノート</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4260912684"/>
                  </a:ext>
                </a:extLst>
              </a:tr>
              <a:tr h="389431">
                <a:tc rowSpan="3">
                  <a:txBody>
                    <a:bodyPr/>
                    <a:lstStyle/>
                    <a:p>
                      <a:pPr algn="l"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仕様書</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技術解説書</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extLst>
                  <a:ext uri="{0D108BD9-81ED-4DB2-BD59-A6C34878D82A}">
                    <a16:rowId xmlns:a16="http://schemas.microsoft.com/office/drawing/2014/main" val="933035075"/>
                  </a:ext>
                </a:extLst>
              </a:tr>
              <a:tr h="480456">
                <a:tc vMerge="1">
                  <a:txBody>
                    <a:bodyPr/>
                    <a:lstStyle/>
                    <a:p>
                      <a:endParaRPr kumimoji="1" lang="ja-JP" altLang="en-US"/>
                    </a:p>
                  </a:txBody>
                  <a:tcPr/>
                </a:tc>
                <a:tc>
                  <a:txBody>
                    <a:bodyPr/>
                    <a:lstStyle/>
                    <a:p>
                      <a:pPr algn="l"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外部IF仕様書</a:t>
                      </a:r>
                      <a:br>
                        <a:rPr lang="ja-JP" sz="800" b="0" i="0" u="none" strike="noStrike">
                          <a:solidFill>
                            <a:srgbClr val="000000"/>
                          </a:solidFill>
                          <a:effectLst/>
                          <a:latin typeface="Meiryo UI" panose="020B0604030504040204" pitchFamily="50" charset="-128"/>
                          <a:ea typeface="Meiryo UI" panose="020B0604030504040204" pitchFamily="50" charset="-128"/>
                        </a:rPr>
                      </a:br>
                      <a:r>
                        <a:rPr lang="ja-JP" sz="800" b="0" i="0" u="none" strike="noStrike">
                          <a:solidFill>
                            <a:srgbClr val="000000"/>
                          </a:solidFill>
                          <a:effectLst/>
                          <a:latin typeface="Meiryo UI" panose="020B0604030504040204" pitchFamily="50" charset="-128"/>
                          <a:ea typeface="Meiryo UI" panose="020B0604030504040204" pitchFamily="50" charset="-128"/>
                        </a:rPr>
                        <a:t>・バリデーションチェック表</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l"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l"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extLst>
                  <a:ext uri="{0D108BD9-81ED-4DB2-BD59-A6C34878D82A}">
                    <a16:rowId xmlns:a16="http://schemas.microsoft.com/office/drawing/2014/main" val="991109247"/>
                  </a:ext>
                </a:extLst>
              </a:tr>
              <a:tr h="389431">
                <a:tc vMerge="1">
                  <a:txBody>
                    <a:bodyPr/>
                    <a:lstStyle/>
                    <a:p>
                      <a:endParaRPr kumimoji="1" lang="ja-JP" altLang="en-US"/>
                    </a:p>
                  </a:txBody>
                  <a:tcPr/>
                </a:tc>
                <a:tc>
                  <a:txBody>
                    <a:bodyPr/>
                    <a:lstStyle/>
                    <a:p>
                      <a:pPr algn="l"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プロファイル</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1947338878"/>
                  </a:ext>
                </a:extLst>
              </a:tr>
              <a:tr h="389431">
                <a:tc rowSpan="2">
                  <a:txBody>
                    <a:bodyPr/>
                    <a:lstStyle/>
                    <a:p>
                      <a:pPr algn="l"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テスト資材　関連</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テスト資材</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l"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l"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extLst>
                  <a:ext uri="{0D108BD9-81ED-4DB2-BD59-A6C34878D82A}">
                    <a16:rowId xmlns:a16="http://schemas.microsoft.com/office/drawing/2014/main" val="3287249191"/>
                  </a:ext>
                </a:extLst>
              </a:tr>
              <a:tr h="480456">
                <a:tc vMerge="1">
                  <a:txBody>
                    <a:bodyPr/>
                    <a:lstStyle/>
                    <a:p>
                      <a:endParaRPr kumimoji="1" lang="ja-JP" altLang="en-US"/>
                    </a:p>
                  </a:txBody>
                  <a:tcPr/>
                </a:tc>
                <a:tc>
                  <a:txBody>
                    <a:bodyPr/>
                    <a:lstStyle/>
                    <a:p>
                      <a:pPr algn="l"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バリデータ(ソースコード)</a:t>
                      </a:r>
                      <a:br>
                        <a:rPr lang="ja-JP" sz="800" b="0" i="0" u="none" strike="noStrike">
                          <a:solidFill>
                            <a:srgbClr val="000000"/>
                          </a:solidFill>
                          <a:effectLst/>
                          <a:latin typeface="Meiryo UI" panose="020B0604030504040204" pitchFamily="50" charset="-128"/>
                          <a:ea typeface="Meiryo UI" panose="020B0604030504040204" pitchFamily="50" charset="-128"/>
                        </a:rPr>
                      </a:br>
                      <a:endParaRPr lang="ja-JP" sz="800" b="0" i="0" u="none" strike="noStrike">
                        <a:solidFill>
                          <a:srgbClr val="000000"/>
                        </a:solidFill>
                        <a:effectLst/>
                        <a:latin typeface="Meiryo UI" panose="020B0604030504040204" pitchFamily="50" charset="-128"/>
                        <a:ea typeface="Meiryo UI" panose="020B0604030504040204" pitchFamily="50" charset="-128"/>
                      </a:endParaRPr>
                    </a:p>
                  </a:txBody>
                  <a:tcPr marL="0" marR="0" marT="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702338603"/>
                  </a:ext>
                </a:extLst>
              </a:tr>
              <a:tr h="389431">
                <a:tc rowSpan="3">
                  <a:txBody>
                    <a:bodyPr/>
                    <a:lstStyle/>
                    <a:p>
                      <a:pPr algn="l"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マニュアル等</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l"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クイックガイド・運用マニュアル</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solid"/>
                      <a:round/>
                      <a:headEnd type="none" w="med" len="med"/>
                      <a:tailEnd type="none" w="med" len="med"/>
                    </a:lnT>
                    <a:lnB w="6350" cap="flat" cmpd="sng" algn="ctr">
                      <a:solidFill>
                        <a:srgbClr val="A6A6A6"/>
                      </a:solidFill>
                      <a:prstDash val="dot"/>
                      <a:round/>
                      <a:headEnd type="none" w="med" len="med"/>
                      <a:tailEnd type="none" w="med" len="med"/>
                    </a:lnB>
                    <a:noFill/>
                  </a:tcPr>
                </a:tc>
                <a:extLst>
                  <a:ext uri="{0D108BD9-81ED-4DB2-BD59-A6C34878D82A}">
                    <a16:rowId xmlns:a16="http://schemas.microsoft.com/office/drawing/2014/main" val="128965206"/>
                  </a:ext>
                </a:extLst>
              </a:tr>
              <a:tr h="389431">
                <a:tc vMerge="1">
                  <a:txBody>
                    <a:bodyPr/>
                    <a:lstStyle/>
                    <a:p>
                      <a:endParaRPr kumimoji="1" lang="ja-JP" altLang="en-US"/>
                    </a:p>
                  </a:txBody>
                  <a:tcPr/>
                </a:tc>
                <a:tc>
                  <a:txBody>
                    <a:bodyPr/>
                    <a:lstStyle/>
                    <a:p>
                      <a:pPr algn="l"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操作マニュアル</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l"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l"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endParaRPr lang="ja-JP" sz="8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0" marB="0">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dot"/>
                      <a:round/>
                      <a:headEnd type="none" w="med" len="med"/>
                      <a:tailEnd type="none" w="med" len="med"/>
                    </a:lnB>
                    <a:noFill/>
                  </a:tcPr>
                </a:tc>
                <a:extLst>
                  <a:ext uri="{0D108BD9-81ED-4DB2-BD59-A6C34878D82A}">
                    <a16:rowId xmlns:a16="http://schemas.microsoft.com/office/drawing/2014/main" val="794647154"/>
                  </a:ext>
                </a:extLst>
              </a:tr>
              <a:tr h="389431">
                <a:tc vMerge="1">
                  <a:txBody>
                    <a:bodyPr/>
                    <a:lstStyle/>
                    <a:p>
                      <a:endParaRPr kumimoji="1" lang="ja-JP" altLang="en-US"/>
                    </a:p>
                  </a:txBody>
                  <a:tcPr/>
                </a:tc>
                <a:tc>
                  <a:txBody>
                    <a:bodyPr/>
                    <a:lstStyle/>
                    <a:p>
                      <a:pPr algn="l" rtl="0"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利用規約</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A6A6A6"/>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A6A6A6"/>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190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tc>
                  <a:txBody>
                    <a:bodyPr/>
                    <a:lstStyle/>
                    <a:p>
                      <a:pPr algn="ctr" fontAlgn="ctr">
                        <a:buNone/>
                      </a:pPr>
                      <a:r>
                        <a:rPr lang="ja-JP" sz="800" b="0" i="0" u="none" strike="noStrike">
                          <a:solidFill>
                            <a:srgbClr val="000000"/>
                          </a:solidFill>
                          <a:effectLst/>
                          <a:latin typeface="Meiryo UI" panose="020B0604030504040204" pitchFamily="50" charset="-128"/>
                          <a:ea typeface="Meiryo UI" panose="020B0604030504040204" pitchFamily="50" charset="-128"/>
                        </a:rPr>
                        <a:t>　</a:t>
                      </a:r>
                    </a:p>
                  </a:txBody>
                  <a:tcPr marL="0" marR="0" marT="0" marB="0" anchor="ctr">
                    <a:lnL w="6350" cap="flat" cmpd="sng" algn="ctr">
                      <a:solidFill>
                        <a:srgbClr val="7F7F7F"/>
                      </a:solidFill>
                      <a:prstDash val="solid"/>
                      <a:round/>
                      <a:headEnd type="none" w="med" len="med"/>
                      <a:tailEnd type="none" w="med" len="med"/>
                    </a:lnL>
                    <a:lnR w="19050" cap="flat" cmpd="sng" algn="ctr">
                      <a:solidFill>
                        <a:srgbClr val="7F7F7F"/>
                      </a:solidFill>
                      <a:prstDash val="solid"/>
                      <a:round/>
                      <a:headEnd type="none" w="med" len="med"/>
                      <a:tailEnd type="none" w="med" len="med"/>
                    </a:lnR>
                    <a:lnT w="6350" cap="flat" cmpd="sng" algn="ctr">
                      <a:solidFill>
                        <a:srgbClr val="A6A6A6"/>
                      </a:solidFill>
                      <a:prstDash val="dot"/>
                      <a:round/>
                      <a:headEnd type="none" w="med" len="med"/>
                      <a:tailEnd type="none" w="med" len="med"/>
                    </a:lnT>
                    <a:lnB w="6350" cap="flat" cmpd="sng" algn="ctr">
                      <a:solidFill>
                        <a:srgbClr val="A6A6A6"/>
                      </a:solidFill>
                      <a:prstDash val="solid"/>
                      <a:round/>
                      <a:headEnd type="none" w="med" len="med"/>
                      <a:tailEnd type="none" w="med" len="med"/>
                    </a:lnB>
                    <a:noFill/>
                  </a:tcPr>
                </a:tc>
                <a:extLst>
                  <a:ext uri="{0D108BD9-81ED-4DB2-BD59-A6C34878D82A}">
                    <a16:rowId xmlns:a16="http://schemas.microsoft.com/office/drawing/2014/main" val="2427930183"/>
                  </a:ext>
                </a:extLst>
              </a:tr>
            </a:tbl>
          </a:graphicData>
        </a:graphic>
      </p:graphicFrame>
      <p:sp>
        <p:nvSpPr>
          <p:cNvPr id="43" name="テキスト ボックス 3">
            <a:extLst>
              <a:ext uri="{FF2B5EF4-FFF2-40B4-BE49-F238E27FC236}">
                <a16:creationId xmlns:a16="http://schemas.microsoft.com/office/drawing/2014/main" id="{D59B4DBF-6836-4271-B012-6469548DA0BA}"/>
              </a:ext>
            </a:extLst>
          </p:cNvPr>
          <p:cNvSpPr txBox="1"/>
          <p:nvPr/>
        </p:nvSpPr>
        <p:spPr>
          <a:xfrm>
            <a:off x="4671609" y="1432341"/>
            <a:ext cx="1974898" cy="216000"/>
          </a:xfrm>
          <a:prstGeom prst="rect">
            <a:avLst/>
          </a:prstGeom>
          <a:noFill/>
          <a:ln w="9525" cmpd="sng">
            <a:noFill/>
          </a:ln>
          <a:effectLst/>
        </p:spPr>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▼接検第二リリース</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(10/21)</a:t>
            </a:r>
          </a:p>
        </p:txBody>
      </p:sp>
      <p:sp>
        <p:nvSpPr>
          <p:cNvPr id="44" name="テキスト ボックス 4">
            <a:extLst>
              <a:ext uri="{FF2B5EF4-FFF2-40B4-BE49-F238E27FC236}">
                <a16:creationId xmlns:a16="http://schemas.microsoft.com/office/drawing/2014/main" id="{3173D749-7616-4337-B2FB-C15500FA939C}"/>
              </a:ext>
            </a:extLst>
          </p:cNvPr>
          <p:cNvSpPr txBox="1"/>
          <p:nvPr/>
        </p:nvSpPr>
        <p:spPr>
          <a:xfrm>
            <a:off x="6449005" y="1441275"/>
            <a:ext cx="2336450" cy="216000"/>
          </a:xfrm>
          <a:prstGeom prst="rect">
            <a:avLst/>
          </a:prstGeom>
          <a:noFill/>
          <a:ln w="9525" cmpd="sng">
            <a:noFill/>
          </a:ln>
          <a:effectLst/>
        </p:spPr>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▼接検第二公開</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(11/24)</a:t>
            </a:r>
          </a:p>
        </p:txBody>
      </p:sp>
      <p:sp>
        <p:nvSpPr>
          <p:cNvPr id="45" name="テキスト ボックス 5">
            <a:extLst>
              <a:ext uri="{FF2B5EF4-FFF2-40B4-BE49-F238E27FC236}">
                <a16:creationId xmlns:a16="http://schemas.microsoft.com/office/drawing/2014/main" id="{D5BA879E-193C-4763-9217-1BDD93F9134A}"/>
              </a:ext>
            </a:extLst>
          </p:cNvPr>
          <p:cNvSpPr txBox="1"/>
          <p:nvPr/>
        </p:nvSpPr>
        <p:spPr>
          <a:xfrm>
            <a:off x="8016390" y="1886611"/>
            <a:ext cx="1976451" cy="216000"/>
          </a:xfrm>
          <a:prstGeom prst="rect">
            <a:avLst/>
          </a:prstGeom>
          <a:noFill/>
          <a:ln w="9525" cmpd="sng">
            <a:noFill/>
          </a:ln>
          <a:effectLst/>
        </p:spPr>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▼接検公開</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(12/10)</a:t>
            </a:r>
          </a:p>
        </p:txBody>
      </p:sp>
      <p:sp>
        <p:nvSpPr>
          <p:cNvPr id="46" name="テキスト ボックス 6">
            <a:extLst>
              <a:ext uri="{FF2B5EF4-FFF2-40B4-BE49-F238E27FC236}">
                <a16:creationId xmlns:a16="http://schemas.microsoft.com/office/drawing/2014/main" id="{D30282BE-B09E-40B0-BF95-09A6D72D9A17}"/>
              </a:ext>
            </a:extLst>
          </p:cNvPr>
          <p:cNvSpPr txBox="1"/>
          <p:nvPr/>
        </p:nvSpPr>
        <p:spPr>
          <a:xfrm>
            <a:off x="8268381" y="2554617"/>
            <a:ext cx="1976451" cy="216000"/>
          </a:xfrm>
          <a:prstGeom prst="rect">
            <a:avLst/>
          </a:prstGeom>
          <a:noFill/>
          <a:ln w="9525" cmpd="sng">
            <a:noFill/>
          </a:ln>
          <a:effectLst/>
        </p:spPr>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★本番公開</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(12/14)</a:t>
            </a:r>
          </a:p>
        </p:txBody>
      </p:sp>
      <p:sp>
        <p:nvSpPr>
          <p:cNvPr id="47" name="テキスト ボックス 7">
            <a:extLst>
              <a:ext uri="{FF2B5EF4-FFF2-40B4-BE49-F238E27FC236}">
                <a16:creationId xmlns:a16="http://schemas.microsoft.com/office/drawing/2014/main" id="{B160CB0B-736E-45F9-A2A8-E2CB6EC4FB96}"/>
              </a:ext>
            </a:extLst>
          </p:cNvPr>
          <p:cNvSpPr txBox="1"/>
          <p:nvPr/>
        </p:nvSpPr>
        <p:spPr>
          <a:xfrm>
            <a:off x="7357803" y="1665333"/>
            <a:ext cx="1976451" cy="216000"/>
          </a:xfrm>
          <a:prstGeom prst="rect">
            <a:avLst/>
          </a:prstGeom>
          <a:noFill/>
          <a:ln w="9525" cmpd="sng">
            <a:noFill/>
          </a:ln>
          <a:effectLst/>
        </p:spPr>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▼リリース判定</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(11/30</a:t>
            </a: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予定</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a:t>
            </a:r>
          </a:p>
        </p:txBody>
      </p:sp>
      <p:sp>
        <p:nvSpPr>
          <p:cNvPr id="48" name="テキスト ボックス 8">
            <a:extLst>
              <a:ext uri="{FF2B5EF4-FFF2-40B4-BE49-F238E27FC236}">
                <a16:creationId xmlns:a16="http://schemas.microsoft.com/office/drawing/2014/main" id="{BEF98569-3E08-4C35-B3C7-D210579BCFD5}"/>
              </a:ext>
            </a:extLst>
          </p:cNvPr>
          <p:cNvSpPr txBox="1"/>
          <p:nvPr/>
        </p:nvSpPr>
        <p:spPr>
          <a:xfrm>
            <a:off x="4695380" y="3862602"/>
            <a:ext cx="1976450" cy="216000"/>
          </a:xfrm>
          <a:prstGeom prst="rect">
            <a:avLst/>
          </a:prstGeom>
          <a:noFill/>
          <a:ln w="9525" cmpd="sng">
            <a:noFill/>
          </a:ln>
          <a:effectLst/>
        </p:spPr>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▼外部</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IF</a:t>
            </a: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公開</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(10/21</a:t>
            </a: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予定</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a:t>
            </a:r>
          </a:p>
        </p:txBody>
      </p:sp>
      <p:sp>
        <p:nvSpPr>
          <p:cNvPr id="51" name="テキスト ボックス 11">
            <a:extLst>
              <a:ext uri="{FF2B5EF4-FFF2-40B4-BE49-F238E27FC236}">
                <a16:creationId xmlns:a16="http://schemas.microsoft.com/office/drawing/2014/main" id="{0E8FA42B-A2F7-4587-942C-947BF4CD8C53}"/>
              </a:ext>
            </a:extLst>
          </p:cNvPr>
          <p:cNvSpPr txBox="1"/>
          <p:nvPr/>
        </p:nvSpPr>
        <p:spPr>
          <a:xfrm>
            <a:off x="4257332" y="2118972"/>
            <a:ext cx="3674077" cy="216000"/>
          </a:xfrm>
          <a:prstGeom prst="rect">
            <a:avLst/>
          </a:prstGeom>
          <a:noFill/>
          <a:ln w="9525" cmpd="sng">
            <a:noFill/>
          </a:ln>
          <a:effectLst/>
        </p:spPr>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接検第二リリース</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a:t>
            </a: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アプリ基盤バージョンアップ版 </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12/7)</a:t>
            </a: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a:t>
            </a:r>
            <a:endPar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endParaRPr>
          </a:p>
        </p:txBody>
      </p:sp>
      <p:sp>
        <p:nvSpPr>
          <p:cNvPr id="52" name="テキスト ボックス 12">
            <a:extLst>
              <a:ext uri="{FF2B5EF4-FFF2-40B4-BE49-F238E27FC236}">
                <a16:creationId xmlns:a16="http://schemas.microsoft.com/office/drawing/2014/main" id="{084FB52A-C12A-4C43-8FFB-99EDADB3A366}"/>
              </a:ext>
            </a:extLst>
          </p:cNvPr>
          <p:cNvSpPr txBox="1"/>
          <p:nvPr/>
        </p:nvSpPr>
        <p:spPr>
          <a:xfrm>
            <a:off x="4810761" y="2365578"/>
            <a:ext cx="4083029" cy="216000"/>
          </a:xfrm>
          <a:prstGeom prst="rect">
            <a:avLst/>
          </a:prstGeom>
          <a:noFill/>
          <a:ln w="9525" cmpd="sng">
            <a:noFill/>
          </a:ln>
          <a:effectLst/>
        </p:spPr>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接検・本番 リリース</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a:t>
            </a: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アプリ基盤バージョンアップ版 </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12/21)</a:t>
            </a: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 ▼</a:t>
            </a:r>
            <a:endPar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endParaRPr>
          </a:p>
        </p:txBody>
      </p:sp>
      <p:sp>
        <p:nvSpPr>
          <p:cNvPr id="56" name="テキスト ボックス 29">
            <a:extLst>
              <a:ext uri="{FF2B5EF4-FFF2-40B4-BE49-F238E27FC236}">
                <a16:creationId xmlns:a16="http://schemas.microsoft.com/office/drawing/2014/main" id="{765F7BF3-A208-DBE2-E561-84B883739393}"/>
              </a:ext>
            </a:extLst>
          </p:cNvPr>
          <p:cNvSpPr txBox="1"/>
          <p:nvPr/>
        </p:nvSpPr>
        <p:spPr>
          <a:xfrm>
            <a:off x="8268381" y="3089016"/>
            <a:ext cx="1976451" cy="216000"/>
          </a:xfrm>
          <a:prstGeom prst="rect">
            <a:avLst/>
          </a:prstGeom>
          <a:noFill/>
          <a:ln w="9525" cmpd="sng">
            <a:noFill/>
          </a:ln>
          <a:effectLst/>
        </p:spPr>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▼リリースノート公開</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(12/14)</a:t>
            </a:r>
          </a:p>
        </p:txBody>
      </p:sp>
      <p:grpSp>
        <p:nvGrpSpPr>
          <p:cNvPr id="66" name="グループ化 65">
            <a:extLst>
              <a:ext uri="{FF2B5EF4-FFF2-40B4-BE49-F238E27FC236}">
                <a16:creationId xmlns:a16="http://schemas.microsoft.com/office/drawing/2014/main" id="{77653137-4903-28C2-731E-30856168507D}"/>
              </a:ext>
            </a:extLst>
          </p:cNvPr>
          <p:cNvGrpSpPr/>
          <p:nvPr/>
        </p:nvGrpSpPr>
        <p:grpSpPr>
          <a:xfrm>
            <a:off x="2368635" y="3761525"/>
            <a:ext cx="2326746" cy="360000"/>
            <a:chOff x="-825730" y="8557243"/>
            <a:chExt cx="2914797" cy="360000"/>
          </a:xfrm>
        </p:grpSpPr>
        <p:sp>
          <p:nvSpPr>
            <p:cNvPr id="49" name="矢印: 五方向 48">
              <a:extLst>
                <a:ext uri="{FF2B5EF4-FFF2-40B4-BE49-F238E27FC236}">
                  <a16:creationId xmlns:a16="http://schemas.microsoft.com/office/drawing/2014/main" id="{33FBFE95-3372-489D-9C0B-342B53DD71DD}"/>
                </a:ext>
              </a:extLst>
            </p:cNvPr>
            <p:cNvSpPr/>
            <p:nvPr/>
          </p:nvSpPr>
          <p:spPr bwMode="gray">
            <a:xfrm>
              <a:off x="1298768" y="8557243"/>
              <a:ext cx="790299" cy="360000"/>
            </a:xfrm>
            <a:prstGeom prst="homePlate">
              <a:avLst>
                <a:gd name="adj" fmla="val 14160"/>
              </a:avLst>
            </a:prstGeom>
            <a:solidFill>
              <a:srgbClr val="156082">
                <a:lumMod val="20000"/>
                <a:lumOff val="80000"/>
              </a:srgbClr>
            </a:solidFill>
            <a:ln>
              <a:solidFill>
                <a:sysClr val="window" lastClr="FFFFFF">
                  <a:lumMod val="75000"/>
                </a:sysClr>
              </a:solidFill>
            </a:ln>
            <a:effectLst/>
          </p:spPr>
          <p:txBody>
            <a:bodyPr wrap="square" lIns="0" tIns="36000" rIns="0" bIns="0" rtlCol="0" anchor="ctr">
              <a:noAutofit/>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ts val="1080"/>
                </a:lnSpc>
                <a:spcBef>
                  <a:spcPts val="0"/>
                </a:spcBef>
                <a:spcAft>
                  <a:spcPts val="0"/>
                </a:spcAft>
                <a:buClrTx/>
                <a:buSzTx/>
                <a:buFontTx/>
                <a:buNone/>
                <a:tabLst/>
                <a:defRPr/>
              </a:pPr>
              <a:r>
                <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決裁</a:t>
              </a:r>
            </a:p>
          </p:txBody>
        </p:sp>
        <p:sp>
          <p:nvSpPr>
            <p:cNvPr id="50" name="矢印: 五方向 49">
              <a:extLst>
                <a:ext uri="{FF2B5EF4-FFF2-40B4-BE49-F238E27FC236}">
                  <a16:creationId xmlns:a16="http://schemas.microsoft.com/office/drawing/2014/main" id="{A88B4735-272A-4764-B4D8-65C8FD3F15BD}"/>
                </a:ext>
              </a:extLst>
            </p:cNvPr>
            <p:cNvSpPr/>
            <p:nvPr/>
          </p:nvSpPr>
          <p:spPr bwMode="gray">
            <a:xfrm>
              <a:off x="616869" y="8557243"/>
              <a:ext cx="576000" cy="360000"/>
            </a:xfrm>
            <a:prstGeom prst="homePlate">
              <a:avLst>
                <a:gd name="adj" fmla="val 13397"/>
              </a:avLst>
            </a:prstGeom>
            <a:solidFill>
              <a:srgbClr val="E97132">
                <a:lumMod val="40000"/>
                <a:lumOff val="60000"/>
              </a:srgbClr>
            </a:solidFill>
            <a:ln>
              <a:solidFill>
                <a:sysClr val="window" lastClr="FFFFFF">
                  <a:lumMod val="75000"/>
                </a:sysClr>
              </a:solidFill>
            </a:ln>
            <a:effectLst/>
          </p:spPr>
          <p:txBody>
            <a:bodyPr wrap="square" lIns="0" tIns="36000" rIns="0" bIns="0" rtlCol="0" anchor="ctr">
              <a:noAutofit/>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ts val="1080"/>
                </a:lnSpc>
                <a:spcBef>
                  <a:spcPts val="0"/>
                </a:spcBef>
                <a:spcAft>
                  <a:spcPts val="0"/>
                </a:spcAft>
                <a:buClrTx/>
                <a:buSzTx/>
                <a:buFontTx/>
                <a:buNone/>
                <a:tabLst/>
                <a:defRPr/>
              </a:pPr>
              <a:r>
                <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事前</a:t>
              </a:r>
              <a:endParaRPr kumimoji="1" lang="en-US" altLang="ja-JP"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ts val="1080"/>
                </a:lnSpc>
                <a:spcBef>
                  <a:spcPts val="0"/>
                </a:spcBef>
                <a:spcAft>
                  <a:spcPts val="0"/>
                </a:spcAft>
                <a:buClrTx/>
                <a:buSzTx/>
                <a:buFontTx/>
                <a:buNone/>
                <a:tabLst/>
                <a:defRPr/>
              </a:pPr>
              <a:r>
                <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共有</a:t>
              </a:r>
              <a:endParaRPr kumimoji="1" lang="en-US" altLang="ja-JP"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ts val="1080"/>
                </a:lnSpc>
                <a:spcBef>
                  <a:spcPts val="0"/>
                </a:spcBef>
                <a:spcAft>
                  <a:spcPts val="0"/>
                </a:spcAft>
                <a:buClrTx/>
                <a:buSzTx/>
                <a:buFontTx/>
                <a:buNone/>
                <a:tabLst/>
                <a:defRPr/>
              </a:pPr>
              <a:r>
                <a:rPr kumimoji="1" lang="en-US" altLang="ja-JP"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(JAHIS)</a:t>
              </a:r>
              <a:endPar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endParaRPr>
            </a:p>
          </p:txBody>
        </p:sp>
        <p:sp>
          <p:nvSpPr>
            <p:cNvPr id="57" name="矢印: 五方向 56">
              <a:extLst>
                <a:ext uri="{FF2B5EF4-FFF2-40B4-BE49-F238E27FC236}">
                  <a16:creationId xmlns:a16="http://schemas.microsoft.com/office/drawing/2014/main" id="{B18734C0-1EB4-74C3-EAF8-4A4FCC5CB6D3}"/>
                </a:ext>
              </a:extLst>
            </p:cNvPr>
            <p:cNvSpPr/>
            <p:nvPr/>
          </p:nvSpPr>
          <p:spPr bwMode="gray">
            <a:xfrm>
              <a:off x="-825730" y="8557243"/>
              <a:ext cx="718817" cy="360000"/>
            </a:xfrm>
            <a:prstGeom prst="homePlate">
              <a:avLst>
                <a:gd name="adj" fmla="val 13397"/>
              </a:avLst>
            </a:prstGeom>
            <a:solidFill>
              <a:schemeClr val="bg1">
                <a:lumMod val="85000"/>
              </a:schemeClr>
            </a:solidFill>
            <a:ln>
              <a:solidFill>
                <a:sysClr val="window" lastClr="FFFFFF">
                  <a:lumMod val="75000"/>
                </a:sysClr>
              </a:solidFill>
            </a:ln>
            <a:effectLst/>
          </p:spPr>
          <p:txBody>
            <a:bodyPr wrap="square" lIns="0" tIns="36000" rIns="0" bIns="0" rtlCol="0" anchor="ctr">
              <a:noAutofit/>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ts val="1080"/>
                </a:lnSpc>
                <a:spcBef>
                  <a:spcPts val="0"/>
                </a:spcBef>
                <a:spcAft>
                  <a:spcPts val="0"/>
                </a:spcAft>
                <a:buClrTx/>
                <a:buSzTx/>
                <a:buFontTx/>
                <a:buNone/>
                <a:tabLst/>
                <a:defRPr/>
              </a:pPr>
              <a:r>
                <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記載確認</a:t>
              </a:r>
              <a:endParaRPr kumimoji="1" lang="en-US" altLang="ja-JP"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ts val="1080"/>
                </a:lnSpc>
                <a:spcBef>
                  <a:spcPts val="0"/>
                </a:spcBef>
                <a:spcAft>
                  <a:spcPts val="0"/>
                </a:spcAft>
                <a:buClrTx/>
                <a:buSzTx/>
                <a:buFontTx/>
                <a:buNone/>
                <a:tabLst/>
                <a:defRPr/>
              </a:pPr>
              <a:r>
                <a:rPr kumimoji="1" lang="en-US" altLang="ja-JP"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DX</a:t>
              </a:r>
              <a:r>
                <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機構内</a:t>
              </a:r>
              <a:endParaRPr kumimoji="1" lang="en-US" altLang="ja-JP"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endParaRPr>
            </a:p>
            <a:p>
              <a:pPr marL="0" marR="0" lvl="0" indent="0" algn="ctr" defTabSz="914400" rtl="0" eaLnBrk="1" fontAlgn="auto" latinLnBrk="0" hangingPunct="1">
                <a:lnSpc>
                  <a:spcPts val="1080"/>
                </a:lnSpc>
                <a:spcBef>
                  <a:spcPts val="0"/>
                </a:spcBef>
                <a:spcAft>
                  <a:spcPts val="0"/>
                </a:spcAft>
                <a:buClrTx/>
                <a:buSzTx/>
                <a:buFontTx/>
                <a:buNone/>
                <a:tabLst/>
                <a:defRPr/>
              </a:pPr>
              <a:r>
                <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レビュー</a:t>
              </a:r>
            </a:p>
          </p:txBody>
        </p:sp>
        <p:sp>
          <p:nvSpPr>
            <p:cNvPr id="58" name="矢印: 五方向 57">
              <a:extLst>
                <a:ext uri="{FF2B5EF4-FFF2-40B4-BE49-F238E27FC236}">
                  <a16:creationId xmlns:a16="http://schemas.microsoft.com/office/drawing/2014/main" id="{E0BA071C-89F3-16ED-A433-82A77F886B8C}"/>
                </a:ext>
              </a:extLst>
            </p:cNvPr>
            <p:cNvSpPr/>
            <p:nvPr/>
          </p:nvSpPr>
          <p:spPr bwMode="gray">
            <a:xfrm>
              <a:off x="45393" y="8557243"/>
              <a:ext cx="360000" cy="360000"/>
            </a:xfrm>
            <a:prstGeom prst="homePlate">
              <a:avLst>
                <a:gd name="adj" fmla="val 13397"/>
              </a:avLst>
            </a:prstGeom>
            <a:solidFill>
              <a:schemeClr val="bg1">
                <a:lumMod val="85000"/>
              </a:schemeClr>
            </a:solidFill>
            <a:ln>
              <a:solidFill>
                <a:sysClr val="window" lastClr="FFFFFF">
                  <a:lumMod val="75000"/>
                </a:sysClr>
              </a:solidFill>
            </a:ln>
            <a:effectLst/>
          </p:spPr>
          <p:txBody>
            <a:bodyPr wrap="none" lIns="0" tIns="36000" rIns="0" bIns="0" rtlCol="0" anchor="ctr">
              <a:noAutofit/>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ts val="1080"/>
                </a:lnSpc>
                <a:spcBef>
                  <a:spcPts val="0"/>
                </a:spcBef>
                <a:spcAft>
                  <a:spcPts val="0"/>
                </a:spcAft>
                <a:buClrTx/>
                <a:buSzTx/>
                <a:buFontTx/>
                <a:buNone/>
                <a:tabLst/>
                <a:defRPr/>
              </a:pPr>
              <a:r>
                <a:rPr kumimoji="1" lang="ja-JP" altLang="en-US" sz="800" b="0" i="0" u="none" strike="noStrike" kern="1200" cap="none"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厚労省</a:t>
              </a:r>
              <a:br>
                <a:rPr kumimoji="1" lang="en-US" altLang="ja-JP" sz="800" b="0" i="0" u="none" strike="noStrike" kern="1200" cap="none"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br>
              <a:r>
                <a:rPr kumimoji="1" lang="ja-JP" altLang="en-US" sz="800" b="0" i="0" u="none" strike="noStrike" kern="1200" cap="none"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レビュー</a:t>
              </a:r>
              <a:endParaRPr kumimoji="1" lang="ja-JP" altLang="ja-JP" sz="800" b="0" i="0" u="none" strike="noStrike" kern="1200" cap="none"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endParaRPr>
            </a:p>
          </p:txBody>
        </p:sp>
      </p:grpSp>
      <p:grpSp>
        <p:nvGrpSpPr>
          <p:cNvPr id="67" name="グループ化 66">
            <a:extLst>
              <a:ext uri="{FF2B5EF4-FFF2-40B4-BE49-F238E27FC236}">
                <a16:creationId xmlns:a16="http://schemas.microsoft.com/office/drawing/2014/main" id="{08350704-441F-A26E-B1C2-D058B9006617}"/>
              </a:ext>
            </a:extLst>
          </p:cNvPr>
          <p:cNvGrpSpPr/>
          <p:nvPr/>
        </p:nvGrpSpPr>
        <p:grpSpPr>
          <a:xfrm>
            <a:off x="6400811" y="4588112"/>
            <a:ext cx="1867567" cy="360000"/>
            <a:chOff x="4533147" y="9486645"/>
            <a:chExt cx="2516126" cy="360000"/>
          </a:xfrm>
        </p:grpSpPr>
        <p:sp>
          <p:nvSpPr>
            <p:cNvPr id="54" name="矢印: 五方向 53">
              <a:extLst>
                <a:ext uri="{FF2B5EF4-FFF2-40B4-BE49-F238E27FC236}">
                  <a16:creationId xmlns:a16="http://schemas.microsoft.com/office/drawing/2014/main" id="{D2704649-B714-43B9-B752-877E2DA29727}"/>
                </a:ext>
              </a:extLst>
            </p:cNvPr>
            <p:cNvSpPr/>
            <p:nvPr/>
          </p:nvSpPr>
          <p:spPr bwMode="gray">
            <a:xfrm>
              <a:off x="4533147" y="9486645"/>
              <a:ext cx="1863835" cy="360000"/>
            </a:xfrm>
            <a:prstGeom prst="homePlate">
              <a:avLst>
                <a:gd name="adj" fmla="val 14160"/>
              </a:avLst>
            </a:prstGeom>
            <a:solidFill>
              <a:srgbClr val="156082">
                <a:lumMod val="20000"/>
                <a:lumOff val="80000"/>
              </a:srgbClr>
            </a:solidFill>
            <a:ln>
              <a:solidFill>
                <a:sysClr val="window" lastClr="FFFFFF">
                  <a:lumMod val="75000"/>
                </a:sysClr>
              </a:solidFill>
            </a:ln>
            <a:effectLst/>
          </p:spPr>
          <p:txBody>
            <a:bodyPr wrap="square" lIns="0" tIns="36000" rIns="0" bIns="0" rtlCol="0" anchor="ctr">
              <a:noAutofit/>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ts val="1080"/>
                </a:lnSpc>
                <a:spcBef>
                  <a:spcPts val="0"/>
                </a:spcBef>
                <a:spcAft>
                  <a:spcPts val="0"/>
                </a:spcAft>
                <a:buClrTx/>
                <a:buSzTx/>
                <a:buFontTx/>
                <a:buNone/>
                <a:tabLst/>
                <a:defRPr/>
              </a:pPr>
              <a:r>
                <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作成</a:t>
              </a:r>
            </a:p>
          </p:txBody>
        </p:sp>
        <p:sp>
          <p:nvSpPr>
            <p:cNvPr id="59" name="矢印: 五方向 58">
              <a:extLst>
                <a:ext uri="{FF2B5EF4-FFF2-40B4-BE49-F238E27FC236}">
                  <a16:creationId xmlns:a16="http://schemas.microsoft.com/office/drawing/2014/main" id="{81CC171F-659B-F92F-3015-963CD97E1A52}"/>
                </a:ext>
              </a:extLst>
            </p:cNvPr>
            <p:cNvSpPr/>
            <p:nvPr/>
          </p:nvSpPr>
          <p:spPr bwMode="gray">
            <a:xfrm>
              <a:off x="6545273" y="9486645"/>
              <a:ext cx="504000" cy="360000"/>
            </a:xfrm>
            <a:prstGeom prst="homePlate">
              <a:avLst>
                <a:gd name="adj" fmla="val 14160"/>
              </a:avLst>
            </a:prstGeom>
            <a:solidFill>
              <a:srgbClr val="156082">
                <a:lumMod val="20000"/>
                <a:lumOff val="80000"/>
              </a:srgbClr>
            </a:solidFill>
            <a:ln>
              <a:solidFill>
                <a:sysClr val="window" lastClr="FFFFFF">
                  <a:lumMod val="75000"/>
                </a:sysClr>
              </a:solidFill>
            </a:ln>
            <a:effectLst/>
          </p:spPr>
          <p:txBody>
            <a:bodyPr wrap="square" lIns="0" tIns="36000" rIns="0" bIns="0" rtlCol="0" anchor="ctr">
              <a:noAutofit/>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ts val="1080"/>
                </a:lnSpc>
                <a:spcBef>
                  <a:spcPts val="0"/>
                </a:spcBef>
                <a:spcAft>
                  <a:spcPts val="0"/>
                </a:spcAft>
                <a:buClrTx/>
                <a:buSzTx/>
                <a:buFontTx/>
                <a:buNone/>
                <a:tabLst/>
                <a:defRPr/>
              </a:pPr>
              <a:r>
                <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決裁</a:t>
              </a:r>
            </a:p>
          </p:txBody>
        </p:sp>
      </p:grpSp>
      <p:sp>
        <p:nvSpPr>
          <p:cNvPr id="60" name="テキスト ボックス 34">
            <a:extLst>
              <a:ext uri="{FF2B5EF4-FFF2-40B4-BE49-F238E27FC236}">
                <a16:creationId xmlns:a16="http://schemas.microsoft.com/office/drawing/2014/main" id="{E94E5E6F-5182-41E4-8240-0EB08FAC0EE1}"/>
              </a:ext>
            </a:extLst>
          </p:cNvPr>
          <p:cNvSpPr txBox="1"/>
          <p:nvPr/>
        </p:nvSpPr>
        <p:spPr>
          <a:xfrm>
            <a:off x="8281471" y="4734962"/>
            <a:ext cx="1976451" cy="216000"/>
          </a:xfrm>
          <a:prstGeom prst="rect">
            <a:avLst/>
          </a:prstGeom>
          <a:noFill/>
          <a:ln w="9525" cmpd="sng">
            <a:noFill/>
          </a:ln>
          <a:effectLst/>
        </p:spPr>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▼テスト資材公開</a:t>
            </a: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(12/14)</a:t>
            </a:r>
          </a:p>
        </p:txBody>
      </p:sp>
      <p:grpSp>
        <p:nvGrpSpPr>
          <p:cNvPr id="68" name="グループ化 67">
            <a:extLst>
              <a:ext uri="{FF2B5EF4-FFF2-40B4-BE49-F238E27FC236}">
                <a16:creationId xmlns:a16="http://schemas.microsoft.com/office/drawing/2014/main" id="{A151F14A-6ADB-F503-9304-74DD6D3F2705}"/>
              </a:ext>
            </a:extLst>
          </p:cNvPr>
          <p:cNvGrpSpPr/>
          <p:nvPr/>
        </p:nvGrpSpPr>
        <p:grpSpPr>
          <a:xfrm>
            <a:off x="5444830" y="5854915"/>
            <a:ext cx="2823548" cy="360000"/>
            <a:chOff x="3865561" y="7237117"/>
            <a:chExt cx="3803362" cy="360000"/>
          </a:xfrm>
        </p:grpSpPr>
        <p:sp>
          <p:nvSpPr>
            <p:cNvPr id="61" name="矢印: 五方向 60">
              <a:extLst>
                <a:ext uri="{FF2B5EF4-FFF2-40B4-BE49-F238E27FC236}">
                  <a16:creationId xmlns:a16="http://schemas.microsoft.com/office/drawing/2014/main" id="{135F2B20-B5E9-5769-14B7-634BBEBA88E5}"/>
                </a:ext>
              </a:extLst>
            </p:cNvPr>
            <p:cNvSpPr/>
            <p:nvPr/>
          </p:nvSpPr>
          <p:spPr bwMode="gray">
            <a:xfrm>
              <a:off x="3865561" y="7237117"/>
              <a:ext cx="2507753" cy="360000"/>
            </a:xfrm>
            <a:prstGeom prst="homePlate">
              <a:avLst>
                <a:gd name="adj" fmla="val 14160"/>
              </a:avLst>
            </a:prstGeom>
            <a:solidFill>
              <a:srgbClr val="156082">
                <a:lumMod val="20000"/>
                <a:lumOff val="80000"/>
              </a:srgbClr>
            </a:solidFill>
            <a:ln>
              <a:solidFill>
                <a:sysClr val="window" lastClr="FFFFFF">
                  <a:lumMod val="75000"/>
                </a:sysClr>
              </a:solidFill>
            </a:ln>
            <a:effectLst/>
          </p:spPr>
          <p:txBody>
            <a:bodyPr wrap="square" lIns="0" tIns="36000" rIns="0" bIns="0" rtlCol="0" anchor="ctr">
              <a:noAutofit/>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ts val="1080"/>
                </a:lnSpc>
                <a:spcBef>
                  <a:spcPts val="0"/>
                </a:spcBef>
                <a:spcAft>
                  <a:spcPts val="0"/>
                </a:spcAft>
                <a:buClrTx/>
                <a:buSzTx/>
                <a:buFontTx/>
                <a:buNone/>
                <a:tabLst/>
                <a:defRPr/>
              </a:pPr>
              <a:r>
                <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記載確認</a:t>
              </a:r>
            </a:p>
            <a:p>
              <a:pPr marL="0" marR="0" lvl="0" indent="0" algn="ctr" defTabSz="914400" rtl="0" eaLnBrk="1" fontAlgn="auto" latinLnBrk="0" hangingPunct="1">
                <a:lnSpc>
                  <a:spcPts val="1080"/>
                </a:lnSpc>
                <a:spcBef>
                  <a:spcPts val="0"/>
                </a:spcBef>
                <a:spcAft>
                  <a:spcPts val="0"/>
                </a:spcAft>
                <a:buClrTx/>
                <a:buSzTx/>
                <a:buFontTx/>
                <a:buNone/>
                <a:tabLst/>
                <a:defRPr/>
              </a:pPr>
              <a:r>
                <a:rPr kumimoji="1" lang="en-US" altLang="ja-JP"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DX</a:t>
              </a:r>
              <a:r>
                <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機構内レビュー</a:t>
              </a:r>
            </a:p>
          </p:txBody>
        </p:sp>
        <p:sp>
          <p:nvSpPr>
            <p:cNvPr id="62" name="矢印: 五方向 61">
              <a:extLst>
                <a:ext uri="{FF2B5EF4-FFF2-40B4-BE49-F238E27FC236}">
                  <a16:creationId xmlns:a16="http://schemas.microsoft.com/office/drawing/2014/main" id="{0DF123E6-6E81-6C09-A268-9ADCF7954880}"/>
                </a:ext>
              </a:extLst>
            </p:cNvPr>
            <p:cNvSpPr/>
            <p:nvPr/>
          </p:nvSpPr>
          <p:spPr bwMode="gray">
            <a:xfrm>
              <a:off x="6449005" y="7237117"/>
              <a:ext cx="1219918" cy="360000"/>
            </a:xfrm>
            <a:prstGeom prst="homePlate">
              <a:avLst>
                <a:gd name="adj" fmla="val 14160"/>
              </a:avLst>
            </a:prstGeom>
            <a:solidFill>
              <a:srgbClr val="156082">
                <a:lumMod val="20000"/>
                <a:lumOff val="80000"/>
              </a:srgbClr>
            </a:solidFill>
            <a:ln>
              <a:solidFill>
                <a:sysClr val="window" lastClr="FFFFFF">
                  <a:lumMod val="75000"/>
                </a:sysClr>
              </a:solidFill>
            </a:ln>
            <a:effectLst/>
          </p:spPr>
          <p:txBody>
            <a:bodyPr wrap="square" lIns="0" tIns="36000" rIns="0" bIns="0" rtlCol="0" anchor="ctr">
              <a:noAutofit/>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ts val="1080"/>
                </a:lnSpc>
                <a:spcBef>
                  <a:spcPts val="0"/>
                </a:spcBef>
                <a:spcAft>
                  <a:spcPts val="0"/>
                </a:spcAft>
                <a:buClrTx/>
                <a:buSzTx/>
                <a:buFontTx/>
                <a:buNone/>
                <a:tabLst/>
                <a:defRPr/>
              </a:pPr>
              <a:r>
                <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決裁</a:t>
              </a:r>
            </a:p>
          </p:txBody>
        </p:sp>
      </p:grpSp>
      <p:sp>
        <p:nvSpPr>
          <p:cNvPr id="63" name="テキスト ボックス 37">
            <a:extLst>
              <a:ext uri="{FF2B5EF4-FFF2-40B4-BE49-F238E27FC236}">
                <a16:creationId xmlns:a16="http://schemas.microsoft.com/office/drawing/2014/main" id="{ECCC0171-AFC0-CBCC-587E-01E3EF8EAE96}"/>
              </a:ext>
            </a:extLst>
          </p:cNvPr>
          <p:cNvSpPr txBox="1"/>
          <p:nvPr/>
        </p:nvSpPr>
        <p:spPr>
          <a:xfrm>
            <a:off x="8281472" y="5966778"/>
            <a:ext cx="1446288" cy="359999"/>
          </a:xfrm>
          <a:prstGeom prst="rect">
            <a:avLst/>
          </a:prstGeom>
          <a:noFill/>
          <a:ln w="9525" cmpd="sng">
            <a:noFill/>
          </a:ln>
          <a:effectLst/>
        </p:spPr>
        <p:txBody>
          <a:bodyPr wrap="square"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▼操作マニュアル公開</a:t>
            </a:r>
            <a:endPar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(12/14)</a:t>
            </a:r>
          </a:p>
        </p:txBody>
      </p:sp>
      <p:grpSp>
        <p:nvGrpSpPr>
          <p:cNvPr id="65" name="グループ化 64">
            <a:extLst>
              <a:ext uri="{FF2B5EF4-FFF2-40B4-BE49-F238E27FC236}">
                <a16:creationId xmlns:a16="http://schemas.microsoft.com/office/drawing/2014/main" id="{E8D60831-7C37-6175-AF87-B4456B943B7D}"/>
              </a:ext>
            </a:extLst>
          </p:cNvPr>
          <p:cNvGrpSpPr/>
          <p:nvPr/>
        </p:nvGrpSpPr>
        <p:grpSpPr>
          <a:xfrm>
            <a:off x="4495439" y="2962688"/>
            <a:ext cx="3772941" cy="324774"/>
            <a:chOff x="4495439" y="3090575"/>
            <a:chExt cx="5108082" cy="360000"/>
          </a:xfrm>
        </p:grpSpPr>
        <p:sp>
          <p:nvSpPr>
            <p:cNvPr id="42" name="矢印: 五方向 41">
              <a:extLst>
                <a:ext uri="{FF2B5EF4-FFF2-40B4-BE49-F238E27FC236}">
                  <a16:creationId xmlns:a16="http://schemas.microsoft.com/office/drawing/2014/main" id="{3F8AF1C4-5E3A-4489-A074-EB0A9BC0F749}"/>
                </a:ext>
              </a:extLst>
            </p:cNvPr>
            <p:cNvSpPr/>
            <p:nvPr/>
          </p:nvSpPr>
          <p:spPr bwMode="gray">
            <a:xfrm>
              <a:off x="8383603" y="3090575"/>
              <a:ext cx="1219918" cy="360000"/>
            </a:xfrm>
            <a:prstGeom prst="homePlate">
              <a:avLst>
                <a:gd name="adj" fmla="val 13397"/>
              </a:avLst>
            </a:prstGeom>
            <a:solidFill>
              <a:srgbClr val="156082">
                <a:lumMod val="20000"/>
                <a:lumOff val="80000"/>
              </a:srgbClr>
            </a:solidFill>
            <a:ln>
              <a:solidFill>
                <a:sysClr val="window" lastClr="FFFFFF">
                  <a:lumMod val="75000"/>
                </a:sysClr>
              </a:solidFill>
            </a:ln>
            <a:effectLst/>
          </p:spPr>
          <p:txBody>
            <a:bodyPr wrap="square" lIns="0" tIns="36000" rIns="0" bIns="0" rtlCol="0" anchor="ctr">
              <a:noAutofit/>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ts val="1080"/>
                </a:lnSpc>
                <a:spcBef>
                  <a:spcPts val="0"/>
                </a:spcBef>
                <a:spcAft>
                  <a:spcPts val="0"/>
                </a:spcAft>
                <a:buClrTx/>
                <a:buSzTx/>
                <a:buFontTx/>
                <a:buNone/>
                <a:tabLst/>
                <a:defRPr/>
              </a:pPr>
              <a:r>
                <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決裁</a:t>
              </a:r>
            </a:p>
          </p:txBody>
        </p:sp>
        <p:sp>
          <p:nvSpPr>
            <p:cNvPr id="53" name="矢印: 五方向 52">
              <a:extLst>
                <a:ext uri="{FF2B5EF4-FFF2-40B4-BE49-F238E27FC236}">
                  <a16:creationId xmlns:a16="http://schemas.microsoft.com/office/drawing/2014/main" id="{A26F339B-EFED-4B2B-BFD5-01B9A9070506}"/>
                </a:ext>
              </a:extLst>
            </p:cNvPr>
            <p:cNvSpPr/>
            <p:nvPr/>
          </p:nvSpPr>
          <p:spPr bwMode="gray">
            <a:xfrm>
              <a:off x="4495439" y="3090575"/>
              <a:ext cx="2516450" cy="360000"/>
            </a:xfrm>
            <a:prstGeom prst="homePlate">
              <a:avLst>
                <a:gd name="adj" fmla="val 13397"/>
              </a:avLst>
            </a:prstGeom>
            <a:solidFill>
              <a:srgbClr val="156082">
                <a:lumMod val="20000"/>
                <a:lumOff val="80000"/>
              </a:srgbClr>
            </a:solidFill>
            <a:ln>
              <a:solidFill>
                <a:sysClr val="window" lastClr="FFFFFF">
                  <a:lumMod val="75000"/>
                </a:sysClr>
              </a:solidFill>
            </a:ln>
            <a:effectLst/>
          </p:spPr>
          <p:txBody>
            <a:bodyPr wrap="square" lIns="0" tIns="36000" rIns="0" bIns="0" rtlCol="0" anchor="ctr">
              <a:noAutofit/>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914400" rtl="0" eaLnBrk="1" fontAlgn="auto" latinLnBrk="0" hangingPunct="1">
                <a:lnSpc>
                  <a:spcPts val="1080"/>
                </a:lnSpc>
                <a:spcBef>
                  <a:spcPts val="0"/>
                </a:spcBef>
                <a:spcAft>
                  <a:spcPts val="0"/>
                </a:spcAft>
                <a:buClrTx/>
                <a:buSzTx/>
                <a:buFontTx/>
                <a:buNone/>
                <a:tabLst/>
                <a:defRPr/>
              </a:pPr>
              <a:r>
                <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作成・</a:t>
              </a:r>
              <a:r>
                <a:rPr kumimoji="1" lang="en-US" altLang="ja-JP"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DX</a:t>
              </a:r>
              <a:r>
                <a:rPr kumimoji="1" lang="ja-JP" altLang="en-US" sz="800" b="0" i="0" u="none" strike="noStrike" kern="1200" cap="all" spc="0" normalizeH="0" baseline="0" noProof="0">
                  <a:ln>
                    <a:noFill/>
                  </a:ln>
                  <a:solidFill>
                    <a:sysClr val="windowText" lastClr="000000"/>
                  </a:solidFill>
                  <a:effectLst/>
                  <a:uLnTx/>
                  <a:uFillTx/>
                  <a:latin typeface="Meiryo UI" panose="020B0604030504040204" pitchFamily="50" charset="-128"/>
                  <a:ea typeface="Meiryo UI" panose="020B0604030504040204" pitchFamily="50" charset="-128"/>
                  <a:cs typeface="+mn-cs"/>
                </a:rPr>
                <a:t>機構内レビュー</a:t>
              </a:r>
            </a:p>
          </p:txBody>
        </p:sp>
        <p:sp>
          <p:nvSpPr>
            <p:cNvPr id="64" name="矢印: 五方向 63">
              <a:extLst>
                <a:ext uri="{FF2B5EF4-FFF2-40B4-BE49-F238E27FC236}">
                  <a16:creationId xmlns:a16="http://schemas.microsoft.com/office/drawing/2014/main" id="{837B7594-1130-469C-BD30-38A9474F5C42}"/>
                </a:ext>
              </a:extLst>
            </p:cNvPr>
            <p:cNvSpPr/>
            <p:nvPr/>
          </p:nvSpPr>
          <p:spPr bwMode="auto">
            <a:xfrm>
              <a:off x="7087395" y="3090575"/>
              <a:ext cx="1219917" cy="360000"/>
            </a:xfrm>
            <a:prstGeom prst="homePlate">
              <a:avLst>
                <a:gd name="adj" fmla="val 15517"/>
              </a:avLst>
            </a:prstGeom>
            <a:gradFill flip="none" rotWithShape="1">
              <a:gsLst>
                <a:gs pos="53000">
                  <a:srgbClr val="4EA72E">
                    <a:lumMod val="20000"/>
                    <a:lumOff val="80000"/>
                  </a:srgbClr>
                </a:gs>
                <a:gs pos="53000">
                  <a:srgbClr val="156082">
                    <a:lumMod val="20000"/>
                    <a:lumOff val="80000"/>
                  </a:srgbClr>
                </a:gs>
              </a:gsLst>
              <a:lin ang="2700000" scaled="1"/>
              <a:tileRect/>
            </a:gradFill>
            <a:ln w="6350" cap="flat" cmpd="sng" algn="ctr">
              <a:solidFill>
                <a:sysClr val="window" lastClr="FFFFFF">
                  <a:lumMod val="65000"/>
                </a:sysClr>
              </a:solidFill>
              <a:prstDash val="solid"/>
              <a:round/>
              <a:headEnd type="none" w="med" len="med"/>
              <a:tailEnd type="none" w="med" len="med"/>
            </a:ln>
            <a:effectLst/>
          </p:spPr>
          <p:txBody>
            <a:bodyPr vert="horz" wrap="none" lIns="0" tIns="36000" rIns="0" bIns="0" numCol="1" rtlCol="0" anchor="ctr" anchorCtr="0" compatLnSpc="1">
              <a:prstTxWarp prst="textNoShape">
                <a:avLst/>
              </a:prstTxWarp>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1181679" rtl="0" eaLnBrk="1" fontAlgn="auto" latinLnBrk="0" hangingPunct="1">
                <a:lnSpc>
                  <a:spcPts val="1080"/>
                </a:lnSpc>
                <a:spcBef>
                  <a:spcPts val="0"/>
                </a:spcBef>
                <a:spcAft>
                  <a:spcPts val="0"/>
                </a:spcAft>
                <a:buClrTx/>
                <a:buSzTx/>
                <a:buFontTx/>
                <a:buNone/>
                <a:tabLst/>
                <a:defRPr/>
              </a:pPr>
              <a:r>
                <a:rPr kumimoji="0" lang="ja-JP" altLang="en-US" sz="800" b="0" i="0" u="none" strike="noStrike" kern="1200" cap="none" spc="0" normalizeH="0" baseline="0" noProof="0">
                  <a:ln>
                    <a:noFill/>
                  </a:ln>
                  <a:solidFill>
                    <a:srgbClr val="000000"/>
                  </a:solidFill>
                  <a:effectLst/>
                  <a:uLnTx/>
                  <a:uFillTx/>
                  <a:latin typeface="Meiryo UI"/>
                  <a:ea typeface="Meiryo UI"/>
                  <a:cs typeface="+mn-cs"/>
                </a:rPr>
                <a:t>厚労省</a:t>
              </a:r>
              <a:r>
                <a:rPr kumimoji="0" lang="en-US" altLang="ja-JP" sz="800" b="0" i="0" u="none" strike="noStrike" kern="1200" cap="none" spc="0" normalizeH="0" baseline="0" noProof="0" err="1">
                  <a:ln>
                    <a:noFill/>
                  </a:ln>
                  <a:solidFill>
                    <a:srgbClr val="000000"/>
                  </a:solidFill>
                  <a:effectLst/>
                  <a:uLnTx/>
                  <a:uFillTx/>
                  <a:latin typeface="Meiryo UI"/>
                  <a:ea typeface="Meiryo UI"/>
                  <a:cs typeface="+mn-cs"/>
                </a:rPr>
                <a:t>Rv</a:t>
              </a:r>
              <a:r>
                <a:rPr kumimoji="0" lang="en-US" altLang="ja-JP" sz="800" b="0" i="0" u="none" strike="noStrike" kern="1200" cap="none" spc="0" normalizeH="0" baseline="0" noProof="0">
                  <a:ln>
                    <a:noFill/>
                  </a:ln>
                  <a:solidFill>
                    <a:srgbClr val="000000"/>
                  </a:solidFill>
                  <a:effectLst/>
                  <a:uLnTx/>
                  <a:uFillTx/>
                  <a:latin typeface="Meiryo UI"/>
                  <a:ea typeface="Meiryo UI"/>
                  <a:cs typeface="+mn-cs"/>
                </a:rPr>
                <a:t>/</a:t>
              </a:r>
              <a:r>
                <a:rPr kumimoji="0" lang="en-US" altLang="ja-JP" sz="800" b="0" i="0" u="none" strike="noStrike" kern="1200" cap="none" spc="0" normalizeH="0" baseline="0" noProof="0" err="1">
                  <a:ln>
                    <a:noFill/>
                  </a:ln>
                  <a:solidFill>
                    <a:srgbClr val="000000"/>
                  </a:solidFill>
                  <a:effectLst/>
                  <a:uLnTx/>
                  <a:uFillTx/>
                  <a:latin typeface="Meiryo UI"/>
                  <a:ea typeface="Meiryo UI"/>
                  <a:cs typeface="+mn-cs"/>
                </a:rPr>
                <a:t>Rv</a:t>
              </a:r>
              <a:r>
                <a:rPr kumimoji="0" lang="ja-JP" altLang="en-US" sz="800" b="0" i="0" u="none" strike="noStrike" kern="1200" cap="none" spc="0" normalizeH="0" baseline="0" noProof="0">
                  <a:ln>
                    <a:noFill/>
                  </a:ln>
                  <a:solidFill>
                    <a:srgbClr val="000000"/>
                  </a:solidFill>
                  <a:effectLst/>
                  <a:uLnTx/>
                  <a:uFillTx/>
                  <a:latin typeface="Meiryo UI"/>
                  <a:ea typeface="Meiryo UI"/>
                  <a:cs typeface="+mn-cs"/>
                </a:rPr>
                <a:t>取り込み</a:t>
              </a:r>
              <a:endParaRPr kumimoji="0" lang="en-US" altLang="ja-JP" sz="800" b="0" i="0" u="none" strike="noStrike" kern="1200" cap="none" spc="0" normalizeH="0" baseline="0" noProof="0">
                <a:ln>
                  <a:noFill/>
                </a:ln>
                <a:solidFill>
                  <a:srgbClr val="000000"/>
                </a:solidFill>
                <a:effectLst/>
                <a:uLnTx/>
                <a:uFillTx/>
                <a:latin typeface="Meiryo UI"/>
                <a:ea typeface="Meiryo UI"/>
                <a:cs typeface="+mn-cs"/>
              </a:endParaRPr>
            </a:p>
          </p:txBody>
        </p:sp>
      </p:grpSp>
      <p:sp>
        <p:nvSpPr>
          <p:cNvPr id="8" name="四角形: 角を丸くする 7">
            <a:extLst>
              <a:ext uri="{FF2B5EF4-FFF2-40B4-BE49-F238E27FC236}">
                <a16:creationId xmlns:a16="http://schemas.microsoft.com/office/drawing/2014/main" id="{B0B5DAF0-BBB9-9F23-5A6B-9E9F9F099C86}"/>
              </a:ext>
            </a:extLst>
          </p:cNvPr>
          <p:cNvSpPr/>
          <p:nvPr/>
        </p:nvSpPr>
        <p:spPr>
          <a:xfrm>
            <a:off x="1607820" y="4188795"/>
            <a:ext cx="8119940" cy="359999"/>
          </a:xfrm>
          <a:prstGeom prst="roundRect">
            <a:avLst/>
          </a:prstGeom>
          <a:solidFill>
            <a:schemeClr val="bg1">
              <a:lumMod val="75000"/>
            </a:schemeClr>
          </a:solid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1">
                <a:ln>
                  <a:noFill/>
                </a:ln>
                <a:solidFill>
                  <a:prstClr val="white"/>
                </a:solidFill>
                <a:effectLst/>
                <a:uLnTx/>
                <a:uFillTx/>
                <a:latin typeface="Meiryo UI"/>
                <a:ea typeface="Meiryo UI"/>
                <a:cs typeface="+mn-cs"/>
              </a:rPr>
              <a:t>改訂予定</a:t>
            </a:r>
            <a:r>
              <a:rPr kumimoji="1" lang="ja-JP" altLang="en-US" sz="1100" b="0" i="0" u="none" strike="noStrike" kern="1200" cap="none" spc="0" normalizeH="0" baseline="0" noProof="0">
                <a:ln>
                  <a:noFill/>
                </a:ln>
                <a:solidFill>
                  <a:prstClr val="white"/>
                </a:solidFill>
                <a:effectLst/>
                <a:uLnTx/>
                <a:uFillTx/>
                <a:latin typeface="Meiryo UI"/>
                <a:ea typeface="Meiryo UI"/>
                <a:cs typeface="+mn-cs"/>
              </a:rPr>
              <a:t>なし</a:t>
            </a:r>
          </a:p>
        </p:txBody>
      </p:sp>
      <p:sp>
        <p:nvSpPr>
          <p:cNvPr id="9" name="四角形: 角を丸くする 8">
            <a:extLst>
              <a:ext uri="{FF2B5EF4-FFF2-40B4-BE49-F238E27FC236}">
                <a16:creationId xmlns:a16="http://schemas.microsoft.com/office/drawing/2014/main" id="{303170F7-E245-517F-C135-C336CDABEF63}"/>
              </a:ext>
            </a:extLst>
          </p:cNvPr>
          <p:cNvSpPr/>
          <p:nvPr/>
        </p:nvSpPr>
        <p:spPr>
          <a:xfrm>
            <a:off x="1607820" y="4993689"/>
            <a:ext cx="8119940" cy="408860"/>
          </a:xfrm>
          <a:prstGeom prst="roundRect">
            <a:avLst/>
          </a:prstGeom>
          <a:solidFill>
            <a:schemeClr val="bg1">
              <a:lumMod val="75000"/>
            </a:schemeClr>
          </a:solid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1">
                <a:ln>
                  <a:noFill/>
                </a:ln>
                <a:solidFill>
                  <a:prstClr val="white"/>
                </a:solidFill>
                <a:effectLst/>
                <a:uLnTx/>
                <a:uFillTx/>
                <a:latin typeface="Meiryo UI"/>
                <a:ea typeface="Meiryo UI"/>
                <a:cs typeface="+mn-cs"/>
              </a:rPr>
              <a:t>改訂予定</a:t>
            </a:r>
            <a:r>
              <a:rPr kumimoji="1" lang="ja-JP" altLang="en-US" sz="1100" b="0" i="0" u="none" strike="noStrike" kern="1200" cap="none" spc="0" normalizeH="0" baseline="0" noProof="0">
                <a:ln>
                  <a:noFill/>
                </a:ln>
                <a:solidFill>
                  <a:prstClr val="white"/>
                </a:solidFill>
                <a:effectLst/>
                <a:uLnTx/>
                <a:uFillTx/>
                <a:latin typeface="Meiryo UI"/>
                <a:ea typeface="Meiryo UI"/>
                <a:cs typeface="+mn-cs"/>
              </a:rPr>
              <a:t>なし</a:t>
            </a:r>
          </a:p>
        </p:txBody>
      </p:sp>
      <p:sp>
        <p:nvSpPr>
          <p:cNvPr id="12" name="四角形: 角を丸くする 11">
            <a:extLst>
              <a:ext uri="{FF2B5EF4-FFF2-40B4-BE49-F238E27FC236}">
                <a16:creationId xmlns:a16="http://schemas.microsoft.com/office/drawing/2014/main" id="{EBA7AB23-011C-1891-61CF-84CC03244B11}"/>
              </a:ext>
            </a:extLst>
          </p:cNvPr>
          <p:cNvSpPr/>
          <p:nvPr/>
        </p:nvSpPr>
        <p:spPr>
          <a:xfrm>
            <a:off x="1607820" y="5455464"/>
            <a:ext cx="8119940" cy="348189"/>
          </a:xfrm>
          <a:prstGeom prst="roundRect">
            <a:avLst/>
          </a:prstGeom>
          <a:solidFill>
            <a:schemeClr val="bg1">
              <a:lumMod val="75000"/>
            </a:schemeClr>
          </a:solid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1">
                <a:ln>
                  <a:noFill/>
                </a:ln>
                <a:solidFill>
                  <a:prstClr val="white"/>
                </a:solidFill>
                <a:effectLst/>
                <a:uLnTx/>
                <a:uFillTx/>
                <a:latin typeface="Meiryo UI"/>
                <a:ea typeface="Meiryo UI"/>
                <a:cs typeface="+mn-cs"/>
              </a:rPr>
              <a:t>改訂予定</a:t>
            </a:r>
            <a:r>
              <a:rPr kumimoji="1" lang="ja-JP" altLang="en-US" sz="1100" b="0" i="0" u="none" strike="noStrike" kern="1200" cap="none" spc="0" normalizeH="0" baseline="0" noProof="0">
                <a:ln>
                  <a:noFill/>
                </a:ln>
                <a:solidFill>
                  <a:prstClr val="white"/>
                </a:solidFill>
                <a:effectLst/>
                <a:uLnTx/>
                <a:uFillTx/>
                <a:latin typeface="Meiryo UI"/>
                <a:ea typeface="Meiryo UI"/>
                <a:cs typeface="+mn-cs"/>
              </a:rPr>
              <a:t>なし</a:t>
            </a:r>
          </a:p>
        </p:txBody>
      </p:sp>
      <p:sp>
        <p:nvSpPr>
          <p:cNvPr id="13" name="四角形: 角を丸くする 12">
            <a:extLst>
              <a:ext uri="{FF2B5EF4-FFF2-40B4-BE49-F238E27FC236}">
                <a16:creationId xmlns:a16="http://schemas.microsoft.com/office/drawing/2014/main" id="{726C782E-1B4E-998A-967B-C994C687F172}"/>
              </a:ext>
            </a:extLst>
          </p:cNvPr>
          <p:cNvSpPr/>
          <p:nvPr/>
        </p:nvSpPr>
        <p:spPr>
          <a:xfrm>
            <a:off x="1607820" y="3347743"/>
            <a:ext cx="8119940" cy="323535"/>
          </a:xfrm>
          <a:prstGeom prst="roundRect">
            <a:avLst/>
          </a:prstGeom>
          <a:solidFill>
            <a:schemeClr val="bg1">
              <a:lumMod val="75000"/>
            </a:schemeClr>
          </a:solid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0">
                <a:ln>
                  <a:noFill/>
                </a:ln>
                <a:solidFill>
                  <a:prstClr val="white"/>
                </a:solidFill>
                <a:effectLst/>
                <a:uLnTx/>
                <a:uFillTx/>
                <a:latin typeface="Meiryo UI"/>
                <a:ea typeface="Meiryo UI"/>
                <a:cs typeface="+mn-cs"/>
              </a:rPr>
              <a:t>改訂予定なし</a:t>
            </a:r>
          </a:p>
        </p:txBody>
      </p:sp>
      <p:sp>
        <p:nvSpPr>
          <p:cNvPr id="14" name="四角形: 角を丸くする 13">
            <a:extLst>
              <a:ext uri="{FF2B5EF4-FFF2-40B4-BE49-F238E27FC236}">
                <a16:creationId xmlns:a16="http://schemas.microsoft.com/office/drawing/2014/main" id="{32CC3BB4-0660-0191-D7E0-91E3DFD8FEFD}"/>
              </a:ext>
            </a:extLst>
          </p:cNvPr>
          <p:cNvSpPr/>
          <p:nvPr/>
        </p:nvSpPr>
        <p:spPr>
          <a:xfrm>
            <a:off x="1607820" y="6259102"/>
            <a:ext cx="8119940" cy="337901"/>
          </a:xfrm>
          <a:prstGeom prst="roundRect">
            <a:avLst/>
          </a:prstGeom>
          <a:solidFill>
            <a:schemeClr val="bg1">
              <a:lumMod val="75000"/>
            </a:schemeClr>
          </a:solid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1">
                <a:ln>
                  <a:noFill/>
                </a:ln>
                <a:solidFill>
                  <a:prstClr val="white"/>
                </a:solidFill>
                <a:effectLst/>
                <a:uLnTx/>
                <a:uFillTx/>
                <a:latin typeface="Meiryo UI"/>
                <a:ea typeface="Meiryo UI"/>
                <a:cs typeface="+mn-cs"/>
              </a:rPr>
              <a:t>改訂予定</a:t>
            </a:r>
            <a:r>
              <a:rPr kumimoji="1" lang="ja-JP" altLang="en-US" sz="1100" b="0" i="0" u="none" strike="noStrike" kern="1200" cap="none" spc="0" normalizeH="0" baseline="0" noProof="0">
                <a:ln>
                  <a:noFill/>
                </a:ln>
                <a:solidFill>
                  <a:prstClr val="white"/>
                </a:solidFill>
                <a:effectLst/>
                <a:uLnTx/>
                <a:uFillTx/>
                <a:latin typeface="Meiryo UI"/>
                <a:ea typeface="Meiryo UI"/>
                <a:cs typeface="+mn-cs"/>
              </a:rPr>
              <a:t>なし</a:t>
            </a:r>
          </a:p>
        </p:txBody>
      </p:sp>
      <p:grpSp>
        <p:nvGrpSpPr>
          <p:cNvPr id="3" name="グループ化 2">
            <a:extLst>
              <a:ext uri="{FF2B5EF4-FFF2-40B4-BE49-F238E27FC236}">
                <a16:creationId xmlns:a16="http://schemas.microsoft.com/office/drawing/2014/main" id="{E560FD76-4FCB-428A-265C-2DE8478EBE8D}"/>
              </a:ext>
            </a:extLst>
          </p:cNvPr>
          <p:cNvGrpSpPr/>
          <p:nvPr/>
        </p:nvGrpSpPr>
        <p:grpSpPr>
          <a:xfrm>
            <a:off x="3219365" y="784569"/>
            <a:ext cx="662766" cy="5823696"/>
            <a:chOff x="8147149" y="721167"/>
            <a:chExt cx="662766" cy="5975377"/>
          </a:xfrm>
        </p:grpSpPr>
        <p:sp>
          <p:nvSpPr>
            <p:cNvPr id="150" name="楕円 149">
              <a:extLst>
                <a:ext uri="{FF2B5EF4-FFF2-40B4-BE49-F238E27FC236}">
                  <a16:creationId xmlns:a16="http://schemas.microsoft.com/office/drawing/2014/main" id="{A4F52C3C-40AE-BA91-7487-DB03E5782351}"/>
                </a:ext>
              </a:extLst>
            </p:cNvPr>
            <p:cNvSpPr/>
            <p:nvPr/>
          </p:nvSpPr>
          <p:spPr>
            <a:xfrm>
              <a:off x="8147149" y="721167"/>
              <a:ext cx="662766" cy="260555"/>
            </a:xfrm>
            <a:prstGeom prst="ellipse">
              <a:avLst/>
            </a:prstGeom>
            <a:solidFill>
              <a:srgbClr val="FF0000"/>
            </a:solidFill>
            <a:ln>
              <a:solidFill>
                <a:srgbClr val="FF0000"/>
              </a:solid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0">
                  <a:ln>
                    <a:noFill/>
                  </a:ln>
                  <a:solidFill>
                    <a:prstClr val="white"/>
                  </a:solidFill>
                  <a:effectLst/>
                  <a:uLnTx/>
                  <a:uFillTx/>
                  <a:latin typeface="Meiryo UI"/>
                  <a:ea typeface="Meiryo UI"/>
                  <a:cs typeface="+mn-cs"/>
                </a:rPr>
                <a:t>現在</a:t>
              </a:r>
            </a:p>
          </p:txBody>
        </p:sp>
        <p:cxnSp>
          <p:nvCxnSpPr>
            <p:cNvPr id="149" name="直線コネクタ 148">
              <a:extLst>
                <a:ext uri="{FF2B5EF4-FFF2-40B4-BE49-F238E27FC236}">
                  <a16:creationId xmlns:a16="http://schemas.microsoft.com/office/drawing/2014/main" id="{3E24F674-9791-91E4-DE64-A587DD40C122}"/>
                </a:ext>
              </a:extLst>
            </p:cNvPr>
            <p:cNvCxnSpPr>
              <a:cxnSpLocks/>
            </p:cNvCxnSpPr>
            <p:nvPr/>
          </p:nvCxnSpPr>
          <p:spPr bwMode="auto">
            <a:xfrm>
              <a:off x="8478532" y="958024"/>
              <a:ext cx="0" cy="5738520"/>
            </a:xfrm>
            <a:prstGeom prst="line">
              <a:avLst/>
            </a:prstGeom>
            <a:solidFill>
              <a:schemeClr val="bg1"/>
            </a:solidFill>
            <a:ln w="28575" cap="flat" cmpd="sng" algn="ctr">
              <a:solidFill>
                <a:srgbClr val="FF0000"/>
              </a:solidFill>
              <a:prstDash val="solid"/>
              <a:round/>
              <a:headEnd type="none" w="med" len="med"/>
              <a:tailEnd type="none" w="med" len="med"/>
            </a:ln>
            <a:effectLst/>
          </p:spPr>
        </p:cxnSp>
      </p:grpSp>
      <p:sp>
        <p:nvSpPr>
          <p:cNvPr id="6" name="正方形/長方形 5">
            <a:extLst>
              <a:ext uri="{FF2B5EF4-FFF2-40B4-BE49-F238E27FC236}">
                <a16:creationId xmlns:a16="http://schemas.microsoft.com/office/drawing/2014/main" id="{9F2FA3C9-4721-08FF-AC5C-3329264A42D9}"/>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(DX</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機構資料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17866343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1E93F-7DA5-D991-A508-C4D58EDD191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E7BA4C8-9639-35AA-B5A5-B4D24D653CE5}"/>
              </a:ext>
            </a:extLst>
          </p:cNvPr>
          <p:cNvSpPr>
            <a:spLocks noGrp="1"/>
          </p:cNvSpPr>
          <p:nvPr>
            <p:ph type="title"/>
          </p:nvPr>
        </p:nvSpPr>
        <p:spPr/>
        <p:txBody>
          <a:bodyPr vert="horz"/>
          <a:lstStyle/>
          <a:p>
            <a:r>
              <a:rPr lang="en-US" altLang="ja-JP" sz="1800" kern="1200" noProof="1">
                <a:solidFill>
                  <a:srgbClr val="324F71"/>
                </a:solidFill>
              </a:rPr>
              <a:t>2</a:t>
            </a:r>
            <a:r>
              <a:rPr lang="ja-JP" altLang="en-US" sz="1800" kern="1200" noProof="1">
                <a:solidFill>
                  <a:srgbClr val="324F71"/>
                </a:solidFill>
              </a:rPr>
              <a:t>．各種台帳の更新確認</a:t>
            </a:r>
            <a:endParaRPr kumimoji="1" lang="ja-JP" altLang="en-US" sz="1800" noProof="1">
              <a:solidFill>
                <a:srgbClr val="324F71"/>
              </a:solidFill>
            </a:endParaRPr>
          </a:p>
        </p:txBody>
      </p:sp>
      <p:sp>
        <p:nvSpPr>
          <p:cNvPr id="3" name="コンテンツ プレースホルダー 2">
            <a:extLst>
              <a:ext uri="{FF2B5EF4-FFF2-40B4-BE49-F238E27FC236}">
                <a16:creationId xmlns:a16="http://schemas.microsoft.com/office/drawing/2014/main" id="{5D838492-4AFB-D030-2D91-440686598C00}"/>
              </a:ext>
            </a:extLst>
          </p:cNvPr>
          <p:cNvSpPr>
            <a:spLocks noGrp="1"/>
          </p:cNvSpPr>
          <p:nvPr>
            <p:ph idx="1"/>
          </p:nvPr>
        </p:nvSpPr>
        <p:spPr>
          <a:noFill/>
          <a:ln w="12700">
            <a:noFill/>
            <a:miter lim="800000"/>
            <a:headEnd/>
            <a:tailEnd/>
          </a:ln>
        </p:spPr>
        <p:txBody>
          <a:bodyPr vert="horz" wrap="square" lIns="36000" tIns="36000" rIns="36000" bIns="36000" numCol="1" anchor="t" anchorCtr="0" compatLnSpc="1">
            <a:prstTxWarp prst="textNoShape">
              <a:avLst/>
            </a:prstTxWarp>
            <a:noAutofit/>
          </a:bodyPr>
          <a:lstStyle/>
          <a:p>
            <a:pPr marL="342900" indent="-342900">
              <a:buFont typeface="+mj-ea"/>
              <a:buAutoNum type="circleNumDbPlain"/>
            </a:pPr>
            <a:r>
              <a:rPr kumimoji="0" lang="en-US" altLang="ja-JP" sz="1600" noProof="1">
                <a:solidFill>
                  <a:prstClr val="black"/>
                </a:solidFill>
                <a:latin typeface="Meiryo UI"/>
                <a:ea typeface="Meiryo UI"/>
              </a:rPr>
              <a:t>課題・ToDo台帳</a:t>
            </a:r>
            <a:r>
              <a:rPr kumimoji="0" lang="ja-JP" altLang="en-US" sz="1600" noProof="1">
                <a:solidFill>
                  <a:prstClr val="black"/>
                </a:solidFill>
                <a:latin typeface="Meiryo UI"/>
                <a:ea typeface="Meiryo UI"/>
              </a:rPr>
              <a:t>：原本を確認する。​</a:t>
            </a:r>
            <a:endParaRPr kumimoji="0" lang="en-US" altLang="ja-JP" sz="1600" noProof="1">
              <a:solidFill>
                <a:prstClr val="black"/>
              </a:solidFill>
              <a:latin typeface="Meiryo UI"/>
              <a:ea typeface="Meiryo UI"/>
            </a:endParaRPr>
          </a:p>
          <a:p>
            <a:pPr marL="342900" indent="-342900">
              <a:buFont typeface="+mj-ea"/>
              <a:buAutoNum type="circleNumDbPlain"/>
            </a:pPr>
            <a:r>
              <a:rPr kumimoji="0" lang="ja-JP" altLang="en-US" sz="1600" noProof="1">
                <a:solidFill>
                  <a:prstClr val="black"/>
                </a:solidFill>
                <a:latin typeface="Meiryo UI"/>
                <a:ea typeface="Meiryo UI"/>
              </a:rPr>
              <a:t>案件台帳：下表が更新箇所の概況である。</a:t>
            </a:r>
            <a:endParaRPr lang="en-US" altLang="ja-JP" noProof="1">
              <a:solidFill>
                <a:prstClr val="black"/>
              </a:solidFill>
            </a:endParaRPr>
          </a:p>
        </p:txBody>
      </p:sp>
      <p:sp>
        <p:nvSpPr>
          <p:cNvPr id="5" name="コンテンツ プレースホルダー 2">
            <a:extLst>
              <a:ext uri="{FF2B5EF4-FFF2-40B4-BE49-F238E27FC236}">
                <a16:creationId xmlns:a16="http://schemas.microsoft.com/office/drawing/2014/main" id="{ABDD959D-98FB-F945-98FF-658CF5366A70}"/>
              </a:ext>
            </a:extLst>
          </p:cNvPr>
          <p:cNvSpPr txBox="1">
            <a:spLocks/>
          </p:cNvSpPr>
          <p:nvPr/>
        </p:nvSpPr>
        <p:spPr bwMode="auto">
          <a:xfrm>
            <a:off x="507000" y="1390038"/>
            <a:ext cx="8892000" cy="254831"/>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marL="0" indent="0" algn="l" rtl="0" eaLnBrk="1" fontAlgn="base" hangingPunct="1">
              <a:spcBef>
                <a:spcPts val="0"/>
              </a:spcBef>
              <a:spcAft>
                <a:spcPct val="0"/>
              </a:spcAft>
              <a:defRPr kumimoji="1" sz="1400" noProof="1">
                <a:solidFill>
                  <a:schemeClr val="tx1"/>
                </a:solidFill>
                <a:latin typeface="+mj-ea"/>
                <a:ea typeface="+mj-ea"/>
                <a:cs typeface="+mn-cs"/>
              </a:defRPr>
            </a:lvl1pPr>
            <a:lvl2pPr marL="573775" indent="-214273" algn="l" rtl="0" eaLnBrk="1" fontAlgn="base" hangingPunct="1">
              <a:spcBef>
                <a:spcPct val="20000"/>
              </a:spcBef>
              <a:spcAft>
                <a:spcPct val="0"/>
              </a:spcAft>
              <a:buChar char="–"/>
              <a:defRPr kumimoji="1" sz="2101" noProof="1">
                <a:solidFill>
                  <a:schemeClr val="tx1"/>
                </a:solidFill>
                <a:latin typeface="Meiryo UI" pitchFamily="18" charset="0"/>
                <a:ea typeface="+mn-ea"/>
              </a:defRPr>
            </a:lvl2pPr>
            <a:lvl3pPr marL="888042" indent="-171418" algn="l" rtl="0" eaLnBrk="1" fontAlgn="base" hangingPunct="1">
              <a:spcBef>
                <a:spcPct val="20000"/>
              </a:spcBef>
              <a:spcAft>
                <a:spcPct val="0"/>
              </a:spcAft>
              <a:buChar char="•"/>
              <a:defRPr kumimoji="1" sz="1799" noProof="1">
                <a:solidFill>
                  <a:schemeClr val="tx1"/>
                </a:solidFill>
                <a:latin typeface="Meiryo UI" pitchFamily="18" charset="0"/>
                <a:ea typeface="+mn-ea"/>
              </a:defRPr>
            </a:lvl3pPr>
            <a:lvl4pPr marL="1202308"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4pPr>
            <a:lvl5pPr marL="1542762" indent="-172609" algn="l" rtl="0" eaLnBrk="1" fontAlgn="base" hangingPunct="1">
              <a:spcBef>
                <a:spcPct val="20000"/>
              </a:spcBef>
              <a:spcAft>
                <a:spcPct val="0"/>
              </a:spcAft>
              <a:buChar char="»"/>
              <a:defRPr kumimoji="1" sz="1500" noProof="1">
                <a:solidFill>
                  <a:schemeClr val="tx1"/>
                </a:solidFill>
                <a:latin typeface="Meiryo UI" pitchFamily="18" charset="0"/>
                <a:ea typeface="+mn-ea"/>
              </a:defRPr>
            </a:lvl5pPr>
            <a:lvl6pPr marL="1885600"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6pPr>
            <a:lvl7pPr marL="2228436"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7pPr>
            <a:lvl8pPr marL="2571271"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8pPr>
            <a:lvl9pPr marL="2914107"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9pPr>
          </a:lstStyle>
          <a:p>
            <a:pPr marL="0" marR="0" lvl="0" indent="0" algn="l" defTabSz="914400" rtl="0" eaLnBrk="1" fontAlgn="base" latinLnBrk="0" hangingPunct="1">
              <a:lnSpc>
                <a:spcPct val="100000"/>
              </a:lnSpc>
              <a:spcBef>
                <a:spcPts val="0"/>
              </a:spcBef>
              <a:spcAft>
                <a:spcPct val="0"/>
              </a:spcAft>
              <a:buClrTx/>
              <a:buSzTx/>
              <a:buFontTx/>
              <a:buNone/>
              <a:tabLst/>
              <a:defRPr/>
            </a:pPr>
            <a:r>
              <a:rPr kumimoji="1" lang="ja-JP" altLang="en-US" sz="1400" b="0" i="0" u="none" strike="noStrike" kern="0" cap="none" spc="0" normalizeH="0" baseline="0" noProof="1">
                <a:ln>
                  <a:noFill/>
                </a:ln>
                <a:solidFill>
                  <a:prstClr val="black"/>
                </a:solidFill>
                <a:effectLst/>
                <a:uLnTx/>
                <a:uFillTx/>
                <a:latin typeface="Meiryo UI"/>
                <a:ea typeface="Meiryo UI"/>
                <a:cs typeface="+mn-cs"/>
              </a:rPr>
              <a:t>■</a:t>
            </a:r>
            <a:r>
              <a:rPr kumimoji="1" lang="en-US" altLang="ja-JP" sz="1400" b="0" i="0" u="none" strike="noStrike" kern="0" cap="none" spc="0" normalizeH="0" baseline="0" noProof="1">
                <a:ln>
                  <a:noFill/>
                </a:ln>
                <a:solidFill>
                  <a:prstClr val="black"/>
                </a:solidFill>
                <a:effectLst/>
                <a:uLnTx/>
                <a:uFillTx/>
                <a:latin typeface="Meiryo UI"/>
                <a:ea typeface="Meiryo UI"/>
                <a:cs typeface="+mn-cs"/>
              </a:rPr>
              <a:t>DX</a:t>
            </a:r>
            <a:r>
              <a:rPr kumimoji="1" lang="ja-JP" altLang="en-US" sz="1400" b="0" i="0" u="none" strike="noStrike" kern="0" cap="none" spc="0" normalizeH="0" baseline="0" noProof="1">
                <a:ln>
                  <a:noFill/>
                </a:ln>
                <a:solidFill>
                  <a:prstClr val="black"/>
                </a:solidFill>
                <a:effectLst/>
                <a:uLnTx/>
                <a:uFillTx/>
                <a:latin typeface="Meiryo UI"/>
                <a:ea typeface="Meiryo UI"/>
                <a:cs typeface="+mn-cs"/>
              </a:rPr>
              <a:t>機構側</a:t>
            </a:r>
          </a:p>
        </p:txBody>
      </p:sp>
      <p:graphicFrame>
        <p:nvGraphicFramePr>
          <p:cNvPr id="8" name="表 7">
            <a:extLst>
              <a:ext uri="{FF2B5EF4-FFF2-40B4-BE49-F238E27FC236}">
                <a16:creationId xmlns:a16="http://schemas.microsoft.com/office/drawing/2014/main" id="{7F3BF418-5928-87A7-04E5-0F9153CBBB29}"/>
              </a:ext>
            </a:extLst>
          </p:cNvPr>
          <p:cNvGraphicFramePr>
            <a:graphicFrameLocks noGrp="1"/>
          </p:cNvGraphicFramePr>
          <p:nvPr/>
        </p:nvGraphicFramePr>
        <p:xfrm>
          <a:off x="524335" y="1679208"/>
          <a:ext cx="9039155" cy="2472537"/>
        </p:xfrm>
        <a:graphic>
          <a:graphicData uri="http://schemas.openxmlformats.org/drawingml/2006/table">
            <a:tbl>
              <a:tblPr/>
              <a:tblGrid>
                <a:gridCol w="322331">
                  <a:extLst>
                    <a:ext uri="{9D8B030D-6E8A-4147-A177-3AD203B41FA5}">
                      <a16:colId xmlns:a16="http://schemas.microsoft.com/office/drawing/2014/main" val="1500314929"/>
                    </a:ext>
                  </a:extLst>
                </a:gridCol>
                <a:gridCol w="687936">
                  <a:extLst>
                    <a:ext uri="{9D8B030D-6E8A-4147-A177-3AD203B41FA5}">
                      <a16:colId xmlns:a16="http://schemas.microsoft.com/office/drawing/2014/main" val="1654099071"/>
                    </a:ext>
                  </a:extLst>
                </a:gridCol>
                <a:gridCol w="485156">
                  <a:extLst>
                    <a:ext uri="{9D8B030D-6E8A-4147-A177-3AD203B41FA5}">
                      <a16:colId xmlns:a16="http://schemas.microsoft.com/office/drawing/2014/main" val="3484704196"/>
                    </a:ext>
                  </a:extLst>
                </a:gridCol>
                <a:gridCol w="2194426">
                  <a:extLst>
                    <a:ext uri="{9D8B030D-6E8A-4147-A177-3AD203B41FA5}">
                      <a16:colId xmlns:a16="http://schemas.microsoft.com/office/drawing/2014/main" val="3863879091"/>
                    </a:ext>
                  </a:extLst>
                </a:gridCol>
                <a:gridCol w="1073426">
                  <a:extLst>
                    <a:ext uri="{9D8B030D-6E8A-4147-A177-3AD203B41FA5}">
                      <a16:colId xmlns:a16="http://schemas.microsoft.com/office/drawing/2014/main" val="2549729147"/>
                    </a:ext>
                  </a:extLst>
                </a:gridCol>
                <a:gridCol w="2824607">
                  <a:extLst>
                    <a:ext uri="{9D8B030D-6E8A-4147-A177-3AD203B41FA5}">
                      <a16:colId xmlns:a16="http://schemas.microsoft.com/office/drawing/2014/main" val="1374113706"/>
                    </a:ext>
                  </a:extLst>
                </a:gridCol>
                <a:gridCol w="1451273">
                  <a:extLst>
                    <a:ext uri="{9D8B030D-6E8A-4147-A177-3AD203B41FA5}">
                      <a16:colId xmlns:a16="http://schemas.microsoft.com/office/drawing/2014/main" val="2533383427"/>
                    </a:ext>
                  </a:extLst>
                </a:gridCol>
              </a:tblGrid>
              <a:tr h="253719">
                <a:tc>
                  <a:txBody>
                    <a:bodyPr/>
                    <a:lstStyle/>
                    <a:p>
                      <a:pPr marL="0" algn="ctr" defTabSz="685673" rtl="0" eaLnBrk="1" fontAlgn="base" latinLnBrk="0" hangingPunct="1">
                        <a:lnSpc>
                          <a:spcPts val="1200"/>
                        </a:lnSpc>
                      </a:pPr>
                      <a:r>
                        <a:rPr lang="en-US" altLang="ja-JP" sz="1100" b="1" i="0" kern="1200" noProof="1">
                          <a:solidFill>
                            <a:schemeClr val="bg1"/>
                          </a:solidFill>
                          <a:effectLst/>
                          <a:latin typeface="+mj-ea"/>
                          <a:ea typeface="+mj-ea"/>
                          <a:cs typeface="+mn-cs"/>
                        </a:rPr>
                        <a:t>#</a:t>
                      </a:r>
                      <a:endParaRPr kumimoji="1" lang="en-US" sz="1100" b="1" i="0" kern="1200" noProof="1">
                        <a:solidFill>
                          <a:schemeClr val="bg1"/>
                        </a:solidFill>
                        <a:effectLst/>
                        <a:latin typeface="+mj-ea"/>
                        <a:ea typeface="+mj-ea"/>
                        <a:cs typeface="+mn-cs"/>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1"/>
                    </a:solidFill>
                  </a:tcPr>
                </a:tc>
                <a:tc>
                  <a:txBody>
                    <a:bodyPr/>
                    <a:lstStyle/>
                    <a:p>
                      <a:pPr marL="0" algn="ctr" defTabSz="685673" rtl="0" eaLnBrk="1" fontAlgn="base" latinLnBrk="0" hangingPunct="1">
                        <a:lnSpc>
                          <a:spcPts val="1200"/>
                        </a:lnSpc>
                      </a:pPr>
                      <a:r>
                        <a:rPr lang="ja-JP" altLang="en-US" sz="1100" b="1" i="0" kern="1200" noProof="1">
                          <a:solidFill>
                            <a:schemeClr val="bg1"/>
                          </a:solidFill>
                          <a:effectLst/>
                          <a:latin typeface="+mj-ea"/>
                          <a:ea typeface="+mj-ea"/>
                          <a:cs typeface="+mn-cs"/>
                        </a:rPr>
                        <a:t>区分</a:t>
                      </a:r>
                      <a:endParaRPr kumimoji="1" lang="en-US" altLang="ja-JP" sz="1100" b="1" i="0" kern="1200" noProof="1">
                        <a:solidFill>
                          <a:schemeClr val="bg1"/>
                        </a:solidFill>
                        <a:effectLst/>
                        <a:latin typeface="+mj-ea"/>
                        <a:ea typeface="+mj-ea"/>
                        <a:cs typeface="+mn-cs"/>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1"/>
                    </a:solidFill>
                  </a:tcPr>
                </a:tc>
                <a:tc>
                  <a:txBody>
                    <a:bodyPr/>
                    <a:lstStyle/>
                    <a:p>
                      <a:pPr marL="0" algn="ctr" defTabSz="685673" rtl="0" eaLnBrk="1" fontAlgn="base" latinLnBrk="0" hangingPunct="1">
                        <a:lnSpc>
                          <a:spcPts val="1200"/>
                        </a:lnSpc>
                      </a:pPr>
                      <a:r>
                        <a:rPr lang="en-US" altLang="ja-JP" sz="1100" b="1" i="0" kern="1200" noProof="1">
                          <a:solidFill>
                            <a:schemeClr val="bg1"/>
                          </a:solidFill>
                          <a:effectLst/>
                          <a:latin typeface="+mj-ea"/>
                          <a:ea typeface="+mj-ea"/>
                          <a:cs typeface="+mn-cs"/>
                        </a:rPr>
                        <a:t>ID</a:t>
                      </a:r>
                      <a:r>
                        <a:rPr lang="en-US" sz="1100" b="1" i="0" kern="1200" noProof="1">
                          <a:solidFill>
                            <a:schemeClr val="bg1"/>
                          </a:solidFill>
                          <a:effectLst/>
                          <a:latin typeface="+mj-ea"/>
                          <a:ea typeface="+mj-ea"/>
                          <a:cs typeface="+mn-cs"/>
                        </a:rPr>
                        <a:t>​</a:t>
                      </a:r>
                      <a:endParaRPr kumimoji="1" lang="en-US"/>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1"/>
                    </a:solidFill>
                  </a:tcPr>
                </a:tc>
                <a:tc>
                  <a:txBody>
                    <a:bodyPr/>
                    <a:lstStyle/>
                    <a:p>
                      <a:pPr marL="0" algn="ctr" defTabSz="685673" rtl="0" eaLnBrk="1" fontAlgn="base" latinLnBrk="0" hangingPunct="1">
                        <a:lnSpc>
                          <a:spcPts val="1200"/>
                        </a:lnSpc>
                      </a:pPr>
                      <a:r>
                        <a:rPr lang="ja-JP" altLang="en-US" sz="1100" b="1" i="0" kern="1200" noProof="1">
                          <a:solidFill>
                            <a:schemeClr val="bg1"/>
                          </a:solidFill>
                          <a:effectLst/>
                          <a:latin typeface="+mj-ea"/>
                          <a:ea typeface="+mj-ea"/>
                          <a:cs typeface="+mn-cs"/>
                        </a:rPr>
                        <a:t>案件名</a:t>
                      </a:r>
                      <a:endParaRPr kumimoji="1" lang="en-US" altLang="ja-JP"/>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1"/>
                    </a:solidFill>
                  </a:tcPr>
                </a:tc>
                <a:tc>
                  <a:txBody>
                    <a:bodyPr/>
                    <a:lstStyle/>
                    <a:p>
                      <a:pPr marL="0" algn="ctr" rtl="0" eaLnBrk="1" fontAlgn="base" latinLnBrk="0" hangingPunct="1">
                        <a:lnSpc>
                          <a:spcPts val="1200"/>
                        </a:lnSpc>
                      </a:pPr>
                      <a:r>
                        <a:rPr lang="ja-JP" altLang="en-US" sz="1100" b="1" i="0" kern="1200" noProof="1">
                          <a:solidFill>
                            <a:schemeClr val="bg1"/>
                          </a:solidFill>
                          <a:effectLst/>
                          <a:latin typeface="+mj-ea"/>
                          <a:ea typeface="+mj-ea"/>
                          <a:cs typeface="+mn-cs"/>
                        </a:rPr>
                        <a:t>リリース</a:t>
                      </a:r>
                      <a:br>
                        <a:rPr lang="en-US" altLang="ja-JP" sz="1100" b="1" i="0" kern="1200" noProof="1">
                          <a:solidFill>
                            <a:srgbClr val="FFFFFF"/>
                          </a:solidFill>
                          <a:effectLst/>
                          <a:latin typeface="+mj-ea"/>
                          <a:ea typeface="+mj-ea"/>
                          <a:cs typeface="+mn-cs"/>
                        </a:rPr>
                      </a:br>
                      <a:r>
                        <a:rPr lang="ja-JP" altLang="en-US" sz="1100" b="1" i="0" kern="1200" noProof="1">
                          <a:solidFill>
                            <a:schemeClr val="bg1"/>
                          </a:solidFill>
                          <a:effectLst/>
                          <a:latin typeface="+mj-ea"/>
                          <a:ea typeface="+mj-ea"/>
                          <a:cs typeface="+mn-cs"/>
                        </a:rPr>
                        <a:t>希望時期</a:t>
                      </a:r>
                      <a:endParaRPr kumimoji="1" lang="en-US" altLang="ja-JP"/>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1"/>
                    </a:solidFill>
                  </a:tcPr>
                </a:tc>
                <a:tc>
                  <a:txBody>
                    <a:bodyPr/>
                    <a:lstStyle/>
                    <a:p>
                      <a:pPr marL="0" algn="ctr" defTabSz="685673" rtl="0" eaLnBrk="1" fontAlgn="base" latinLnBrk="0" hangingPunct="1">
                        <a:lnSpc>
                          <a:spcPts val="1200"/>
                        </a:lnSpc>
                      </a:pPr>
                      <a:r>
                        <a:rPr lang="ja-JP" altLang="en-US" sz="1100" b="1" i="0" kern="1200" noProof="1">
                          <a:solidFill>
                            <a:schemeClr val="bg1"/>
                          </a:solidFill>
                          <a:effectLst/>
                          <a:latin typeface="+mj-ea"/>
                          <a:ea typeface="+mj-ea"/>
                          <a:cs typeface="+mn-cs"/>
                        </a:rPr>
                        <a:t>内容</a:t>
                      </a:r>
                      <a:endParaRPr kumimoji="1" lang="en-US" altLang="ja-JP"/>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1"/>
                    </a:solidFill>
                  </a:tcPr>
                </a:tc>
                <a:tc>
                  <a:txBody>
                    <a:bodyPr/>
                    <a:lstStyle/>
                    <a:p>
                      <a:pPr marL="0" algn="ctr" defTabSz="685673" rtl="0" eaLnBrk="1" fontAlgn="base" latinLnBrk="0" hangingPunct="1">
                        <a:lnSpc>
                          <a:spcPts val="1200"/>
                        </a:lnSpc>
                      </a:pPr>
                      <a:r>
                        <a:rPr lang="ja-JP" altLang="en-US" sz="1100" b="1" i="0" kern="1200" noProof="1">
                          <a:solidFill>
                            <a:schemeClr val="bg1"/>
                          </a:solidFill>
                          <a:effectLst/>
                          <a:latin typeface="+mj-ea"/>
                          <a:ea typeface="+mj-ea"/>
                          <a:cs typeface="+mn-cs"/>
                        </a:rPr>
                        <a:t>備考</a:t>
                      </a:r>
                      <a:endParaRPr kumimoji="1" lang="en-US" altLang="ja-JP"/>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746781126"/>
                  </a:ext>
                </a:extLst>
              </a:tr>
              <a:tr h="467999">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en-US" altLang="ja-JP" sz="1100" b="0" i="0" u="none" strike="noStrike" kern="1200" cap="none" spc="0" normalizeH="0" baseline="0" noProof="0">
                          <a:ln>
                            <a:noFill/>
                          </a:ln>
                          <a:solidFill>
                            <a:srgbClr val="000000"/>
                          </a:solidFill>
                          <a:effectLst/>
                          <a:uLnTx/>
                          <a:uFillTx/>
                          <a:latin typeface="Meiryo UI"/>
                          <a:ea typeface="Meiryo UI"/>
                          <a:cs typeface="+mn-cs"/>
                        </a:rPr>
                        <a:t>1</a:t>
                      </a:r>
                    </a:p>
                  </a:txBody>
                  <a:tcPr marL="36000" marR="36000" marT="36000" marB="36000" anchor="ctr">
                    <a:lnL w="10658">
                      <a:solidFill>
                        <a:srgbClr val="000000"/>
                      </a:solidFill>
                    </a:lnL>
                    <a:lnR w="10658">
                      <a:solidFill>
                        <a:srgbClr val="000000"/>
                      </a:solidFill>
                    </a:lnR>
                    <a:lnT w="10658">
                      <a:solidFill>
                        <a:srgbClr val="000000"/>
                      </a:solidFill>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eiryo UI"/>
                          <a:cs typeface="+mn-cs"/>
                        </a:rPr>
                        <a:t>更新</a:t>
                      </a: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marL="36000" marR="36000" marT="36000" marB="36000" anchor="ctr">
                    <a:lnL w="10658">
                      <a:solidFill>
                        <a:srgbClr val="000000"/>
                      </a:solidFill>
                    </a:lnL>
                    <a:lnR w="10658">
                      <a:solidFill>
                        <a:srgbClr val="000000"/>
                      </a:solidFill>
                    </a:lnR>
                    <a:lnT w="10658">
                      <a:solidFill>
                        <a:srgbClr val="000000"/>
                      </a:solidFill>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en-US" altLang="ja-JP" sz="1100" b="0" i="0" u="none" strike="noStrike" kern="1200" cap="none" spc="0" normalizeH="0" baseline="0" noProof="0">
                          <a:ln>
                            <a:noFill/>
                          </a:ln>
                          <a:solidFill>
                            <a:srgbClr val="000000"/>
                          </a:solidFill>
                          <a:effectLst/>
                          <a:uLnTx/>
                          <a:uFillTx/>
                          <a:latin typeface="Meiryo UI"/>
                          <a:ea typeface="Meiryo UI"/>
                          <a:cs typeface="+mn-cs"/>
                        </a:rPr>
                        <a:t>213</a:t>
                      </a:r>
                    </a:p>
                  </a:txBody>
                  <a:tcPr marL="36000" marR="36000" marT="36000" marB="36000" anchor="ctr">
                    <a:lnL w="10658">
                      <a:solidFill>
                        <a:srgbClr val="000000"/>
                      </a:solidFill>
                    </a:lnL>
                    <a:lnR w="10658">
                      <a:solidFill>
                        <a:srgbClr val="000000"/>
                      </a:solidFill>
                    </a:lnR>
                    <a:lnT w="10658">
                      <a:solidFill>
                        <a:srgbClr val="000000"/>
                      </a:solidFill>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n-ea"/>
                          <a:cs typeface="+mn-cs"/>
                        </a:rPr>
                        <a:t>臨床情報詳細画面の傷病名を</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PDF</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と同様に出力する対応</a:t>
                      </a: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marL="0" marR="0" marT="0" marB="0" anchor="ctr">
                    <a:lnL w="10658">
                      <a:solidFill>
                        <a:srgbClr val="000000"/>
                      </a:solidFill>
                    </a:lnL>
                    <a:lnT w="10658">
                      <a:solidFill>
                        <a:srgbClr val="000000"/>
                      </a:solidFill>
                    </a:lnT>
                    <a:lnB w="10658" cap="flat" cmpd="sng" algn="ctr">
                      <a:solidFill>
                        <a:srgbClr val="000000"/>
                      </a:solidFill>
                      <a:prstDash val="solid"/>
                      <a:round/>
                      <a:headEnd type="none" w="med" len="med"/>
                      <a:tailEnd type="none" w="med" len="med"/>
                    </a:lnB>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n-ea"/>
                          <a:cs typeface="+mn-cs"/>
                        </a:rPr>
                        <a:t>令和</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8</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年度</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12</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月​</a:t>
                      </a: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marL="0" marR="0" marT="0" marB="0" anchor="ctr">
                    <a:lnT w="10658">
                      <a:solidFill>
                        <a:srgbClr val="000000"/>
                      </a:solidFill>
                    </a:lnT>
                    <a:lnB w="10658" cap="flat" cmpd="sng" algn="ctr">
                      <a:solidFill>
                        <a:srgbClr val="000000"/>
                      </a:solidFill>
                      <a:prstDash val="solid"/>
                      <a:round/>
                      <a:headEnd type="none" w="med" len="med"/>
                      <a:tailEnd type="none" w="med" len="med"/>
                    </a:lnB>
                  </a:tcPr>
                </a:tc>
                <a:tc>
                  <a:txBody>
                    <a:bodyPr/>
                    <a:lstStyle/>
                    <a:p>
                      <a:pPr marL="0" marR="0" lvl="0" indent="0" algn="l" defTabSz="843930" rtl="0" eaLnBrk="1" fontAlgn="auto" latinLnBrk="0" hangingPunct="1">
                        <a:lnSpc>
                          <a:spcPts val="12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n-ea"/>
                          <a:cs typeface="+mn-cs"/>
                        </a:rPr>
                        <a:t>臨床情報詳細画面の傷病名を</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PDF</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と同様に出力する。</a:t>
                      </a: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anchor="ctr">
                    <a:lnR w="10658">
                      <a:solidFill>
                        <a:srgbClr val="000000"/>
                      </a:solidFill>
                    </a:lnR>
                    <a:lnT w="10658">
                      <a:solidFill>
                        <a:srgbClr val="000000"/>
                      </a:solidFill>
                    </a:lnT>
                    <a:lnB w="10658" cap="flat" cmpd="sng" algn="ctr">
                      <a:solidFill>
                        <a:srgbClr val="000000"/>
                      </a:solidFill>
                      <a:prstDash val="solid"/>
                      <a:round/>
                      <a:headEnd type="none" w="med" len="med"/>
                      <a:tailEnd type="none" w="med" len="med"/>
                    </a:lnB>
                    <a:noFill/>
                  </a:tcPr>
                </a:tc>
                <a:tc>
                  <a:txBody>
                    <a:bodyPr/>
                    <a:lstStyle/>
                    <a:p>
                      <a:pPr marL="0" lvl="0" indent="0" algn="ctr" defTabSz="843930" rtl="0" eaLnBrk="1" latinLnBrk="0" hangingPunct="1">
                        <a:lnSpc>
                          <a:spcPts val="1200"/>
                        </a:lnSpc>
                        <a:spcBef>
                          <a:spcPts val="0"/>
                        </a:spcBef>
                        <a:spcAft>
                          <a:spcPts val="0"/>
                        </a:spcAft>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n-ea"/>
                          <a:cs typeface="+mn-cs"/>
                        </a:rPr>
                        <a:t>趣旨に変更はなく、案件名のみ変更。​</a:t>
                      </a:r>
                      <a:endParaRPr kumimoji="1" lang="en-US" sz="1100" b="0" i="0" u="none" strike="noStrike" kern="1200" cap="none" spc="0" normalizeH="0" baseline="0" noProof="0">
                        <a:ln>
                          <a:noFill/>
                        </a:ln>
                        <a:solidFill>
                          <a:srgbClr val="000000"/>
                        </a:solidFill>
                        <a:effectLst/>
                        <a:uLnTx/>
                        <a:uFillTx/>
                        <a:latin typeface="Meiryo UI"/>
                        <a:ea typeface="Meiryo UI"/>
                        <a:cs typeface="+mn-cs"/>
                      </a:endParaRPr>
                    </a:p>
                  </a:txBody>
                  <a:tcPr anchor="ctr">
                    <a:lnL w="10658">
                      <a:solidFill>
                        <a:srgbClr val="000000"/>
                      </a:solidFill>
                    </a:lnL>
                    <a:lnR w="10658">
                      <a:solidFill>
                        <a:srgbClr val="000000"/>
                      </a:solidFill>
                    </a:lnR>
                    <a:lnT w="10658">
                      <a:solidFill>
                        <a:srgbClr val="000000"/>
                      </a:solidFill>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7923501"/>
                  </a:ext>
                </a:extLst>
              </a:tr>
              <a:tr h="467999">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en-US" altLang="ja-JP" sz="1100" b="0" i="0" u="none" strike="noStrike" kern="1200" cap="none" spc="0" normalizeH="0" baseline="0" noProof="0">
                          <a:ln>
                            <a:noFill/>
                          </a:ln>
                          <a:solidFill>
                            <a:srgbClr val="000000"/>
                          </a:solidFill>
                          <a:effectLst/>
                          <a:uLnTx/>
                          <a:uFillTx/>
                          <a:latin typeface="Meiryo UI"/>
                          <a:ea typeface="Meiryo UI"/>
                          <a:cs typeface="+mn-cs"/>
                        </a:rPr>
                        <a:t>2</a:t>
                      </a:r>
                    </a:p>
                  </a:txBody>
                  <a:tcPr marL="36000" marR="36000" marT="36000" marB="36000" anchor="ctr">
                    <a:lnL w="10658">
                      <a:solidFill>
                        <a:srgbClr val="000000"/>
                      </a:solidFill>
                    </a:lnL>
                    <a:lnR w="10658" cap="flat" cmpd="sng" algn="ctr">
                      <a:solidFill>
                        <a:srgbClr val="000000"/>
                      </a:solidFill>
                      <a:prstDash val="solid"/>
                      <a:round/>
                      <a:headEnd type="none" w="med" len="med"/>
                      <a:tailEnd type="none" w="med" len="med"/>
                    </a:lnR>
                    <a:lnT w="10658">
                      <a:solidFill>
                        <a:srgbClr val="000000"/>
                      </a:solidFill>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eiryo UI"/>
                          <a:cs typeface="+mn-cs"/>
                        </a:rPr>
                        <a:t>取り下げ</a:t>
                      </a: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marL="36000" marR="36000" marT="36000" marB="36000"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a:solidFill>
                        <a:srgbClr val="000000"/>
                      </a:solidFill>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en-US" altLang="ja-JP" sz="1100" b="0" i="0" u="none" strike="noStrike" kern="1200" cap="none" spc="0" normalizeH="0" baseline="0" noProof="0">
                          <a:ln>
                            <a:noFill/>
                          </a:ln>
                          <a:solidFill>
                            <a:srgbClr val="000000"/>
                          </a:solidFill>
                          <a:effectLst/>
                          <a:uLnTx/>
                          <a:uFillTx/>
                          <a:latin typeface="Meiryo UI"/>
                          <a:ea typeface="Meiryo UI"/>
                          <a:cs typeface="+mn-cs"/>
                        </a:rPr>
                        <a:t>204</a:t>
                      </a:r>
                    </a:p>
                  </a:txBody>
                  <a:tcPr marL="36000" marR="36000" marT="36000" marB="36000"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a:solidFill>
                        <a:srgbClr val="000000"/>
                      </a:solidFill>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n-ea"/>
                          <a:cs typeface="+mn-cs"/>
                        </a:rPr>
                        <a:t>検査感染症 </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43+5</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項目のデータ登録時に</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JLAC11</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コード・</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JLAC10</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コードが併記されている場合にエラーとするアドオンチェック</a:t>
                      </a: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marL="0" marR="0" marT="0" marB="0" anchor="ctr">
                    <a:lnL w="10658" cap="flat" cmpd="sng" algn="ctr">
                      <a:solidFill>
                        <a:srgbClr val="000000"/>
                      </a:solidFill>
                      <a:prstDash val="solid"/>
                      <a:round/>
                      <a:headEnd type="none" w="med" len="med"/>
                      <a:tailEnd type="none" w="med" len="med"/>
                    </a:lnL>
                    <a:lnT w="10658">
                      <a:solidFill>
                        <a:srgbClr val="000000"/>
                      </a:solidFill>
                    </a:lnT>
                    <a:lnB w="10658" cap="flat" cmpd="sng" algn="ctr">
                      <a:solidFill>
                        <a:srgbClr val="000000"/>
                      </a:solidFill>
                      <a:prstDash val="solid"/>
                      <a:round/>
                      <a:headEnd type="none" w="med" len="med"/>
                      <a:tailEnd type="none" w="med" len="med"/>
                    </a:lnB>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n-ea"/>
                          <a:cs typeface="+mn-cs"/>
                        </a:rPr>
                        <a:t>令和</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8</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年度</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3</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月</a:t>
                      </a: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marL="0" marR="0" marT="0" marB="0" anchor="ctr">
                    <a:lnT w="10658">
                      <a:solidFill>
                        <a:srgbClr val="000000"/>
                      </a:solidFill>
                    </a:lnT>
                    <a:lnB w="10658" cap="flat" cmpd="sng" algn="ctr">
                      <a:solidFill>
                        <a:srgbClr val="000000"/>
                      </a:solidFill>
                      <a:prstDash val="solid"/>
                      <a:round/>
                      <a:headEnd type="none" w="med" len="med"/>
                      <a:tailEnd type="none" w="med" len="med"/>
                    </a:lnB>
                  </a:tcPr>
                </a:tc>
                <a:tc>
                  <a:txBody>
                    <a:bodyPr/>
                    <a:lstStyle/>
                    <a:p>
                      <a:pPr marL="0" marR="0" lvl="0" indent="0" algn="l" defTabSz="843930" rtl="0" eaLnBrk="1" fontAlgn="auto" latinLnBrk="0" hangingPunct="1">
                        <a:lnSpc>
                          <a:spcPts val="12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n-ea"/>
                          <a:cs typeface="+mn-cs"/>
                        </a:rPr>
                        <a:t>検査・感染症</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43+5</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項目において、</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JLAC11</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コードか</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JLAC10</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コードが併記されていないことを確認するチェックを追加し、複数の</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JLAC10</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コードがオンライン資格等システムに連携されないようにし、単位変換の主キーとしての</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JLAC10</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コードの</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display</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値を</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1</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つにする</a:t>
                      </a: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anchor="ctr">
                    <a:lnR w="10658" cap="flat" cmpd="sng" algn="ctr">
                      <a:solidFill>
                        <a:srgbClr val="000000"/>
                      </a:solidFill>
                      <a:prstDash val="solid"/>
                      <a:round/>
                      <a:headEnd type="none" w="med" len="med"/>
                      <a:tailEnd type="none" w="med" len="med"/>
                    </a:lnR>
                    <a:lnT w="10658">
                      <a:solidFill>
                        <a:srgbClr val="000000"/>
                      </a:solidFill>
                    </a:lnT>
                    <a:lnB w="10658" cap="flat" cmpd="sng" algn="ctr">
                      <a:solidFill>
                        <a:srgbClr val="000000"/>
                      </a:solidFill>
                      <a:prstDash val="solid"/>
                      <a:round/>
                      <a:headEnd type="none" w="med" len="med"/>
                      <a:tailEnd type="none" w="med" len="med"/>
                    </a:lnB>
                    <a:noFill/>
                  </a:tcPr>
                </a:tc>
                <a:tc>
                  <a:txBody>
                    <a:bodyPr/>
                    <a:lstStyle/>
                    <a:p>
                      <a:pPr marL="0" lvl="0" indent="0" algn="ctr" defTabSz="843930" rtl="0" eaLnBrk="1" latinLnBrk="0" hangingPunct="1">
                        <a:lnSpc>
                          <a:spcPts val="1200"/>
                        </a:lnSpc>
                        <a:spcBef>
                          <a:spcPts val="0"/>
                        </a:spcBef>
                        <a:spcAft>
                          <a:spcPts val="0"/>
                        </a:spcAft>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eiryo UI"/>
                          <a:cs typeface="+mn-cs"/>
                        </a:rPr>
                        <a:t>案件</a:t>
                      </a:r>
                      <a:r>
                        <a:rPr kumimoji="1" lang="en-US" altLang="ja-JP" sz="1100" b="0" i="0" u="none" strike="noStrike" kern="1200" cap="none" spc="0" normalizeH="0" baseline="0" noProof="0">
                          <a:ln>
                            <a:noFill/>
                          </a:ln>
                          <a:solidFill>
                            <a:srgbClr val="000000"/>
                          </a:solidFill>
                          <a:effectLst/>
                          <a:uLnTx/>
                          <a:uFillTx/>
                          <a:latin typeface="Meiryo UI"/>
                          <a:ea typeface="Meiryo UI"/>
                          <a:cs typeface="+mn-cs"/>
                        </a:rPr>
                        <a:t>ID</a:t>
                      </a:r>
                      <a:r>
                        <a:rPr kumimoji="1" lang="en-US" sz="1100" b="0" i="0" u="none" strike="noStrike" kern="1200" cap="none" spc="0" normalizeH="0" baseline="0" noProof="0">
                          <a:ln>
                            <a:noFill/>
                          </a:ln>
                          <a:solidFill>
                            <a:srgbClr val="000000"/>
                          </a:solidFill>
                          <a:effectLst/>
                          <a:uLnTx/>
                          <a:uFillTx/>
                          <a:latin typeface="Meiryo UI"/>
                          <a:ea typeface="Meiryo UI"/>
                          <a:cs typeface="+mn-cs"/>
                        </a:rPr>
                        <a:t>221</a:t>
                      </a:r>
                      <a:r>
                        <a:rPr kumimoji="1" lang="ja-JP" altLang="en-US" sz="1100" b="0" i="0" u="none" strike="noStrike" kern="1200" cap="none" spc="0" normalizeH="0" baseline="0" noProof="0">
                          <a:ln>
                            <a:noFill/>
                          </a:ln>
                          <a:solidFill>
                            <a:srgbClr val="000000"/>
                          </a:solidFill>
                          <a:effectLst/>
                          <a:uLnTx/>
                          <a:uFillTx/>
                          <a:latin typeface="Meiryo UI"/>
                          <a:ea typeface="Meiryo UI"/>
                          <a:cs typeface="+mn-cs"/>
                        </a:rPr>
                        <a:t>起票に伴う取り下げ</a:t>
                      </a:r>
                      <a:endParaRPr kumimoji="1" lang="en-US" sz="1100" b="0" i="0" u="none" strike="noStrike" kern="1200" cap="none" spc="0" normalizeH="0" baseline="0" noProof="0">
                        <a:ln>
                          <a:noFill/>
                        </a:ln>
                        <a:solidFill>
                          <a:srgbClr val="000000"/>
                        </a:solidFill>
                        <a:effectLst/>
                        <a:uLnTx/>
                        <a:uFillTx/>
                        <a:latin typeface="Meiryo UI"/>
                        <a:ea typeface="Meiryo UI"/>
                        <a:cs typeface="+mn-cs"/>
                      </a:endParaRPr>
                    </a:p>
                  </a:txBody>
                  <a:tcPr anchor="ctr">
                    <a:lnL w="10658" cap="flat" cmpd="sng" algn="ctr">
                      <a:solidFill>
                        <a:srgbClr val="000000"/>
                      </a:solidFill>
                      <a:prstDash val="solid"/>
                      <a:round/>
                      <a:headEnd type="none" w="med" len="med"/>
                      <a:tailEnd type="none" w="med" len="med"/>
                    </a:lnL>
                    <a:lnR w="10658">
                      <a:solidFill>
                        <a:srgbClr val="000000"/>
                      </a:solidFill>
                    </a:lnR>
                    <a:lnT w="10658">
                      <a:solidFill>
                        <a:srgbClr val="000000"/>
                      </a:solidFill>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87240047"/>
                  </a:ext>
                </a:extLst>
              </a:tr>
              <a:tr h="467999">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en-US" altLang="ja-JP" sz="1100" b="0" i="0" u="none" strike="noStrike" kern="1200" cap="none" spc="0" normalizeH="0" baseline="0" noProof="0">
                          <a:ln>
                            <a:noFill/>
                          </a:ln>
                          <a:solidFill>
                            <a:srgbClr val="000000"/>
                          </a:solidFill>
                          <a:effectLst/>
                          <a:uLnTx/>
                          <a:uFillTx/>
                          <a:latin typeface="Meiryo UI"/>
                          <a:ea typeface="Meiryo UI"/>
                          <a:cs typeface="+mn-cs"/>
                        </a:rPr>
                        <a:t>3</a:t>
                      </a:r>
                    </a:p>
                  </a:txBody>
                  <a:tcPr marL="36000" marR="36000" marT="36000" marB="36000" anchor="ctr">
                    <a:lnL w="10658">
                      <a:solidFill>
                        <a:srgbClr val="000000"/>
                      </a:solidFill>
                    </a:lnL>
                    <a:lnR w="10658" cap="flat" cmpd="sng" algn="ctr">
                      <a:solidFill>
                        <a:srgbClr val="000000"/>
                      </a:solidFill>
                      <a:prstDash val="solid"/>
                      <a:round/>
                      <a:headEnd type="none" w="med" len="med"/>
                      <a:tailEnd type="none" w="med" len="med"/>
                    </a:lnR>
                    <a:lnT w="10658">
                      <a:solidFill>
                        <a:srgbClr val="000000"/>
                      </a:solidFill>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eiryo UI"/>
                          <a:cs typeface="+mn-cs"/>
                        </a:rPr>
                        <a:t>新規</a:t>
                      </a: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marL="36000" marR="36000" marT="36000" marB="36000"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a:solidFill>
                        <a:srgbClr val="000000"/>
                      </a:solidFill>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en-US" altLang="ja-JP" sz="1100" b="0" i="0" u="none" strike="noStrike" kern="1200" cap="none" spc="0" normalizeH="0" baseline="0" noProof="0">
                          <a:ln>
                            <a:noFill/>
                          </a:ln>
                          <a:solidFill>
                            <a:srgbClr val="000000"/>
                          </a:solidFill>
                          <a:effectLst/>
                          <a:uLnTx/>
                          <a:uFillTx/>
                          <a:latin typeface="Meiryo UI"/>
                          <a:ea typeface="Meiryo UI"/>
                          <a:cs typeface="+mn-cs"/>
                        </a:rPr>
                        <a:t>221</a:t>
                      </a:r>
                    </a:p>
                  </a:txBody>
                  <a:tcPr marL="36000" marR="36000" marT="36000" marB="36000"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a:solidFill>
                        <a:srgbClr val="000000"/>
                      </a:solidFill>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n-ea"/>
                          <a:cs typeface="+mn-cs"/>
                        </a:rPr>
                        <a:t>検査感染症 </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43+5</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項目のデータ登録時に</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JLAC11</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コード・</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JLAC10</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コードが併記されている場合に</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JLAC11</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コードを優先して出力する</a:t>
                      </a: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marL="0" marR="0" marT="0" marB="0" anchor="ctr">
                    <a:lnL w="10658" cap="flat" cmpd="sng" algn="ctr">
                      <a:solidFill>
                        <a:srgbClr val="000000"/>
                      </a:solidFill>
                      <a:prstDash val="solid"/>
                      <a:round/>
                      <a:headEnd type="none" w="med" len="med"/>
                      <a:tailEnd type="none" w="med" len="med"/>
                    </a:lnL>
                    <a:lnT w="10658">
                      <a:solidFill>
                        <a:srgbClr val="000000"/>
                      </a:solidFill>
                    </a:lnT>
                    <a:lnB w="10658" cap="flat" cmpd="sng" algn="ctr">
                      <a:solidFill>
                        <a:srgbClr val="000000"/>
                      </a:solidFill>
                      <a:prstDash val="solid"/>
                      <a:round/>
                      <a:headEnd type="none" w="med" len="med"/>
                      <a:tailEnd type="none" w="med" len="med"/>
                    </a:lnB>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n-ea"/>
                          <a:cs typeface="+mn-cs"/>
                        </a:rPr>
                        <a:t>令和</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8</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年度</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3</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月</a:t>
                      </a:r>
                      <a:endParaRPr kumimoji="1" lang="en-US" altLang="ja-JP" sz="1100" b="0" i="0" u="none" strike="noStrike" kern="1200" cap="none" spc="0" normalizeH="0" baseline="0" noProof="0">
                        <a:ln>
                          <a:noFill/>
                        </a:ln>
                        <a:solidFill>
                          <a:srgbClr val="000000"/>
                        </a:solidFill>
                        <a:effectLst/>
                        <a:uLnTx/>
                        <a:uFillTx/>
                        <a:latin typeface="Meiryo UI"/>
                        <a:ea typeface="+mn-ea"/>
                        <a:cs typeface="+mn-cs"/>
                      </a:endParaRPr>
                    </a:p>
                  </a:txBody>
                  <a:tcPr marL="0" marR="0" marT="0" marB="0" anchor="ctr">
                    <a:lnT w="10658">
                      <a:solidFill>
                        <a:srgbClr val="000000"/>
                      </a:solidFill>
                    </a:lnT>
                    <a:lnB w="10658" cap="flat" cmpd="sng" algn="ctr">
                      <a:solidFill>
                        <a:srgbClr val="000000"/>
                      </a:solidFill>
                      <a:prstDash val="solid"/>
                      <a:round/>
                      <a:headEnd type="none" w="med" len="med"/>
                      <a:tailEnd type="none" w="med" len="med"/>
                    </a:lnB>
                  </a:tcPr>
                </a:tc>
                <a:tc>
                  <a:txBody>
                    <a:bodyPr/>
                    <a:lstStyle/>
                    <a:p>
                      <a:pPr marL="0" marR="0" lvl="0" indent="0" algn="l" defTabSz="843930" rtl="0" eaLnBrk="1" fontAlgn="auto" latinLnBrk="0" hangingPunct="1">
                        <a:lnSpc>
                          <a:spcPts val="1200"/>
                        </a:lnSpc>
                        <a:spcBef>
                          <a:spcPts val="0"/>
                        </a:spcBef>
                        <a:spcAft>
                          <a:spcPts val="0"/>
                        </a:spcAft>
                        <a:buClrTx/>
                        <a:buSzTx/>
                        <a:buFontTx/>
                        <a:buNone/>
                        <a:tabLst/>
                        <a:defRPr noProof="1"/>
                      </a:pPr>
                      <a:r>
                        <a:rPr kumimoji="1" lang="en-US" altLang="ja-JP" sz="1100" b="0" i="0" u="none" strike="noStrike" kern="1200" cap="none" spc="0" normalizeH="0" baseline="0" noProof="0">
                          <a:ln>
                            <a:noFill/>
                          </a:ln>
                          <a:solidFill>
                            <a:srgbClr val="000000"/>
                          </a:solidFill>
                          <a:effectLst/>
                          <a:uLnTx/>
                          <a:uFillTx/>
                          <a:latin typeface="Meiryo UI"/>
                          <a:ea typeface="+mn-ea"/>
                          <a:cs typeface="+mn-cs"/>
                        </a:rPr>
                        <a:t>Observation.code</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値に</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43+5</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項目の</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JLAC11</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コードと</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JLAC10</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コードが併記されている場合、出力時に</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JLAC11</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を優先とする。</a:t>
                      </a: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anchor="ctr">
                    <a:lnR w="10658" cap="flat" cmpd="sng" algn="ctr">
                      <a:solidFill>
                        <a:srgbClr val="000000"/>
                      </a:solidFill>
                      <a:prstDash val="solid"/>
                      <a:round/>
                      <a:headEnd type="none" w="med" len="med"/>
                      <a:tailEnd type="none" w="med" len="med"/>
                    </a:lnR>
                    <a:lnT w="10658">
                      <a:solidFill>
                        <a:srgbClr val="000000"/>
                      </a:solidFill>
                    </a:lnT>
                    <a:lnB w="10658" cap="flat" cmpd="sng" algn="ctr">
                      <a:solidFill>
                        <a:srgbClr val="000000"/>
                      </a:solidFill>
                      <a:prstDash val="solid"/>
                      <a:round/>
                      <a:headEnd type="none" w="med" len="med"/>
                      <a:tailEnd type="none" w="med" len="med"/>
                    </a:lnB>
                    <a:noFill/>
                  </a:tcPr>
                </a:tc>
                <a:tc>
                  <a:txBody>
                    <a:bodyPr/>
                    <a:lstStyle/>
                    <a:p>
                      <a:pPr marL="0" lvl="0" indent="0" algn="ctr" defTabSz="843930" rtl="0" eaLnBrk="1" latinLnBrk="0" hangingPunct="1">
                        <a:lnSpc>
                          <a:spcPts val="1200"/>
                        </a:lnSpc>
                        <a:spcBef>
                          <a:spcPts val="0"/>
                        </a:spcBef>
                        <a:spcAft>
                          <a:spcPts val="0"/>
                        </a:spcAft>
                        <a:buNone/>
                        <a:tabLst/>
                        <a:defRPr noProof="1"/>
                      </a:pPr>
                      <a:endParaRPr kumimoji="1" lang="en-US" sz="1100" b="0" i="0" u="none" strike="noStrike" kern="1200" cap="none" spc="0" normalizeH="0" baseline="0" noProof="0">
                        <a:ln>
                          <a:noFill/>
                        </a:ln>
                        <a:solidFill>
                          <a:srgbClr val="000000"/>
                        </a:solidFill>
                        <a:effectLst/>
                        <a:uLnTx/>
                        <a:uFillTx/>
                        <a:latin typeface="Meiryo UI"/>
                        <a:ea typeface="Meiryo UI"/>
                        <a:cs typeface="+mn-cs"/>
                      </a:endParaRPr>
                    </a:p>
                  </a:txBody>
                  <a:tcPr anchor="ctr">
                    <a:lnL w="10658" cap="flat" cmpd="sng" algn="ctr">
                      <a:solidFill>
                        <a:srgbClr val="000000"/>
                      </a:solidFill>
                      <a:prstDash val="solid"/>
                      <a:round/>
                      <a:headEnd type="none" w="med" len="med"/>
                      <a:tailEnd type="none" w="med" len="med"/>
                    </a:lnL>
                    <a:lnR w="10658">
                      <a:solidFill>
                        <a:srgbClr val="000000"/>
                      </a:solidFill>
                    </a:lnR>
                    <a:lnT w="10658">
                      <a:solidFill>
                        <a:srgbClr val="000000"/>
                      </a:solidFill>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37594388"/>
                  </a:ext>
                </a:extLst>
              </a:tr>
            </a:tbl>
          </a:graphicData>
        </a:graphic>
      </p:graphicFrame>
      <p:sp>
        <p:nvSpPr>
          <p:cNvPr id="7" name="コンテンツ プレースホルダー 2">
            <a:extLst>
              <a:ext uri="{FF2B5EF4-FFF2-40B4-BE49-F238E27FC236}">
                <a16:creationId xmlns:a16="http://schemas.microsoft.com/office/drawing/2014/main" id="{3956FEE3-14FB-FB54-1DE8-CD2E396883F1}"/>
              </a:ext>
            </a:extLst>
          </p:cNvPr>
          <p:cNvSpPr txBox="1">
            <a:spLocks/>
          </p:cNvSpPr>
          <p:nvPr/>
        </p:nvSpPr>
        <p:spPr bwMode="auto">
          <a:xfrm>
            <a:off x="482231" y="4296345"/>
            <a:ext cx="8892000" cy="254831"/>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defPPr>
              <a:defRPr lang="ja-JP"/>
            </a:defPPr>
            <a:lvl1pPr marL="0" indent="0" algn="l" defTabSz="914400" rtl="0" eaLnBrk="1" fontAlgn="base" latinLnBrk="0" hangingPunct="1">
              <a:spcBef>
                <a:spcPts val="0"/>
              </a:spcBef>
              <a:spcAft>
                <a:spcPct val="0"/>
              </a:spcAft>
              <a:defRPr kumimoji="1" sz="1400" kern="1200">
                <a:solidFill>
                  <a:sysClr val="windowText" lastClr="000000"/>
                </a:solidFill>
                <a:latin typeface="Meiryo UI"/>
                <a:ea typeface="Meiryo UI"/>
              </a:defRPr>
            </a:lvl1pPr>
            <a:lvl2pPr marL="573775" indent="-214273" algn="l" defTabSz="914400" rtl="0" eaLnBrk="1" fontAlgn="base" latinLnBrk="0" hangingPunct="1">
              <a:spcBef>
                <a:spcPct val="20000"/>
              </a:spcBef>
              <a:spcAft>
                <a:spcPct val="0"/>
              </a:spcAft>
              <a:buChar char="–"/>
              <a:defRPr kumimoji="1" sz="2101" kern="1200">
                <a:solidFill>
                  <a:sysClr val="windowText" lastClr="000000"/>
                </a:solidFill>
                <a:latin typeface="Times New Roman" pitchFamily="18" charset="0"/>
                <a:ea typeface="Meiryo UI"/>
              </a:defRPr>
            </a:lvl2pPr>
            <a:lvl3pPr marL="888042" indent="-171418" algn="l" defTabSz="914400" rtl="0" eaLnBrk="1" fontAlgn="base" latinLnBrk="0" hangingPunct="1">
              <a:spcBef>
                <a:spcPct val="20000"/>
              </a:spcBef>
              <a:spcAft>
                <a:spcPct val="0"/>
              </a:spcAft>
              <a:buChar char="•"/>
              <a:defRPr kumimoji="1" sz="1799" kern="1200">
                <a:solidFill>
                  <a:sysClr val="windowText" lastClr="000000"/>
                </a:solidFill>
                <a:latin typeface="Times New Roman" pitchFamily="18" charset="0"/>
                <a:ea typeface="Meiryo UI"/>
              </a:defRPr>
            </a:lvl3pPr>
            <a:lvl4pPr marL="1202308" indent="-171418" algn="l" defTabSz="914400" rtl="0" eaLnBrk="1" fontAlgn="base" latinLnBrk="0" hangingPunct="1">
              <a:spcBef>
                <a:spcPct val="20000"/>
              </a:spcBef>
              <a:spcAft>
                <a:spcPct val="0"/>
              </a:spcAft>
              <a:buChar char="–"/>
              <a:defRPr kumimoji="1" sz="1500" kern="1200">
                <a:solidFill>
                  <a:sysClr val="windowText" lastClr="000000"/>
                </a:solidFill>
                <a:latin typeface="Times New Roman" pitchFamily="18" charset="0"/>
                <a:ea typeface="Meiryo UI"/>
              </a:defRPr>
            </a:lvl4pPr>
            <a:lvl5pPr marL="1542762" indent="-172609" algn="l" defTabSz="914400" rtl="0" eaLnBrk="1" fontAlgn="base" latinLnBrk="0" hangingPunct="1">
              <a:spcBef>
                <a:spcPct val="20000"/>
              </a:spcBef>
              <a:spcAft>
                <a:spcPct val="0"/>
              </a:spcAft>
              <a:buChar char="»"/>
              <a:defRPr kumimoji="1" sz="1500" kern="1200">
                <a:solidFill>
                  <a:sysClr val="windowText" lastClr="000000"/>
                </a:solidFill>
                <a:latin typeface="Times New Roman" pitchFamily="18" charset="0"/>
                <a:ea typeface="Meiryo UI"/>
              </a:defRPr>
            </a:lvl5pPr>
            <a:lvl6pPr marL="1885600" indent="-171418" algn="l" defTabSz="914400" rtl="0" eaLnBrk="1" fontAlgn="base" latinLnBrk="0" hangingPunct="1">
              <a:spcBef>
                <a:spcPct val="20000"/>
              </a:spcBef>
              <a:spcAft>
                <a:spcPct val="0"/>
              </a:spcAft>
              <a:buChar char="»"/>
              <a:defRPr kumimoji="1" sz="1500" kern="1200">
                <a:solidFill>
                  <a:sysClr val="windowText" lastClr="000000"/>
                </a:solidFill>
                <a:latin typeface="Times New Roman" pitchFamily="18" charset="0"/>
                <a:ea typeface="Meiryo UI"/>
              </a:defRPr>
            </a:lvl6pPr>
            <a:lvl7pPr marL="2228436" indent="-171418" algn="l" defTabSz="914400" rtl="0" eaLnBrk="1" fontAlgn="base" latinLnBrk="0" hangingPunct="1">
              <a:spcBef>
                <a:spcPct val="20000"/>
              </a:spcBef>
              <a:spcAft>
                <a:spcPct val="0"/>
              </a:spcAft>
              <a:buChar char="»"/>
              <a:defRPr kumimoji="1" sz="1500" kern="1200">
                <a:solidFill>
                  <a:sysClr val="windowText" lastClr="000000"/>
                </a:solidFill>
                <a:latin typeface="Times New Roman" pitchFamily="18" charset="0"/>
                <a:ea typeface="Meiryo UI"/>
              </a:defRPr>
            </a:lvl7pPr>
            <a:lvl8pPr marL="2571271" indent="-171418" algn="l" defTabSz="914400" rtl="0" eaLnBrk="1" fontAlgn="base" latinLnBrk="0" hangingPunct="1">
              <a:spcBef>
                <a:spcPct val="20000"/>
              </a:spcBef>
              <a:spcAft>
                <a:spcPct val="0"/>
              </a:spcAft>
              <a:buChar char="»"/>
              <a:defRPr kumimoji="1" sz="1500" kern="1200">
                <a:solidFill>
                  <a:sysClr val="windowText" lastClr="000000"/>
                </a:solidFill>
                <a:latin typeface="Times New Roman" pitchFamily="18" charset="0"/>
                <a:ea typeface="Meiryo UI"/>
              </a:defRPr>
            </a:lvl8pPr>
            <a:lvl9pPr marL="2914107" indent="-171418" algn="l" defTabSz="914400" rtl="0" eaLnBrk="1" fontAlgn="base" latinLnBrk="0" hangingPunct="1">
              <a:spcBef>
                <a:spcPct val="20000"/>
              </a:spcBef>
              <a:spcAft>
                <a:spcPct val="0"/>
              </a:spcAft>
              <a:buChar char="»"/>
              <a:defRPr kumimoji="1" sz="1500" kern="1200">
                <a:solidFill>
                  <a:sysClr val="windowText" lastClr="000000"/>
                </a:solidFill>
                <a:latin typeface="Times New Roman" pitchFamily="18" charset="0"/>
                <a:ea typeface="Meiryo UI"/>
              </a:defRPr>
            </a:lvl9pPr>
          </a:lstStyle>
          <a:p>
            <a:pPr marL="0" marR="0" lvl="0" indent="0" algn="l" defTabSz="914400" rtl="0" eaLnBrk="1" fontAlgn="base" latinLnBrk="0" hangingPunct="1">
              <a:lnSpc>
                <a:spcPct val="100000"/>
              </a:lnSpc>
              <a:spcBef>
                <a:spcPts val="0"/>
              </a:spcBef>
              <a:spcAft>
                <a:spcPct val="0"/>
              </a:spcAft>
              <a:buClrTx/>
              <a:buSzTx/>
              <a:buFontTx/>
              <a:buNone/>
              <a:tabLst/>
              <a:defRPr/>
            </a:pPr>
            <a:r>
              <a:rPr kumimoji="1" lang="ja-JP" altLang="en-US" sz="1400" b="0" i="0" u="none" strike="noStrike" kern="0" cap="none" spc="0" normalizeH="0" baseline="0" noProof="0">
                <a:ln>
                  <a:noFill/>
                </a:ln>
                <a:solidFill>
                  <a:prstClr val="black"/>
                </a:solidFill>
                <a:effectLst/>
                <a:uLnTx/>
                <a:uFillTx/>
                <a:latin typeface="Meiryo UI"/>
                <a:ea typeface="Meiryo UI"/>
                <a:cs typeface="+mn-cs"/>
              </a:rPr>
              <a:t>■厚労省側</a:t>
            </a:r>
          </a:p>
        </p:txBody>
      </p:sp>
      <p:graphicFrame>
        <p:nvGraphicFramePr>
          <p:cNvPr id="6" name="表 5">
            <a:extLst>
              <a:ext uri="{FF2B5EF4-FFF2-40B4-BE49-F238E27FC236}">
                <a16:creationId xmlns:a16="http://schemas.microsoft.com/office/drawing/2014/main" id="{1B55726F-50A4-D0FA-8C72-0A8A22BE7E4F}"/>
              </a:ext>
            </a:extLst>
          </p:cNvPr>
          <p:cNvGraphicFramePr>
            <a:graphicFrameLocks noGrp="1"/>
          </p:cNvGraphicFramePr>
          <p:nvPr/>
        </p:nvGraphicFramePr>
        <p:xfrm>
          <a:off x="520620" y="4586897"/>
          <a:ext cx="9039155" cy="1405737"/>
        </p:xfrm>
        <a:graphic>
          <a:graphicData uri="http://schemas.openxmlformats.org/drawingml/2006/table">
            <a:tbl>
              <a:tblPr/>
              <a:tblGrid>
                <a:gridCol w="322331">
                  <a:extLst>
                    <a:ext uri="{9D8B030D-6E8A-4147-A177-3AD203B41FA5}">
                      <a16:colId xmlns:a16="http://schemas.microsoft.com/office/drawing/2014/main" val="1500314929"/>
                    </a:ext>
                  </a:extLst>
                </a:gridCol>
                <a:gridCol w="687936">
                  <a:extLst>
                    <a:ext uri="{9D8B030D-6E8A-4147-A177-3AD203B41FA5}">
                      <a16:colId xmlns:a16="http://schemas.microsoft.com/office/drawing/2014/main" val="1654099071"/>
                    </a:ext>
                  </a:extLst>
                </a:gridCol>
                <a:gridCol w="485156">
                  <a:extLst>
                    <a:ext uri="{9D8B030D-6E8A-4147-A177-3AD203B41FA5}">
                      <a16:colId xmlns:a16="http://schemas.microsoft.com/office/drawing/2014/main" val="3484704196"/>
                    </a:ext>
                  </a:extLst>
                </a:gridCol>
                <a:gridCol w="2194426">
                  <a:extLst>
                    <a:ext uri="{9D8B030D-6E8A-4147-A177-3AD203B41FA5}">
                      <a16:colId xmlns:a16="http://schemas.microsoft.com/office/drawing/2014/main" val="3863879091"/>
                    </a:ext>
                  </a:extLst>
                </a:gridCol>
                <a:gridCol w="1073426">
                  <a:extLst>
                    <a:ext uri="{9D8B030D-6E8A-4147-A177-3AD203B41FA5}">
                      <a16:colId xmlns:a16="http://schemas.microsoft.com/office/drawing/2014/main" val="2549729147"/>
                    </a:ext>
                  </a:extLst>
                </a:gridCol>
                <a:gridCol w="2824607">
                  <a:extLst>
                    <a:ext uri="{9D8B030D-6E8A-4147-A177-3AD203B41FA5}">
                      <a16:colId xmlns:a16="http://schemas.microsoft.com/office/drawing/2014/main" val="1374113706"/>
                    </a:ext>
                  </a:extLst>
                </a:gridCol>
                <a:gridCol w="1451273">
                  <a:extLst>
                    <a:ext uri="{9D8B030D-6E8A-4147-A177-3AD203B41FA5}">
                      <a16:colId xmlns:a16="http://schemas.microsoft.com/office/drawing/2014/main" val="2533383427"/>
                    </a:ext>
                  </a:extLst>
                </a:gridCol>
              </a:tblGrid>
              <a:tr h="253719">
                <a:tc>
                  <a:txBody>
                    <a:bodyPr/>
                    <a:lstStyle/>
                    <a:p>
                      <a:pPr marL="0" algn="ctr" defTabSz="685673" rtl="0" eaLnBrk="1" fontAlgn="base" latinLnBrk="0" hangingPunct="1">
                        <a:lnSpc>
                          <a:spcPts val="1200"/>
                        </a:lnSpc>
                      </a:pPr>
                      <a:r>
                        <a:rPr lang="en-US" altLang="ja-JP" sz="1100" b="1" i="0" kern="1200" noProof="1">
                          <a:solidFill>
                            <a:schemeClr val="bg1"/>
                          </a:solidFill>
                          <a:effectLst/>
                          <a:latin typeface="+mj-ea"/>
                          <a:ea typeface="+mj-ea"/>
                          <a:cs typeface="+mn-cs"/>
                        </a:rPr>
                        <a:t>#</a:t>
                      </a:r>
                      <a:endParaRPr kumimoji="1" lang="en-US" sz="1100" b="1" i="0" kern="1200" noProof="1">
                        <a:solidFill>
                          <a:schemeClr val="bg1"/>
                        </a:solidFill>
                        <a:effectLst/>
                        <a:latin typeface="+mj-ea"/>
                        <a:ea typeface="+mj-ea"/>
                        <a:cs typeface="+mn-cs"/>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2"/>
                    </a:solidFill>
                  </a:tcPr>
                </a:tc>
                <a:tc>
                  <a:txBody>
                    <a:bodyPr/>
                    <a:lstStyle/>
                    <a:p>
                      <a:pPr marL="0" algn="ctr" defTabSz="685673" rtl="0" eaLnBrk="1" fontAlgn="base" latinLnBrk="0" hangingPunct="1">
                        <a:lnSpc>
                          <a:spcPts val="1200"/>
                        </a:lnSpc>
                      </a:pPr>
                      <a:r>
                        <a:rPr lang="ja-JP" altLang="en-US" sz="1100" b="1" i="0" kern="1200" noProof="1">
                          <a:solidFill>
                            <a:schemeClr val="bg1"/>
                          </a:solidFill>
                          <a:effectLst/>
                          <a:latin typeface="+mj-ea"/>
                          <a:ea typeface="+mj-ea"/>
                          <a:cs typeface="+mn-cs"/>
                        </a:rPr>
                        <a:t>区分</a:t>
                      </a:r>
                      <a:endParaRPr kumimoji="1" lang="en-US" altLang="ja-JP" sz="1100" b="1" i="0" kern="1200" noProof="1">
                        <a:solidFill>
                          <a:schemeClr val="bg1"/>
                        </a:solidFill>
                        <a:effectLst/>
                        <a:latin typeface="+mj-ea"/>
                        <a:ea typeface="+mj-ea"/>
                        <a:cs typeface="+mn-cs"/>
                      </a:endParaRPr>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2"/>
                    </a:solidFill>
                  </a:tcPr>
                </a:tc>
                <a:tc>
                  <a:txBody>
                    <a:bodyPr/>
                    <a:lstStyle/>
                    <a:p>
                      <a:pPr marL="0" algn="ctr" defTabSz="685673" rtl="0" eaLnBrk="1" fontAlgn="base" latinLnBrk="0" hangingPunct="1">
                        <a:lnSpc>
                          <a:spcPts val="1200"/>
                        </a:lnSpc>
                      </a:pPr>
                      <a:r>
                        <a:rPr lang="en-US" altLang="ja-JP" sz="1100" b="1" i="0" kern="1200" noProof="1">
                          <a:solidFill>
                            <a:schemeClr val="bg1"/>
                          </a:solidFill>
                          <a:effectLst/>
                          <a:latin typeface="+mj-ea"/>
                          <a:ea typeface="+mj-ea"/>
                          <a:cs typeface="+mn-cs"/>
                        </a:rPr>
                        <a:t>ID</a:t>
                      </a:r>
                      <a:r>
                        <a:rPr lang="en-US" sz="1100" b="1" i="0" kern="1200" noProof="1">
                          <a:solidFill>
                            <a:schemeClr val="bg1"/>
                          </a:solidFill>
                          <a:effectLst/>
                          <a:latin typeface="+mj-ea"/>
                          <a:ea typeface="+mj-ea"/>
                          <a:cs typeface="+mn-cs"/>
                        </a:rPr>
                        <a:t>​</a:t>
                      </a:r>
                      <a:endParaRPr kumimoji="1" lang="en-US"/>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2"/>
                    </a:solidFill>
                  </a:tcPr>
                </a:tc>
                <a:tc>
                  <a:txBody>
                    <a:bodyPr/>
                    <a:lstStyle/>
                    <a:p>
                      <a:pPr marL="0" algn="ctr" defTabSz="685673" rtl="0" eaLnBrk="1" fontAlgn="base" latinLnBrk="0" hangingPunct="1">
                        <a:lnSpc>
                          <a:spcPts val="1200"/>
                        </a:lnSpc>
                      </a:pPr>
                      <a:r>
                        <a:rPr lang="ja-JP" altLang="en-US" sz="1100" b="1" i="0" kern="1200" noProof="1">
                          <a:solidFill>
                            <a:schemeClr val="bg1"/>
                          </a:solidFill>
                          <a:effectLst/>
                          <a:latin typeface="+mj-ea"/>
                          <a:ea typeface="+mj-ea"/>
                          <a:cs typeface="+mn-cs"/>
                        </a:rPr>
                        <a:t>案件名</a:t>
                      </a:r>
                      <a:endParaRPr kumimoji="1" lang="en-US" altLang="ja-JP"/>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2"/>
                    </a:solidFill>
                  </a:tcPr>
                </a:tc>
                <a:tc>
                  <a:txBody>
                    <a:bodyPr/>
                    <a:lstStyle/>
                    <a:p>
                      <a:pPr marL="0" algn="ctr" rtl="0" eaLnBrk="1" fontAlgn="base" latinLnBrk="0" hangingPunct="1">
                        <a:lnSpc>
                          <a:spcPts val="1200"/>
                        </a:lnSpc>
                      </a:pPr>
                      <a:r>
                        <a:rPr lang="ja-JP" altLang="en-US" sz="1100" b="1" i="0" kern="1200" noProof="1">
                          <a:solidFill>
                            <a:schemeClr val="bg1"/>
                          </a:solidFill>
                          <a:effectLst/>
                          <a:latin typeface="+mj-ea"/>
                          <a:ea typeface="+mj-ea"/>
                          <a:cs typeface="+mn-cs"/>
                        </a:rPr>
                        <a:t>リリース</a:t>
                      </a:r>
                      <a:br>
                        <a:rPr lang="en-US" altLang="ja-JP" sz="1100" b="1" i="0" kern="1200" noProof="1">
                          <a:solidFill>
                            <a:srgbClr val="FFFFFF"/>
                          </a:solidFill>
                          <a:effectLst/>
                          <a:latin typeface="+mj-ea"/>
                          <a:ea typeface="+mj-ea"/>
                          <a:cs typeface="+mn-cs"/>
                        </a:rPr>
                      </a:br>
                      <a:r>
                        <a:rPr lang="ja-JP" altLang="en-US" sz="1100" b="1" i="0" kern="1200" noProof="1">
                          <a:solidFill>
                            <a:schemeClr val="bg1"/>
                          </a:solidFill>
                          <a:effectLst/>
                          <a:latin typeface="+mj-ea"/>
                          <a:ea typeface="+mj-ea"/>
                          <a:cs typeface="+mn-cs"/>
                        </a:rPr>
                        <a:t>希望時期</a:t>
                      </a:r>
                      <a:endParaRPr kumimoji="1" lang="en-US" altLang="ja-JP"/>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2"/>
                    </a:solidFill>
                  </a:tcPr>
                </a:tc>
                <a:tc>
                  <a:txBody>
                    <a:bodyPr/>
                    <a:lstStyle/>
                    <a:p>
                      <a:pPr marL="0" algn="ctr" defTabSz="685673" rtl="0" eaLnBrk="1" fontAlgn="base" latinLnBrk="0" hangingPunct="1">
                        <a:lnSpc>
                          <a:spcPts val="1200"/>
                        </a:lnSpc>
                      </a:pPr>
                      <a:r>
                        <a:rPr lang="ja-JP" altLang="en-US" sz="1100" b="1" i="0" kern="1200" noProof="1">
                          <a:solidFill>
                            <a:schemeClr val="bg1"/>
                          </a:solidFill>
                          <a:effectLst/>
                          <a:latin typeface="+mj-ea"/>
                          <a:ea typeface="+mj-ea"/>
                          <a:cs typeface="+mn-cs"/>
                        </a:rPr>
                        <a:t>内容</a:t>
                      </a:r>
                      <a:endParaRPr kumimoji="1" lang="en-US" altLang="ja-JP"/>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2"/>
                    </a:solidFill>
                  </a:tcPr>
                </a:tc>
                <a:tc>
                  <a:txBody>
                    <a:bodyPr/>
                    <a:lstStyle/>
                    <a:p>
                      <a:pPr marL="0" algn="ctr" defTabSz="685673" rtl="0" eaLnBrk="1" fontAlgn="base" latinLnBrk="0" hangingPunct="1">
                        <a:lnSpc>
                          <a:spcPts val="1200"/>
                        </a:lnSpc>
                      </a:pPr>
                      <a:r>
                        <a:rPr lang="ja-JP" altLang="en-US" sz="1100" b="1" i="0" kern="1200" noProof="1">
                          <a:solidFill>
                            <a:schemeClr val="bg1"/>
                          </a:solidFill>
                          <a:effectLst/>
                          <a:latin typeface="+mj-ea"/>
                          <a:ea typeface="+mj-ea"/>
                          <a:cs typeface="+mn-cs"/>
                        </a:rPr>
                        <a:t>備考</a:t>
                      </a:r>
                      <a:endParaRPr kumimoji="1" lang="en-US" altLang="ja-JP"/>
                    </a:p>
                  </a:txBody>
                  <a:tcPr marL="84298" marR="84298" marT="42149" marB="42149"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cap="flat" cmpd="sng" algn="ctr">
                      <a:solidFill>
                        <a:srgbClr val="000000"/>
                      </a:solidFill>
                      <a:prstDash val="solid"/>
                      <a:round/>
                      <a:headEnd type="none" w="med" len="med"/>
                      <a:tailEnd type="none" w="med" len="med"/>
                    </a:lnT>
                    <a:lnB w="10658" cap="flat" cmpd="sng" algn="ctr">
                      <a:solidFill>
                        <a:srgbClr val="000000"/>
                      </a:solidFill>
                      <a:prstDash val="solid"/>
                      <a:round/>
                      <a:headEnd type="none" w="med" len="med"/>
                      <a:tailEnd type="none" w="med" len="med"/>
                    </a:lnB>
                    <a:solidFill>
                      <a:schemeClr val="accent2"/>
                    </a:solidFill>
                  </a:tcPr>
                </a:tc>
                <a:extLst>
                  <a:ext uri="{0D108BD9-81ED-4DB2-BD59-A6C34878D82A}">
                    <a16:rowId xmlns:a16="http://schemas.microsoft.com/office/drawing/2014/main" val="746781126"/>
                  </a:ext>
                </a:extLst>
              </a:tr>
              <a:tr h="467999">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en-US" altLang="ja-JP" sz="1100" b="0" i="0" u="none" strike="noStrike" kern="1200" cap="none" spc="0" normalizeH="0" baseline="0" noProof="0">
                          <a:ln>
                            <a:noFill/>
                          </a:ln>
                          <a:solidFill>
                            <a:srgbClr val="000000"/>
                          </a:solidFill>
                          <a:effectLst/>
                          <a:uLnTx/>
                          <a:uFillTx/>
                          <a:latin typeface="Meiryo UI"/>
                          <a:ea typeface="Meiryo UI"/>
                          <a:cs typeface="+mn-cs"/>
                        </a:rPr>
                        <a:t>1</a:t>
                      </a:r>
                    </a:p>
                  </a:txBody>
                  <a:tcPr marL="36000" marR="36000" marT="36000" marB="36000" anchor="ctr">
                    <a:lnL w="10658">
                      <a:solidFill>
                        <a:srgbClr val="000000"/>
                      </a:solidFill>
                    </a:lnL>
                    <a:lnR w="10658">
                      <a:solidFill>
                        <a:srgbClr val="000000"/>
                      </a:solidFill>
                    </a:lnR>
                    <a:lnT w="10658">
                      <a:solidFill>
                        <a:srgbClr val="000000"/>
                      </a:solidFill>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eiryo UI"/>
                          <a:cs typeface="+mn-cs"/>
                        </a:rPr>
                        <a:t>更新</a:t>
                      </a: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marL="36000" marR="36000" marT="36000" marB="36000" anchor="ctr">
                    <a:lnL w="10658">
                      <a:solidFill>
                        <a:srgbClr val="000000"/>
                      </a:solidFill>
                    </a:lnL>
                    <a:lnR w="10658">
                      <a:solidFill>
                        <a:srgbClr val="000000"/>
                      </a:solidFill>
                    </a:lnR>
                    <a:lnT w="10658">
                      <a:solidFill>
                        <a:srgbClr val="000000"/>
                      </a:solidFill>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en-US" altLang="ja-JP" sz="1100" b="0" i="0" u="none" strike="noStrike" kern="1200" cap="none" spc="0" normalizeH="0" baseline="0" noProof="0">
                          <a:ln>
                            <a:noFill/>
                          </a:ln>
                          <a:solidFill>
                            <a:srgbClr val="000000"/>
                          </a:solidFill>
                          <a:effectLst/>
                          <a:uLnTx/>
                          <a:uFillTx/>
                          <a:latin typeface="Meiryo UI"/>
                          <a:ea typeface="Meiryo UI"/>
                          <a:cs typeface="+mn-cs"/>
                        </a:rPr>
                        <a:t>210</a:t>
                      </a:r>
                    </a:p>
                  </a:txBody>
                  <a:tcPr marL="36000" marR="36000" marT="36000" marB="36000" anchor="ctr">
                    <a:lnL w="10658">
                      <a:solidFill>
                        <a:srgbClr val="000000"/>
                      </a:solidFill>
                    </a:lnL>
                    <a:lnR w="10658">
                      <a:solidFill>
                        <a:srgbClr val="000000"/>
                      </a:solidFill>
                    </a:lnR>
                    <a:lnT w="10658">
                      <a:solidFill>
                        <a:srgbClr val="000000"/>
                      </a:solidFill>
                    </a:lnT>
                    <a:lnB w="10658" cap="flat" cmpd="sng" algn="ctr">
                      <a:solidFill>
                        <a:srgbClr val="000000"/>
                      </a:solidFill>
                      <a:prstDash val="solid"/>
                      <a:round/>
                      <a:headEnd type="none" w="med" len="med"/>
                      <a:tailEnd type="none" w="med" len="med"/>
                    </a:lnB>
                    <a:noFill/>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n-ea"/>
                          <a:cs typeface="+mn-cs"/>
                        </a:rPr>
                        <a:t>血液型に関する情報を共有対象外とする改修</a:t>
                      </a: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marL="0" marR="0" marT="0" marB="0" anchor="ctr">
                    <a:lnL w="10658">
                      <a:solidFill>
                        <a:srgbClr val="000000"/>
                      </a:solidFill>
                    </a:lnL>
                    <a:lnT w="10658">
                      <a:solidFill>
                        <a:srgbClr val="000000"/>
                      </a:solidFill>
                    </a:lnT>
                    <a:lnB w="10658" cap="flat" cmpd="sng" algn="ctr">
                      <a:solidFill>
                        <a:srgbClr val="000000"/>
                      </a:solidFill>
                      <a:prstDash val="solid"/>
                      <a:round/>
                      <a:headEnd type="none" w="med" len="med"/>
                      <a:tailEnd type="none" w="med" len="med"/>
                    </a:lnB>
                  </a:tcPr>
                </a:tc>
                <a:tc>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n-ea"/>
                          <a:cs typeface="+mn-cs"/>
                        </a:rPr>
                        <a:t>令和</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8</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年度</a:t>
                      </a:r>
                      <a:r>
                        <a:rPr kumimoji="1" lang="en-US" altLang="ja-JP" sz="1100" b="0" i="0" u="none" strike="noStrike" kern="1200" cap="none" spc="0" normalizeH="0" baseline="0" noProof="0">
                          <a:ln>
                            <a:noFill/>
                          </a:ln>
                          <a:solidFill>
                            <a:srgbClr val="000000"/>
                          </a:solidFill>
                          <a:effectLst/>
                          <a:uLnTx/>
                          <a:uFillTx/>
                          <a:latin typeface="Meiryo UI"/>
                          <a:ea typeface="+mn-ea"/>
                          <a:cs typeface="+mn-cs"/>
                        </a:rPr>
                        <a:t>3</a:t>
                      </a:r>
                      <a:r>
                        <a:rPr kumimoji="1" lang="ja-JP" altLang="en-US" sz="1100" b="0" i="0" u="none" strike="noStrike" kern="1200" cap="none" spc="0" normalizeH="0" baseline="0" noProof="0">
                          <a:ln>
                            <a:noFill/>
                          </a:ln>
                          <a:solidFill>
                            <a:srgbClr val="000000"/>
                          </a:solidFill>
                          <a:effectLst/>
                          <a:uLnTx/>
                          <a:uFillTx/>
                          <a:latin typeface="Meiryo UI"/>
                          <a:ea typeface="+mn-ea"/>
                          <a:cs typeface="+mn-cs"/>
                        </a:rPr>
                        <a:t>月</a:t>
                      </a:r>
                      <a:endParaRPr kumimoji="1" lang="en-US" altLang="ja-JP" sz="1100" b="0" i="0" u="none" strike="noStrike" kern="1200" cap="none" spc="0" normalizeH="0" baseline="0" noProof="0">
                        <a:ln>
                          <a:noFill/>
                        </a:ln>
                        <a:solidFill>
                          <a:srgbClr val="000000"/>
                        </a:solidFill>
                        <a:effectLst/>
                        <a:uLnTx/>
                        <a:uFillTx/>
                        <a:latin typeface="Meiryo UI"/>
                        <a:ea typeface="+mn-ea"/>
                        <a:cs typeface="+mn-cs"/>
                      </a:endParaRPr>
                    </a:p>
                  </a:txBody>
                  <a:tcPr marL="0" marR="0" marT="0" marB="0" anchor="ctr">
                    <a:lnT w="10658">
                      <a:solidFill>
                        <a:srgbClr val="000000"/>
                      </a:solidFill>
                    </a:lnT>
                    <a:lnB w="10658" cap="flat" cmpd="sng" algn="ctr">
                      <a:solidFill>
                        <a:srgbClr val="000000"/>
                      </a:solidFill>
                      <a:prstDash val="solid"/>
                      <a:round/>
                      <a:headEnd type="none" w="med" len="med"/>
                      <a:tailEnd type="none" w="med" len="med"/>
                    </a:lnB>
                  </a:tcPr>
                </a:tc>
                <a:tc>
                  <a:txBody>
                    <a:bodyPr/>
                    <a:lstStyle/>
                    <a:p>
                      <a:pPr marL="0" marR="0" lvl="0" indent="0" algn="l" defTabSz="843930" rtl="0" eaLnBrk="1" fontAlgn="auto" latinLnBrk="0" hangingPunct="1">
                        <a:lnSpc>
                          <a:spcPts val="1200"/>
                        </a:lnSpc>
                        <a:spcBef>
                          <a:spcPts val="0"/>
                        </a:spcBef>
                        <a:spcAft>
                          <a:spcPts val="0"/>
                        </a:spcAft>
                        <a:buClrTx/>
                        <a:buSzTx/>
                        <a:buFontTx/>
                        <a:buNone/>
                        <a:tabLst/>
                        <a:defRPr noProof="1"/>
                      </a:pPr>
                      <a:r>
                        <a:rPr kumimoji="1" lang="ja-JP" altLang="en-US" sz="1100" b="0" i="0" u="none" strike="noStrike" kern="1200" cap="none" spc="0" normalizeH="0" baseline="0" noProof="0">
                          <a:ln>
                            <a:noFill/>
                          </a:ln>
                          <a:solidFill>
                            <a:srgbClr val="000000"/>
                          </a:solidFill>
                          <a:effectLst/>
                          <a:uLnTx/>
                          <a:uFillTx/>
                          <a:latin typeface="Meiryo UI"/>
                          <a:ea typeface="+mn-ea"/>
                          <a:cs typeface="+mn-cs"/>
                        </a:rPr>
                        <a:t>モデル実施機関中における血液型データの論理削除については、本リリースとは別対応になるため、備考欄の記載の仕方を修正。</a:t>
                      </a: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anchor="ctr">
                    <a:lnR w="10658">
                      <a:solidFill>
                        <a:srgbClr val="000000"/>
                      </a:solidFill>
                    </a:lnR>
                    <a:lnT w="10658">
                      <a:solidFill>
                        <a:srgbClr val="000000"/>
                      </a:solidFill>
                    </a:lnT>
                    <a:lnB w="10658" cap="flat" cmpd="sng" algn="ctr">
                      <a:solidFill>
                        <a:srgbClr val="000000"/>
                      </a:solidFill>
                      <a:prstDash val="solid"/>
                      <a:round/>
                      <a:headEnd type="none" w="med" len="med"/>
                      <a:tailEnd type="none" w="med" len="med"/>
                    </a:lnB>
                    <a:noFill/>
                  </a:tcPr>
                </a:tc>
                <a:tc>
                  <a:txBody>
                    <a:bodyPr/>
                    <a:lstStyle/>
                    <a:p>
                      <a:pPr marL="0" lvl="0" indent="0" algn="ctr" defTabSz="843930" rtl="0" eaLnBrk="1" latinLnBrk="0" hangingPunct="1">
                        <a:lnSpc>
                          <a:spcPts val="1200"/>
                        </a:lnSpc>
                        <a:spcBef>
                          <a:spcPts val="0"/>
                        </a:spcBef>
                        <a:spcAft>
                          <a:spcPts val="0"/>
                        </a:spcAft>
                        <a:buNone/>
                        <a:tabLst/>
                        <a:defRPr noProof="1"/>
                      </a:pPr>
                      <a:r>
                        <a:rPr kumimoji="1" lang="en-US" sz="1100" b="0" i="0" u="none" strike="noStrike" kern="1200" cap="none" spc="0" normalizeH="0" baseline="0" noProof="0">
                          <a:ln>
                            <a:noFill/>
                          </a:ln>
                          <a:solidFill>
                            <a:srgbClr val="000000"/>
                          </a:solidFill>
                          <a:effectLst/>
                          <a:uLnTx/>
                          <a:uFillTx/>
                          <a:latin typeface="Meiryo UI"/>
                          <a:ea typeface="Meiryo UI"/>
                          <a:cs typeface="+mn-cs"/>
                        </a:rPr>
                        <a:t>-</a:t>
                      </a:r>
                    </a:p>
                  </a:txBody>
                  <a:tcPr anchor="ctr">
                    <a:lnL w="10658">
                      <a:solidFill>
                        <a:srgbClr val="000000"/>
                      </a:solidFill>
                    </a:lnL>
                    <a:lnR w="10658">
                      <a:solidFill>
                        <a:srgbClr val="000000"/>
                      </a:solidFill>
                    </a:lnR>
                    <a:lnT w="10658">
                      <a:solidFill>
                        <a:srgbClr val="000000"/>
                      </a:solidFill>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7923501"/>
                  </a:ext>
                </a:extLst>
              </a:tr>
              <a:tr h="467999">
                <a:tc gridSpan="7">
                  <a:txBody>
                    <a:bodyPr/>
                    <a:lstStyle/>
                    <a:p>
                      <a:pPr marL="0" marR="0" lvl="0" indent="0" algn="l" defTabSz="843930" rtl="0" eaLnBrk="1" fontAlgn="auto" latinLnBrk="0" hangingPunct="1">
                        <a:lnSpc>
                          <a:spcPts val="1200"/>
                        </a:lnSpc>
                        <a:spcBef>
                          <a:spcPts val="0"/>
                        </a:spcBef>
                        <a:spcAft>
                          <a:spcPts val="0"/>
                        </a:spcAft>
                        <a:buClrTx/>
                        <a:buSzTx/>
                        <a:buFontTx/>
                        <a:buNone/>
                        <a:tabLst/>
                        <a:defRPr noProof="1"/>
                      </a:pPr>
                      <a:r>
                        <a:rPr kumimoji="1" lang="en-US" altLang="ja-JP" sz="1100" b="0" i="0" u="none" strike="noStrike" kern="1200" cap="none" spc="0" normalizeH="0" baseline="0" noProof="0">
                          <a:ln>
                            <a:noFill/>
                          </a:ln>
                          <a:solidFill>
                            <a:srgbClr val="000000"/>
                          </a:solidFill>
                          <a:effectLst/>
                          <a:uLnTx/>
                          <a:uFillTx/>
                          <a:latin typeface="Meiryo UI"/>
                          <a:ea typeface="Meiryo UI"/>
                          <a:cs typeface="+mn-cs"/>
                        </a:rPr>
                        <a:t>※</a:t>
                      </a:r>
                      <a:r>
                        <a:rPr kumimoji="1" lang="ja-JP" altLang="en-US" sz="1100" b="0" i="0" u="none" strike="noStrike" kern="1200" cap="none" spc="0" normalizeH="0" baseline="0" noProof="0">
                          <a:ln>
                            <a:noFill/>
                          </a:ln>
                          <a:solidFill>
                            <a:srgbClr val="000000"/>
                          </a:solidFill>
                          <a:effectLst/>
                          <a:uLnTx/>
                          <a:uFillTx/>
                          <a:latin typeface="Meiryo UI"/>
                          <a:ea typeface="Meiryo UI"/>
                          <a:cs typeface="+mn-cs"/>
                        </a:rPr>
                        <a:t>その他、令和</a:t>
                      </a:r>
                      <a:r>
                        <a:rPr kumimoji="1" lang="en-US" altLang="ja-JP" sz="1100" b="0" i="0" u="none" strike="noStrike" kern="1200" cap="none" spc="0" normalizeH="0" baseline="0" noProof="0">
                          <a:ln>
                            <a:noFill/>
                          </a:ln>
                          <a:solidFill>
                            <a:srgbClr val="000000"/>
                          </a:solidFill>
                          <a:effectLst/>
                          <a:uLnTx/>
                          <a:uFillTx/>
                          <a:latin typeface="Meiryo UI"/>
                          <a:ea typeface="Meiryo UI"/>
                          <a:cs typeface="+mn-cs"/>
                        </a:rPr>
                        <a:t>9</a:t>
                      </a:r>
                      <a:r>
                        <a:rPr kumimoji="1" lang="ja-JP" altLang="en-US" sz="1100" b="0" i="0" u="none" strike="noStrike" kern="1200" cap="none" spc="0" normalizeH="0" baseline="0" noProof="0">
                          <a:ln>
                            <a:noFill/>
                          </a:ln>
                          <a:solidFill>
                            <a:srgbClr val="000000"/>
                          </a:solidFill>
                          <a:effectLst/>
                          <a:uLnTx/>
                          <a:uFillTx/>
                          <a:latin typeface="Meiryo UI"/>
                          <a:ea typeface="Meiryo UI"/>
                          <a:cs typeface="+mn-cs"/>
                        </a:rPr>
                        <a:t>年度以降案件については厚労省アジェンダを参照。</a:t>
                      </a: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marL="36000" marR="36000" marT="36000" marB="36000" anchor="ctr">
                    <a:lnL w="10658">
                      <a:solidFill>
                        <a:srgbClr val="000000"/>
                      </a:solidFill>
                    </a:lnL>
                    <a:lnR w="10658">
                      <a:solidFill>
                        <a:srgbClr val="000000"/>
                      </a:solidFill>
                    </a:lnR>
                    <a:lnT w="10658">
                      <a:solidFill>
                        <a:srgbClr val="000000"/>
                      </a:solidFill>
                    </a:lnT>
                    <a:lnB w="10658" cap="flat" cmpd="sng" algn="ctr">
                      <a:solidFill>
                        <a:srgbClr val="000000"/>
                      </a:solidFill>
                      <a:prstDash val="solid"/>
                      <a:round/>
                      <a:headEnd type="none" w="med" len="med"/>
                      <a:tailEnd type="none" w="med" len="med"/>
                    </a:lnB>
                    <a:noFill/>
                  </a:tcPr>
                </a:tc>
                <a:tc hMerge="1">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marL="36000" marR="36000" marT="36000" marB="36000"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a:solidFill>
                        <a:srgbClr val="000000"/>
                      </a:solidFill>
                    </a:lnT>
                    <a:lnB w="10658" cap="flat" cmpd="sng" algn="ctr">
                      <a:solidFill>
                        <a:srgbClr val="000000"/>
                      </a:solidFill>
                      <a:prstDash val="solid"/>
                      <a:round/>
                      <a:headEnd type="none" w="med" len="med"/>
                      <a:tailEnd type="none" w="med" len="med"/>
                    </a:lnB>
                    <a:noFill/>
                  </a:tcPr>
                </a:tc>
                <a:tc hMerge="1">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marL="36000" marR="36000" marT="36000" marB="36000" anchor="ctr">
                    <a:lnL w="10658" cap="flat" cmpd="sng" algn="ctr">
                      <a:solidFill>
                        <a:srgbClr val="000000"/>
                      </a:solidFill>
                      <a:prstDash val="solid"/>
                      <a:round/>
                      <a:headEnd type="none" w="med" len="med"/>
                      <a:tailEnd type="none" w="med" len="med"/>
                    </a:lnL>
                    <a:lnR w="10658" cap="flat" cmpd="sng" algn="ctr">
                      <a:solidFill>
                        <a:srgbClr val="000000"/>
                      </a:solidFill>
                      <a:prstDash val="solid"/>
                      <a:round/>
                      <a:headEnd type="none" w="med" len="med"/>
                      <a:tailEnd type="none" w="med" len="med"/>
                    </a:lnR>
                    <a:lnT w="10658">
                      <a:solidFill>
                        <a:srgbClr val="000000"/>
                      </a:solidFill>
                    </a:lnT>
                    <a:lnB w="10658" cap="flat" cmpd="sng" algn="ctr">
                      <a:solidFill>
                        <a:srgbClr val="000000"/>
                      </a:solidFill>
                      <a:prstDash val="solid"/>
                      <a:round/>
                      <a:headEnd type="none" w="med" len="med"/>
                      <a:tailEnd type="none" w="med" len="med"/>
                    </a:lnB>
                    <a:noFill/>
                  </a:tcPr>
                </a:tc>
                <a:tc hMerge="1">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marL="0" marR="0" marT="0" marB="0" anchor="ctr">
                    <a:lnL w="10658" cap="flat" cmpd="sng" algn="ctr">
                      <a:solidFill>
                        <a:srgbClr val="000000"/>
                      </a:solidFill>
                      <a:prstDash val="solid"/>
                      <a:round/>
                      <a:headEnd type="none" w="med" len="med"/>
                      <a:tailEnd type="none" w="med" len="med"/>
                    </a:lnL>
                    <a:lnT w="10658">
                      <a:solidFill>
                        <a:srgbClr val="000000"/>
                      </a:solidFill>
                    </a:lnT>
                    <a:lnB w="10658" cap="flat" cmpd="sng" algn="ctr">
                      <a:solidFill>
                        <a:srgbClr val="000000"/>
                      </a:solidFill>
                      <a:prstDash val="solid"/>
                      <a:round/>
                      <a:headEnd type="none" w="med" len="med"/>
                      <a:tailEnd type="none" w="med" len="med"/>
                    </a:lnB>
                  </a:tcPr>
                </a:tc>
                <a:tc hMerge="1">
                  <a:txBody>
                    <a:bodyPr/>
                    <a:lstStyle/>
                    <a:p>
                      <a:pPr marL="0" marR="0" lvl="0" indent="0" algn="ctr" defTabSz="843930" rtl="0" eaLnBrk="1" fontAlgn="auto" latinLnBrk="0" hangingPunct="1">
                        <a:lnSpc>
                          <a:spcPts val="1200"/>
                        </a:lnSpc>
                        <a:spcBef>
                          <a:spcPts val="0"/>
                        </a:spcBef>
                        <a:spcAft>
                          <a:spcPts val="0"/>
                        </a:spcAft>
                        <a:buClrTx/>
                        <a:buSzTx/>
                        <a:buFontTx/>
                        <a:buNone/>
                        <a:tabLst/>
                        <a:defRPr noProof="1"/>
                      </a:pPr>
                      <a:endParaRPr kumimoji="1" lang="en-US" altLang="ja-JP" sz="1100" b="0" i="0" u="none" strike="noStrike" kern="1200" cap="none" spc="0" normalizeH="0" baseline="0" noProof="0">
                        <a:ln>
                          <a:noFill/>
                        </a:ln>
                        <a:solidFill>
                          <a:srgbClr val="000000"/>
                        </a:solidFill>
                        <a:effectLst/>
                        <a:uLnTx/>
                        <a:uFillTx/>
                        <a:latin typeface="Meiryo UI"/>
                        <a:ea typeface="+mn-ea"/>
                        <a:cs typeface="+mn-cs"/>
                      </a:endParaRPr>
                    </a:p>
                  </a:txBody>
                  <a:tcPr marL="0" marR="0" marT="0" marB="0" anchor="ctr">
                    <a:lnT w="10658">
                      <a:solidFill>
                        <a:srgbClr val="000000"/>
                      </a:solidFill>
                    </a:lnT>
                    <a:lnB w="10658" cap="flat" cmpd="sng" algn="ctr">
                      <a:solidFill>
                        <a:srgbClr val="000000"/>
                      </a:solidFill>
                      <a:prstDash val="solid"/>
                      <a:round/>
                      <a:headEnd type="none" w="med" len="med"/>
                      <a:tailEnd type="none" w="med" len="med"/>
                    </a:lnB>
                  </a:tcPr>
                </a:tc>
                <a:tc hMerge="1">
                  <a:txBody>
                    <a:bodyPr/>
                    <a:lstStyle/>
                    <a:p>
                      <a:pPr marL="0" marR="0" lvl="0" indent="0" algn="l" defTabSz="843930" rtl="0" eaLnBrk="1" fontAlgn="auto" latinLnBrk="0" hangingPunct="1">
                        <a:lnSpc>
                          <a:spcPts val="1200"/>
                        </a:lnSpc>
                        <a:spcBef>
                          <a:spcPts val="0"/>
                        </a:spcBef>
                        <a:spcAft>
                          <a:spcPts val="0"/>
                        </a:spcAft>
                        <a:buClrTx/>
                        <a:buSzTx/>
                        <a:buFontTx/>
                        <a:buNone/>
                        <a:tabLst/>
                        <a:defRPr noProof="1"/>
                      </a:pPr>
                      <a:endParaRPr kumimoji="1" lang="en-US" altLang="ja-JP" sz="1100" b="0" i="0" u="none" strike="noStrike" kern="1200" cap="none" spc="0" normalizeH="0" baseline="0" noProof="0">
                        <a:ln>
                          <a:noFill/>
                        </a:ln>
                        <a:solidFill>
                          <a:srgbClr val="000000"/>
                        </a:solidFill>
                        <a:effectLst/>
                        <a:uLnTx/>
                        <a:uFillTx/>
                        <a:latin typeface="Meiryo UI"/>
                        <a:ea typeface="Meiryo UI"/>
                        <a:cs typeface="+mn-cs"/>
                      </a:endParaRPr>
                    </a:p>
                  </a:txBody>
                  <a:tcPr anchor="ctr">
                    <a:lnR w="10658" cap="flat" cmpd="sng" algn="ctr">
                      <a:solidFill>
                        <a:srgbClr val="000000"/>
                      </a:solidFill>
                      <a:prstDash val="solid"/>
                      <a:round/>
                      <a:headEnd type="none" w="med" len="med"/>
                      <a:tailEnd type="none" w="med" len="med"/>
                    </a:lnR>
                    <a:lnT w="10658">
                      <a:solidFill>
                        <a:srgbClr val="000000"/>
                      </a:solidFill>
                    </a:lnT>
                    <a:lnB w="10658" cap="flat" cmpd="sng" algn="ctr">
                      <a:solidFill>
                        <a:srgbClr val="000000"/>
                      </a:solidFill>
                      <a:prstDash val="solid"/>
                      <a:round/>
                      <a:headEnd type="none" w="med" len="med"/>
                      <a:tailEnd type="none" w="med" len="med"/>
                    </a:lnB>
                    <a:noFill/>
                  </a:tcPr>
                </a:tc>
                <a:tc hMerge="1">
                  <a:txBody>
                    <a:bodyPr/>
                    <a:lstStyle/>
                    <a:p>
                      <a:pPr marL="0" lvl="0" indent="0" algn="ctr" defTabSz="843930" rtl="0" eaLnBrk="1" latinLnBrk="0" hangingPunct="1">
                        <a:lnSpc>
                          <a:spcPts val="1200"/>
                        </a:lnSpc>
                        <a:spcBef>
                          <a:spcPts val="0"/>
                        </a:spcBef>
                        <a:spcAft>
                          <a:spcPts val="0"/>
                        </a:spcAft>
                        <a:buNone/>
                        <a:tabLst/>
                        <a:defRPr noProof="1"/>
                      </a:pPr>
                      <a:endParaRPr kumimoji="1" lang="en-US" sz="1100" b="0" i="0" u="none" strike="noStrike" kern="1200" cap="none" spc="0" normalizeH="0" baseline="0" noProof="0">
                        <a:ln>
                          <a:noFill/>
                        </a:ln>
                        <a:solidFill>
                          <a:srgbClr val="000000"/>
                        </a:solidFill>
                        <a:effectLst/>
                        <a:uLnTx/>
                        <a:uFillTx/>
                        <a:latin typeface="Meiryo UI"/>
                        <a:ea typeface="Meiryo UI"/>
                        <a:cs typeface="+mn-cs"/>
                      </a:endParaRPr>
                    </a:p>
                  </a:txBody>
                  <a:tcPr anchor="ctr">
                    <a:lnL w="10658" cap="flat" cmpd="sng" algn="ctr">
                      <a:solidFill>
                        <a:srgbClr val="000000"/>
                      </a:solidFill>
                      <a:prstDash val="solid"/>
                      <a:round/>
                      <a:headEnd type="none" w="med" len="med"/>
                      <a:tailEnd type="none" w="med" len="med"/>
                    </a:lnL>
                    <a:lnR w="10658">
                      <a:solidFill>
                        <a:srgbClr val="000000"/>
                      </a:solidFill>
                    </a:lnR>
                    <a:lnT w="10658">
                      <a:solidFill>
                        <a:srgbClr val="000000"/>
                      </a:solidFill>
                    </a:lnT>
                    <a:lnB w="10658"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33907611"/>
                  </a:ext>
                </a:extLst>
              </a:tr>
            </a:tbl>
          </a:graphicData>
        </a:graphic>
      </p:graphicFrame>
      <p:sp>
        <p:nvSpPr>
          <p:cNvPr id="9" name="正方形/長方形 8">
            <a:extLst>
              <a:ext uri="{FF2B5EF4-FFF2-40B4-BE49-F238E27FC236}">
                <a16:creationId xmlns:a16="http://schemas.microsoft.com/office/drawing/2014/main" id="{0958C934-4017-85CA-1A48-7E4102ED3A64}"/>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(DX</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機構資料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15499205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8669D-BCA4-D790-98F2-51E32AE7A1AE}"/>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7514AE74-61BA-8ECB-8FFA-7925192ED911}"/>
              </a:ext>
            </a:extLst>
          </p:cNvPr>
          <p:cNvSpPr>
            <a:spLocks noGrp="1"/>
          </p:cNvSpPr>
          <p:nvPr>
            <p:ph type="title"/>
          </p:nvPr>
        </p:nvSpPr>
        <p:spPr>
          <a:xfrm>
            <a:off x="507000" y="116696"/>
            <a:ext cx="5722350" cy="576000"/>
          </a:xfrm>
        </p:spPr>
        <p:txBody>
          <a:bodyPr vert="horz" wrap="square" lIns="36000" tIns="36000" rIns="36000" bIns="36000" anchor="b" anchorCtr="0">
            <a:noAutofit/>
          </a:bodyPr>
          <a:lstStyle/>
          <a:p>
            <a:r>
              <a:rPr lang="en-US" altLang="ja-JP" sz="1800" noProof="1">
                <a:solidFill>
                  <a:srgbClr val="324F71"/>
                </a:solidFill>
              </a:rPr>
              <a:t>3</a:t>
            </a:r>
            <a:r>
              <a:rPr lang="ja-JP" altLang="en-US" sz="1800" noProof="1">
                <a:solidFill>
                  <a:srgbClr val="324F71"/>
                </a:solidFill>
              </a:rPr>
              <a:t>．令和</a:t>
            </a:r>
            <a:r>
              <a:rPr lang="en-US" altLang="ja-JP" sz="1800" noProof="1">
                <a:solidFill>
                  <a:srgbClr val="324F71"/>
                </a:solidFill>
              </a:rPr>
              <a:t>8</a:t>
            </a:r>
            <a:r>
              <a:rPr lang="ja-JP" altLang="en-US" sz="1800" noProof="1">
                <a:solidFill>
                  <a:srgbClr val="324F71"/>
                </a:solidFill>
              </a:rPr>
              <a:t>年度案件の概況(1/3)</a:t>
            </a:r>
          </a:p>
        </p:txBody>
      </p:sp>
      <p:sp>
        <p:nvSpPr>
          <p:cNvPr id="16" name="テキスト ボックス 15">
            <a:extLst>
              <a:ext uri="{FF2B5EF4-FFF2-40B4-BE49-F238E27FC236}">
                <a16:creationId xmlns:a16="http://schemas.microsoft.com/office/drawing/2014/main" id="{E3412D17-C7AF-C394-8AF0-C4675C598151}"/>
              </a:ext>
            </a:extLst>
          </p:cNvPr>
          <p:cNvSpPr txBox="1"/>
          <p:nvPr/>
        </p:nvSpPr>
        <p:spPr>
          <a:xfrm>
            <a:off x="507001" y="1131284"/>
            <a:ext cx="2339566" cy="158593"/>
          </a:xfrm>
          <a:prstGeom prst="roundRect">
            <a:avLst/>
          </a:prstGeom>
          <a:solidFill>
            <a:schemeClr val="tx2"/>
          </a:solidFill>
        </p:spPr>
        <p:txBody>
          <a:bodyPr wrap="square" rtlCol="0" anchor="ctr">
            <a:noAutofit/>
          </a:bodyPr>
          <a:lstStyle>
            <a:defPPr>
              <a:defRPr lang="ja-JP" noProof="1"/>
            </a:defPPr>
            <a:lvl1pPr>
              <a:defRPr sz="1400" noProof="1">
                <a:solidFill>
                  <a:schemeClr val="bg1"/>
                </a:solidFill>
                <a:latin typeface="+mj-lt"/>
                <a:ea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1">
                <a:ln>
                  <a:noFill/>
                </a:ln>
                <a:solidFill>
                  <a:prstClr val="white"/>
                </a:solidFill>
                <a:effectLst/>
                <a:uLnTx/>
                <a:uFillTx/>
                <a:latin typeface="Arial"/>
                <a:ea typeface="Meiryo UI"/>
                <a:cs typeface="+mn-cs"/>
              </a:rPr>
              <a:t>令和</a:t>
            </a:r>
            <a:r>
              <a:rPr kumimoji="1" lang="en-US" altLang="ja-JP" sz="1100" b="0" i="0" u="none" strike="noStrike" kern="1200" cap="none" spc="0" normalizeH="0" baseline="0" noProof="1">
                <a:ln>
                  <a:noFill/>
                </a:ln>
                <a:solidFill>
                  <a:prstClr val="white"/>
                </a:solidFill>
                <a:effectLst/>
                <a:uLnTx/>
                <a:uFillTx/>
                <a:latin typeface="Arial"/>
                <a:ea typeface="Meiryo UI"/>
                <a:cs typeface="+mn-cs"/>
              </a:rPr>
              <a:t>8</a:t>
            </a:r>
            <a:r>
              <a:rPr kumimoji="1" lang="ja-JP" altLang="en-US" sz="1100" b="0" i="0" u="none" strike="noStrike" kern="1200" cap="none" spc="0" normalizeH="0" baseline="0" noProof="1">
                <a:ln>
                  <a:noFill/>
                </a:ln>
                <a:solidFill>
                  <a:prstClr val="white"/>
                </a:solidFill>
                <a:effectLst/>
                <a:uLnTx/>
                <a:uFillTx/>
                <a:latin typeface="Arial"/>
                <a:ea typeface="Meiryo UI"/>
                <a:cs typeface="+mn-cs"/>
              </a:rPr>
              <a:t>年度</a:t>
            </a:r>
            <a:r>
              <a:rPr kumimoji="1" lang="en-US" altLang="ja-JP" sz="1100" b="0" i="0" u="none" strike="noStrike" kern="1200" cap="none" spc="0" normalizeH="0" baseline="0" noProof="1">
                <a:ln>
                  <a:noFill/>
                </a:ln>
                <a:solidFill>
                  <a:prstClr val="white"/>
                </a:solidFill>
                <a:effectLst/>
                <a:uLnTx/>
                <a:uFillTx/>
                <a:latin typeface="Arial"/>
                <a:ea typeface="Meiryo UI"/>
                <a:cs typeface="+mn-cs"/>
              </a:rPr>
              <a:t>12</a:t>
            </a:r>
            <a:r>
              <a:rPr kumimoji="1" lang="ja-JP" altLang="en-US" sz="1100" b="0" i="0" u="none" strike="noStrike" kern="1200" cap="none" spc="0" normalizeH="0" baseline="0" noProof="1">
                <a:ln>
                  <a:noFill/>
                </a:ln>
                <a:solidFill>
                  <a:prstClr val="white"/>
                </a:solidFill>
                <a:effectLst/>
                <a:uLnTx/>
                <a:uFillTx/>
                <a:latin typeface="Arial"/>
                <a:ea typeface="Meiryo UI"/>
                <a:cs typeface="+mn-cs"/>
              </a:rPr>
              <a:t>月リリース予定案件</a:t>
            </a:r>
            <a:endParaRPr kumimoji="0" lang="ja-JP" altLang="en-US" sz="1100" b="0" i="0" u="none" strike="noStrike" kern="0" cap="none" spc="0" normalizeH="0" baseline="0" noProof="1">
              <a:ln>
                <a:noFill/>
              </a:ln>
              <a:solidFill>
                <a:srgbClr val="FFFFFF"/>
              </a:solidFill>
              <a:effectLst/>
              <a:uLnTx/>
              <a:uFillTx/>
              <a:latin typeface="Meiryo UI"/>
              <a:ea typeface="Meiryo UI" panose="020B0604030504040204" pitchFamily="50" charset="-128"/>
              <a:cs typeface="+mn-cs"/>
            </a:endParaRPr>
          </a:p>
        </p:txBody>
      </p:sp>
      <p:graphicFrame>
        <p:nvGraphicFramePr>
          <p:cNvPr id="2" name="表 1">
            <a:extLst>
              <a:ext uri="{FF2B5EF4-FFF2-40B4-BE49-F238E27FC236}">
                <a16:creationId xmlns:a16="http://schemas.microsoft.com/office/drawing/2014/main" id="{97C0B74E-AE7F-7A03-84F4-CEAC9A86B176}"/>
              </a:ext>
            </a:extLst>
          </p:cNvPr>
          <p:cNvGraphicFramePr>
            <a:graphicFrameLocks noGrp="1"/>
          </p:cNvGraphicFramePr>
          <p:nvPr/>
        </p:nvGraphicFramePr>
        <p:xfrm>
          <a:off x="512956" y="1359769"/>
          <a:ext cx="9029915" cy="2767079"/>
        </p:xfrm>
        <a:graphic>
          <a:graphicData uri="http://schemas.openxmlformats.org/drawingml/2006/table">
            <a:tbl>
              <a:tblPr firstRow="1" bandRow="1">
                <a:tableStyleId>{5C22544A-7EE6-4342-B048-85BDC9FD1C3A}</a:tableStyleId>
              </a:tblPr>
              <a:tblGrid>
                <a:gridCol w="312234">
                  <a:extLst>
                    <a:ext uri="{9D8B030D-6E8A-4147-A177-3AD203B41FA5}">
                      <a16:colId xmlns:a16="http://schemas.microsoft.com/office/drawing/2014/main" val="2101549305"/>
                    </a:ext>
                  </a:extLst>
                </a:gridCol>
                <a:gridCol w="365435">
                  <a:extLst>
                    <a:ext uri="{9D8B030D-6E8A-4147-A177-3AD203B41FA5}">
                      <a16:colId xmlns:a16="http://schemas.microsoft.com/office/drawing/2014/main" val="4255713497"/>
                    </a:ext>
                  </a:extLst>
                </a:gridCol>
                <a:gridCol w="3183865">
                  <a:extLst>
                    <a:ext uri="{9D8B030D-6E8A-4147-A177-3AD203B41FA5}">
                      <a16:colId xmlns:a16="http://schemas.microsoft.com/office/drawing/2014/main" val="2299355979"/>
                    </a:ext>
                  </a:extLst>
                </a:gridCol>
                <a:gridCol w="558237">
                  <a:extLst>
                    <a:ext uri="{9D8B030D-6E8A-4147-A177-3AD203B41FA5}">
                      <a16:colId xmlns:a16="http://schemas.microsoft.com/office/drawing/2014/main" val="1134433152"/>
                    </a:ext>
                  </a:extLst>
                </a:gridCol>
                <a:gridCol w="875406">
                  <a:extLst>
                    <a:ext uri="{9D8B030D-6E8A-4147-A177-3AD203B41FA5}">
                      <a16:colId xmlns:a16="http://schemas.microsoft.com/office/drawing/2014/main" val="3691285807"/>
                    </a:ext>
                  </a:extLst>
                </a:gridCol>
                <a:gridCol w="491067">
                  <a:extLst>
                    <a:ext uri="{9D8B030D-6E8A-4147-A177-3AD203B41FA5}">
                      <a16:colId xmlns:a16="http://schemas.microsoft.com/office/drawing/2014/main" val="779774557"/>
                    </a:ext>
                  </a:extLst>
                </a:gridCol>
                <a:gridCol w="3243671">
                  <a:extLst>
                    <a:ext uri="{9D8B030D-6E8A-4147-A177-3AD203B41FA5}">
                      <a16:colId xmlns:a16="http://schemas.microsoft.com/office/drawing/2014/main" val="971229648"/>
                    </a:ext>
                  </a:extLst>
                </a:gridCol>
              </a:tblGrid>
              <a:tr h="399149">
                <a:tc>
                  <a:txBody>
                    <a:bodyPr/>
                    <a:lstStyle/>
                    <a:p>
                      <a:pPr algn="ctr">
                        <a:spcBef>
                          <a:spcPts val="300"/>
                        </a:spcBef>
                      </a:pPr>
                      <a:r>
                        <a:rPr kumimoji="1" lang="en-US" altLang="ja-JP" sz="1000" noProof="1">
                          <a:solidFill>
                            <a:schemeClr val="bg1"/>
                          </a:solidFill>
                          <a:latin typeface="+mn-ea"/>
                          <a:ea typeface="+mn-ea"/>
                        </a:rPr>
                        <a:t>#</a:t>
                      </a:r>
                      <a:endParaRPr kumimoji="1" lang="ja-JP" altLang="en-US" sz="1000" noProof="1">
                        <a:solidFill>
                          <a:schemeClr val="bg1"/>
                        </a:solidFill>
                        <a:latin typeface="+mn-ea"/>
                        <a:ea typeface="+mn-ea"/>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marL="0" algn="ctr" defTabSz="685673" rtl="0" eaLnBrk="1" latinLnBrk="0" hangingPunct="1">
                        <a:spcBef>
                          <a:spcPts val="300"/>
                        </a:spcBef>
                      </a:pPr>
                      <a:r>
                        <a:rPr kumimoji="1" lang="en-US" altLang="ja-JP" sz="1000" b="1" kern="1200" noProof="1">
                          <a:solidFill>
                            <a:schemeClr val="bg1"/>
                          </a:solidFill>
                          <a:latin typeface="+mn-ea"/>
                          <a:ea typeface="+mn-ea"/>
                          <a:cs typeface="+mn-cs"/>
                        </a:rPr>
                        <a:t>ID</a:t>
                      </a:r>
                      <a:endParaRPr kumimoji="1" lang="ja-JP" altLang="en-US"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marL="0" algn="ctr" defTabSz="685673" rtl="0" eaLnBrk="1" latinLnBrk="0" hangingPunct="1">
                        <a:spcBef>
                          <a:spcPts val="300"/>
                        </a:spcBef>
                      </a:pPr>
                      <a:r>
                        <a:rPr kumimoji="1" lang="ja-JP" altLang="en-US" sz="1000" b="1" kern="1200" noProof="1">
                          <a:solidFill>
                            <a:schemeClr val="bg1"/>
                          </a:solidFill>
                          <a:latin typeface="+mn-ea"/>
                          <a:ea typeface="+mn-ea"/>
                          <a:cs typeface="+mn-cs"/>
                        </a:rPr>
                        <a:t>案件</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0"/>
                        </a:spcBef>
                      </a:pPr>
                      <a:r>
                        <a:rPr kumimoji="1" lang="ja-JP" altLang="en-US" sz="1000" b="1" kern="1200" noProof="1">
                          <a:solidFill>
                            <a:schemeClr val="bg1"/>
                          </a:solidFill>
                          <a:latin typeface="+mn-ea"/>
                          <a:ea typeface="+mn-ea"/>
                          <a:cs typeface="+mn-cs"/>
                        </a:rPr>
                        <a:t>リリース</a:t>
                      </a:r>
                      <a:endParaRPr kumimoji="1" lang="en-US" altLang="ja-JP" sz="1000" b="1" kern="1200" noProof="1">
                        <a:solidFill>
                          <a:schemeClr val="bg1"/>
                        </a:solidFill>
                        <a:latin typeface="+mn-ea"/>
                        <a:ea typeface="+mn-ea"/>
                        <a:cs typeface="+mn-cs"/>
                      </a:endParaRPr>
                    </a:p>
                    <a:p>
                      <a:pPr algn="ctr">
                        <a:spcBef>
                          <a:spcPts val="0"/>
                        </a:spcBef>
                      </a:pPr>
                      <a:r>
                        <a:rPr kumimoji="1" lang="ja-JP" altLang="en-US" sz="1000" b="1" kern="1200" noProof="1">
                          <a:solidFill>
                            <a:schemeClr val="bg1"/>
                          </a:solidFill>
                          <a:latin typeface="+mn-ea"/>
                          <a:ea typeface="+mn-ea"/>
                          <a:cs typeface="+mn-cs"/>
                        </a:rPr>
                        <a:t>時期</a:t>
                      </a:r>
                      <a:endParaRPr kumimoji="1" lang="en-US" altLang="ja-JP"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0"/>
                        </a:spcBef>
                      </a:pPr>
                      <a:r>
                        <a:rPr kumimoji="1" lang="ja-JP" altLang="en-US" sz="1000" noProof="1">
                          <a:solidFill>
                            <a:schemeClr val="bg1"/>
                          </a:solidFill>
                          <a:latin typeface="+mn-ea"/>
                          <a:ea typeface="+mn-ea"/>
                        </a:rPr>
                        <a:t>調達状況</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0"/>
                        </a:spcBef>
                      </a:pPr>
                      <a:r>
                        <a:rPr kumimoji="1" lang="ja-JP" altLang="en-US" sz="1000" b="1" kern="1200" noProof="1">
                          <a:solidFill>
                            <a:schemeClr val="bg1"/>
                          </a:solidFill>
                          <a:latin typeface="+mn-ea"/>
                          <a:ea typeface="+mn-ea"/>
                          <a:cs typeface="+mn-cs"/>
                        </a:rPr>
                        <a:t>担当</a:t>
                      </a:r>
                      <a:endParaRPr kumimoji="1" lang="en-US" altLang="ja-JP" sz="1000" b="1" kern="1200" noProof="1">
                        <a:solidFill>
                          <a:schemeClr val="bg1"/>
                        </a:solidFill>
                        <a:latin typeface="+mn-ea"/>
                        <a:ea typeface="+mn-ea"/>
                        <a:cs typeface="+mn-cs"/>
                      </a:endParaRPr>
                    </a:p>
                    <a:p>
                      <a:pPr algn="ctr">
                        <a:spcBef>
                          <a:spcPts val="0"/>
                        </a:spcBef>
                      </a:pPr>
                      <a:r>
                        <a:rPr kumimoji="1" lang="ja-JP" altLang="en-US" sz="1000" b="1" kern="1200" noProof="1">
                          <a:solidFill>
                            <a:schemeClr val="bg1"/>
                          </a:solidFill>
                          <a:latin typeface="+mn-ea"/>
                          <a:ea typeface="+mn-ea"/>
                          <a:cs typeface="+mn-cs"/>
                        </a:rPr>
                        <a:t>チーム</a:t>
                      </a:r>
                      <a:endParaRPr kumimoji="1" lang="en-US" altLang="ja-JP"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marL="0" marR="0" lvl="0" indent="0" algn="ctr" defTabSz="685673" rtl="0" eaLnBrk="1" fontAlgn="auto" latinLnBrk="0" hangingPunct="1">
                        <a:lnSpc>
                          <a:spcPct val="100000"/>
                        </a:lnSpc>
                        <a:spcBef>
                          <a:spcPts val="300"/>
                        </a:spcBef>
                        <a:spcAft>
                          <a:spcPts val="0"/>
                        </a:spcAft>
                        <a:buClrTx/>
                        <a:buSzTx/>
                        <a:buFontTx/>
                        <a:buNone/>
                        <a:tabLst/>
                        <a:defRPr noProof="1"/>
                      </a:pPr>
                      <a:r>
                        <a:rPr kumimoji="1" lang="ja-JP" altLang="en-US" sz="1000" b="0" noProof="1">
                          <a:solidFill>
                            <a:schemeClr val="bg1"/>
                          </a:solidFill>
                          <a:latin typeface="+mn-ea"/>
                          <a:ea typeface="+mn-ea"/>
                        </a:rPr>
                        <a:t>付議事項等</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3583684863"/>
                  </a:ext>
                </a:extLst>
              </a:tr>
              <a:tr h="376762">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1</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fontAlgn="t">
                        <a:lnSpc>
                          <a:spcPts val="1080"/>
                        </a:lnSpc>
                        <a:spcBef>
                          <a:spcPts val="0"/>
                        </a:spcBef>
                        <a:buNone/>
                      </a:pPr>
                      <a:r>
                        <a:rPr lang="en-US" altLang="ja-JP" sz="1000" b="0" i="0" u="none" strike="noStrike" noProof="1">
                          <a:solidFill>
                            <a:schemeClr val="tx1"/>
                          </a:solidFill>
                          <a:effectLst/>
                          <a:latin typeface="+mn-ea"/>
                          <a:ea typeface="+mn-ea"/>
                        </a:rPr>
                        <a:t>165</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l" fontAlgn="t">
                        <a:lnSpc>
                          <a:spcPts val="1080"/>
                        </a:lnSpc>
                        <a:spcBef>
                          <a:spcPts val="0"/>
                        </a:spcBef>
                        <a:buNone/>
                      </a:pPr>
                      <a:r>
                        <a:rPr kumimoji="1" lang="ja-JP" altLang="en-US" sz="1000" b="0" i="0" u="none" strike="noStrike" kern="1200" noProof="1">
                          <a:solidFill>
                            <a:schemeClr val="tx1"/>
                          </a:solidFill>
                          <a:effectLst/>
                          <a:latin typeface="+mn-ea"/>
                          <a:ea typeface="+mn-ea"/>
                          <a:cs typeface="+mn-cs"/>
                        </a:rPr>
                        <a:t>オンライン資格確認等システムにおける一般アカウントおよび医療情報閲覧アカウントから閲覧できる情報の範囲の見直し</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12</a:t>
                      </a:r>
                      <a:r>
                        <a:rPr kumimoji="1" lang="ja-JP" altLang="en-US" sz="1000" b="0" i="0" u="none" strike="noStrike" kern="1200" cap="none" spc="0" normalizeH="0" baseline="0" noProof="0">
                          <a:ln>
                            <a:noFill/>
                          </a:ln>
                          <a:solidFill>
                            <a:schemeClr val="tx1"/>
                          </a:solidFill>
                          <a:effectLst/>
                          <a:uLnTx/>
                          <a:uFillTx/>
                          <a:latin typeface="+mn-ea"/>
                          <a:ea typeface="+mn-ea"/>
                          <a:cs typeface="+mn-cs"/>
                        </a:rPr>
                        <a:t>月</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完了</a:t>
                      </a:r>
                      <a:endParaRPr kumimoji="1" lang="en-US" altLang="ja-JP"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B</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533580386"/>
                  </a:ext>
                </a:extLst>
              </a:tr>
              <a:tr h="236036">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2</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fontAlgn="t">
                        <a:lnSpc>
                          <a:spcPts val="1080"/>
                        </a:lnSpc>
                        <a:spcBef>
                          <a:spcPts val="0"/>
                        </a:spcBef>
                        <a:buNone/>
                      </a:pPr>
                      <a:r>
                        <a:rPr lang="en-US" altLang="ja-JP" sz="1000" b="0" i="0" u="none" strike="noStrike" noProof="1">
                          <a:solidFill>
                            <a:schemeClr val="tx1"/>
                          </a:solidFill>
                          <a:effectLst/>
                          <a:latin typeface="+mn-ea"/>
                          <a:ea typeface="+mn-ea"/>
                        </a:rPr>
                        <a:t>173</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a:lnSpc>
                          <a:spcPts val="1080"/>
                        </a:lnSpc>
                        <a:spcBef>
                          <a:spcPts val="0"/>
                        </a:spcBef>
                        <a:spcAft>
                          <a:spcPts val="0"/>
                        </a:spcAft>
                        <a:buNone/>
                        <a:tabLst/>
                        <a:defRPr noProof="1"/>
                      </a:pPr>
                      <a:r>
                        <a:rPr kumimoji="1" lang="en-US" altLang="ja-JP" sz="1000" noProof="1">
                          <a:solidFill>
                            <a:schemeClr val="tx1"/>
                          </a:solidFill>
                          <a:latin typeface="+mn-ea"/>
                          <a:ea typeface="+mn-ea"/>
                        </a:rPr>
                        <a:t>PHR</a:t>
                      </a:r>
                      <a:r>
                        <a:rPr kumimoji="1" lang="ja-JP" altLang="en-US" sz="1000" noProof="1">
                          <a:solidFill>
                            <a:schemeClr val="tx1"/>
                          </a:solidFill>
                          <a:latin typeface="+mn-ea"/>
                          <a:ea typeface="+mn-ea"/>
                        </a:rPr>
                        <a:t>事業者向け</a:t>
                      </a:r>
                      <a:r>
                        <a:rPr kumimoji="1" lang="en-US" altLang="ja-JP" sz="1000" noProof="1">
                          <a:solidFill>
                            <a:schemeClr val="tx1"/>
                          </a:solidFill>
                          <a:latin typeface="+mn-ea"/>
                          <a:ea typeface="+mn-ea"/>
                        </a:rPr>
                        <a:t>API</a:t>
                      </a:r>
                      <a:r>
                        <a:rPr kumimoji="1" lang="ja-JP" altLang="en-US" sz="1000" noProof="1">
                          <a:solidFill>
                            <a:schemeClr val="tx1"/>
                          </a:solidFill>
                          <a:latin typeface="+mn-ea"/>
                          <a:ea typeface="+mn-ea"/>
                        </a:rPr>
                        <a:t>の提供項目の変更</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eiryo UI"/>
                        </a:rPr>
                        <a:t>12</a:t>
                      </a:r>
                      <a:r>
                        <a:rPr kumimoji="1" lang="ja-JP" altLang="en-US" sz="1000" b="0" i="0" u="none" strike="noStrike" kern="1200" cap="none" spc="0" normalizeH="0" baseline="0" noProof="0">
                          <a:ln>
                            <a:noFill/>
                          </a:ln>
                          <a:solidFill>
                            <a:schemeClr val="tx1"/>
                          </a:solidFill>
                          <a:effectLst/>
                          <a:uLnTx/>
                          <a:uFillTx/>
                          <a:latin typeface="+mn-ea"/>
                          <a:ea typeface="+mn-ea"/>
                          <a:cs typeface="Meiryo UI"/>
                        </a:rPr>
                        <a:t>月</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完了</a:t>
                      </a:r>
                      <a:endParaRPr kumimoji="1" lang="en-US" altLang="ja-JP"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D</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261770306"/>
                  </a:ext>
                </a:extLst>
              </a:tr>
              <a:tr h="237486">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3</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193</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rgbClr val="000000"/>
                          </a:solidFill>
                          <a:effectLst/>
                          <a:uLnTx/>
                          <a:uFillTx/>
                          <a:latin typeface="+mn-lt"/>
                          <a:ea typeface="+mn-ea"/>
                          <a:cs typeface="+mn-cs"/>
                        </a:rPr>
                        <a:t>臨床情報の帳票レイアウトの傷病名</a:t>
                      </a:r>
                      <a:r>
                        <a:rPr kumimoji="1" lang="en-US" altLang="ja-JP" sz="1000" b="0" i="0" u="none" strike="noStrike" kern="1200" cap="none" spc="0" normalizeH="0" baseline="0" noProof="0">
                          <a:ln>
                            <a:noFill/>
                          </a:ln>
                          <a:solidFill>
                            <a:srgbClr val="000000"/>
                          </a:solidFill>
                          <a:effectLst/>
                          <a:uLnTx/>
                          <a:uFillTx/>
                          <a:latin typeface="+mn-lt"/>
                          <a:ea typeface="+mn-ea"/>
                          <a:cs typeface="+mn-cs"/>
                        </a:rPr>
                        <a:t>(</a:t>
                      </a:r>
                      <a:r>
                        <a:rPr kumimoji="1" lang="ja-JP" altLang="en-US" sz="1000" b="0" i="0" u="none" strike="noStrike" kern="1200" cap="none" spc="0" normalizeH="0" baseline="0" noProof="0">
                          <a:ln>
                            <a:noFill/>
                          </a:ln>
                          <a:solidFill>
                            <a:srgbClr val="000000"/>
                          </a:solidFill>
                          <a:effectLst/>
                          <a:uLnTx/>
                          <a:uFillTx/>
                          <a:latin typeface="+mn-lt"/>
                          <a:ea typeface="+mn-ea"/>
                          <a:cs typeface="+mn-cs"/>
                        </a:rPr>
                        <a:t>告知状況</a:t>
                      </a:r>
                      <a:r>
                        <a:rPr kumimoji="1" lang="en-US" altLang="ja-JP" sz="1000" b="0" i="0" u="none" strike="noStrike" kern="1200" cap="none" spc="0" normalizeH="0" baseline="0" noProof="0">
                          <a:ln>
                            <a:noFill/>
                          </a:ln>
                          <a:solidFill>
                            <a:srgbClr val="000000"/>
                          </a:solidFill>
                          <a:effectLst/>
                          <a:uLnTx/>
                          <a:uFillTx/>
                          <a:latin typeface="+mn-lt"/>
                          <a:ea typeface="+mn-ea"/>
                          <a:cs typeface="+mn-cs"/>
                        </a:rPr>
                        <a:t>)</a:t>
                      </a:r>
                      <a:r>
                        <a:rPr kumimoji="1" lang="ja-JP" altLang="en-US" sz="1000" b="0" i="0" u="none" strike="noStrike" kern="1200" cap="none" spc="0" normalizeH="0" baseline="0" noProof="0">
                          <a:ln>
                            <a:noFill/>
                          </a:ln>
                          <a:solidFill>
                            <a:srgbClr val="000000"/>
                          </a:solidFill>
                          <a:effectLst/>
                          <a:uLnTx/>
                          <a:uFillTx/>
                          <a:latin typeface="+mn-lt"/>
                          <a:ea typeface="+mn-ea"/>
                          <a:cs typeface="+mn-cs"/>
                        </a:rPr>
                        <a:t>の表示修正</a:t>
                      </a:r>
                    </a:p>
                  </a:txBody>
                  <a:tcPr marL="36000" marR="36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eiryo UI"/>
                        </a:rPr>
                        <a:t>12</a:t>
                      </a:r>
                      <a:r>
                        <a:rPr kumimoji="1" lang="ja-JP" altLang="en-US" sz="1000" b="0" i="0" u="none" strike="noStrike" kern="1200" cap="none" spc="0" normalizeH="0" baseline="0" noProof="0">
                          <a:ln>
                            <a:noFill/>
                          </a:ln>
                          <a:solidFill>
                            <a:schemeClr val="tx1"/>
                          </a:solidFill>
                          <a:effectLst/>
                          <a:uLnTx/>
                          <a:uFillTx/>
                          <a:latin typeface="+mn-ea"/>
                          <a:ea typeface="+mn-ea"/>
                          <a:cs typeface="Meiryo UI"/>
                        </a:rPr>
                        <a:t>月</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000" b="0" i="0" u="none" strike="noStrike" kern="1200" cap="none" spc="0" normalizeH="0" baseline="0" noProof="0">
                          <a:ln>
                            <a:noFill/>
                          </a:ln>
                          <a:solidFill>
                            <a:schemeClr val="tx1"/>
                          </a:solidFill>
                          <a:effectLst/>
                          <a:uLnTx/>
                          <a:uFillTx/>
                          <a:latin typeface="Meiryo UI"/>
                          <a:ea typeface="Meiryo UI"/>
                          <a:cs typeface="+mn-cs"/>
                        </a:rPr>
                        <a:t>完了</a:t>
                      </a:r>
                      <a:endParaRPr lang="ja-JP"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D</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endParaRPr kumimoji="1" lang="en-US" altLang="ja-JP" sz="1000" kern="1200" noProof="1">
                        <a:solidFill>
                          <a:schemeClr val="tx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643199920"/>
                  </a:ext>
                </a:extLst>
              </a:tr>
              <a:tr h="237486">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4</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194</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rgbClr val="000000"/>
                          </a:solidFill>
                          <a:effectLst/>
                          <a:uLnTx/>
                          <a:uFillTx/>
                          <a:latin typeface="+mn-ea"/>
                          <a:ea typeface="+mn-ea"/>
                          <a:cs typeface="+mn-cs"/>
                        </a:rPr>
                        <a:t>アレルギー等情報の重症度の非表示</a:t>
                      </a:r>
                    </a:p>
                  </a:txBody>
                  <a:tcPr marL="36000" marR="36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eiryo UI"/>
                        </a:rPr>
                        <a:t>12</a:t>
                      </a:r>
                      <a:r>
                        <a:rPr kumimoji="1" lang="ja-JP" altLang="en-US" sz="1000" b="0" i="0" u="none" strike="noStrike" kern="1200" cap="none" spc="0" normalizeH="0" baseline="0" noProof="0">
                          <a:ln>
                            <a:noFill/>
                          </a:ln>
                          <a:solidFill>
                            <a:schemeClr val="tx1"/>
                          </a:solidFill>
                          <a:effectLst/>
                          <a:uLnTx/>
                          <a:uFillTx/>
                          <a:latin typeface="+mn-ea"/>
                          <a:ea typeface="+mn-ea"/>
                          <a:cs typeface="Meiryo UI"/>
                        </a:rPr>
                        <a:t>月</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000" b="0" i="0" u="none" strike="noStrike" kern="1200" cap="none" spc="0" normalizeH="0" baseline="0" noProof="0">
                          <a:ln>
                            <a:noFill/>
                          </a:ln>
                          <a:solidFill>
                            <a:schemeClr val="tx1"/>
                          </a:solidFill>
                          <a:effectLst/>
                          <a:uLnTx/>
                          <a:uFillTx/>
                          <a:latin typeface="Meiryo UI"/>
                          <a:ea typeface="Meiryo UI"/>
                          <a:cs typeface="+mn-cs"/>
                        </a:rPr>
                        <a:t>完了</a:t>
                      </a:r>
                      <a:endParaRPr lang="ja-JP"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D</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endParaRPr kumimoji="1" lang="en-US" altLang="ja-JP" sz="1000" kern="1200" noProof="1">
                        <a:solidFill>
                          <a:schemeClr val="tx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510558005"/>
                  </a:ext>
                </a:extLst>
              </a:tr>
              <a:tr h="237486">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5</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195</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rgbClr val="000000"/>
                          </a:solidFill>
                          <a:effectLst/>
                          <a:uLnTx/>
                          <a:uFillTx/>
                          <a:latin typeface="+mn-ea"/>
                          <a:ea typeface="+mn-ea"/>
                          <a:cs typeface="+mn-cs"/>
                        </a:rPr>
                        <a:t>アレルギー等情報の症状の項目名称の変更</a:t>
                      </a:r>
                    </a:p>
                  </a:txBody>
                  <a:tcPr marL="36000" marR="36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eiryo UI"/>
                        </a:rPr>
                        <a:t>12</a:t>
                      </a:r>
                      <a:r>
                        <a:rPr kumimoji="1" lang="ja-JP" altLang="en-US" sz="1000" b="0" i="0" u="none" strike="noStrike" kern="1200" cap="none" spc="0" normalizeH="0" baseline="0" noProof="0">
                          <a:ln>
                            <a:noFill/>
                          </a:ln>
                          <a:solidFill>
                            <a:schemeClr val="tx1"/>
                          </a:solidFill>
                          <a:effectLst/>
                          <a:uLnTx/>
                          <a:uFillTx/>
                          <a:latin typeface="+mn-ea"/>
                          <a:ea typeface="+mn-ea"/>
                          <a:cs typeface="Meiryo UI"/>
                        </a:rPr>
                        <a:t>月</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ja-JP" altLang="en-US" sz="1000" b="0" i="0" u="none" strike="noStrike" kern="1200" cap="none" spc="0" normalizeH="0" baseline="0" noProof="0">
                          <a:ln>
                            <a:noFill/>
                          </a:ln>
                          <a:solidFill>
                            <a:schemeClr val="tx1"/>
                          </a:solidFill>
                          <a:effectLst/>
                          <a:uLnTx/>
                          <a:uFillTx/>
                          <a:latin typeface="Meiryo UI"/>
                          <a:ea typeface="Meiryo UI"/>
                          <a:cs typeface="+mn-cs"/>
                        </a:rPr>
                        <a:t>完了</a:t>
                      </a:r>
                      <a:endParaRPr lang="ja-JP"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D</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endParaRPr kumimoji="1" lang="en-US" altLang="ja-JP" sz="1000" kern="1200" noProof="1">
                        <a:solidFill>
                          <a:schemeClr val="tx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447005101"/>
                  </a:ext>
                </a:extLst>
              </a:tr>
              <a:tr h="237486">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6</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200</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eiryo UI"/>
                          <a:ea typeface="+mn-ea"/>
                          <a:cs typeface="+mn-cs"/>
                        </a:rPr>
                        <a:t>臨床情報の帳票レイアウト</a:t>
                      </a:r>
                      <a:r>
                        <a:rPr kumimoji="1" lang="en-US" altLang="ja-JP" sz="1000" b="0" i="0" u="none" strike="noStrike" kern="1200" cap="none" spc="0" normalizeH="0" baseline="0" noProof="0">
                          <a:ln>
                            <a:noFill/>
                          </a:ln>
                          <a:solidFill>
                            <a:schemeClr val="tx1"/>
                          </a:solidFill>
                          <a:effectLst/>
                          <a:uLnTx/>
                          <a:uFillTx/>
                          <a:latin typeface="Meiryo UI"/>
                          <a:ea typeface="+mn-ea"/>
                          <a:cs typeface="+mn-cs"/>
                        </a:rPr>
                        <a:t>(傷病名)の変更</a:t>
                      </a:r>
                    </a:p>
                  </a:txBody>
                  <a:tcPr marL="36000" marR="36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12</a:t>
                      </a:r>
                      <a:r>
                        <a:rPr kumimoji="1" lang="ja-JP" altLang="en-US" sz="1000" b="0" i="0" u="none" strike="noStrike" kern="1200" cap="none" spc="0" normalizeH="0" baseline="0" noProof="0">
                          <a:ln>
                            <a:noFill/>
                          </a:ln>
                          <a:solidFill>
                            <a:schemeClr val="tx1"/>
                          </a:solidFill>
                          <a:effectLst/>
                          <a:uLnTx/>
                          <a:uFillTx/>
                          <a:latin typeface="+mn-ea"/>
                          <a:ea typeface="+mn-ea"/>
                          <a:cs typeface="+mn-cs"/>
                        </a:rPr>
                        <a:t>月</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a:lnSpc>
                          <a:spcPts val="1080"/>
                        </a:lnSpc>
                        <a:spcBef>
                          <a:spcPts val="0"/>
                        </a:spcBef>
                        <a:spcAft>
                          <a:spcPts val="0"/>
                        </a:spcAft>
                        <a:buClrTx/>
                        <a:buSzTx/>
                        <a:buFontTx/>
                        <a:buNone/>
                        <a:tabLst/>
                        <a:defRPr noProof="1"/>
                      </a:pPr>
                      <a:r>
                        <a:rPr lang="ja-JP" altLang="en-US" sz="1000" b="0" i="0" u="none" strike="noStrike" kern="1200" cap="none" spc="0" normalizeH="0" baseline="0" noProof="0">
                          <a:ln>
                            <a:noFill/>
                          </a:ln>
                          <a:solidFill>
                            <a:schemeClr val="tx1"/>
                          </a:solidFill>
                          <a:effectLst/>
                          <a:uLnTx/>
                          <a:uFillTx/>
                          <a:latin typeface="Meiryo UI"/>
                          <a:ea typeface="Meiryo UI"/>
                          <a:cs typeface="+mn-cs"/>
                        </a:rPr>
                        <a:t>完了</a:t>
                      </a:r>
                      <a:endParaRPr kumimoji="1" lang="ja-JP" altLang="en-US"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D</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ja-JP" altLang="en-US" sz="1000" b="0" i="0" u="none" strike="noStrike" kern="1200" cap="none" spc="0" normalizeH="0" baseline="0" noProof="0">
                        <a:ln>
                          <a:noFill/>
                        </a:ln>
                        <a:solidFill>
                          <a:srgbClr val="FF0000"/>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291427759"/>
                  </a:ext>
                </a:extLst>
              </a:tr>
              <a:tr h="237486">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7</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202</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eiryo UI"/>
                          <a:ea typeface="+mn-ea"/>
                          <a:cs typeface="+mn-cs"/>
                        </a:rPr>
                        <a:t>テストデータ作成ツールの改修</a:t>
                      </a:r>
                      <a:r>
                        <a:rPr kumimoji="1" lang="en-US" altLang="ja-JP" sz="1000" b="0" i="0" u="none" strike="noStrike" kern="1200" cap="none" spc="0" normalizeH="0" baseline="0" noProof="0">
                          <a:ln>
                            <a:noFill/>
                          </a:ln>
                          <a:solidFill>
                            <a:schemeClr val="tx1"/>
                          </a:solidFill>
                          <a:effectLst/>
                          <a:uLnTx/>
                          <a:uFillTx/>
                          <a:latin typeface="Meiryo UI"/>
                          <a:ea typeface="+mn-ea"/>
                          <a:cs typeface="+mn-cs"/>
                        </a:rPr>
                        <a:t>(</a:t>
                      </a:r>
                      <a:r>
                        <a:rPr kumimoji="1" lang="ja-JP" altLang="en-US" sz="1000" b="0" i="0" u="none" strike="noStrike" kern="1200" cap="none" spc="0" normalizeH="0" baseline="0" noProof="0">
                          <a:ln>
                            <a:noFill/>
                          </a:ln>
                          <a:solidFill>
                            <a:schemeClr val="tx1"/>
                          </a:solidFill>
                          <a:effectLst/>
                          <a:uLnTx/>
                          <a:uFillTx/>
                          <a:latin typeface="Meiryo UI"/>
                          <a:ea typeface="+mn-ea"/>
                          <a:cs typeface="+mn-cs"/>
                        </a:rPr>
                        <a:t>薬局等閲覧用データの追加</a:t>
                      </a:r>
                      <a:r>
                        <a:rPr kumimoji="1" lang="en-US" altLang="ja-JP" sz="1000" b="0" i="0" u="none" strike="noStrike" kern="1200" cap="none" spc="0" normalizeH="0" baseline="0" noProof="0">
                          <a:ln>
                            <a:noFill/>
                          </a:ln>
                          <a:solidFill>
                            <a:schemeClr val="tx1"/>
                          </a:solidFill>
                          <a:effectLst/>
                          <a:uLnTx/>
                          <a:uFillTx/>
                          <a:latin typeface="Meiryo UI"/>
                          <a:ea typeface="+mn-ea"/>
                          <a:cs typeface="+mn-cs"/>
                        </a:rPr>
                        <a:t>)</a:t>
                      </a:r>
                      <a:endParaRPr kumimoji="1" lang="ja-JP" altLang="en-US" sz="1000" b="0" i="0" u="none" strike="noStrike" kern="1200" cap="none" spc="0" normalizeH="0" baseline="0" noProof="0">
                        <a:ln>
                          <a:noFill/>
                        </a:ln>
                        <a:solidFill>
                          <a:schemeClr val="tx1"/>
                        </a:solidFill>
                        <a:effectLst/>
                        <a:uLnTx/>
                        <a:uFillTx/>
                        <a:latin typeface="Meiryo UI"/>
                        <a:ea typeface="+mn-ea"/>
                        <a:cs typeface="+mn-cs"/>
                      </a:endParaRPr>
                    </a:p>
                  </a:txBody>
                  <a:tcPr marL="36000" marR="36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eiryo UI"/>
                        </a:rPr>
                        <a:t>12</a:t>
                      </a:r>
                      <a:r>
                        <a:rPr kumimoji="1" lang="ja-JP" altLang="en-US" sz="1000" b="0" i="0" u="none" strike="noStrike" kern="1200" cap="none" spc="0" normalizeH="0" baseline="0" noProof="0">
                          <a:ln>
                            <a:noFill/>
                          </a:ln>
                          <a:solidFill>
                            <a:schemeClr val="tx1"/>
                          </a:solidFill>
                          <a:effectLst/>
                          <a:uLnTx/>
                          <a:uFillTx/>
                          <a:latin typeface="+mn-ea"/>
                          <a:ea typeface="+mn-ea"/>
                          <a:cs typeface="Meiryo UI"/>
                        </a:rPr>
                        <a:t>月</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a:lnSpc>
                          <a:spcPts val="1080"/>
                        </a:lnSpc>
                        <a:spcBef>
                          <a:spcPts val="0"/>
                        </a:spcBef>
                        <a:spcAft>
                          <a:spcPts val="0"/>
                        </a:spcAft>
                        <a:buClrTx/>
                        <a:buSzTx/>
                        <a:buFontTx/>
                        <a:buNone/>
                        <a:tabLst/>
                        <a:defRPr noProof="1"/>
                      </a:pPr>
                      <a:r>
                        <a:rPr kumimoji="1" lang="ja-JP" altLang="en-US" sz="1000" b="0" i="0" u="none" strike="noStrike" kern="1200" cap="none" spc="0" normalizeH="0" baseline="0" noProof="0">
                          <a:ln>
                            <a:noFill/>
                          </a:ln>
                          <a:solidFill>
                            <a:schemeClr val="tx1"/>
                          </a:solidFill>
                          <a:effectLst/>
                          <a:uLnTx/>
                          <a:uFillTx/>
                          <a:latin typeface="Meiryo UI"/>
                          <a:ea typeface="+mn-ea"/>
                          <a:cs typeface="+mn-cs"/>
                        </a:rPr>
                        <a:t>完了</a:t>
                      </a:r>
                      <a:endParaRPr kumimoji="1" lang="ja-JP" altLang="en-US"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B</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ja-JP" altLang="en-US" sz="1000" b="0" i="0" u="none" strike="noStrike" kern="1200" cap="none" spc="0" normalizeH="0" baseline="0" noProof="0">
                        <a:ln>
                          <a:noFill/>
                        </a:ln>
                        <a:solidFill>
                          <a:srgbClr val="FF0000"/>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377701235"/>
                  </a:ext>
                </a:extLst>
              </a:tr>
              <a:tr h="237486">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8</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213</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eiryo UI"/>
                          <a:ea typeface="+mn-ea"/>
                          <a:cs typeface="+mn-cs"/>
                        </a:rPr>
                        <a:t>臨床情報詳細画面の傷病名を</a:t>
                      </a:r>
                      <a:r>
                        <a:rPr kumimoji="1" lang="en-US" altLang="ja-JP" sz="1000" b="0" i="0" u="none" strike="noStrike" kern="1200" cap="none" spc="0" normalizeH="0" baseline="0" noProof="0">
                          <a:ln>
                            <a:noFill/>
                          </a:ln>
                          <a:solidFill>
                            <a:schemeClr val="tx1"/>
                          </a:solidFill>
                          <a:effectLst/>
                          <a:uLnTx/>
                          <a:uFillTx/>
                          <a:latin typeface="Meiryo UI"/>
                          <a:ea typeface="+mn-ea"/>
                          <a:cs typeface="+mn-cs"/>
                        </a:rPr>
                        <a:t>PDF</a:t>
                      </a:r>
                      <a:r>
                        <a:rPr kumimoji="1" lang="ja-JP" altLang="en-US" sz="1000" b="0" i="0" u="none" strike="noStrike" kern="1200" cap="none" spc="0" normalizeH="0" baseline="0" noProof="0">
                          <a:ln>
                            <a:noFill/>
                          </a:ln>
                          <a:solidFill>
                            <a:schemeClr val="tx1"/>
                          </a:solidFill>
                          <a:effectLst/>
                          <a:uLnTx/>
                          <a:uFillTx/>
                          <a:latin typeface="Meiryo UI"/>
                          <a:ea typeface="+mn-ea"/>
                          <a:cs typeface="+mn-cs"/>
                        </a:rPr>
                        <a:t>と同様に出力する対応</a:t>
                      </a:r>
                    </a:p>
                  </a:txBody>
                  <a:tcPr marL="36000" marR="36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eiryo UI"/>
                        </a:rPr>
                        <a:t>12</a:t>
                      </a:r>
                      <a:r>
                        <a:rPr kumimoji="1" lang="ja-JP" altLang="en-US" sz="1000" b="0" i="0" u="none" strike="noStrike" kern="1200" cap="none" spc="0" normalizeH="0" baseline="0" noProof="0">
                          <a:ln>
                            <a:noFill/>
                          </a:ln>
                          <a:solidFill>
                            <a:schemeClr val="tx1"/>
                          </a:solidFill>
                          <a:effectLst/>
                          <a:uLnTx/>
                          <a:uFillTx/>
                          <a:latin typeface="+mn-ea"/>
                          <a:ea typeface="+mn-ea"/>
                          <a:cs typeface="Meiryo UI"/>
                        </a:rPr>
                        <a:t>月</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a:lnSpc>
                          <a:spcPts val="1080"/>
                        </a:lnSpc>
                        <a:spcBef>
                          <a:spcPts val="0"/>
                        </a:spcBef>
                        <a:spcAft>
                          <a:spcPts val="0"/>
                        </a:spcAft>
                        <a:buClrTx/>
                        <a:buSzTx/>
                        <a:buFontTx/>
                        <a:buNone/>
                        <a:tabLst/>
                        <a:defRPr noProof="1"/>
                      </a:pPr>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完了</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D</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ctr" latinLnBrk="0" hangingPunct="1">
                        <a:lnSpc>
                          <a:spcPct val="10000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rgbClr val="FF0000"/>
                          </a:solidFill>
                          <a:effectLst/>
                          <a:uLnTx/>
                          <a:uFillTx/>
                          <a:latin typeface="+mn-ea"/>
                          <a:ea typeface="+mn-ea"/>
                          <a:cs typeface="+mn-cs"/>
                        </a:rPr>
                        <a:t>・「臨床情報：感染症・検査に関する改修​」→「臨床情報詳細画面の傷病名を</a:t>
                      </a:r>
                      <a:r>
                        <a:rPr kumimoji="1" lang="en-US" altLang="ja-JP" sz="1000" b="0" i="0" u="none" strike="noStrike" kern="1200" cap="none" spc="0" normalizeH="0" baseline="0" noProof="0">
                          <a:ln>
                            <a:noFill/>
                          </a:ln>
                          <a:solidFill>
                            <a:srgbClr val="FF0000"/>
                          </a:solidFill>
                          <a:effectLst/>
                          <a:uLnTx/>
                          <a:uFillTx/>
                          <a:latin typeface="+mn-ea"/>
                          <a:ea typeface="+mn-ea"/>
                          <a:cs typeface="+mn-cs"/>
                        </a:rPr>
                        <a:t>PDF</a:t>
                      </a:r>
                      <a:r>
                        <a:rPr kumimoji="1" lang="ja-JP" altLang="en-US" sz="1000" b="0" i="0" u="none" strike="noStrike" kern="1200" cap="none" spc="0" normalizeH="0" baseline="0" noProof="0">
                          <a:ln>
                            <a:noFill/>
                          </a:ln>
                          <a:solidFill>
                            <a:srgbClr val="FF0000"/>
                          </a:solidFill>
                          <a:effectLst/>
                          <a:uLnTx/>
                          <a:uFillTx/>
                          <a:latin typeface="+mn-ea"/>
                          <a:ea typeface="+mn-ea"/>
                          <a:cs typeface="+mn-cs"/>
                        </a:rPr>
                        <a:t>と同様に出力する対応」に案件名を修正</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07212998"/>
                  </a:ext>
                </a:extLst>
              </a:tr>
            </a:tbl>
          </a:graphicData>
        </a:graphic>
      </p:graphicFrame>
      <p:sp>
        <p:nvSpPr>
          <p:cNvPr id="3" name="テキスト ボックス 2">
            <a:extLst>
              <a:ext uri="{FF2B5EF4-FFF2-40B4-BE49-F238E27FC236}">
                <a16:creationId xmlns:a16="http://schemas.microsoft.com/office/drawing/2014/main" id="{8FF57B1E-6F74-BA08-BC26-7206E61C1519}"/>
              </a:ext>
            </a:extLst>
          </p:cNvPr>
          <p:cNvSpPr txBox="1"/>
          <p:nvPr/>
        </p:nvSpPr>
        <p:spPr>
          <a:xfrm>
            <a:off x="517161" y="4389615"/>
            <a:ext cx="2339566" cy="186127"/>
          </a:xfrm>
          <a:prstGeom prst="roundRect">
            <a:avLst/>
          </a:prstGeom>
          <a:solidFill>
            <a:schemeClr val="tx2"/>
          </a:solidFill>
        </p:spPr>
        <p:txBody>
          <a:bodyPr wrap="square" rtlCol="0" anchor="ctr">
            <a:noAutofit/>
          </a:bodyPr>
          <a:lstStyle>
            <a:defPPr>
              <a:defRPr lang="ja-JP" noProof="1"/>
            </a:defPPr>
            <a:lvl1pPr>
              <a:defRPr sz="1400" noProof="1">
                <a:solidFill>
                  <a:schemeClr val="bg1"/>
                </a:solidFill>
                <a:latin typeface="+mj-lt"/>
                <a:ea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1">
                <a:ln>
                  <a:noFill/>
                </a:ln>
                <a:solidFill>
                  <a:prstClr val="white"/>
                </a:solidFill>
                <a:effectLst/>
                <a:uLnTx/>
                <a:uFillTx/>
                <a:latin typeface="Arial"/>
                <a:ea typeface="Meiryo UI"/>
                <a:cs typeface="+mn-cs"/>
              </a:rPr>
              <a:t>令和</a:t>
            </a:r>
            <a:r>
              <a:rPr kumimoji="1" lang="en-US" altLang="ja-JP" sz="1100" b="0" i="0" u="none" strike="noStrike" kern="1200" cap="none" spc="0" normalizeH="0" baseline="0" noProof="1">
                <a:ln>
                  <a:noFill/>
                </a:ln>
                <a:solidFill>
                  <a:prstClr val="white"/>
                </a:solidFill>
                <a:effectLst/>
                <a:uLnTx/>
                <a:uFillTx/>
                <a:latin typeface="Arial"/>
                <a:ea typeface="Meiryo UI"/>
                <a:cs typeface="+mn-cs"/>
              </a:rPr>
              <a:t>8</a:t>
            </a:r>
            <a:r>
              <a:rPr kumimoji="1" lang="ja-JP" altLang="en-US" sz="1100" b="0" i="0" u="none" strike="noStrike" kern="1200" cap="none" spc="0" normalizeH="0" baseline="0" noProof="1">
                <a:ln>
                  <a:noFill/>
                </a:ln>
                <a:solidFill>
                  <a:prstClr val="white"/>
                </a:solidFill>
                <a:effectLst/>
                <a:uLnTx/>
                <a:uFillTx/>
                <a:latin typeface="Arial"/>
                <a:ea typeface="Meiryo UI"/>
                <a:cs typeface="+mn-cs"/>
              </a:rPr>
              <a:t>年度</a:t>
            </a:r>
            <a:r>
              <a:rPr kumimoji="1" lang="en-US" altLang="ja-JP" sz="1100" b="0" i="0" u="none" strike="noStrike" kern="1200" cap="none" spc="0" normalizeH="0" baseline="0" noProof="1">
                <a:ln>
                  <a:noFill/>
                </a:ln>
                <a:solidFill>
                  <a:prstClr val="white"/>
                </a:solidFill>
                <a:effectLst/>
                <a:uLnTx/>
                <a:uFillTx/>
                <a:latin typeface="Arial"/>
                <a:ea typeface="Meiryo UI"/>
                <a:cs typeface="+mn-cs"/>
              </a:rPr>
              <a:t>1</a:t>
            </a:r>
            <a:r>
              <a:rPr kumimoji="1" lang="ja-JP" altLang="en-US" sz="1100" b="0" i="0" u="none" strike="noStrike" kern="1200" cap="none" spc="0" normalizeH="0" baseline="0" noProof="1">
                <a:ln>
                  <a:noFill/>
                </a:ln>
                <a:solidFill>
                  <a:prstClr val="white"/>
                </a:solidFill>
                <a:effectLst/>
                <a:uLnTx/>
                <a:uFillTx/>
                <a:latin typeface="Arial"/>
                <a:ea typeface="Meiryo UI"/>
                <a:cs typeface="+mn-cs"/>
              </a:rPr>
              <a:t>月初旬リリース予定案件</a:t>
            </a:r>
            <a:endParaRPr kumimoji="0" lang="ja-JP" altLang="en-US" sz="1100" b="0" i="0" u="none" strike="noStrike" kern="0" cap="none" spc="0" normalizeH="0" baseline="0" noProof="1">
              <a:ln>
                <a:noFill/>
              </a:ln>
              <a:solidFill>
                <a:srgbClr val="FFFFFF"/>
              </a:solidFill>
              <a:effectLst/>
              <a:uLnTx/>
              <a:uFillTx/>
              <a:latin typeface="Meiryo UI"/>
              <a:ea typeface="Meiryo UI" panose="020B0604030504040204" pitchFamily="50" charset="-128"/>
              <a:cs typeface="+mn-cs"/>
            </a:endParaRPr>
          </a:p>
        </p:txBody>
      </p:sp>
      <p:graphicFrame>
        <p:nvGraphicFramePr>
          <p:cNvPr id="6" name="表 5">
            <a:extLst>
              <a:ext uri="{FF2B5EF4-FFF2-40B4-BE49-F238E27FC236}">
                <a16:creationId xmlns:a16="http://schemas.microsoft.com/office/drawing/2014/main" id="{9B0F49C1-794F-10C4-F40B-FD50DC75D85A}"/>
              </a:ext>
            </a:extLst>
          </p:cNvPr>
          <p:cNvGraphicFramePr>
            <a:graphicFrameLocks noGrp="1"/>
          </p:cNvGraphicFramePr>
          <p:nvPr/>
        </p:nvGraphicFramePr>
        <p:xfrm>
          <a:off x="523116" y="4660266"/>
          <a:ext cx="9029915" cy="883920"/>
        </p:xfrm>
        <a:graphic>
          <a:graphicData uri="http://schemas.openxmlformats.org/drawingml/2006/table">
            <a:tbl>
              <a:tblPr firstRow="1" bandRow="1">
                <a:tableStyleId>{5C22544A-7EE6-4342-B048-85BDC9FD1C3A}</a:tableStyleId>
              </a:tblPr>
              <a:tblGrid>
                <a:gridCol w="312234">
                  <a:extLst>
                    <a:ext uri="{9D8B030D-6E8A-4147-A177-3AD203B41FA5}">
                      <a16:colId xmlns:a16="http://schemas.microsoft.com/office/drawing/2014/main" val="2101549305"/>
                    </a:ext>
                  </a:extLst>
                </a:gridCol>
                <a:gridCol w="365435">
                  <a:extLst>
                    <a:ext uri="{9D8B030D-6E8A-4147-A177-3AD203B41FA5}">
                      <a16:colId xmlns:a16="http://schemas.microsoft.com/office/drawing/2014/main" val="4255713497"/>
                    </a:ext>
                  </a:extLst>
                </a:gridCol>
                <a:gridCol w="3183865">
                  <a:extLst>
                    <a:ext uri="{9D8B030D-6E8A-4147-A177-3AD203B41FA5}">
                      <a16:colId xmlns:a16="http://schemas.microsoft.com/office/drawing/2014/main" val="2299355979"/>
                    </a:ext>
                  </a:extLst>
                </a:gridCol>
                <a:gridCol w="558237">
                  <a:extLst>
                    <a:ext uri="{9D8B030D-6E8A-4147-A177-3AD203B41FA5}">
                      <a16:colId xmlns:a16="http://schemas.microsoft.com/office/drawing/2014/main" val="1134433152"/>
                    </a:ext>
                  </a:extLst>
                </a:gridCol>
                <a:gridCol w="875406">
                  <a:extLst>
                    <a:ext uri="{9D8B030D-6E8A-4147-A177-3AD203B41FA5}">
                      <a16:colId xmlns:a16="http://schemas.microsoft.com/office/drawing/2014/main" val="3691285807"/>
                    </a:ext>
                  </a:extLst>
                </a:gridCol>
                <a:gridCol w="491067">
                  <a:extLst>
                    <a:ext uri="{9D8B030D-6E8A-4147-A177-3AD203B41FA5}">
                      <a16:colId xmlns:a16="http://schemas.microsoft.com/office/drawing/2014/main" val="779774557"/>
                    </a:ext>
                  </a:extLst>
                </a:gridCol>
                <a:gridCol w="3243671">
                  <a:extLst>
                    <a:ext uri="{9D8B030D-6E8A-4147-A177-3AD203B41FA5}">
                      <a16:colId xmlns:a16="http://schemas.microsoft.com/office/drawing/2014/main" val="971229648"/>
                    </a:ext>
                  </a:extLst>
                </a:gridCol>
              </a:tblGrid>
              <a:tr h="134046">
                <a:tc>
                  <a:txBody>
                    <a:bodyPr/>
                    <a:lstStyle/>
                    <a:p>
                      <a:pPr algn="ctr">
                        <a:spcBef>
                          <a:spcPts val="300"/>
                        </a:spcBef>
                      </a:pPr>
                      <a:r>
                        <a:rPr kumimoji="1" lang="en-US" altLang="ja-JP" sz="1000" noProof="1">
                          <a:solidFill>
                            <a:schemeClr val="bg1"/>
                          </a:solidFill>
                          <a:latin typeface="+mn-ea"/>
                          <a:ea typeface="+mn-ea"/>
                        </a:rPr>
                        <a:t>#</a:t>
                      </a:r>
                      <a:endParaRPr kumimoji="1" lang="ja-JP" altLang="en-US" sz="1000" noProof="1">
                        <a:solidFill>
                          <a:schemeClr val="bg1"/>
                        </a:solidFill>
                        <a:latin typeface="+mn-ea"/>
                        <a:ea typeface="+mn-ea"/>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marL="0" algn="ctr" defTabSz="685673" rtl="0" eaLnBrk="1" latinLnBrk="0" hangingPunct="1">
                        <a:spcBef>
                          <a:spcPts val="300"/>
                        </a:spcBef>
                      </a:pPr>
                      <a:r>
                        <a:rPr kumimoji="1" lang="en-US" altLang="ja-JP" sz="1000" b="1" kern="1200" noProof="1">
                          <a:solidFill>
                            <a:schemeClr val="bg1"/>
                          </a:solidFill>
                          <a:latin typeface="+mn-ea"/>
                          <a:ea typeface="+mn-ea"/>
                          <a:cs typeface="+mn-cs"/>
                        </a:rPr>
                        <a:t>ID</a:t>
                      </a:r>
                      <a:endParaRPr kumimoji="1" lang="ja-JP" altLang="en-US"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marL="0" algn="ctr" defTabSz="685673" rtl="0" eaLnBrk="1" latinLnBrk="0" hangingPunct="1">
                        <a:spcBef>
                          <a:spcPts val="300"/>
                        </a:spcBef>
                      </a:pPr>
                      <a:r>
                        <a:rPr kumimoji="1" lang="ja-JP" altLang="en-US" sz="1000" b="1" kern="1200" noProof="1">
                          <a:solidFill>
                            <a:schemeClr val="bg1"/>
                          </a:solidFill>
                          <a:latin typeface="+mn-ea"/>
                          <a:ea typeface="+mn-ea"/>
                          <a:cs typeface="+mn-cs"/>
                        </a:rPr>
                        <a:t>案件</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0"/>
                        </a:spcBef>
                      </a:pPr>
                      <a:r>
                        <a:rPr kumimoji="1" lang="ja-JP" altLang="en-US" sz="1000" b="1" kern="1200" noProof="1">
                          <a:solidFill>
                            <a:schemeClr val="bg1"/>
                          </a:solidFill>
                          <a:latin typeface="+mn-ea"/>
                          <a:ea typeface="+mn-ea"/>
                          <a:cs typeface="+mn-cs"/>
                        </a:rPr>
                        <a:t>リリース</a:t>
                      </a:r>
                      <a:endParaRPr kumimoji="1" lang="en-US" altLang="ja-JP" sz="1000" b="1" kern="1200" noProof="1">
                        <a:solidFill>
                          <a:schemeClr val="bg1"/>
                        </a:solidFill>
                        <a:latin typeface="+mn-ea"/>
                        <a:ea typeface="+mn-ea"/>
                        <a:cs typeface="+mn-cs"/>
                      </a:endParaRPr>
                    </a:p>
                    <a:p>
                      <a:pPr algn="ctr">
                        <a:spcBef>
                          <a:spcPts val="0"/>
                        </a:spcBef>
                      </a:pPr>
                      <a:r>
                        <a:rPr kumimoji="1" lang="ja-JP" altLang="en-US" sz="1000" b="1" kern="1200" noProof="1">
                          <a:solidFill>
                            <a:schemeClr val="bg1"/>
                          </a:solidFill>
                          <a:latin typeface="+mn-ea"/>
                          <a:ea typeface="+mn-ea"/>
                          <a:cs typeface="+mn-cs"/>
                        </a:rPr>
                        <a:t>時期</a:t>
                      </a:r>
                      <a:endParaRPr kumimoji="1" lang="en-US" altLang="ja-JP"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0"/>
                        </a:spcBef>
                      </a:pPr>
                      <a:r>
                        <a:rPr kumimoji="1" lang="ja-JP" altLang="en-US" sz="1000" noProof="1">
                          <a:solidFill>
                            <a:schemeClr val="bg1"/>
                          </a:solidFill>
                          <a:latin typeface="+mn-ea"/>
                          <a:ea typeface="+mn-ea"/>
                        </a:rPr>
                        <a:t>調達状況</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0"/>
                        </a:spcBef>
                      </a:pPr>
                      <a:r>
                        <a:rPr kumimoji="1" lang="ja-JP" altLang="en-US" sz="1000" b="1" kern="1200" noProof="1">
                          <a:solidFill>
                            <a:schemeClr val="bg1"/>
                          </a:solidFill>
                          <a:latin typeface="+mn-ea"/>
                          <a:ea typeface="+mn-ea"/>
                          <a:cs typeface="+mn-cs"/>
                        </a:rPr>
                        <a:t>担当</a:t>
                      </a:r>
                      <a:endParaRPr kumimoji="1" lang="en-US" altLang="ja-JP" sz="1000" b="1" kern="1200" noProof="1">
                        <a:solidFill>
                          <a:schemeClr val="bg1"/>
                        </a:solidFill>
                        <a:latin typeface="+mn-ea"/>
                        <a:ea typeface="+mn-ea"/>
                        <a:cs typeface="+mn-cs"/>
                      </a:endParaRPr>
                    </a:p>
                    <a:p>
                      <a:pPr algn="ctr">
                        <a:spcBef>
                          <a:spcPts val="0"/>
                        </a:spcBef>
                      </a:pPr>
                      <a:r>
                        <a:rPr kumimoji="1" lang="ja-JP" altLang="en-US" sz="1000" b="1" kern="1200" noProof="1">
                          <a:solidFill>
                            <a:schemeClr val="bg1"/>
                          </a:solidFill>
                          <a:latin typeface="+mn-ea"/>
                          <a:ea typeface="+mn-ea"/>
                          <a:cs typeface="+mn-cs"/>
                        </a:rPr>
                        <a:t>チーム</a:t>
                      </a:r>
                      <a:endParaRPr kumimoji="1" lang="en-US" altLang="ja-JP"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marL="0" marR="0" lvl="0" indent="0" algn="ctr" defTabSz="685673" rtl="0" eaLnBrk="1" fontAlgn="auto" latinLnBrk="0" hangingPunct="1">
                        <a:lnSpc>
                          <a:spcPct val="100000"/>
                        </a:lnSpc>
                        <a:spcBef>
                          <a:spcPts val="300"/>
                        </a:spcBef>
                        <a:spcAft>
                          <a:spcPts val="0"/>
                        </a:spcAft>
                        <a:buClrTx/>
                        <a:buSzTx/>
                        <a:buFontTx/>
                        <a:buNone/>
                        <a:tabLst/>
                        <a:defRPr noProof="1"/>
                      </a:pPr>
                      <a:r>
                        <a:rPr kumimoji="1" lang="ja-JP" altLang="en-US" sz="1000" b="0" noProof="1">
                          <a:solidFill>
                            <a:schemeClr val="bg1"/>
                          </a:solidFill>
                          <a:latin typeface="+mn-ea"/>
                          <a:ea typeface="+mn-ea"/>
                        </a:rPr>
                        <a:t>付議事項等</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3583684863"/>
                  </a:ext>
                </a:extLst>
              </a:tr>
              <a:tr h="126528">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1</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fontAlgn="t">
                        <a:lnSpc>
                          <a:spcPts val="1080"/>
                        </a:lnSpc>
                        <a:spcBef>
                          <a:spcPts val="0"/>
                        </a:spcBef>
                        <a:buNone/>
                      </a:pPr>
                      <a:r>
                        <a:rPr lang="en-US" altLang="ja-JP" sz="1000" b="0" i="0" u="none" strike="noStrike" noProof="1">
                          <a:solidFill>
                            <a:schemeClr val="tx1"/>
                          </a:solidFill>
                          <a:effectLst/>
                          <a:latin typeface="+mn-ea"/>
                          <a:ea typeface="+mn-ea"/>
                        </a:rPr>
                        <a:t>166</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t" latinLnBrk="0" hangingPunct="1">
                        <a:lnSpc>
                          <a:spcPts val="1080"/>
                        </a:lnSpc>
                        <a:spcBef>
                          <a:spcPts val="0"/>
                        </a:spcBef>
                        <a:spcAft>
                          <a:spcPts val="0"/>
                        </a:spcAft>
                        <a:buClrTx/>
                        <a:buSzTx/>
                        <a:buFontTx/>
                        <a:buNone/>
                        <a:tabLst/>
                        <a:defRPr noProof="1"/>
                      </a:pPr>
                      <a:r>
                        <a:rPr lang="ja-JP" altLang="en-US" sz="1000" b="0" i="0" u="none" strike="noStrike" noProof="1">
                          <a:solidFill>
                            <a:schemeClr val="tx1"/>
                          </a:solidFill>
                          <a:effectLst/>
                          <a:latin typeface="+mn-ea"/>
                          <a:ea typeface="+mn-ea"/>
                        </a:rPr>
                        <a:t>ポータルサイトの利用申請機能等の蓋開け</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1</a:t>
                      </a:r>
                      <a:r>
                        <a:rPr kumimoji="1" lang="ja-JP" altLang="en-US" sz="1000" b="0" i="0" u="none" strike="noStrike" kern="1200" cap="none" spc="0" normalizeH="0" baseline="0" noProof="0">
                          <a:ln>
                            <a:noFill/>
                          </a:ln>
                          <a:solidFill>
                            <a:schemeClr val="tx1"/>
                          </a:solidFill>
                          <a:effectLst/>
                          <a:uLnTx/>
                          <a:uFillTx/>
                          <a:latin typeface="+mn-ea"/>
                          <a:ea typeface="+mn-ea"/>
                          <a:cs typeface="+mn-cs"/>
                        </a:rPr>
                        <a:t>月初旬</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000" b="0" i="0" u="none" strike="noStrike" kern="1200" cap="none" spc="0" normalizeH="0" baseline="0" noProof="0" err="1">
                          <a:ln>
                            <a:noFill/>
                          </a:ln>
                          <a:solidFill>
                            <a:schemeClr val="tx1"/>
                          </a:solidFill>
                          <a:effectLst/>
                          <a:uLnTx/>
                          <a:uFillTx/>
                          <a:latin typeface="Meiryo UI"/>
                          <a:ea typeface="Meiryo UI"/>
                          <a:cs typeface="+mn-cs"/>
                        </a:rPr>
                        <a:t>完了</a:t>
                      </a:r>
                      <a:endParaRPr lang="ja-JP"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A</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533580386"/>
                  </a:ext>
                </a:extLst>
              </a:tr>
              <a:tr h="0">
                <a:tc>
                  <a:txBody>
                    <a:bodyPr/>
                    <a:lstStyle/>
                    <a:p>
                      <a:pPr marL="0" lvl="0" algn="ctr" defTabSz="685673">
                        <a:lnSpc>
                          <a:spcPts val="1080"/>
                        </a:lnSpc>
                        <a:spcBef>
                          <a:spcPts val="0"/>
                        </a:spcBef>
                        <a:buNone/>
                      </a:pPr>
                      <a:r>
                        <a:rPr kumimoji="1" lang="en-US" altLang="ja-JP" sz="1000" b="0" i="0" u="none" strike="noStrike" kern="1200" noProof="1">
                          <a:solidFill>
                            <a:schemeClr val="tx1"/>
                          </a:solidFill>
                          <a:effectLst/>
                          <a:latin typeface="+mn-ea"/>
                          <a:ea typeface="+mn-ea"/>
                          <a:cs typeface="+mn-cs"/>
                        </a:rPr>
                        <a:t>2</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algn="ctr">
                        <a:lnSpc>
                          <a:spcPts val="1080"/>
                        </a:lnSpc>
                        <a:spcBef>
                          <a:spcPts val="0"/>
                        </a:spcBef>
                        <a:buNone/>
                      </a:pPr>
                      <a:r>
                        <a:rPr kumimoji="1" lang="en-US" altLang="ja-JP" sz="1000" b="0" i="0" u="none" strike="noStrike" kern="1200" noProof="1">
                          <a:solidFill>
                            <a:schemeClr val="tx1"/>
                          </a:solidFill>
                          <a:effectLst/>
                          <a:latin typeface="+mn-ea"/>
                          <a:ea typeface="+mn-ea"/>
                          <a:cs typeface="+mn-cs"/>
                        </a:rPr>
                        <a:t>209</a:t>
                      </a:r>
                      <a:endParaRPr kumimoji="1" lang="ja-JP" altLang="en-US" sz="1000" b="0" i="0" u="none" strike="noStrike" kern="1200" noProof="1">
                        <a:solidFill>
                          <a:schemeClr val="tx1"/>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l">
                        <a:lnSpc>
                          <a:spcPts val="1080"/>
                        </a:lnSpc>
                        <a:spcBef>
                          <a:spcPts val="0"/>
                        </a:spcBef>
                        <a:buNone/>
                      </a:pPr>
                      <a:r>
                        <a:rPr lang="en-US" sz="1000" b="0" i="0" u="none" strike="noStrike" kern="1200" baseline="0" noProof="0">
                          <a:solidFill>
                            <a:schemeClr val="tx1"/>
                          </a:solidFill>
                          <a:effectLst/>
                          <a:latin typeface="Arial"/>
                          <a:ea typeface="+mn-ea"/>
                          <a:cs typeface="Arial"/>
                        </a:rPr>
                        <a:t>総合ポータルサイトにおける「運用開始日」の項目名の変更</a:t>
                      </a:r>
                      <a:endParaRPr kumimoji="1" lang="en-US" u="none">
                        <a:solidFill>
                          <a:schemeClr val="tx1"/>
                        </a:solidFill>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ctr" defTabSz="685673">
                        <a:lnSpc>
                          <a:spcPts val="1080"/>
                        </a:lnSpc>
                        <a:spcBef>
                          <a:spcPts val="0"/>
                        </a:spcBef>
                        <a:spcAft>
                          <a:spcPts val="0"/>
                        </a:spcAft>
                        <a:buNone/>
                        <a:tabLst/>
                        <a:defRPr noProof="1"/>
                      </a:pPr>
                      <a:r>
                        <a:rPr lang="ja-JP" altLang="en-US" sz="1000" b="0" i="0" u="none" strike="noStrike" kern="1200" cap="none" spc="0" normalizeH="0" baseline="0" noProof="0">
                          <a:ln>
                            <a:noFill/>
                          </a:ln>
                          <a:solidFill>
                            <a:schemeClr val="tx1"/>
                          </a:solidFill>
                          <a:effectLst/>
                          <a:uLnTx/>
                          <a:uFillTx/>
                          <a:latin typeface="+mn-ea"/>
                          <a:ea typeface="+mn-ea"/>
                          <a:cs typeface="+mn-cs"/>
                        </a:rPr>
                        <a:t>1月初旬</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altLang="ja-JP" sz="1000" b="0" i="0" u="none" strike="noStrike" kern="1200" cap="none" spc="0" normalizeH="0" baseline="0" noProof="0">
                          <a:ln>
                            <a:noFill/>
                          </a:ln>
                          <a:solidFill>
                            <a:schemeClr val="tx1"/>
                          </a:solidFill>
                          <a:effectLst/>
                          <a:uLnTx/>
                          <a:uFillTx/>
                          <a:latin typeface="Meiryo UI"/>
                          <a:ea typeface="+mn-ea"/>
                          <a:cs typeface="+mn-cs"/>
                        </a:rPr>
                        <a:t>完了</a:t>
                      </a:r>
                      <a:endParaRPr lang="ja-JP" altLang="ja-JP" sz="1000" b="0" i="0" u="none" strike="noStrike" kern="1200" cap="none" spc="0" normalizeH="0" baseline="0" noProof="0">
                        <a:ln>
                          <a:noFill/>
                        </a:ln>
                        <a:solidFill>
                          <a:schemeClr val="tx1"/>
                        </a:solidFill>
                        <a:effectLst/>
                        <a:uLnTx/>
                        <a:uFillTx/>
                        <a:latin typeface="Meiryo UI"/>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ctr" defTabSz="685673" rtl="0" eaLnBrk="1" latinLnBrk="0" hangingPunct="1">
                        <a:lnSpc>
                          <a:spcPts val="1080"/>
                        </a:lnSpc>
                        <a:spcBef>
                          <a:spcPts val="0"/>
                        </a:spcBef>
                        <a:spcAft>
                          <a:spcPts val="0"/>
                        </a:spcAft>
                        <a:buNone/>
                        <a:tabLst/>
                        <a:defRPr noProof="1"/>
                      </a:pPr>
                      <a:r>
                        <a:rPr lang="ja-JP" altLang="en-US" sz="1000" b="0" i="0" u="none" strike="noStrike" kern="1200" cap="none" spc="0" normalizeH="0" baseline="0" noProof="0">
                          <a:ln>
                            <a:noFill/>
                          </a:ln>
                          <a:solidFill>
                            <a:schemeClr val="tx1"/>
                          </a:solidFill>
                          <a:effectLst/>
                          <a:uLnTx/>
                          <a:uFillTx/>
                          <a:latin typeface="+mn-ea"/>
                          <a:ea typeface="+mn-ea"/>
                          <a:cs typeface="+mn-cs"/>
                        </a:rPr>
                        <a:t>A</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ctr" defTabSz="685673" rtl="0" eaLnBrk="1" latinLnBrk="0" hangingPunct="1">
                        <a:lnSpc>
                          <a:spcPts val="1080"/>
                        </a:lnSpc>
                        <a:spcBef>
                          <a:spcPts val="0"/>
                        </a:spcBef>
                        <a:spcAft>
                          <a:spcPts val="0"/>
                        </a:spcAft>
                        <a:buFont typeface="Meiryo UI"/>
                        <a:buNone/>
                        <a:tabLst/>
                        <a:defRPr noProof="1"/>
                      </a:pPr>
                      <a:endParaRPr kumimoji="1" lang="en-US" altLang="ja-JP" sz="1000" b="0" i="0" u="none" strike="noStrike" kern="1200" cap="none" spc="0" normalizeH="0" baseline="0" noProof="0">
                        <a:ln>
                          <a:noFill/>
                        </a:ln>
                        <a:solidFill>
                          <a:srgbClr val="FF0000"/>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261770306"/>
                  </a:ext>
                </a:extLst>
              </a:tr>
            </a:tbl>
          </a:graphicData>
        </a:graphic>
      </p:graphicFrame>
      <p:sp>
        <p:nvSpPr>
          <p:cNvPr id="5" name="正方形/長方形 4">
            <a:extLst>
              <a:ext uri="{FF2B5EF4-FFF2-40B4-BE49-F238E27FC236}">
                <a16:creationId xmlns:a16="http://schemas.microsoft.com/office/drawing/2014/main" id="{CBB29705-3499-3D27-5CF2-FA08451631E0}"/>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(DX</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機構資料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536733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5DFA9-9CA7-0873-4261-F5C3979B9838}"/>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5B07959A-5EFE-A2EB-F4EE-2EC240CE1713}"/>
              </a:ext>
            </a:extLst>
          </p:cNvPr>
          <p:cNvSpPr>
            <a:spLocks noGrp="1"/>
          </p:cNvSpPr>
          <p:nvPr>
            <p:ph type="title"/>
          </p:nvPr>
        </p:nvSpPr>
        <p:spPr>
          <a:xfrm>
            <a:off x="507000" y="116696"/>
            <a:ext cx="5722350" cy="576000"/>
          </a:xfrm>
        </p:spPr>
        <p:txBody>
          <a:bodyPr vert="horz" wrap="square" lIns="36000" tIns="36000" rIns="36000" bIns="36000" anchor="b" anchorCtr="0">
            <a:noAutofit/>
          </a:bodyPr>
          <a:lstStyle/>
          <a:p>
            <a:r>
              <a:rPr lang="en-US" altLang="ja-JP" sz="1800" noProof="1">
                <a:solidFill>
                  <a:srgbClr val="324F71"/>
                </a:solidFill>
              </a:rPr>
              <a:t>3</a:t>
            </a:r>
            <a:r>
              <a:rPr lang="ja-JP" altLang="en-US" sz="1800" noProof="1">
                <a:solidFill>
                  <a:srgbClr val="324F71"/>
                </a:solidFill>
              </a:rPr>
              <a:t>．令和</a:t>
            </a:r>
            <a:r>
              <a:rPr lang="en-US" altLang="ja-JP" sz="1800" noProof="1">
                <a:solidFill>
                  <a:srgbClr val="324F71"/>
                </a:solidFill>
              </a:rPr>
              <a:t>8</a:t>
            </a:r>
            <a:r>
              <a:rPr lang="ja-JP" altLang="en-US" sz="1800" noProof="1">
                <a:solidFill>
                  <a:srgbClr val="324F71"/>
                </a:solidFill>
              </a:rPr>
              <a:t>年度案件の概況(2/3)</a:t>
            </a:r>
          </a:p>
        </p:txBody>
      </p:sp>
      <p:graphicFrame>
        <p:nvGraphicFramePr>
          <p:cNvPr id="2" name="表 1">
            <a:extLst>
              <a:ext uri="{FF2B5EF4-FFF2-40B4-BE49-F238E27FC236}">
                <a16:creationId xmlns:a16="http://schemas.microsoft.com/office/drawing/2014/main" id="{41F0DF9B-1043-8807-5D55-029E167D0A5A}"/>
              </a:ext>
            </a:extLst>
          </p:cNvPr>
          <p:cNvGraphicFramePr>
            <a:graphicFrameLocks noGrp="1"/>
          </p:cNvGraphicFramePr>
          <p:nvPr/>
        </p:nvGraphicFramePr>
        <p:xfrm>
          <a:off x="507000" y="1052017"/>
          <a:ext cx="9029911" cy="5148313"/>
        </p:xfrm>
        <a:graphic>
          <a:graphicData uri="http://schemas.openxmlformats.org/drawingml/2006/table">
            <a:tbl>
              <a:tblPr firstRow="1" bandRow="1">
                <a:tableStyleId>{5C22544A-7EE6-4342-B048-85BDC9FD1C3A}</a:tableStyleId>
              </a:tblPr>
              <a:tblGrid>
                <a:gridCol w="255000">
                  <a:extLst>
                    <a:ext uri="{9D8B030D-6E8A-4147-A177-3AD203B41FA5}">
                      <a16:colId xmlns:a16="http://schemas.microsoft.com/office/drawing/2014/main" val="2101549305"/>
                    </a:ext>
                  </a:extLst>
                </a:gridCol>
                <a:gridCol w="510540">
                  <a:extLst>
                    <a:ext uri="{9D8B030D-6E8A-4147-A177-3AD203B41FA5}">
                      <a16:colId xmlns:a16="http://schemas.microsoft.com/office/drawing/2014/main" val="4255713497"/>
                    </a:ext>
                  </a:extLst>
                </a:gridCol>
                <a:gridCol w="3154680">
                  <a:extLst>
                    <a:ext uri="{9D8B030D-6E8A-4147-A177-3AD203B41FA5}">
                      <a16:colId xmlns:a16="http://schemas.microsoft.com/office/drawing/2014/main" val="2299355979"/>
                    </a:ext>
                  </a:extLst>
                </a:gridCol>
                <a:gridCol w="499549">
                  <a:extLst>
                    <a:ext uri="{9D8B030D-6E8A-4147-A177-3AD203B41FA5}">
                      <a16:colId xmlns:a16="http://schemas.microsoft.com/office/drawing/2014/main" val="1134433152"/>
                    </a:ext>
                  </a:extLst>
                </a:gridCol>
                <a:gridCol w="674287">
                  <a:extLst>
                    <a:ext uri="{9D8B030D-6E8A-4147-A177-3AD203B41FA5}">
                      <a16:colId xmlns:a16="http://schemas.microsoft.com/office/drawing/2014/main" val="3691285807"/>
                    </a:ext>
                  </a:extLst>
                </a:gridCol>
                <a:gridCol w="493381">
                  <a:extLst>
                    <a:ext uri="{9D8B030D-6E8A-4147-A177-3AD203B41FA5}">
                      <a16:colId xmlns:a16="http://schemas.microsoft.com/office/drawing/2014/main" val="779774557"/>
                    </a:ext>
                  </a:extLst>
                </a:gridCol>
                <a:gridCol w="3442474">
                  <a:extLst>
                    <a:ext uri="{9D8B030D-6E8A-4147-A177-3AD203B41FA5}">
                      <a16:colId xmlns:a16="http://schemas.microsoft.com/office/drawing/2014/main" val="971229648"/>
                    </a:ext>
                  </a:extLst>
                </a:gridCol>
              </a:tblGrid>
              <a:tr h="384087">
                <a:tc>
                  <a:txBody>
                    <a:bodyPr/>
                    <a:lstStyle/>
                    <a:p>
                      <a:pPr algn="ctr">
                        <a:spcBef>
                          <a:spcPts val="300"/>
                        </a:spcBef>
                      </a:pPr>
                      <a:r>
                        <a:rPr kumimoji="1" lang="en-US" altLang="ja-JP" sz="1000" noProof="1">
                          <a:solidFill>
                            <a:schemeClr val="bg1"/>
                          </a:solidFill>
                          <a:latin typeface="+mn-ea"/>
                          <a:ea typeface="+mn-ea"/>
                        </a:rPr>
                        <a:t>#</a:t>
                      </a:r>
                      <a:endParaRPr kumimoji="1" lang="ja-JP" altLang="en-US" sz="1000" noProof="1">
                        <a:solidFill>
                          <a:schemeClr val="bg1"/>
                        </a:solidFill>
                        <a:latin typeface="+mn-ea"/>
                        <a:ea typeface="+mn-ea"/>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marL="0" algn="ctr" defTabSz="685673" rtl="0" eaLnBrk="1" latinLnBrk="0" hangingPunct="1">
                        <a:spcBef>
                          <a:spcPts val="300"/>
                        </a:spcBef>
                      </a:pPr>
                      <a:r>
                        <a:rPr kumimoji="1" lang="en-US" altLang="ja-JP" sz="1000" b="1" kern="1200" noProof="1">
                          <a:solidFill>
                            <a:schemeClr val="bg1"/>
                          </a:solidFill>
                          <a:latin typeface="+mn-ea"/>
                          <a:ea typeface="+mn-ea"/>
                          <a:cs typeface="+mn-cs"/>
                        </a:rPr>
                        <a:t>ID</a:t>
                      </a:r>
                      <a:endParaRPr kumimoji="1" lang="ja-JP" altLang="en-US"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marL="0" algn="ctr" defTabSz="685673" rtl="0" eaLnBrk="1" latinLnBrk="0" hangingPunct="1">
                        <a:spcBef>
                          <a:spcPts val="300"/>
                        </a:spcBef>
                      </a:pPr>
                      <a:r>
                        <a:rPr kumimoji="1" lang="ja-JP" altLang="en-US" sz="1000" b="1" kern="1200" noProof="1">
                          <a:solidFill>
                            <a:schemeClr val="bg1"/>
                          </a:solidFill>
                          <a:latin typeface="+mn-ea"/>
                          <a:ea typeface="+mn-ea"/>
                          <a:cs typeface="+mn-cs"/>
                        </a:rPr>
                        <a:t>案件</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0"/>
                        </a:spcBef>
                      </a:pPr>
                      <a:r>
                        <a:rPr kumimoji="1" lang="ja-JP" altLang="en-US" sz="1000" b="1" kern="1200" noProof="1">
                          <a:solidFill>
                            <a:schemeClr val="bg1"/>
                          </a:solidFill>
                          <a:latin typeface="+mn-ea"/>
                          <a:ea typeface="+mn-ea"/>
                          <a:cs typeface="+mn-cs"/>
                        </a:rPr>
                        <a:t>リリース</a:t>
                      </a:r>
                      <a:endParaRPr kumimoji="1" lang="en-US" altLang="ja-JP" sz="1000" b="1" kern="1200" noProof="1">
                        <a:solidFill>
                          <a:schemeClr val="bg1"/>
                        </a:solidFill>
                        <a:latin typeface="+mn-ea"/>
                        <a:ea typeface="+mn-ea"/>
                        <a:cs typeface="+mn-cs"/>
                      </a:endParaRPr>
                    </a:p>
                    <a:p>
                      <a:pPr algn="ctr">
                        <a:spcBef>
                          <a:spcPts val="0"/>
                        </a:spcBef>
                      </a:pPr>
                      <a:r>
                        <a:rPr kumimoji="1" lang="ja-JP" altLang="en-US" sz="1000" b="1" kern="1200" noProof="1">
                          <a:solidFill>
                            <a:schemeClr val="bg1"/>
                          </a:solidFill>
                          <a:latin typeface="+mn-ea"/>
                          <a:ea typeface="+mn-ea"/>
                          <a:cs typeface="+mn-cs"/>
                        </a:rPr>
                        <a:t>時期</a:t>
                      </a:r>
                      <a:endParaRPr kumimoji="1" lang="en-US" altLang="ja-JP"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0"/>
                        </a:spcBef>
                      </a:pPr>
                      <a:r>
                        <a:rPr kumimoji="1" lang="ja-JP" altLang="en-US" sz="1000" noProof="1">
                          <a:solidFill>
                            <a:schemeClr val="bg1"/>
                          </a:solidFill>
                          <a:latin typeface="+mn-ea"/>
                          <a:ea typeface="+mn-ea"/>
                        </a:rPr>
                        <a:t>調達状況</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0"/>
                        </a:spcBef>
                      </a:pPr>
                      <a:r>
                        <a:rPr kumimoji="1" lang="ja-JP" altLang="en-US" sz="1000" b="1" kern="1200" noProof="1">
                          <a:solidFill>
                            <a:schemeClr val="bg1"/>
                          </a:solidFill>
                          <a:latin typeface="+mn-ea"/>
                          <a:ea typeface="+mn-ea"/>
                          <a:cs typeface="+mn-cs"/>
                        </a:rPr>
                        <a:t>担当</a:t>
                      </a:r>
                      <a:endParaRPr kumimoji="1" lang="en-US" altLang="ja-JP" sz="1000" b="1" kern="1200" noProof="1">
                        <a:solidFill>
                          <a:schemeClr val="bg1"/>
                        </a:solidFill>
                        <a:latin typeface="+mn-ea"/>
                        <a:ea typeface="+mn-ea"/>
                        <a:cs typeface="+mn-cs"/>
                      </a:endParaRPr>
                    </a:p>
                    <a:p>
                      <a:pPr algn="ctr">
                        <a:spcBef>
                          <a:spcPts val="0"/>
                        </a:spcBef>
                      </a:pPr>
                      <a:r>
                        <a:rPr kumimoji="1" lang="ja-JP" altLang="en-US" sz="1000" b="1" kern="1200" noProof="1">
                          <a:solidFill>
                            <a:schemeClr val="bg1"/>
                          </a:solidFill>
                          <a:latin typeface="+mn-ea"/>
                          <a:ea typeface="+mn-ea"/>
                          <a:cs typeface="+mn-cs"/>
                        </a:rPr>
                        <a:t>チーム</a:t>
                      </a:r>
                      <a:endParaRPr kumimoji="1" lang="en-US" altLang="ja-JP"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marL="0" marR="0" lvl="0" indent="0" algn="ctr" defTabSz="685673" rtl="0" eaLnBrk="1" fontAlgn="auto" latinLnBrk="0" hangingPunct="1">
                        <a:lnSpc>
                          <a:spcPct val="100000"/>
                        </a:lnSpc>
                        <a:spcBef>
                          <a:spcPts val="300"/>
                        </a:spcBef>
                        <a:spcAft>
                          <a:spcPts val="0"/>
                        </a:spcAft>
                        <a:buClrTx/>
                        <a:buSzTx/>
                        <a:buFontTx/>
                        <a:buNone/>
                        <a:tabLst/>
                        <a:defRPr noProof="1"/>
                      </a:pPr>
                      <a:r>
                        <a:rPr kumimoji="1" lang="ja-JP" altLang="en-US" sz="1000" b="0" noProof="1">
                          <a:solidFill>
                            <a:schemeClr val="bg1"/>
                          </a:solidFill>
                          <a:latin typeface="+mn-ea"/>
                          <a:ea typeface="+mn-ea"/>
                        </a:rPr>
                        <a:t>付議事項等</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3583684863"/>
                  </a:ext>
                </a:extLst>
              </a:tr>
              <a:tr h="359466">
                <a:tc rowSpan="3">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1</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fontAlgn="t">
                        <a:lnSpc>
                          <a:spcPts val="1080"/>
                        </a:lnSpc>
                        <a:spcBef>
                          <a:spcPts val="0"/>
                        </a:spcBef>
                        <a:buNone/>
                      </a:pPr>
                      <a:r>
                        <a:rPr lang="en-US" altLang="ja-JP" sz="1000" b="0" i="0" u="none" strike="noStrike" noProof="1">
                          <a:solidFill>
                            <a:schemeClr val="tx1"/>
                          </a:solidFill>
                          <a:effectLst/>
                          <a:latin typeface="+mn-ea"/>
                          <a:ea typeface="+mn-ea"/>
                        </a:rPr>
                        <a:t>036-1</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rowSpan="3">
                  <a:txBody>
                    <a:bodyPr/>
                    <a:lstStyle/>
                    <a:p>
                      <a:pPr marL="0" algn="l" defTabSz="685673" rtl="0" eaLnBrk="1" fontAlgn="t" latinLnBrk="0" hangingPunct="1">
                        <a:lnSpc>
                          <a:spcPts val="1080"/>
                        </a:lnSpc>
                        <a:spcBef>
                          <a:spcPts val="0"/>
                        </a:spcBef>
                        <a:buNone/>
                      </a:pPr>
                      <a:r>
                        <a:rPr kumimoji="1" lang="ja-JP" altLang="en-US" sz="1000" b="0" i="0" u="none" strike="noStrike" kern="1200" noProof="1">
                          <a:solidFill>
                            <a:schemeClr val="tx1"/>
                          </a:solidFill>
                          <a:effectLst/>
                          <a:latin typeface="+mn-ea"/>
                          <a:ea typeface="+mn-ea"/>
                          <a:cs typeface="+mn-cs"/>
                        </a:rPr>
                        <a:t>医療ー介護間情報連携機能の追加</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rowSpan="3">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eiryo UI"/>
                          <a:ea typeface="Meiryo UI"/>
                          <a:cs typeface="+mn-cs"/>
                        </a:rPr>
                        <a:t>3</a:t>
                      </a:r>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月</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lang="en-US" altLang="ja-JP" sz="1000" b="0" i="0" u="none" strike="noStrike" kern="1200" cap="none" spc="0" normalizeH="0" baseline="0" noProof="0" err="1">
                          <a:ln>
                            <a:noFill/>
                          </a:ln>
                          <a:solidFill>
                            <a:schemeClr val="tx1"/>
                          </a:solidFill>
                          <a:effectLst/>
                          <a:uLnTx/>
                          <a:uFillTx/>
                          <a:latin typeface="Meiryo UI"/>
                          <a:ea typeface="Meiryo UI"/>
                          <a:cs typeface="+mn-cs"/>
                        </a:rPr>
                        <a:t>完了</a:t>
                      </a:r>
                      <a:endParaRPr kumimoji="1" lang="ja-JP" altLang="en-US"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rowSpan="3">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B</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a:lnSpc>
                          <a:spcPts val="108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rgbClr val="FF0000"/>
                          </a:solidFill>
                          <a:effectLst/>
                          <a:uLnTx/>
                          <a:uFillTx/>
                          <a:latin typeface="+mn-ea"/>
                          <a:ea typeface="+mn-ea"/>
                          <a:cs typeface="+mn-cs"/>
                        </a:rPr>
                        <a:t>・</a:t>
                      </a:r>
                      <a:r>
                        <a:rPr kumimoji="1" lang="en-US" altLang="ja-JP" sz="1000" b="0" i="0" u="none" strike="noStrike" kern="1200" cap="none" spc="0" normalizeH="0" baseline="0" noProof="0">
                          <a:ln>
                            <a:noFill/>
                          </a:ln>
                          <a:solidFill>
                            <a:srgbClr val="FF0000"/>
                          </a:solidFill>
                          <a:effectLst/>
                          <a:uLnTx/>
                          <a:uFillTx/>
                          <a:latin typeface="+mn-ea"/>
                          <a:ea typeface="+mn-ea"/>
                          <a:cs typeface="+mn-cs"/>
                        </a:rPr>
                        <a:t>NTTD</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607632215"/>
                  </a:ext>
                </a:extLst>
              </a:tr>
              <a:tr h="359466">
                <a:tc vMerge="1">
                  <a:txBody>
                    <a:bodyPr/>
                    <a:lstStyle/>
                    <a:p>
                      <a:pPr algn="ctr" fontAlgn="ctr">
                        <a:lnSpc>
                          <a:spcPts val="1080"/>
                        </a:lnSpc>
                        <a:spcBef>
                          <a:spcPts val="0"/>
                        </a:spcBef>
                      </a:pPr>
                      <a:endParaRPr lang="en-US" altLang="ja-JP" sz="1000" b="0" i="0" u="none" strike="noStrike" noProof="1">
                        <a:solidFill>
                          <a:schemeClr val="tx1"/>
                        </a:solidFill>
                        <a:effectLst/>
                        <a:latin typeface="+mn-ea"/>
                        <a:ea typeface="+mn-ea"/>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fontAlgn="t">
                        <a:lnSpc>
                          <a:spcPts val="1080"/>
                        </a:lnSpc>
                        <a:spcBef>
                          <a:spcPts val="0"/>
                        </a:spcBef>
                        <a:buNone/>
                      </a:pPr>
                      <a:r>
                        <a:rPr lang="en-US" altLang="ja-JP" sz="1000" b="0" i="0" u="none" strike="noStrike" noProof="1">
                          <a:solidFill>
                            <a:srgbClr val="FF0000"/>
                          </a:solidFill>
                          <a:effectLst/>
                          <a:latin typeface="+mn-ea"/>
                          <a:ea typeface="+mn-ea"/>
                        </a:rPr>
                        <a:t>036-2</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vMerge="1">
                  <a:txBody>
                    <a:bodyPr/>
                    <a:lstStyle/>
                    <a:p>
                      <a:pPr marL="0" algn="l" defTabSz="685673" rtl="0" eaLnBrk="1" fontAlgn="t" latinLnBrk="0" hangingPunct="1">
                        <a:lnSpc>
                          <a:spcPts val="1080"/>
                        </a:lnSpc>
                        <a:spcBef>
                          <a:spcPts val="0"/>
                        </a:spcBef>
                        <a:buNone/>
                      </a:pPr>
                      <a:endParaRPr kumimoji="1" lang="ja-JP" altLang="en-US" sz="1000" b="0" i="0" u="none" strike="noStrike" kern="1200" noProof="1">
                        <a:solidFill>
                          <a:schemeClr val="tx1"/>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vMerge="1">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endParaRPr kumimoji="1" lang="ja-JP" altLang="en-US"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rowSpan="2">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rgbClr val="FF0000"/>
                          </a:solidFill>
                          <a:effectLst/>
                          <a:uLnTx/>
                          <a:uFillTx/>
                          <a:latin typeface="Meiryo UI"/>
                          <a:ea typeface="+mn-ea"/>
                          <a:cs typeface="+mn-cs"/>
                        </a:rPr>
                        <a:t>10</a:t>
                      </a:r>
                      <a:r>
                        <a:rPr kumimoji="1" lang="ja-JP" altLang="en-US" sz="1000" b="0" i="0" u="none" strike="noStrike" kern="1200" cap="none" spc="0" normalizeH="0" baseline="0" noProof="0">
                          <a:ln>
                            <a:noFill/>
                          </a:ln>
                          <a:solidFill>
                            <a:srgbClr val="FF0000"/>
                          </a:solidFill>
                          <a:effectLst/>
                          <a:uLnTx/>
                          <a:uFillTx/>
                          <a:latin typeface="Meiryo UI"/>
                          <a:ea typeface="+mn-ea"/>
                          <a:cs typeface="+mn-cs"/>
                        </a:rPr>
                        <a:t>月調達予定</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vMerge="1">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a:lnSpc>
                          <a:spcPts val="108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rgbClr val="FF0000"/>
                          </a:solidFill>
                          <a:effectLst/>
                          <a:uLnTx/>
                          <a:uFillTx/>
                          <a:latin typeface="+mn-ea"/>
                          <a:ea typeface="+mn-ea"/>
                          <a:cs typeface="+mn-cs"/>
                        </a:rPr>
                        <a:t>・</a:t>
                      </a:r>
                      <a:r>
                        <a:rPr kumimoji="1" lang="en-US" altLang="ja-JP" sz="1000" b="0" i="0" u="none" strike="noStrike" kern="1200" cap="none" spc="0" normalizeH="0" baseline="0" noProof="0">
                          <a:ln>
                            <a:noFill/>
                          </a:ln>
                          <a:solidFill>
                            <a:srgbClr val="FF0000"/>
                          </a:solidFill>
                          <a:effectLst/>
                          <a:uLnTx/>
                          <a:uFillTx/>
                          <a:latin typeface="+mn-ea"/>
                          <a:ea typeface="+mn-ea"/>
                          <a:cs typeface="+mn-cs"/>
                        </a:rPr>
                        <a:t>FJ</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416965154"/>
                  </a:ext>
                </a:extLst>
              </a:tr>
              <a:tr h="333531">
                <a:tc vMerge="1">
                  <a:txBody>
                    <a:bodyPr/>
                    <a:lstStyle/>
                    <a:p>
                      <a:pPr algn="ctr" fontAlgn="ctr">
                        <a:lnSpc>
                          <a:spcPts val="1080"/>
                        </a:lnSpc>
                        <a:spcBef>
                          <a:spcPts val="0"/>
                        </a:spcBef>
                      </a:pPr>
                      <a:endParaRPr lang="en-US" altLang="ja-JP" sz="1000" b="0" i="0" u="none" strike="noStrike" noProof="1">
                        <a:solidFill>
                          <a:schemeClr val="tx1"/>
                        </a:solidFill>
                        <a:effectLst/>
                        <a:latin typeface="+mn-ea"/>
                        <a:ea typeface="+mn-ea"/>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fontAlgn="t">
                        <a:lnSpc>
                          <a:spcPts val="1080"/>
                        </a:lnSpc>
                        <a:spcBef>
                          <a:spcPts val="0"/>
                        </a:spcBef>
                        <a:buNone/>
                      </a:pPr>
                      <a:r>
                        <a:rPr lang="en-US" altLang="ja-JP" sz="1000" b="0" i="0" u="none" strike="noStrike" noProof="1">
                          <a:solidFill>
                            <a:srgbClr val="FF0000"/>
                          </a:solidFill>
                          <a:effectLst/>
                          <a:latin typeface="+mn-ea"/>
                          <a:ea typeface="+mn-ea"/>
                        </a:rPr>
                        <a:t>036-3</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vMerge="1">
                  <a:txBody>
                    <a:bodyPr/>
                    <a:lstStyle/>
                    <a:p>
                      <a:pPr marL="0" algn="l" defTabSz="685673" rtl="0" eaLnBrk="1" fontAlgn="t" latinLnBrk="0" hangingPunct="1">
                        <a:lnSpc>
                          <a:spcPts val="1080"/>
                        </a:lnSpc>
                        <a:spcBef>
                          <a:spcPts val="0"/>
                        </a:spcBef>
                        <a:buNone/>
                      </a:pPr>
                      <a:endParaRPr kumimoji="1" lang="ja-JP" altLang="en-US" sz="1000" b="0" i="0" u="none" strike="noStrike" kern="1200" noProof="1">
                        <a:solidFill>
                          <a:schemeClr val="tx1"/>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vMerge="1">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endParaRPr kumimoji="1" lang="ja-JP" altLang="en-US"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vMerge="1">
                  <a:txBody>
                    <a:bodyPr/>
                    <a:lstStyle/>
                    <a:p>
                      <a:endParaRPr lang="en-US"/>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vMerge="1">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rgbClr val="FF0000"/>
                          </a:solidFill>
                          <a:effectLst/>
                          <a:uLnTx/>
                          <a:uFillTx/>
                          <a:latin typeface="+mn-ea"/>
                          <a:ea typeface="+mn-ea"/>
                          <a:cs typeface="+mn-cs"/>
                        </a:rPr>
                        <a:t>・調達のために枝番付与</a:t>
                      </a:r>
                      <a:r>
                        <a:rPr kumimoji="1" lang="en-US" altLang="ja-JP" sz="1000" b="0" i="0" u="none" strike="noStrike" kern="1200" cap="none" spc="0" normalizeH="0" baseline="0" noProof="0">
                          <a:ln>
                            <a:noFill/>
                          </a:ln>
                          <a:solidFill>
                            <a:srgbClr val="FF0000"/>
                          </a:solidFill>
                          <a:effectLst/>
                          <a:uLnTx/>
                          <a:uFillTx/>
                          <a:latin typeface="+mn-ea"/>
                          <a:ea typeface="+mn-ea"/>
                          <a:cs typeface="+mn-cs"/>
                        </a:rPr>
                        <a:t>(</a:t>
                      </a:r>
                      <a:r>
                        <a:rPr kumimoji="1" lang="ja-JP" altLang="en-US" sz="1000" b="0" i="0" u="none" strike="noStrike" kern="1200" cap="none" spc="0" normalizeH="0" baseline="0" noProof="0">
                          <a:ln>
                            <a:noFill/>
                          </a:ln>
                          <a:solidFill>
                            <a:srgbClr val="FF0000"/>
                          </a:solidFill>
                          <a:effectLst/>
                          <a:uLnTx/>
                          <a:uFillTx/>
                          <a:latin typeface="+mn-ea"/>
                          <a:ea typeface="+mn-ea"/>
                          <a:cs typeface="+mn-cs"/>
                        </a:rPr>
                        <a:t>電カルー施設利用状況照会機能記載</a:t>
                      </a:r>
                      <a:r>
                        <a:rPr kumimoji="1" lang="en-US" altLang="ja-JP" sz="1000" b="0" i="0" u="none" strike="noStrike" kern="1200" cap="none" spc="0" normalizeH="0" baseline="0" noProof="0">
                          <a:ln>
                            <a:noFill/>
                          </a:ln>
                          <a:solidFill>
                            <a:srgbClr val="FF0000"/>
                          </a:solidFill>
                          <a:effectLst/>
                          <a:uLnTx/>
                          <a:uFillTx/>
                          <a:latin typeface="+mn-ea"/>
                          <a:ea typeface="+mn-ea"/>
                          <a:cs typeface="+mn-cs"/>
                        </a:rPr>
                        <a:t>)</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712994729"/>
                  </a:ext>
                </a:extLst>
              </a:tr>
              <a:tr h="362543">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2</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fontAlgn="t">
                        <a:lnSpc>
                          <a:spcPts val="1080"/>
                        </a:lnSpc>
                        <a:spcBef>
                          <a:spcPts val="0"/>
                        </a:spcBef>
                        <a:buNone/>
                      </a:pPr>
                      <a:r>
                        <a:rPr lang="en-US" altLang="ja-JP" sz="1000" b="0" i="0" u="none" strike="noStrike" noProof="1">
                          <a:solidFill>
                            <a:schemeClr val="tx1"/>
                          </a:solidFill>
                          <a:effectLst/>
                          <a:latin typeface="+mn-ea"/>
                          <a:ea typeface="+mn-ea"/>
                        </a:rPr>
                        <a:t>150</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l" fontAlgn="t">
                        <a:lnSpc>
                          <a:spcPts val="1080"/>
                        </a:lnSpc>
                        <a:spcBef>
                          <a:spcPts val="0"/>
                        </a:spcBef>
                        <a:buNone/>
                      </a:pPr>
                      <a:r>
                        <a:rPr lang="ja-JP" altLang="en-US" sz="1000" b="0" i="0" u="none" strike="noStrike" noProof="1">
                          <a:solidFill>
                            <a:schemeClr val="tx1"/>
                          </a:solidFill>
                          <a:effectLst/>
                          <a:latin typeface="+mn-ea"/>
                          <a:ea typeface="+mn-ea"/>
                        </a:rPr>
                        <a:t>医療機関等向け総合ポータルサイト改修　各サービスの一括手続き</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3</a:t>
                      </a:r>
                      <a:r>
                        <a:rPr kumimoji="1" lang="ja-JP" altLang="en-US" sz="1000" b="0" i="0" u="none" strike="noStrike" kern="1200" cap="none" spc="0" normalizeH="0" baseline="0" noProof="0">
                          <a:ln>
                            <a:noFill/>
                          </a:ln>
                          <a:solidFill>
                            <a:schemeClr val="tx1"/>
                          </a:solidFill>
                          <a:effectLst/>
                          <a:uLnTx/>
                          <a:uFillTx/>
                          <a:latin typeface="+mn-ea"/>
                          <a:ea typeface="+mn-ea"/>
                          <a:cs typeface="+mn-cs"/>
                        </a:rPr>
                        <a:t>月</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ja-JP" altLang="en-US" sz="1000" b="0" i="0" u="none" strike="noStrike" kern="1200" cap="none" spc="0" normalizeH="0" baseline="0" noProof="0">
                          <a:ln>
                            <a:noFill/>
                          </a:ln>
                          <a:solidFill>
                            <a:schemeClr val="tx1"/>
                          </a:solidFill>
                          <a:effectLst/>
                          <a:uLnTx/>
                          <a:uFillTx/>
                          <a:latin typeface="+mn-ea"/>
                          <a:ea typeface="+mn-ea"/>
                          <a:cs typeface="+mn-cs"/>
                        </a:rPr>
                        <a:t>完了</a:t>
                      </a:r>
                      <a:endParaRPr kumimoji="1" lang="en-US" altLang="ja-JP"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A</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en-US" altLang="ja-JP"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812615117"/>
                  </a:ext>
                </a:extLst>
              </a:tr>
              <a:tr h="227128">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3</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fontAlgn="t">
                        <a:lnSpc>
                          <a:spcPts val="1080"/>
                        </a:lnSpc>
                        <a:spcBef>
                          <a:spcPts val="0"/>
                        </a:spcBef>
                        <a:buNone/>
                      </a:pPr>
                      <a:r>
                        <a:rPr lang="en-US" altLang="ja-JP" sz="1000" b="0" i="0" u="none" strike="noStrike" noProof="1">
                          <a:solidFill>
                            <a:schemeClr val="tx1"/>
                          </a:solidFill>
                          <a:effectLst/>
                          <a:latin typeface="+mn-ea"/>
                          <a:ea typeface="+mn-ea"/>
                        </a:rPr>
                        <a:t>163</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t" latinLnBrk="0" hangingPunct="1">
                        <a:lnSpc>
                          <a:spcPts val="1080"/>
                        </a:lnSpc>
                        <a:spcBef>
                          <a:spcPts val="0"/>
                        </a:spcBef>
                        <a:spcAft>
                          <a:spcPts val="0"/>
                        </a:spcAft>
                        <a:buClrTx/>
                        <a:buSzTx/>
                        <a:buFontTx/>
                        <a:buNone/>
                        <a:tabLst/>
                        <a:defRPr noProof="1"/>
                      </a:pPr>
                      <a:r>
                        <a:rPr lang="ja-JP" altLang="en-US" sz="1000" b="0" i="0" u="none" strike="noStrike" noProof="1">
                          <a:solidFill>
                            <a:schemeClr val="tx1"/>
                          </a:solidFill>
                          <a:effectLst/>
                          <a:latin typeface="+mn-ea"/>
                          <a:ea typeface="+mn-ea"/>
                        </a:rPr>
                        <a:t>ログ・統計機能の改修</a:t>
                      </a:r>
                      <a:r>
                        <a:rPr lang="en-US" altLang="ja-JP" sz="1000" b="0" i="0" u="none" strike="noStrike" noProof="1">
                          <a:solidFill>
                            <a:schemeClr val="tx1"/>
                          </a:solidFill>
                          <a:effectLst/>
                          <a:latin typeface="+mn-ea"/>
                          <a:ea typeface="+mn-ea"/>
                        </a:rPr>
                        <a:t>(R8</a:t>
                      </a:r>
                      <a:r>
                        <a:rPr lang="ja-JP" altLang="en-US" sz="1000" b="0" i="0" u="none" strike="noStrike" noProof="1">
                          <a:solidFill>
                            <a:schemeClr val="tx1"/>
                          </a:solidFill>
                          <a:effectLst/>
                          <a:latin typeface="+mn-ea"/>
                          <a:ea typeface="+mn-ea"/>
                        </a:rPr>
                        <a:t>年度</a:t>
                      </a:r>
                      <a:r>
                        <a:rPr lang="en-US" altLang="ja-JP" sz="1000" b="0" i="0" u="none" strike="noStrike" noProof="1">
                          <a:solidFill>
                            <a:schemeClr val="tx1"/>
                          </a:solidFill>
                          <a:effectLst/>
                          <a:latin typeface="+mn-ea"/>
                          <a:ea typeface="+mn-ea"/>
                        </a:rPr>
                        <a:t>)</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3</a:t>
                      </a:r>
                      <a:r>
                        <a:rPr kumimoji="1" lang="ja-JP" altLang="en-US" sz="1000" b="0" i="0" u="none" strike="noStrike" kern="1200" cap="none" spc="0" normalizeH="0" baseline="0" noProof="0">
                          <a:ln>
                            <a:noFill/>
                          </a:ln>
                          <a:solidFill>
                            <a:schemeClr val="tx1"/>
                          </a:solidFill>
                          <a:effectLst/>
                          <a:uLnTx/>
                          <a:uFillTx/>
                          <a:latin typeface="+mn-ea"/>
                          <a:ea typeface="+mn-ea"/>
                          <a:cs typeface="+mn-cs"/>
                        </a:rPr>
                        <a:t>月</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完了</a:t>
                      </a:r>
                      <a:endParaRPr kumimoji="1" lang="en-US" altLang="ja-JP"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A</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endParaRPr kumimoji="1" lang="en-US" altLang="ja-JP" sz="1000" b="0" i="0" u="none" strike="noStrike" kern="1200" cap="none" spc="0" normalizeH="0" baseline="0" noProof="0">
                        <a:ln>
                          <a:noFill/>
                        </a:ln>
                        <a:solidFill>
                          <a:srgbClr val="FF0000"/>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722449841"/>
                  </a:ext>
                </a:extLst>
              </a:tr>
              <a:tr h="227128">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4</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fontAlgn="t">
                        <a:lnSpc>
                          <a:spcPts val="1080"/>
                        </a:lnSpc>
                        <a:spcBef>
                          <a:spcPts val="0"/>
                        </a:spcBef>
                        <a:buNone/>
                      </a:pPr>
                      <a:r>
                        <a:rPr lang="en-US" altLang="ja-JP" sz="1000" b="0" i="0" u="none" strike="noStrike" noProof="1">
                          <a:solidFill>
                            <a:schemeClr val="tx1"/>
                          </a:solidFill>
                          <a:effectLst/>
                          <a:latin typeface="+mn-ea"/>
                          <a:ea typeface="+mn-ea"/>
                        </a:rPr>
                        <a:t>169</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t" latinLnBrk="0" hangingPunct="1">
                        <a:lnSpc>
                          <a:spcPts val="1080"/>
                        </a:lnSpc>
                        <a:spcBef>
                          <a:spcPts val="0"/>
                        </a:spcBef>
                        <a:spcAft>
                          <a:spcPts val="0"/>
                        </a:spcAft>
                        <a:buClrTx/>
                        <a:buSzTx/>
                        <a:buFontTx/>
                        <a:buNone/>
                        <a:tabLst/>
                        <a:defRPr noProof="1"/>
                      </a:pPr>
                      <a:r>
                        <a:rPr lang="ja-JP" altLang="en-US" sz="1000" b="0" i="0" u="none" strike="noStrike" noProof="1">
                          <a:solidFill>
                            <a:schemeClr val="tx1"/>
                          </a:solidFill>
                          <a:effectLst/>
                          <a:latin typeface="+mn-ea"/>
                          <a:ea typeface="+mn-ea"/>
                        </a:rPr>
                        <a:t>性能要件の見直しに係る性能検証</a:t>
                      </a:r>
                      <a:endParaRPr lang="en-US" altLang="ja-JP" sz="1000" b="0" i="0" u="none" strike="noStrike" noProof="1">
                        <a:solidFill>
                          <a:schemeClr val="tx1"/>
                        </a:solidFill>
                        <a:effectLst/>
                        <a:latin typeface="+mn-ea"/>
                        <a:ea typeface="+mn-ea"/>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3</a:t>
                      </a:r>
                      <a:r>
                        <a:rPr kumimoji="1" lang="ja-JP" altLang="en-US" sz="1000" b="0" i="0" u="none" strike="noStrike" kern="1200" cap="none" spc="0" normalizeH="0" baseline="0" noProof="0">
                          <a:ln>
                            <a:noFill/>
                          </a:ln>
                          <a:solidFill>
                            <a:schemeClr val="tx1"/>
                          </a:solidFill>
                          <a:effectLst/>
                          <a:uLnTx/>
                          <a:uFillTx/>
                          <a:latin typeface="+mn-ea"/>
                          <a:ea typeface="+mn-ea"/>
                          <a:cs typeface="+mn-cs"/>
                        </a:rPr>
                        <a:t>月</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完了</a:t>
                      </a:r>
                      <a:endParaRPr kumimoji="1" lang="en-US" altLang="ja-JP"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A</a:t>
                      </a:r>
                      <a:r>
                        <a:rPr kumimoji="1" lang="ja-JP" altLang="en-US" sz="1000" b="0" i="0" u="none" strike="noStrike" kern="1200" cap="none" spc="0" normalizeH="0" baseline="0" noProof="0">
                          <a:ln>
                            <a:noFill/>
                          </a:ln>
                          <a:solidFill>
                            <a:schemeClr val="tx1"/>
                          </a:solidFill>
                          <a:effectLst/>
                          <a:uLnTx/>
                          <a:uFillTx/>
                          <a:latin typeface="+mn-ea"/>
                          <a:ea typeface="+mn-ea"/>
                          <a:cs typeface="+mn-cs"/>
                        </a:rPr>
                        <a:t>・</a:t>
                      </a:r>
                      <a:r>
                        <a:rPr kumimoji="1" lang="en-US" altLang="ja-JP" sz="1000" b="0" i="0" u="none" strike="noStrike" kern="1200" cap="none" spc="0" normalizeH="0" baseline="0" noProof="0">
                          <a:ln>
                            <a:noFill/>
                          </a:ln>
                          <a:solidFill>
                            <a:schemeClr val="tx1"/>
                          </a:solidFill>
                          <a:effectLst/>
                          <a:uLnTx/>
                          <a:uFillTx/>
                          <a:latin typeface="+mn-ea"/>
                          <a:ea typeface="+mn-ea"/>
                          <a:cs typeface="+mn-cs"/>
                        </a:rPr>
                        <a:t>B</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64938040"/>
                  </a:ext>
                </a:extLst>
              </a:tr>
              <a:tr h="227128">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5</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fontAlgn="t">
                        <a:lnSpc>
                          <a:spcPts val="1080"/>
                        </a:lnSpc>
                        <a:spcBef>
                          <a:spcPts val="0"/>
                        </a:spcBef>
                        <a:buNone/>
                      </a:pPr>
                      <a:r>
                        <a:rPr lang="en-US" altLang="ja-JP" sz="1000" b="0" i="0" u="none" strike="noStrike" noProof="1">
                          <a:solidFill>
                            <a:schemeClr val="tx1"/>
                          </a:solidFill>
                          <a:effectLst/>
                          <a:latin typeface="+mn-ea"/>
                          <a:ea typeface="+mn-ea"/>
                        </a:rPr>
                        <a:t>174</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t" latinLnBrk="0" hangingPunct="1">
                        <a:lnSpc>
                          <a:spcPts val="1080"/>
                        </a:lnSpc>
                        <a:spcBef>
                          <a:spcPts val="0"/>
                        </a:spcBef>
                        <a:spcAft>
                          <a:spcPts val="0"/>
                        </a:spcAft>
                        <a:buClrTx/>
                        <a:buSzTx/>
                        <a:buFontTx/>
                        <a:buNone/>
                        <a:tabLst/>
                        <a:defRPr noProof="1"/>
                      </a:pPr>
                      <a:r>
                        <a:rPr kumimoji="1" lang="ja-JP" altLang="en-US" sz="1000" b="0" i="0" u="none" strike="noStrike" kern="1200" noProof="1">
                          <a:solidFill>
                            <a:schemeClr val="tx1"/>
                          </a:solidFill>
                          <a:effectLst/>
                          <a:latin typeface="+mn-ea"/>
                          <a:ea typeface="+mn-ea"/>
                          <a:cs typeface="+mn-cs"/>
                        </a:rPr>
                        <a:t>患者サマリーにおける院内処方の取り扱い</a:t>
                      </a:r>
                      <a:endParaRPr kumimoji="1" lang="ja-JP" altLang="en-US" sz="1000" b="0" i="0" u="none" strike="noStrike" kern="1200" noProof="1">
                        <a:solidFill>
                          <a:srgbClr val="FF0000"/>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eiryo UI"/>
                          <a:ea typeface="Meiryo UI"/>
                          <a:cs typeface="+mn-cs"/>
                        </a:rPr>
                        <a:t>3</a:t>
                      </a:r>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月</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a:lnSpc>
                          <a:spcPts val="1080"/>
                        </a:lnSpc>
                        <a:spcBef>
                          <a:spcPts val="0"/>
                        </a:spcBef>
                        <a:spcAft>
                          <a:spcPts val="0"/>
                        </a:spcAft>
                        <a:buNone/>
                      </a:pPr>
                      <a:r>
                        <a:rPr lang="ja-JP" altLang="en-US" sz="1000" b="0" i="0" u="none" strike="noStrike" kern="1200" cap="none" spc="0" normalizeH="0" baseline="0" noProof="0">
                          <a:ln>
                            <a:noFill/>
                          </a:ln>
                          <a:solidFill>
                            <a:schemeClr val="tx1"/>
                          </a:solidFill>
                          <a:effectLst/>
                          <a:uLnTx/>
                          <a:uFillTx/>
                        </a:rPr>
                        <a:t>完</a:t>
                      </a:r>
                      <a:r>
                        <a:rPr lang="ja-JP" sz="1000" b="0" i="0" u="none" strike="noStrike" kern="1200" cap="none" spc="0" normalizeH="0" baseline="0" noProof="0">
                          <a:ln>
                            <a:noFill/>
                          </a:ln>
                          <a:solidFill>
                            <a:schemeClr val="tx1"/>
                          </a:solidFill>
                          <a:effectLst/>
                          <a:uLnTx/>
                          <a:uFillTx/>
                        </a:rPr>
                        <a:t>了 </a:t>
                      </a:r>
                      <a:endParaRPr kumimoji="1" lang="en-US" noProof="1">
                        <a:solidFill>
                          <a:schemeClr val="tx1"/>
                        </a:solidFill>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D</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306810617"/>
                  </a:ext>
                </a:extLst>
              </a:tr>
              <a:tr h="236361">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6</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184</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l">
                        <a:buNone/>
                      </a:pPr>
                      <a:r>
                        <a:rPr lang="ja-JP" altLang="en-US" sz="1000" b="0" i="0" u="none" strike="noStrike" baseline="0" noProof="0">
                          <a:solidFill>
                            <a:schemeClr val="tx1"/>
                          </a:solidFill>
                          <a:effectLst/>
                          <a:latin typeface="+mn-ea"/>
                          <a:ea typeface="+mn-ea"/>
                          <a:cs typeface="Meiryo UI"/>
                        </a:rPr>
                        <a:t>利用開始日オン資連携のシステム化</a:t>
                      </a:r>
                      <a:endParaRPr lang="en-US" altLang="ja-JP" sz="1000" b="0" i="0" u="none" strike="noStrike" baseline="0" noProof="0">
                        <a:solidFill>
                          <a:schemeClr val="tx1"/>
                        </a:solidFill>
                        <a:effectLst/>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eiryo UI"/>
                          <a:ea typeface="Meiryo UI"/>
                          <a:cs typeface="+mn-cs"/>
                        </a:rPr>
                        <a:t>3</a:t>
                      </a:r>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月</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000" b="0" i="0" u="none" strike="noStrike" kern="1200" cap="none" spc="0" normalizeH="0" baseline="0" noProof="0">
                          <a:ln>
                            <a:noFill/>
                          </a:ln>
                          <a:solidFill>
                            <a:schemeClr val="tx1"/>
                          </a:solidFill>
                          <a:effectLst/>
                          <a:uLnTx/>
                          <a:uFillTx/>
                          <a:latin typeface="Meiryo UI"/>
                          <a:ea typeface="Meiryo UI"/>
                          <a:cs typeface="+mn-cs"/>
                        </a:rPr>
                        <a:t>完了</a:t>
                      </a:r>
                      <a:endParaRPr lang="en-US" altLang="ja-JP" sz="1000" b="0" i="0" u="none" strike="noStrike" kern="1200" cap="none" spc="0" normalizeH="0" baseline="0" noProof="0" err="1">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A</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97407290"/>
                  </a:ext>
                </a:extLst>
              </a:tr>
              <a:tr h="236361">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7</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185</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l">
                        <a:buNone/>
                      </a:pPr>
                      <a:r>
                        <a:rPr lang="ja-JP" altLang="en-US" sz="1000" b="0" i="0" u="none" strike="noStrike" baseline="0" noProof="0">
                          <a:solidFill>
                            <a:schemeClr val="tx1"/>
                          </a:solidFill>
                          <a:effectLst/>
                          <a:latin typeface="+mn-ea"/>
                          <a:ea typeface="+mn-ea"/>
                          <a:cs typeface="Meiryo UI"/>
                        </a:rPr>
                        <a:t>運用開始日オン資連携のシステム化</a:t>
                      </a:r>
                      <a:endParaRPr lang="ja-JP" sz="1000" b="0" i="0" u="none" strike="noStrike" baseline="0" noProof="0">
                        <a:solidFill>
                          <a:schemeClr val="tx1"/>
                        </a:solidFill>
                        <a:effectLst/>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eiryo UI"/>
                          <a:ea typeface="Meiryo UI"/>
                          <a:cs typeface="+mn-cs"/>
                        </a:rPr>
                        <a:t>3</a:t>
                      </a:r>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月</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000" b="0" i="0" u="none" strike="noStrike" kern="1200" cap="none" spc="0" normalizeH="0" baseline="0" noProof="0">
                          <a:ln>
                            <a:noFill/>
                          </a:ln>
                          <a:solidFill>
                            <a:schemeClr val="tx1"/>
                          </a:solidFill>
                          <a:effectLst/>
                          <a:uLnTx/>
                          <a:uFillTx/>
                          <a:latin typeface="Meiryo UI"/>
                          <a:ea typeface="Meiryo UI"/>
                          <a:cs typeface="+mn-cs"/>
                        </a:rPr>
                        <a:t>完了</a:t>
                      </a:r>
                      <a:endParaRPr lang="ja-JP" sz="1000" b="0" i="0" u="none" strike="noStrike" kern="1200" cap="none" spc="0" normalizeH="0" baseline="0" noProof="0" err="1">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A</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105337554"/>
                  </a:ext>
                </a:extLst>
              </a:tr>
              <a:tr h="384087">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8</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186</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l">
                        <a:buNone/>
                      </a:pPr>
                      <a:r>
                        <a:rPr lang="ja-JP" altLang="en-US" sz="1000" b="0" i="0" u="none" strike="noStrike" baseline="0" noProof="0">
                          <a:solidFill>
                            <a:schemeClr val="tx1"/>
                          </a:solidFill>
                          <a:effectLst/>
                          <a:latin typeface="+mn-ea"/>
                          <a:ea typeface="+mn-ea"/>
                          <a:cs typeface="Meiryo UI"/>
                        </a:rPr>
                        <a:t>オン資、電処、電カルの各施設リストの抽出及び厚労省への連携のシステム化</a:t>
                      </a:r>
                      <a:endParaRPr lang="ja-JP" sz="1000" b="0" i="0" u="none" strike="noStrike" baseline="0" noProof="0">
                        <a:solidFill>
                          <a:schemeClr val="tx1"/>
                        </a:solidFill>
                        <a:effectLst/>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eiryo UI"/>
                          <a:ea typeface="Meiryo UI"/>
                          <a:cs typeface="+mn-cs"/>
                        </a:rPr>
                        <a:t>3</a:t>
                      </a:r>
                      <a:r>
                        <a:rPr kumimoji="1" lang="ja-JP" altLang="en-US" sz="1000" b="0" i="0" u="none" strike="noStrike" kern="1200" cap="none" spc="0" normalizeH="0" baseline="0" noProof="0">
                          <a:ln>
                            <a:noFill/>
                          </a:ln>
                          <a:solidFill>
                            <a:schemeClr val="tx1"/>
                          </a:solidFill>
                          <a:effectLst/>
                          <a:uLnTx/>
                          <a:uFillTx/>
                          <a:latin typeface="Meiryo UI"/>
                          <a:ea typeface="Meiryo UI"/>
                          <a:cs typeface="+mn-cs"/>
                        </a:rPr>
                        <a:t>月</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000" b="0" i="0" u="none" strike="noStrike" kern="1200" cap="none" spc="0" normalizeH="0" baseline="0" noProof="0">
                          <a:ln>
                            <a:noFill/>
                          </a:ln>
                          <a:solidFill>
                            <a:schemeClr val="tx1"/>
                          </a:solidFill>
                          <a:effectLst/>
                          <a:uLnTx/>
                          <a:uFillTx/>
                          <a:latin typeface="Meiryo UI"/>
                          <a:ea typeface="Meiryo UI"/>
                          <a:cs typeface="+mn-cs"/>
                        </a:rPr>
                        <a:t>完了</a:t>
                      </a:r>
                      <a:endParaRPr lang="ja-JP" sz="1000" b="0" i="0" u="none" strike="noStrike" kern="1200" cap="none" spc="0" normalizeH="0" baseline="0" noProof="0" err="1">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A</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470430135"/>
                  </a:ext>
                </a:extLst>
              </a:tr>
              <a:tr h="362543">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9</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192</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auto" latinLnBrk="0" hangingPunct="1">
                        <a:lnSpc>
                          <a:spcPct val="100000"/>
                        </a:lnSpc>
                        <a:spcBef>
                          <a:spcPts val="0"/>
                        </a:spcBef>
                        <a:spcAft>
                          <a:spcPts val="0"/>
                        </a:spcAft>
                        <a:buClrTx/>
                        <a:buSzTx/>
                        <a:buFontTx/>
                        <a:buNone/>
                        <a:tabLst/>
                        <a:defRPr noProof="1"/>
                      </a:pPr>
                      <a:r>
                        <a:rPr lang="ja-JP" altLang="en-US" sz="1000" b="0" i="0" u="none" strike="noStrike" noProof="1">
                          <a:solidFill>
                            <a:schemeClr val="tx1"/>
                          </a:solidFill>
                          <a:effectLst/>
                          <a:latin typeface="Meiryo UI"/>
                          <a:ea typeface="Meiryo UI"/>
                        </a:rPr>
                        <a:t>サポートするプロファイルバージョンの終了</a:t>
                      </a:r>
                      <a:r>
                        <a:rPr lang="en-US" altLang="ja-JP" sz="1000" b="0" i="0" u="none" strike="noStrike" noProof="1">
                          <a:solidFill>
                            <a:schemeClr val="tx1"/>
                          </a:solidFill>
                          <a:effectLst/>
                          <a:latin typeface="Meiryo UI"/>
                          <a:ea typeface="Meiryo UI"/>
                        </a:rPr>
                        <a:t>(令和8年9月末)</a:t>
                      </a:r>
                      <a:endParaRPr lang="ja-JP" altLang="en-US" sz="1000" b="0" i="0" u="none" strike="noStrike" noProof="1">
                        <a:solidFill>
                          <a:schemeClr val="tx1"/>
                        </a:solidFill>
                        <a:effectLst/>
                        <a:latin typeface="Meiryo UI"/>
                        <a:ea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3</a:t>
                      </a:r>
                      <a:r>
                        <a:rPr kumimoji="1" lang="ja-JP" altLang="en-US" sz="1000" b="0" i="0" u="none" strike="noStrike" kern="1200" cap="none" spc="0" normalizeH="0" baseline="0" noProof="0">
                          <a:ln>
                            <a:noFill/>
                          </a:ln>
                          <a:solidFill>
                            <a:schemeClr val="tx1"/>
                          </a:solidFill>
                          <a:effectLst/>
                          <a:uLnTx/>
                          <a:uFillTx/>
                          <a:latin typeface="+mn-ea"/>
                          <a:ea typeface="+mn-ea"/>
                          <a:cs typeface="+mn-cs"/>
                        </a:rPr>
                        <a:t>月</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en-US" sz="1000" b="0" i="0" u="none" strike="noStrike" kern="1200" cap="none" spc="0" normalizeH="0" baseline="0" noProof="0">
                          <a:ln>
                            <a:noFill/>
                          </a:ln>
                          <a:solidFill>
                            <a:schemeClr val="tx1"/>
                          </a:solidFill>
                          <a:effectLst/>
                          <a:uLnTx/>
                          <a:uFillTx/>
                          <a:latin typeface="Meiryo UI"/>
                          <a:ea typeface="Meiryo UI"/>
                          <a:cs typeface="+mn-cs"/>
                        </a:rPr>
                        <a:t>完了</a:t>
                      </a:r>
                      <a:endParaRPr lang="ja-JP" sz="1000" b="0" i="0" u="none" strike="noStrike" kern="1200" cap="none" spc="0" normalizeH="0" baseline="0" noProof="0" err="1">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B</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ja-JP" altLang="en-US" sz="1000" kern="1200" noProof="1">
                          <a:solidFill>
                            <a:srgbClr val="FF0000"/>
                          </a:solidFill>
                          <a:latin typeface="+mn-ea"/>
                          <a:ea typeface="+mn-ea"/>
                          <a:cs typeface="+mn-cs"/>
                        </a:rPr>
                        <a:t>・案件名の</a:t>
                      </a:r>
                      <a:r>
                        <a:rPr kumimoji="1" lang="en-US" altLang="ja-JP" sz="1000" kern="1200" noProof="1">
                          <a:solidFill>
                            <a:srgbClr val="FF0000"/>
                          </a:solidFill>
                          <a:latin typeface="+mn-ea"/>
                          <a:ea typeface="+mn-ea"/>
                          <a:cs typeface="+mn-cs"/>
                        </a:rPr>
                        <a:t>”(</a:t>
                      </a:r>
                      <a:r>
                        <a:rPr kumimoji="1" lang="ja-JP" altLang="en-US" sz="1000" kern="1200" noProof="1">
                          <a:solidFill>
                            <a:srgbClr val="FF0000"/>
                          </a:solidFill>
                          <a:latin typeface="+mn-ea"/>
                          <a:ea typeface="+mn-ea"/>
                          <a:cs typeface="+mn-cs"/>
                        </a:rPr>
                        <a:t>令和</a:t>
                      </a:r>
                      <a:r>
                        <a:rPr kumimoji="1" lang="en-US" altLang="ja-JP" sz="1000" kern="1200" noProof="1">
                          <a:solidFill>
                            <a:srgbClr val="FF0000"/>
                          </a:solidFill>
                          <a:latin typeface="+mn-ea"/>
                          <a:ea typeface="+mn-ea"/>
                          <a:cs typeface="+mn-cs"/>
                        </a:rPr>
                        <a:t>8</a:t>
                      </a:r>
                      <a:r>
                        <a:rPr kumimoji="1" lang="ja-JP" altLang="en-US" sz="1000" kern="1200" noProof="1">
                          <a:solidFill>
                            <a:srgbClr val="FF0000"/>
                          </a:solidFill>
                          <a:latin typeface="+mn-ea"/>
                          <a:ea typeface="+mn-ea"/>
                          <a:cs typeface="+mn-cs"/>
                        </a:rPr>
                        <a:t>年</a:t>
                      </a:r>
                      <a:r>
                        <a:rPr kumimoji="1" lang="en-US" altLang="ja-JP" sz="1000" kern="1200" noProof="1">
                          <a:solidFill>
                            <a:srgbClr val="FF0000"/>
                          </a:solidFill>
                          <a:latin typeface="+mn-ea"/>
                          <a:ea typeface="+mn-ea"/>
                          <a:cs typeface="+mn-cs"/>
                        </a:rPr>
                        <a:t>9</a:t>
                      </a:r>
                      <a:r>
                        <a:rPr kumimoji="1" lang="ja-JP" altLang="en-US" sz="1000" kern="1200" noProof="1">
                          <a:solidFill>
                            <a:srgbClr val="FF0000"/>
                          </a:solidFill>
                          <a:latin typeface="+mn-ea"/>
                          <a:ea typeface="+mn-ea"/>
                          <a:cs typeface="+mn-cs"/>
                        </a:rPr>
                        <a:t>月末</a:t>
                      </a:r>
                      <a:r>
                        <a:rPr kumimoji="1" lang="en-US" altLang="ja-JP" sz="1000" kern="1200" noProof="1">
                          <a:solidFill>
                            <a:srgbClr val="FF0000"/>
                          </a:solidFill>
                          <a:latin typeface="+mn-ea"/>
                          <a:ea typeface="+mn-ea"/>
                          <a:cs typeface="+mn-cs"/>
                        </a:rPr>
                        <a:t>)”</a:t>
                      </a:r>
                      <a:r>
                        <a:rPr kumimoji="1" lang="ja-JP" altLang="en-US" sz="1000" kern="1200" noProof="1">
                          <a:solidFill>
                            <a:srgbClr val="FF0000"/>
                          </a:solidFill>
                          <a:latin typeface="+mn-ea"/>
                          <a:ea typeface="+mn-ea"/>
                          <a:cs typeface="+mn-cs"/>
                        </a:rPr>
                        <a:t>が、混乱を招く記載になっているため削除させていただきたい。</a:t>
                      </a:r>
                      <a:endParaRPr kumimoji="1" lang="en-US" altLang="ja-JP" sz="1000" kern="1200" noProof="1">
                        <a:solidFill>
                          <a:srgbClr val="FF0000"/>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76154975"/>
                  </a:ext>
                </a:extLst>
              </a:tr>
              <a:tr h="365243">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10</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196</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rgbClr val="000000"/>
                          </a:solidFill>
                          <a:effectLst/>
                          <a:uLnTx/>
                          <a:uFillTx/>
                          <a:latin typeface="+mn-ea"/>
                          <a:ea typeface="+mn-ea"/>
                          <a:cs typeface="+mn-cs"/>
                        </a:rPr>
                        <a:t>オンライン資格確認端末の臨床情報検索画面・詳細画面のレイアウト変更</a:t>
                      </a:r>
                    </a:p>
                  </a:txBody>
                  <a:tcPr marL="36000" marR="36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eiryo UI"/>
                        </a:rPr>
                        <a:t>3</a:t>
                      </a:r>
                      <a:r>
                        <a:rPr kumimoji="1" lang="ja-JP" altLang="en-US" sz="1000" b="0" i="0" u="none" strike="noStrike" kern="1200" cap="none" spc="0" normalizeH="0" baseline="0" noProof="0">
                          <a:ln>
                            <a:noFill/>
                          </a:ln>
                          <a:solidFill>
                            <a:schemeClr val="tx1"/>
                          </a:solidFill>
                          <a:effectLst/>
                          <a:uLnTx/>
                          <a:uFillTx/>
                          <a:latin typeface="+mn-ea"/>
                          <a:ea typeface="+mn-ea"/>
                          <a:cs typeface="Meiryo UI"/>
                        </a:rPr>
                        <a:t>月</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ja-JP" altLang="en-US" sz="1000" b="0" i="0" u="none" strike="noStrike" kern="1200" cap="none" spc="0" normalizeH="0" baseline="0" noProof="0">
                          <a:ln>
                            <a:noFill/>
                          </a:ln>
                          <a:solidFill>
                            <a:schemeClr val="tx1"/>
                          </a:solidFill>
                          <a:effectLst/>
                          <a:uLnTx/>
                          <a:uFillTx/>
                          <a:latin typeface="Meiryo UI"/>
                          <a:ea typeface="Meiryo UI"/>
                          <a:cs typeface="+mn-cs"/>
                        </a:rPr>
                        <a:t>完了</a:t>
                      </a:r>
                      <a:endParaRPr lang="ja-JP"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D</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endParaRPr kumimoji="1" lang="en-US" altLang="ja-JP" sz="1000" kern="1200" noProof="1">
                        <a:solidFill>
                          <a:schemeClr val="tx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881619734"/>
                  </a:ext>
                </a:extLst>
              </a:tr>
              <a:tr h="365243">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11</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197</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rgbClr val="000000"/>
                          </a:solidFill>
                          <a:effectLst/>
                          <a:uLnTx/>
                          <a:uFillTx/>
                          <a:latin typeface="+mn-ea"/>
                          <a:ea typeface="+mn-ea"/>
                          <a:cs typeface="+mn-cs"/>
                        </a:rPr>
                        <a:t>感染症情報の「</a:t>
                      </a:r>
                      <a:r>
                        <a:rPr kumimoji="1" lang="en-US" altLang="ja-JP" sz="1000" b="0" i="0" u="none" strike="noStrike" kern="1200" cap="none" spc="0" normalizeH="0" baseline="0" noProof="0">
                          <a:ln>
                            <a:noFill/>
                          </a:ln>
                          <a:solidFill>
                            <a:srgbClr val="000000"/>
                          </a:solidFill>
                          <a:effectLst/>
                          <a:uLnTx/>
                          <a:uFillTx/>
                          <a:latin typeface="+mn-ea"/>
                          <a:ea typeface="+mn-ea"/>
                          <a:cs typeface="+mn-cs"/>
                        </a:rPr>
                        <a:t>preliminary(</a:t>
                      </a:r>
                      <a:r>
                        <a:rPr kumimoji="1" lang="ja-JP" altLang="en-US" sz="1000" b="0" i="0" u="none" strike="noStrike" kern="1200" cap="none" spc="0" normalizeH="0" baseline="0" noProof="0">
                          <a:ln>
                            <a:noFill/>
                          </a:ln>
                          <a:solidFill>
                            <a:srgbClr val="000000"/>
                          </a:solidFill>
                          <a:effectLst/>
                          <a:uLnTx/>
                          <a:uFillTx/>
                          <a:latin typeface="+mn-ea"/>
                          <a:ea typeface="+mn-ea"/>
                          <a:cs typeface="+mn-cs"/>
                        </a:rPr>
                        <a:t>暫定結果報告</a:t>
                      </a:r>
                      <a:r>
                        <a:rPr kumimoji="1" lang="en-US" altLang="ja-JP" sz="1000" b="0" i="0" u="none" strike="noStrike" kern="1200" cap="none" spc="0" normalizeH="0" baseline="0" noProof="0">
                          <a:ln>
                            <a:noFill/>
                          </a:ln>
                          <a:solidFill>
                            <a:srgbClr val="000000"/>
                          </a:solidFill>
                          <a:effectLst/>
                          <a:uLnTx/>
                          <a:uFillTx/>
                          <a:latin typeface="+mn-ea"/>
                          <a:ea typeface="+mn-ea"/>
                          <a:cs typeface="+mn-cs"/>
                        </a:rPr>
                        <a:t>)</a:t>
                      </a:r>
                      <a:r>
                        <a:rPr kumimoji="1" lang="ja-JP" altLang="en-US" sz="1000" b="0" i="0" u="none" strike="noStrike" kern="1200" cap="none" spc="0" normalizeH="0" baseline="0" noProof="0">
                          <a:ln>
                            <a:noFill/>
                          </a:ln>
                          <a:solidFill>
                            <a:srgbClr val="000000"/>
                          </a:solidFill>
                          <a:effectLst/>
                          <a:uLnTx/>
                          <a:uFillTx/>
                          <a:latin typeface="+mn-ea"/>
                          <a:ea typeface="+mn-ea"/>
                          <a:cs typeface="+mn-cs"/>
                        </a:rPr>
                        <a:t>」における</a:t>
                      </a:r>
                      <a:r>
                        <a:rPr kumimoji="1" lang="en-US" altLang="ja-JP" sz="1000" b="0" i="0" u="none" strike="noStrike" kern="1200" cap="none" spc="0" normalizeH="0" baseline="0" noProof="0">
                          <a:ln>
                            <a:noFill/>
                          </a:ln>
                          <a:solidFill>
                            <a:srgbClr val="000000"/>
                          </a:solidFill>
                          <a:effectLst/>
                          <a:uLnTx/>
                          <a:uFillTx/>
                          <a:latin typeface="+mn-ea"/>
                          <a:ea typeface="+mn-ea"/>
                          <a:cs typeface="+mn-cs"/>
                        </a:rPr>
                        <a:t>Warning</a:t>
                      </a:r>
                      <a:r>
                        <a:rPr kumimoji="1" lang="ja-JP" altLang="en-US" sz="1000" b="0" i="0" u="none" strike="noStrike" kern="1200" cap="none" spc="0" normalizeH="0" baseline="0" noProof="0">
                          <a:ln>
                            <a:noFill/>
                          </a:ln>
                          <a:solidFill>
                            <a:srgbClr val="000000"/>
                          </a:solidFill>
                          <a:effectLst/>
                          <a:uLnTx/>
                          <a:uFillTx/>
                          <a:latin typeface="+mn-ea"/>
                          <a:ea typeface="+mn-ea"/>
                          <a:cs typeface="+mn-cs"/>
                        </a:rPr>
                        <a:t>のロジック修正</a:t>
                      </a:r>
                    </a:p>
                  </a:txBody>
                  <a:tcPr marL="36000" marR="36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eiryo UI"/>
                        </a:rPr>
                        <a:t>3</a:t>
                      </a:r>
                      <a:r>
                        <a:rPr kumimoji="1" lang="ja-JP" altLang="en-US" sz="1000" b="0" i="0" u="none" strike="noStrike" kern="1200" cap="none" spc="0" normalizeH="0" baseline="0" noProof="0">
                          <a:ln>
                            <a:noFill/>
                          </a:ln>
                          <a:solidFill>
                            <a:schemeClr val="tx1"/>
                          </a:solidFill>
                          <a:effectLst/>
                          <a:uLnTx/>
                          <a:uFillTx/>
                          <a:latin typeface="+mn-ea"/>
                          <a:ea typeface="+mn-ea"/>
                          <a:cs typeface="Meiryo UI"/>
                        </a:rPr>
                        <a:t>月</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ct val="100000"/>
                        </a:lnSpc>
                        <a:spcBef>
                          <a:spcPts val="0"/>
                        </a:spcBef>
                        <a:spcAft>
                          <a:spcPts val="0"/>
                        </a:spcAft>
                        <a:buNone/>
                      </a:pPr>
                      <a:r>
                        <a:rPr lang="ja-JP" altLang="en-US" sz="1000" b="0" i="0" u="none" strike="noStrike" kern="1200" cap="none" spc="0" normalizeH="0" baseline="0" noProof="0">
                          <a:ln>
                            <a:noFill/>
                          </a:ln>
                          <a:solidFill>
                            <a:schemeClr val="tx1"/>
                          </a:solidFill>
                          <a:effectLst/>
                          <a:uLnTx/>
                          <a:uFillTx/>
                          <a:latin typeface="Meiryo UI"/>
                          <a:ea typeface="Meiryo UI"/>
                          <a:cs typeface="+mn-cs"/>
                        </a:rPr>
                        <a:t>完了</a:t>
                      </a:r>
                      <a:endParaRPr lang="ja-JP"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B</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endParaRPr kumimoji="1" lang="en-US" altLang="ja-JP" sz="1000" kern="1200" noProof="1">
                        <a:solidFill>
                          <a:schemeClr val="tx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57425626"/>
                  </a:ext>
                </a:extLst>
              </a:tr>
              <a:tr h="227128">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12</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198</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eiryo UI"/>
                          <a:ea typeface="+mn-ea"/>
                          <a:cs typeface="+mn-cs"/>
                        </a:rPr>
                        <a:t>連携</a:t>
                      </a:r>
                      <a:r>
                        <a:rPr kumimoji="1" lang="en-US" altLang="ja-JP" sz="1000" b="0" i="0" u="none" strike="noStrike" kern="1200" cap="none" spc="0" normalizeH="0" baseline="0" noProof="0">
                          <a:ln>
                            <a:noFill/>
                          </a:ln>
                          <a:solidFill>
                            <a:schemeClr val="tx1"/>
                          </a:solidFill>
                          <a:effectLst/>
                          <a:uLnTx/>
                          <a:uFillTx/>
                          <a:latin typeface="Meiryo UI"/>
                          <a:ea typeface="+mn-ea"/>
                          <a:cs typeface="+mn-cs"/>
                        </a:rPr>
                        <a:t>AP(</a:t>
                      </a:r>
                      <a:r>
                        <a:rPr kumimoji="1" lang="ja-JP" altLang="en-US" sz="1000" b="0" i="0" u="none" strike="noStrike" kern="1200" cap="none" spc="0" normalizeH="0" baseline="0" noProof="0">
                          <a:ln>
                            <a:noFill/>
                          </a:ln>
                          <a:solidFill>
                            <a:schemeClr val="tx1"/>
                          </a:solidFill>
                          <a:effectLst/>
                          <a:uLnTx/>
                          <a:uFillTx/>
                          <a:latin typeface="Meiryo UI"/>
                          <a:ea typeface="+mn-ea"/>
                          <a:cs typeface="+mn-cs"/>
                        </a:rPr>
                        <a:t>サーバー</a:t>
                      </a:r>
                      <a:r>
                        <a:rPr kumimoji="1" lang="en-US" altLang="ja-JP" sz="1000" b="0" i="0" u="none" strike="noStrike" kern="1200" cap="none" spc="0" normalizeH="0" baseline="0" noProof="0">
                          <a:ln>
                            <a:noFill/>
                          </a:ln>
                          <a:solidFill>
                            <a:schemeClr val="tx1"/>
                          </a:solidFill>
                          <a:effectLst/>
                          <a:uLnTx/>
                          <a:uFillTx/>
                          <a:latin typeface="Meiryo UI"/>
                          <a:ea typeface="+mn-ea"/>
                          <a:cs typeface="+mn-cs"/>
                        </a:rPr>
                        <a:t>OS)</a:t>
                      </a:r>
                      <a:r>
                        <a:rPr kumimoji="1" lang="ja-JP" altLang="en-US" sz="1000" b="0" i="0" u="none" strike="noStrike" kern="1200" cap="none" spc="0" normalizeH="0" baseline="0" noProof="0">
                          <a:ln>
                            <a:noFill/>
                          </a:ln>
                          <a:solidFill>
                            <a:schemeClr val="tx1"/>
                          </a:solidFill>
                          <a:effectLst/>
                          <a:uLnTx/>
                          <a:uFillTx/>
                          <a:latin typeface="Meiryo UI"/>
                          <a:ea typeface="+mn-ea"/>
                          <a:cs typeface="+mn-cs"/>
                        </a:rPr>
                        <a:t>の</a:t>
                      </a:r>
                      <a:r>
                        <a:rPr kumimoji="1" lang="en-US" altLang="ja-JP" sz="1000" b="0" i="0" u="none" strike="noStrike" kern="1200" cap="none" spc="0" normalizeH="0" baseline="0" noProof="0">
                          <a:ln>
                            <a:noFill/>
                          </a:ln>
                          <a:solidFill>
                            <a:schemeClr val="tx1"/>
                          </a:solidFill>
                          <a:effectLst/>
                          <a:uLnTx/>
                          <a:uFillTx/>
                          <a:latin typeface="Meiryo UI"/>
                          <a:ea typeface="+mn-ea"/>
                          <a:cs typeface="+mn-cs"/>
                        </a:rPr>
                        <a:t>Windows</a:t>
                      </a:r>
                      <a:r>
                        <a:rPr kumimoji="1" lang="ja-JP" altLang="en-US" sz="1000" b="0" i="0" u="none" strike="noStrike" kern="1200" cap="none" spc="0" normalizeH="0" baseline="0" noProof="0">
                          <a:ln>
                            <a:noFill/>
                          </a:ln>
                          <a:solidFill>
                            <a:schemeClr val="tx1"/>
                          </a:solidFill>
                          <a:effectLst/>
                          <a:uLnTx/>
                          <a:uFillTx/>
                          <a:latin typeface="Meiryo UI"/>
                          <a:ea typeface="+mn-ea"/>
                          <a:cs typeface="+mn-cs"/>
                        </a:rPr>
                        <a:t>サーバー</a:t>
                      </a:r>
                      <a:r>
                        <a:rPr kumimoji="1" lang="en-US" altLang="ja-JP" sz="1000" b="0" i="0" u="none" strike="noStrike" kern="1200" cap="none" spc="0" normalizeH="0" baseline="0" noProof="0">
                          <a:ln>
                            <a:noFill/>
                          </a:ln>
                          <a:solidFill>
                            <a:schemeClr val="tx1"/>
                          </a:solidFill>
                          <a:effectLst/>
                          <a:uLnTx/>
                          <a:uFillTx/>
                          <a:latin typeface="Meiryo UI"/>
                          <a:ea typeface="+mn-ea"/>
                          <a:cs typeface="+mn-cs"/>
                        </a:rPr>
                        <a:t>2025</a:t>
                      </a:r>
                      <a:r>
                        <a:rPr kumimoji="1" lang="ja-JP" altLang="en-US" sz="1000" b="0" i="0" u="none" strike="noStrike" kern="1200" cap="none" spc="0" normalizeH="0" baseline="0" noProof="0">
                          <a:ln>
                            <a:noFill/>
                          </a:ln>
                          <a:solidFill>
                            <a:schemeClr val="tx1"/>
                          </a:solidFill>
                          <a:effectLst/>
                          <a:uLnTx/>
                          <a:uFillTx/>
                          <a:latin typeface="Meiryo UI"/>
                          <a:ea typeface="+mn-ea"/>
                          <a:cs typeface="+mn-cs"/>
                        </a:rPr>
                        <a:t>対応</a:t>
                      </a:r>
                    </a:p>
                  </a:txBody>
                  <a:tcPr marL="36000" marR="36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3</a:t>
                      </a:r>
                      <a:r>
                        <a:rPr kumimoji="1" lang="ja-JP" altLang="en-US" sz="1000" b="0" i="0" u="none" strike="noStrike" kern="1200" cap="none" spc="0" normalizeH="0" baseline="0" noProof="0">
                          <a:ln>
                            <a:noFill/>
                          </a:ln>
                          <a:solidFill>
                            <a:schemeClr val="tx1"/>
                          </a:solidFill>
                          <a:effectLst/>
                          <a:uLnTx/>
                          <a:uFillTx/>
                          <a:latin typeface="+mn-ea"/>
                          <a:ea typeface="+mn-ea"/>
                          <a:cs typeface="+mn-cs"/>
                        </a:rPr>
                        <a:t>月</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a:lnSpc>
                          <a:spcPts val="1080"/>
                        </a:lnSpc>
                        <a:spcBef>
                          <a:spcPts val="0"/>
                        </a:spcBef>
                        <a:spcAft>
                          <a:spcPts val="0"/>
                        </a:spcAft>
                        <a:buClrTx/>
                        <a:buSzTx/>
                        <a:buFontTx/>
                        <a:buNone/>
                        <a:tabLst/>
                        <a:defRPr noProof="1"/>
                      </a:pPr>
                      <a:r>
                        <a:rPr lang="ja-JP" altLang="en-US" sz="1000" b="0" i="0" u="none" strike="noStrike" kern="1200" cap="none" spc="0" normalizeH="0" baseline="0" noProof="0">
                          <a:ln>
                            <a:noFill/>
                          </a:ln>
                          <a:solidFill>
                            <a:schemeClr val="tx1"/>
                          </a:solidFill>
                          <a:effectLst/>
                          <a:uLnTx/>
                          <a:uFillTx/>
                          <a:latin typeface="Meiryo UI"/>
                          <a:ea typeface="Meiryo UI"/>
                          <a:cs typeface="+mn-cs"/>
                        </a:rPr>
                        <a:t>完了</a:t>
                      </a:r>
                      <a:endParaRPr kumimoji="1" lang="ja-JP" altLang="en-US"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B</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endParaRPr kumimoji="1" lang="en-US" altLang="ja-JP" sz="1000" kern="1200" noProof="1">
                        <a:solidFill>
                          <a:schemeClr val="tx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894832872"/>
                  </a:ext>
                </a:extLst>
              </a:tr>
              <a:tr h="365243">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13</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199</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n-lt"/>
                          <a:ea typeface="+mn-ea"/>
                          <a:cs typeface="+mn-cs"/>
                        </a:rPr>
                        <a:t>オン資端末における文書情報検索機能の処理結果コード拡張対応(</a:t>
                      </a:r>
                      <a:r>
                        <a:rPr kumimoji="1" lang="en-US" altLang="ja-JP" sz="1000" b="0" i="0" u="none" strike="noStrike" kern="1200" cap="none" spc="0" normalizeH="0" baseline="0" noProof="0">
                          <a:ln>
                            <a:noFill/>
                          </a:ln>
                          <a:solidFill>
                            <a:schemeClr val="tx1"/>
                          </a:solidFill>
                          <a:effectLst/>
                          <a:uLnTx/>
                          <a:uFillTx/>
                          <a:latin typeface="+mn-lt"/>
                          <a:ea typeface="+mn-ea"/>
                          <a:cs typeface="+mn-cs"/>
                        </a:rPr>
                        <a:t>DV</a:t>
                      </a:r>
                      <a:r>
                        <a:rPr kumimoji="1" lang="ja-JP" altLang="en-US" sz="1000" b="0" i="0" u="none" strike="noStrike" kern="1200" cap="none" spc="0" normalizeH="0" baseline="0" noProof="0">
                          <a:ln>
                            <a:noFill/>
                          </a:ln>
                          <a:solidFill>
                            <a:schemeClr val="tx1"/>
                          </a:solidFill>
                          <a:effectLst/>
                          <a:uLnTx/>
                          <a:uFillTx/>
                          <a:latin typeface="+mn-lt"/>
                          <a:ea typeface="+mn-ea"/>
                          <a:cs typeface="+mn-cs"/>
                        </a:rPr>
                        <a:t>フラグによる閲覧制御に伴う)</a:t>
                      </a:r>
                    </a:p>
                  </a:txBody>
                  <a:tcPr marL="36000" marR="36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3</a:t>
                      </a:r>
                      <a:r>
                        <a:rPr kumimoji="1" lang="ja-JP" altLang="en-US" sz="1000" b="0" i="0" u="none" strike="noStrike" kern="1200" cap="none" spc="0" normalizeH="0" baseline="0" noProof="0">
                          <a:ln>
                            <a:noFill/>
                          </a:ln>
                          <a:solidFill>
                            <a:schemeClr val="tx1"/>
                          </a:solidFill>
                          <a:effectLst/>
                          <a:uLnTx/>
                          <a:uFillTx/>
                          <a:latin typeface="+mn-ea"/>
                          <a:ea typeface="+mn-ea"/>
                          <a:cs typeface="+mn-cs"/>
                        </a:rPr>
                        <a:t>月</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a:lnSpc>
                          <a:spcPts val="1080"/>
                        </a:lnSpc>
                        <a:spcBef>
                          <a:spcPts val="0"/>
                        </a:spcBef>
                        <a:spcAft>
                          <a:spcPts val="0"/>
                        </a:spcAft>
                        <a:buClrTx/>
                        <a:buSzTx/>
                        <a:buFontTx/>
                        <a:buNone/>
                        <a:tabLst/>
                        <a:defRPr noProof="1"/>
                      </a:pPr>
                      <a:r>
                        <a:rPr lang="ja-JP" altLang="en-US" sz="1000" b="0" i="0" u="none" strike="noStrike" kern="1200" cap="none" spc="0" normalizeH="0" baseline="0" noProof="0">
                          <a:ln>
                            <a:noFill/>
                          </a:ln>
                          <a:solidFill>
                            <a:schemeClr val="tx1"/>
                          </a:solidFill>
                          <a:effectLst/>
                          <a:uLnTx/>
                          <a:uFillTx/>
                          <a:latin typeface="Meiryo UI"/>
                          <a:ea typeface="Meiryo UI"/>
                          <a:cs typeface="+mn-cs"/>
                        </a:rPr>
                        <a:t>完了</a:t>
                      </a:r>
                      <a:endParaRPr kumimoji="1" lang="ja-JP" altLang="en-US" sz="1000" b="0" i="0" u="none" strike="noStrike" kern="1200" cap="none" spc="0" normalizeH="0" baseline="0" noProof="0">
                        <a:ln>
                          <a:noFill/>
                        </a:ln>
                        <a:solidFill>
                          <a:schemeClr val="tx1"/>
                        </a:solidFill>
                        <a:effectLst/>
                        <a:uLnTx/>
                        <a:uFillTx/>
                        <a:latin typeface="Meiryo UI"/>
                        <a:ea typeface="Meiryo UI"/>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C</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endParaRPr kumimoji="1" lang="en-US" altLang="ja-JP" sz="1000" kern="1200" noProof="1">
                        <a:solidFill>
                          <a:schemeClr val="tx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342710578"/>
                  </a:ext>
                </a:extLst>
              </a:tr>
            </a:tbl>
          </a:graphicData>
        </a:graphic>
      </p:graphicFrame>
      <p:sp>
        <p:nvSpPr>
          <p:cNvPr id="5" name="テキスト ボックス 4">
            <a:extLst>
              <a:ext uri="{FF2B5EF4-FFF2-40B4-BE49-F238E27FC236}">
                <a16:creationId xmlns:a16="http://schemas.microsoft.com/office/drawing/2014/main" id="{BC79315D-A914-C8EA-A23E-2131F0E538DE}"/>
              </a:ext>
            </a:extLst>
          </p:cNvPr>
          <p:cNvSpPr txBox="1"/>
          <p:nvPr/>
        </p:nvSpPr>
        <p:spPr>
          <a:xfrm>
            <a:off x="507001" y="793060"/>
            <a:ext cx="2407184" cy="188247"/>
          </a:xfrm>
          <a:prstGeom prst="roundRect">
            <a:avLst/>
          </a:prstGeom>
          <a:solidFill>
            <a:schemeClr val="tx2"/>
          </a:solidFill>
        </p:spPr>
        <p:txBody>
          <a:bodyPr wrap="square" rtlCol="0" anchor="ctr">
            <a:noAutofit/>
          </a:bodyPr>
          <a:lstStyle>
            <a:defPPr>
              <a:defRPr lang="ja-JP" noProof="1"/>
            </a:defPPr>
            <a:lvl1pPr>
              <a:defRPr sz="1400" noProof="1">
                <a:solidFill>
                  <a:schemeClr val="bg1"/>
                </a:solidFill>
                <a:latin typeface="+mj-lt"/>
                <a:ea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1">
                <a:ln>
                  <a:noFill/>
                </a:ln>
                <a:solidFill>
                  <a:prstClr val="white"/>
                </a:solidFill>
                <a:effectLst/>
                <a:uLnTx/>
                <a:uFillTx/>
                <a:latin typeface="Arial"/>
                <a:ea typeface="Meiryo UI"/>
                <a:cs typeface="+mn-cs"/>
              </a:rPr>
              <a:t>令和</a:t>
            </a:r>
            <a:r>
              <a:rPr kumimoji="1" lang="en-US" altLang="ja-JP" sz="1100" b="0" i="0" u="none" strike="noStrike" kern="1200" cap="none" spc="0" normalizeH="0" baseline="0" noProof="1">
                <a:ln>
                  <a:noFill/>
                </a:ln>
                <a:solidFill>
                  <a:prstClr val="white"/>
                </a:solidFill>
                <a:effectLst/>
                <a:uLnTx/>
                <a:uFillTx/>
                <a:latin typeface="Arial"/>
                <a:ea typeface="Meiryo UI"/>
                <a:cs typeface="+mn-cs"/>
              </a:rPr>
              <a:t>8</a:t>
            </a:r>
            <a:r>
              <a:rPr kumimoji="1" lang="ja-JP" altLang="en-US" sz="1100" b="0" i="0" u="none" strike="noStrike" kern="1200" cap="none" spc="0" normalizeH="0" baseline="0" noProof="1">
                <a:ln>
                  <a:noFill/>
                </a:ln>
                <a:solidFill>
                  <a:prstClr val="white"/>
                </a:solidFill>
                <a:effectLst/>
                <a:uLnTx/>
                <a:uFillTx/>
                <a:latin typeface="Arial"/>
                <a:ea typeface="Meiryo UI"/>
                <a:cs typeface="+mn-cs"/>
              </a:rPr>
              <a:t>年度</a:t>
            </a:r>
            <a:r>
              <a:rPr kumimoji="1" lang="en-US" altLang="ja-JP" sz="1100" b="0" i="0" u="none" strike="noStrike" kern="1200" cap="none" spc="0" normalizeH="0" baseline="0" noProof="1">
                <a:ln>
                  <a:noFill/>
                </a:ln>
                <a:solidFill>
                  <a:prstClr val="white"/>
                </a:solidFill>
                <a:effectLst/>
                <a:uLnTx/>
                <a:uFillTx/>
                <a:latin typeface="Arial"/>
                <a:ea typeface="Meiryo UI"/>
                <a:cs typeface="+mn-cs"/>
              </a:rPr>
              <a:t>3</a:t>
            </a:r>
            <a:r>
              <a:rPr kumimoji="1" lang="ja-JP" altLang="en-US" sz="1100" b="0" i="0" u="none" strike="noStrike" kern="1200" cap="none" spc="0" normalizeH="0" baseline="0" noProof="1">
                <a:ln>
                  <a:noFill/>
                </a:ln>
                <a:solidFill>
                  <a:prstClr val="white"/>
                </a:solidFill>
                <a:effectLst/>
                <a:uLnTx/>
                <a:uFillTx/>
                <a:latin typeface="Arial"/>
                <a:ea typeface="Meiryo UI"/>
                <a:cs typeface="+mn-cs"/>
              </a:rPr>
              <a:t>月リリース候補案件</a:t>
            </a:r>
            <a:r>
              <a:rPr kumimoji="1" lang="en-US" altLang="ja-JP" sz="1100" b="0" i="0" u="none" strike="noStrike" kern="1200" cap="none" spc="0" normalizeH="0" baseline="0" noProof="1">
                <a:ln>
                  <a:noFill/>
                </a:ln>
                <a:solidFill>
                  <a:prstClr val="white"/>
                </a:solidFill>
                <a:effectLst/>
                <a:uLnTx/>
                <a:uFillTx/>
                <a:latin typeface="Arial"/>
                <a:ea typeface="Meiryo UI"/>
                <a:cs typeface="+mn-cs"/>
              </a:rPr>
              <a:t>(1/2)</a:t>
            </a:r>
            <a:endParaRPr kumimoji="0" lang="ja-JP" altLang="en-US" sz="1100" b="0" i="0" u="none" strike="noStrike" kern="0" cap="none" spc="0" normalizeH="0" baseline="0" noProof="1">
              <a:ln>
                <a:noFill/>
              </a:ln>
              <a:solidFill>
                <a:srgbClr val="FFFFFF"/>
              </a:solidFill>
              <a:effectLst/>
              <a:uLnTx/>
              <a:uFillTx/>
              <a:latin typeface="Meiryo UI"/>
              <a:ea typeface="Meiryo UI" panose="020B0604030504040204" pitchFamily="50" charset="-128"/>
              <a:cs typeface="+mn-cs"/>
            </a:endParaRPr>
          </a:p>
        </p:txBody>
      </p:sp>
      <p:sp>
        <p:nvSpPr>
          <p:cNvPr id="4" name="正方形/長方形 3">
            <a:extLst>
              <a:ext uri="{FF2B5EF4-FFF2-40B4-BE49-F238E27FC236}">
                <a16:creationId xmlns:a16="http://schemas.microsoft.com/office/drawing/2014/main" id="{0E066FA2-A51A-65FE-25C4-E45C362F5193}"/>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(DX</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機構資料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27756189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97B9C-025C-8A1B-0774-ECC31B97FB0F}"/>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8D42FD6C-3263-99AA-0572-B1B67723ECD2}"/>
              </a:ext>
            </a:extLst>
          </p:cNvPr>
          <p:cNvSpPr>
            <a:spLocks noGrp="1"/>
          </p:cNvSpPr>
          <p:nvPr>
            <p:ph type="title"/>
          </p:nvPr>
        </p:nvSpPr>
        <p:spPr>
          <a:xfrm>
            <a:off x="507000" y="116696"/>
            <a:ext cx="5722350" cy="576000"/>
          </a:xfrm>
        </p:spPr>
        <p:txBody>
          <a:bodyPr vert="horz" wrap="square" lIns="36000" tIns="36000" rIns="36000" bIns="36000" anchor="b" anchorCtr="0">
            <a:noAutofit/>
          </a:bodyPr>
          <a:lstStyle/>
          <a:p>
            <a:r>
              <a:rPr lang="en-US" altLang="ja-JP" sz="1800" noProof="1">
                <a:solidFill>
                  <a:srgbClr val="324F71"/>
                </a:solidFill>
              </a:rPr>
              <a:t>3</a:t>
            </a:r>
            <a:r>
              <a:rPr lang="ja-JP" altLang="en-US" sz="1800" noProof="1">
                <a:solidFill>
                  <a:srgbClr val="324F71"/>
                </a:solidFill>
              </a:rPr>
              <a:t>．令和</a:t>
            </a:r>
            <a:r>
              <a:rPr lang="en-US" altLang="ja-JP" sz="1800" noProof="1">
                <a:solidFill>
                  <a:srgbClr val="324F71"/>
                </a:solidFill>
              </a:rPr>
              <a:t>8</a:t>
            </a:r>
            <a:r>
              <a:rPr lang="ja-JP" altLang="en-US" sz="1800" noProof="1">
                <a:solidFill>
                  <a:srgbClr val="324F71"/>
                </a:solidFill>
              </a:rPr>
              <a:t>年度案件の概況(3/3)</a:t>
            </a:r>
          </a:p>
        </p:txBody>
      </p:sp>
      <p:graphicFrame>
        <p:nvGraphicFramePr>
          <p:cNvPr id="2" name="表 1">
            <a:extLst>
              <a:ext uri="{FF2B5EF4-FFF2-40B4-BE49-F238E27FC236}">
                <a16:creationId xmlns:a16="http://schemas.microsoft.com/office/drawing/2014/main" id="{74F81E0E-3597-7373-6551-22FB72BA0172}"/>
              </a:ext>
            </a:extLst>
          </p:cNvPr>
          <p:cNvGraphicFramePr>
            <a:graphicFrameLocks noGrp="1"/>
          </p:cNvGraphicFramePr>
          <p:nvPr/>
        </p:nvGraphicFramePr>
        <p:xfrm>
          <a:off x="512956" y="967885"/>
          <a:ext cx="9029913" cy="3405378"/>
        </p:xfrm>
        <a:graphic>
          <a:graphicData uri="http://schemas.openxmlformats.org/drawingml/2006/table">
            <a:tbl>
              <a:tblPr firstRow="1" bandRow="1">
                <a:tableStyleId>{5C22544A-7EE6-4342-B048-85BDC9FD1C3A}</a:tableStyleId>
              </a:tblPr>
              <a:tblGrid>
                <a:gridCol w="282174">
                  <a:extLst>
                    <a:ext uri="{9D8B030D-6E8A-4147-A177-3AD203B41FA5}">
                      <a16:colId xmlns:a16="http://schemas.microsoft.com/office/drawing/2014/main" val="2101549305"/>
                    </a:ext>
                  </a:extLst>
                </a:gridCol>
                <a:gridCol w="556591">
                  <a:extLst>
                    <a:ext uri="{9D8B030D-6E8A-4147-A177-3AD203B41FA5}">
                      <a16:colId xmlns:a16="http://schemas.microsoft.com/office/drawing/2014/main" val="4255713497"/>
                    </a:ext>
                  </a:extLst>
                </a:gridCol>
                <a:gridCol w="3077155">
                  <a:extLst>
                    <a:ext uri="{9D8B030D-6E8A-4147-A177-3AD203B41FA5}">
                      <a16:colId xmlns:a16="http://schemas.microsoft.com/office/drawing/2014/main" val="2299355979"/>
                    </a:ext>
                  </a:extLst>
                </a:gridCol>
                <a:gridCol w="532737">
                  <a:extLst>
                    <a:ext uri="{9D8B030D-6E8A-4147-A177-3AD203B41FA5}">
                      <a16:colId xmlns:a16="http://schemas.microsoft.com/office/drawing/2014/main" val="1134433152"/>
                    </a:ext>
                  </a:extLst>
                </a:gridCol>
                <a:gridCol w="874642">
                  <a:extLst>
                    <a:ext uri="{9D8B030D-6E8A-4147-A177-3AD203B41FA5}">
                      <a16:colId xmlns:a16="http://schemas.microsoft.com/office/drawing/2014/main" val="3691285807"/>
                    </a:ext>
                  </a:extLst>
                </a:gridCol>
                <a:gridCol w="485030">
                  <a:extLst>
                    <a:ext uri="{9D8B030D-6E8A-4147-A177-3AD203B41FA5}">
                      <a16:colId xmlns:a16="http://schemas.microsoft.com/office/drawing/2014/main" val="779774557"/>
                    </a:ext>
                  </a:extLst>
                </a:gridCol>
                <a:gridCol w="3221584">
                  <a:extLst>
                    <a:ext uri="{9D8B030D-6E8A-4147-A177-3AD203B41FA5}">
                      <a16:colId xmlns:a16="http://schemas.microsoft.com/office/drawing/2014/main" val="971229648"/>
                    </a:ext>
                  </a:extLst>
                </a:gridCol>
              </a:tblGrid>
              <a:tr h="399149">
                <a:tc>
                  <a:txBody>
                    <a:bodyPr/>
                    <a:lstStyle/>
                    <a:p>
                      <a:pPr algn="ctr">
                        <a:spcBef>
                          <a:spcPts val="300"/>
                        </a:spcBef>
                      </a:pPr>
                      <a:r>
                        <a:rPr kumimoji="1" lang="en-US" altLang="ja-JP" sz="1000" noProof="1">
                          <a:solidFill>
                            <a:schemeClr val="bg1"/>
                          </a:solidFill>
                          <a:latin typeface="+mn-ea"/>
                          <a:ea typeface="+mn-ea"/>
                        </a:rPr>
                        <a:t>#</a:t>
                      </a:r>
                      <a:endParaRPr kumimoji="1" lang="ja-JP" altLang="en-US" sz="1000" noProof="1">
                        <a:solidFill>
                          <a:schemeClr val="bg1"/>
                        </a:solidFill>
                        <a:latin typeface="+mn-ea"/>
                        <a:ea typeface="+mn-ea"/>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marL="0" algn="ctr" defTabSz="685673" rtl="0" eaLnBrk="1" latinLnBrk="0" hangingPunct="1">
                        <a:spcBef>
                          <a:spcPts val="300"/>
                        </a:spcBef>
                      </a:pPr>
                      <a:r>
                        <a:rPr kumimoji="1" lang="en-US" altLang="ja-JP" sz="1000" b="1" kern="1200" noProof="1">
                          <a:solidFill>
                            <a:schemeClr val="bg1"/>
                          </a:solidFill>
                          <a:latin typeface="+mn-ea"/>
                          <a:ea typeface="+mn-ea"/>
                          <a:cs typeface="+mn-cs"/>
                        </a:rPr>
                        <a:t>ID</a:t>
                      </a:r>
                      <a:endParaRPr kumimoji="1" lang="ja-JP" altLang="en-US"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marL="0" algn="ctr" defTabSz="685673" rtl="0" eaLnBrk="1" latinLnBrk="0" hangingPunct="1">
                        <a:spcBef>
                          <a:spcPts val="300"/>
                        </a:spcBef>
                      </a:pPr>
                      <a:r>
                        <a:rPr kumimoji="1" lang="ja-JP" altLang="en-US" sz="1000" b="1" kern="1200" noProof="1">
                          <a:solidFill>
                            <a:schemeClr val="bg1"/>
                          </a:solidFill>
                          <a:latin typeface="+mn-ea"/>
                          <a:ea typeface="+mn-ea"/>
                          <a:cs typeface="+mn-cs"/>
                        </a:rPr>
                        <a:t>案件</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0"/>
                        </a:spcBef>
                      </a:pPr>
                      <a:r>
                        <a:rPr kumimoji="1" lang="ja-JP" altLang="en-US" sz="1000" b="1" kern="1200" noProof="1">
                          <a:solidFill>
                            <a:schemeClr val="bg1"/>
                          </a:solidFill>
                          <a:latin typeface="+mn-ea"/>
                          <a:ea typeface="+mn-ea"/>
                          <a:cs typeface="+mn-cs"/>
                        </a:rPr>
                        <a:t>リリース</a:t>
                      </a:r>
                      <a:endParaRPr kumimoji="1" lang="en-US" altLang="ja-JP" sz="1000" b="1" kern="1200" noProof="1">
                        <a:solidFill>
                          <a:schemeClr val="bg1"/>
                        </a:solidFill>
                        <a:latin typeface="+mn-ea"/>
                        <a:ea typeface="+mn-ea"/>
                        <a:cs typeface="+mn-cs"/>
                      </a:endParaRPr>
                    </a:p>
                    <a:p>
                      <a:pPr algn="ctr">
                        <a:spcBef>
                          <a:spcPts val="0"/>
                        </a:spcBef>
                      </a:pPr>
                      <a:r>
                        <a:rPr kumimoji="1" lang="ja-JP" altLang="en-US" sz="1000" b="1" kern="1200" noProof="1">
                          <a:solidFill>
                            <a:schemeClr val="bg1"/>
                          </a:solidFill>
                          <a:latin typeface="+mn-ea"/>
                          <a:ea typeface="+mn-ea"/>
                          <a:cs typeface="+mn-cs"/>
                        </a:rPr>
                        <a:t>時期</a:t>
                      </a:r>
                      <a:endParaRPr kumimoji="1" lang="en-US" altLang="ja-JP"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0"/>
                        </a:spcBef>
                      </a:pPr>
                      <a:r>
                        <a:rPr kumimoji="1" lang="ja-JP" altLang="en-US" sz="1000" noProof="1">
                          <a:solidFill>
                            <a:schemeClr val="bg1"/>
                          </a:solidFill>
                          <a:latin typeface="+mn-ea"/>
                          <a:ea typeface="+mn-ea"/>
                        </a:rPr>
                        <a:t>調達状況</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0"/>
                        </a:spcBef>
                      </a:pPr>
                      <a:r>
                        <a:rPr kumimoji="1" lang="ja-JP" altLang="en-US" sz="1000" b="1" kern="1200" noProof="1">
                          <a:solidFill>
                            <a:schemeClr val="bg1"/>
                          </a:solidFill>
                          <a:latin typeface="+mn-ea"/>
                          <a:ea typeface="+mn-ea"/>
                          <a:cs typeface="+mn-cs"/>
                        </a:rPr>
                        <a:t>担当</a:t>
                      </a:r>
                      <a:endParaRPr kumimoji="1" lang="en-US" altLang="ja-JP" sz="1000" b="1" kern="1200" noProof="1">
                        <a:solidFill>
                          <a:schemeClr val="bg1"/>
                        </a:solidFill>
                        <a:latin typeface="+mn-ea"/>
                        <a:ea typeface="+mn-ea"/>
                        <a:cs typeface="+mn-cs"/>
                      </a:endParaRPr>
                    </a:p>
                    <a:p>
                      <a:pPr algn="ctr">
                        <a:spcBef>
                          <a:spcPts val="0"/>
                        </a:spcBef>
                      </a:pPr>
                      <a:r>
                        <a:rPr kumimoji="1" lang="ja-JP" altLang="en-US" sz="1000" b="1" kern="1200" noProof="1">
                          <a:solidFill>
                            <a:schemeClr val="bg1"/>
                          </a:solidFill>
                          <a:latin typeface="+mn-ea"/>
                          <a:ea typeface="+mn-ea"/>
                          <a:cs typeface="+mn-cs"/>
                        </a:rPr>
                        <a:t>チーム</a:t>
                      </a:r>
                      <a:endParaRPr kumimoji="1" lang="en-US" altLang="ja-JP"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marL="0" marR="0" lvl="0" indent="0" algn="ctr" defTabSz="685673" rtl="0" eaLnBrk="1" fontAlgn="auto" latinLnBrk="0" hangingPunct="1">
                        <a:lnSpc>
                          <a:spcPct val="100000"/>
                        </a:lnSpc>
                        <a:spcBef>
                          <a:spcPts val="300"/>
                        </a:spcBef>
                        <a:spcAft>
                          <a:spcPts val="0"/>
                        </a:spcAft>
                        <a:buClrTx/>
                        <a:buSzTx/>
                        <a:buFontTx/>
                        <a:buNone/>
                        <a:tabLst/>
                        <a:defRPr noProof="1"/>
                      </a:pPr>
                      <a:r>
                        <a:rPr kumimoji="1" lang="ja-JP" altLang="en-US" sz="1000" b="0" noProof="1">
                          <a:solidFill>
                            <a:schemeClr val="bg1"/>
                          </a:solidFill>
                          <a:latin typeface="+mn-ea"/>
                          <a:ea typeface="+mn-ea"/>
                        </a:rPr>
                        <a:t>付議事項等</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3583684863"/>
                  </a:ext>
                </a:extLst>
              </a:tr>
              <a:tr h="366981">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14</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lvl="0" algn="ctr">
                        <a:lnSpc>
                          <a:spcPts val="1080"/>
                        </a:lnSpc>
                        <a:spcBef>
                          <a:spcPts val="0"/>
                        </a:spcBef>
                        <a:buNone/>
                      </a:pPr>
                      <a:r>
                        <a:rPr lang="en-US" altLang="ja-JP" sz="1000" b="0" i="0" u="none" strike="noStrike" noProof="1">
                          <a:solidFill>
                            <a:schemeClr val="tx1"/>
                          </a:solidFill>
                          <a:effectLst/>
                          <a:latin typeface="+mn-ea"/>
                          <a:ea typeface="+mn-ea"/>
                        </a:rPr>
                        <a:t>203</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843930" rtl="0" eaLnBrk="1" fontAlgn="base" latinLnBrk="0" hangingPunct="1">
                        <a:lnSpc>
                          <a:spcPts val="120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eiryo UI"/>
                          <a:ea typeface="+mn-ea"/>
                          <a:cs typeface="+mn-cs"/>
                        </a:rPr>
                        <a:t>Component</a:t>
                      </a:r>
                      <a:r>
                        <a:rPr kumimoji="1" lang="ja-JP" altLang="en-US" sz="1000" b="0" i="0" u="none" strike="noStrike" kern="1200" cap="none" spc="0" normalizeH="0" baseline="0" noProof="0">
                          <a:ln>
                            <a:noFill/>
                          </a:ln>
                          <a:solidFill>
                            <a:schemeClr val="tx1"/>
                          </a:solidFill>
                          <a:effectLst/>
                          <a:uLnTx/>
                          <a:uFillTx/>
                          <a:latin typeface="Meiryo UI"/>
                          <a:ea typeface="+mn-ea"/>
                          <a:cs typeface="+mn-cs"/>
                        </a:rPr>
                        <a:t>に記述された</a:t>
                      </a:r>
                      <a:r>
                        <a:rPr kumimoji="1" lang="en-US" altLang="ja-JP" sz="1000" b="0" i="0" u="none" strike="noStrike" kern="1200" cap="none" spc="0" normalizeH="0" baseline="0" noProof="0">
                          <a:ln>
                            <a:noFill/>
                          </a:ln>
                          <a:solidFill>
                            <a:schemeClr val="tx1"/>
                          </a:solidFill>
                          <a:effectLst/>
                          <a:uLnTx/>
                          <a:uFillTx/>
                          <a:latin typeface="Meiryo UI"/>
                          <a:ea typeface="+mn-ea"/>
                          <a:cs typeface="+mn-cs"/>
                        </a:rPr>
                        <a:t>43+5</a:t>
                      </a:r>
                      <a:r>
                        <a:rPr kumimoji="1" lang="ja-JP" altLang="en-US" sz="1000" b="0" i="0" u="none" strike="noStrike" kern="1200" cap="none" spc="0" normalizeH="0" baseline="0" noProof="0">
                          <a:ln>
                            <a:noFill/>
                          </a:ln>
                          <a:solidFill>
                            <a:schemeClr val="tx1"/>
                          </a:solidFill>
                          <a:effectLst/>
                          <a:uLnTx/>
                          <a:uFillTx/>
                          <a:latin typeface="Meiryo UI"/>
                          <a:ea typeface="+mn-ea"/>
                          <a:cs typeface="+mn-cs"/>
                        </a:rPr>
                        <a:t>項目のデータの登録をエラーとするアドオンチェックの追加</a:t>
                      </a:r>
                    </a:p>
                  </a:txBody>
                  <a:tcPr marL="36000" marR="36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eiryo UI"/>
                        </a:rPr>
                        <a:t>3</a:t>
                      </a:r>
                      <a:r>
                        <a:rPr kumimoji="1" lang="ja-JP" altLang="en-US" sz="1000" b="0" i="0" u="none" strike="noStrike" kern="1200" cap="none" spc="0" normalizeH="0" baseline="0" noProof="0">
                          <a:ln>
                            <a:noFill/>
                          </a:ln>
                          <a:solidFill>
                            <a:schemeClr val="tx1"/>
                          </a:solidFill>
                          <a:effectLst/>
                          <a:uLnTx/>
                          <a:uFillTx/>
                          <a:latin typeface="+mn-ea"/>
                          <a:ea typeface="+mn-ea"/>
                          <a:cs typeface="Meiryo UI"/>
                        </a:rPr>
                        <a:t>月</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auto" latinLnBrk="0" hangingPunct="1">
                        <a:lnSpc>
                          <a:spcPts val="1080"/>
                        </a:lnSpc>
                        <a:spcBef>
                          <a:spcPts val="0"/>
                        </a:spcBef>
                        <a:spcAft>
                          <a:spcPts val="0"/>
                        </a:spcAft>
                        <a:buClrTx/>
                        <a:buSzTx/>
                        <a:buFontTx/>
                        <a:buNone/>
                        <a:tabLst/>
                        <a:defRPr noProof="1"/>
                      </a:pPr>
                      <a:r>
                        <a:rPr kumimoji="1" lang="ja-JP" altLang="en-US" sz="1000" b="0" i="0" u="none" strike="noStrike" kern="1200" cap="none" spc="0" normalizeH="0" baseline="0" noProof="0">
                          <a:ln>
                            <a:noFill/>
                          </a:ln>
                          <a:solidFill>
                            <a:schemeClr val="tx1"/>
                          </a:solidFill>
                          <a:effectLst/>
                          <a:uLnTx/>
                          <a:uFillTx/>
                          <a:latin typeface="Meiryo UI"/>
                          <a:ea typeface="+mn-ea"/>
                          <a:cs typeface="+mn-cs"/>
                        </a:rPr>
                        <a:t>完了</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D</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93259906"/>
                  </a:ext>
                </a:extLst>
              </a:tr>
              <a:tr h="366981">
                <a:tc>
                  <a:txBody>
                    <a:bodyPr/>
                    <a:lstStyle/>
                    <a:p>
                      <a:pPr marL="0" lvl="0" algn="ctr" defTabSz="685673" rtl="0" eaLnBrk="1" fontAlgn="ctr" latinLnBrk="0" hangingPunct="1">
                        <a:lnSpc>
                          <a:spcPts val="1080"/>
                        </a:lnSpc>
                        <a:spcBef>
                          <a:spcPts val="0"/>
                        </a:spcBef>
                        <a:buNone/>
                      </a:pPr>
                      <a:r>
                        <a:rPr kumimoji="1" lang="en-US" altLang="ja-JP" sz="1000" b="0" i="0" u="none" strike="noStrike" kern="1200" noProof="1">
                          <a:solidFill>
                            <a:schemeClr val="tx1"/>
                          </a:solidFill>
                          <a:effectLst/>
                          <a:latin typeface="+mn-ea"/>
                          <a:ea typeface="+mn-ea"/>
                          <a:cs typeface="+mn-cs"/>
                        </a:rPr>
                        <a:t>15</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algn="ctr" defTabSz="685673" rtl="0" eaLnBrk="1" latinLnBrk="0" hangingPunct="1">
                        <a:lnSpc>
                          <a:spcPts val="1080"/>
                        </a:lnSpc>
                        <a:spcBef>
                          <a:spcPts val="0"/>
                        </a:spcBef>
                        <a:buNone/>
                      </a:pPr>
                      <a:r>
                        <a:rPr kumimoji="1" lang="en-US" altLang="ja-JP" sz="1000" b="0" i="0" u="none" strike="noStrike" kern="1200" noProof="1">
                          <a:solidFill>
                            <a:schemeClr val="tx1"/>
                          </a:solidFill>
                          <a:effectLst/>
                          <a:latin typeface="+mn-ea"/>
                          <a:ea typeface="+mn-ea"/>
                          <a:cs typeface="+mn-cs"/>
                        </a:rPr>
                        <a:t>204</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defTabSz="685673" rtl="0" eaLnBrk="1" fontAlgn="base" latinLnBrk="0" hangingPunct="1">
                        <a:lnSpc>
                          <a:spcPts val="108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noProof="0">
                          <a:solidFill>
                            <a:schemeClr val="tx1"/>
                          </a:solidFill>
                          <a:effectLst/>
                          <a:latin typeface="+mn-ea"/>
                          <a:ea typeface="+mn-ea"/>
                          <a:cs typeface="+mn-cs"/>
                        </a:rPr>
                        <a:t>検査感染症</a:t>
                      </a:r>
                      <a:r>
                        <a:rPr kumimoji="1" lang="en-US" altLang="ja-JP" sz="1000" b="0" i="0" u="none" strike="noStrike" kern="1200" noProof="0">
                          <a:solidFill>
                            <a:schemeClr val="tx1"/>
                          </a:solidFill>
                          <a:effectLst/>
                          <a:latin typeface="+mn-ea"/>
                          <a:ea typeface="+mn-ea"/>
                          <a:cs typeface="+mn-cs"/>
                        </a:rPr>
                        <a:t>43+5</a:t>
                      </a:r>
                      <a:r>
                        <a:rPr kumimoji="1" lang="ja-JP" altLang="en-US" sz="1000" b="0" i="0" u="none" strike="noStrike" kern="1200" noProof="0">
                          <a:solidFill>
                            <a:schemeClr val="tx1"/>
                          </a:solidFill>
                          <a:effectLst/>
                          <a:latin typeface="+mn-ea"/>
                          <a:ea typeface="+mn-ea"/>
                          <a:cs typeface="+mn-cs"/>
                        </a:rPr>
                        <a:t>項目のデータ登録時に</a:t>
                      </a:r>
                      <a:r>
                        <a:rPr kumimoji="1" lang="en-US" altLang="ja-JP" sz="1000" b="0" i="0" u="none" strike="noStrike" kern="1200" noProof="0">
                          <a:solidFill>
                            <a:schemeClr val="tx1"/>
                          </a:solidFill>
                          <a:effectLst/>
                          <a:latin typeface="+mn-ea"/>
                          <a:ea typeface="+mn-ea"/>
                          <a:cs typeface="+mn-cs"/>
                        </a:rPr>
                        <a:t>JLAC11</a:t>
                      </a:r>
                      <a:r>
                        <a:rPr kumimoji="1" lang="ja-JP" altLang="en-US" sz="1000" b="0" i="0" u="none" strike="noStrike" kern="1200" noProof="0">
                          <a:solidFill>
                            <a:schemeClr val="tx1"/>
                          </a:solidFill>
                          <a:effectLst/>
                          <a:latin typeface="+mn-ea"/>
                          <a:ea typeface="+mn-ea"/>
                          <a:cs typeface="+mn-cs"/>
                        </a:rPr>
                        <a:t>コード・</a:t>
                      </a:r>
                      <a:r>
                        <a:rPr kumimoji="1" lang="en-US" altLang="ja-JP" sz="1000" b="0" i="0" u="none" strike="noStrike" kern="1200" noProof="0">
                          <a:solidFill>
                            <a:schemeClr val="tx1"/>
                          </a:solidFill>
                          <a:effectLst/>
                          <a:latin typeface="+mn-ea"/>
                          <a:ea typeface="+mn-ea"/>
                          <a:cs typeface="+mn-cs"/>
                        </a:rPr>
                        <a:t>JLAC10</a:t>
                      </a:r>
                      <a:r>
                        <a:rPr kumimoji="1" lang="ja-JP" altLang="en-US" sz="1000" b="0" i="0" u="none" strike="noStrike" kern="1200" noProof="0">
                          <a:solidFill>
                            <a:schemeClr val="tx1"/>
                          </a:solidFill>
                          <a:effectLst/>
                          <a:latin typeface="+mn-ea"/>
                          <a:ea typeface="+mn-ea"/>
                          <a:cs typeface="+mn-cs"/>
                        </a:rPr>
                        <a:t>コードが併記されている場合にエラーとするアドオンチェック(案件176「検査結果の単位変換」関連</a:t>
                      </a:r>
                      <a:r>
                        <a:rPr kumimoji="1" lang="en-US" altLang="ja-JP" sz="1000" b="0" i="0" u="none" strike="noStrike" kern="1200" noProof="0">
                          <a:solidFill>
                            <a:schemeClr val="tx1"/>
                          </a:solidFill>
                          <a:effectLst/>
                          <a:latin typeface="+mn-ea"/>
                          <a:ea typeface="+mn-ea"/>
                          <a:cs typeface="+mn-cs"/>
                        </a:rPr>
                        <a:t>)</a:t>
                      </a:r>
                      <a:endParaRPr kumimoji="1" lang="ja-JP" altLang="en-US" sz="1000" b="0" i="0" u="none" strike="noStrike" kern="1200" noProof="0">
                        <a:solidFill>
                          <a:schemeClr val="tx1"/>
                        </a:solidFill>
                        <a:effectLst/>
                        <a:latin typeface="+mn-ea"/>
                        <a:ea typeface="+mn-ea"/>
                        <a:cs typeface="+mn-cs"/>
                      </a:endParaRPr>
                    </a:p>
                  </a:txBody>
                  <a:tcPr marL="36000" marR="36000" marT="36000" marB="3600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843930" rtl="0" eaLnBrk="1" fontAlgn="t"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eiryo UI"/>
                        </a:rPr>
                        <a:t>3</a:t>
                      </a:r>
                      <a:r>
                        <a:rPr kumimoji="1" lang="ja-JP" altLang="en-US" sz="1000" b="0" i="0" u="none" strike="noStrike" kern="1200" cap="none" spc="0" normalizeH="0" baseline="0" noProof="0">
                          <a:ln>
                            <a:noFill/>
                          </a:ln>
                          <a:solidFill>
                            <a:schemeClr val="tx1"/>
                          </a:solidFill>
                          <a:effectLst/>
                          <a:uLnTx/>
                          <a:uFillTx/>
                          <a:latin typeface="+mn-ea"/>
                          <a:ea typeface="+mn-ea"/>
                          <a:cs typeface="Meiryo UI"/>
                        </a:rPr>
                        <a:t>月</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auto" latinLnBrk="0" hangingPunct="1">
                        <a:lnSpc>
                          <a:spcPts val="1080"/>
                        </a:lnSpc>
                        <a:spcBef>
                          <a:spcPts val="0"/>
                        </a:spcBef>
                        <a:spcAft>
                          <a:spcPts val="0"/>
                        </a:spcAft>
                        <a:buClrTx/>
                        <a:buSzTx/>
                        <a:buFontTx/>
                        <a:buNone/>
                        <a:tabLst/>
                        <a:defRPr noProof="1"/>
                      </a:pPr>
                      <a:r>
                        <a:rPr kumimoji="1" lang="ja-JP" altLang="en-US" sz="1000" b="0" i="0" u="none" strike="noStrike" kern="1200" cap="none" spc="0" normalizeH="0" baseline="0" noProof="0">
                          <a:ln>
                            <a:noFill/>
                          </a:ln>
                          <a:solidFill>
                            <a:schemeClr val="tx1"/>
                          </a:solidFill>
                          <a:effectLst/>
                          <a:uLnTx/>
                          <a:uFillTx/>
                          <a:latin typeface="Meiryo UI"/>
                          <a:ea typeface="+mn-ea"/>
                          <a:cs typeface="+mn-cs"/>
                        </a:rPr>
                        <a:t>未調達</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lang="en-US" altLang="ja-JP" sz="1000" b="0" i="0" u="none" strike="noStrike" kern="1200" cap="none" spc="0" normalizeH="0" baseline="0" noProof="0">
                          <a:ln>
                            <a:noFill/>
                          </a:ln>
                          <a:solidFill>
                            <a:schemeClr val="tx1"/>
                          </a:solidFill>
                          <a:effectLst/>
                          <a:uLnTx/>
                          <a:uFillTx/>
                          <a:latin typeface="+mn-ea"/>
                          <a:ea typeface="+mn-ea"/>
                          <a:cs typeface="+mn-cs"/>
                        </a:rPr>
                        <a:t>B・D</a:t>
                      </a:r>
                      <a:endParaRPr kumimoji="1" lang="en-US" altLang="ja-JP"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a:lnSpc>
                          <a:spcPct val="100000"/>
                        </a:lnSpc>
                        <a:spcBef>
                          <a:spcPts val="0"/>
                        </a:spcBef>
                        <a:spcAft>
                          <a:spcPts val="0"/>
                        </a:spcAft>
                        <a:buNone/>
                      </a:pPr>
                      <a:r>
                        <a:rPr lang="ja-JP" sz="1000" b="0" i="0" u="none" strike="noStrike" kern="1200" cap="none" spc="0" normalizeH="0" baseline="0" noProof="0">
                          <a:ln>
                            <a:noFill/>
                          </a:ln>
                          <a:solidFill>
                            <a:srgbClr val="FF0000"/>
                          </a:solidFill>
                          <a:effectLst/>
                          <a:uLnTx/>
                          <a:uFillTx/>
                          <a:latin typeface="Meiryo UI"/>
                          <a:ea typeface="Meiryo UI"/>
                          <a:cs typeface="+mn-cs"/>
                        </a:rPr>
                        <a:t>・</a:t>
                      </a:r>
                      <a:r>
                        <a:rPr kumimoji="1" lang="ja-JP" altLang="en-US" sz="1000" b="0" i="0" u="none" strike="noStrike" kern="1200" cap="none" spc="0" normalizeH="0" baseline="0" noProof="0">
                          <a:ln>
                            <a:noFill/>
                          </a:ln>
                          <a:solidFill>
                            <a:srgbClr val="FF0000"/>
                          </a:solidFill>
                          <a:effectLst/>
                          <a:uLnTx/>
                          <a:uFillTx/>
                          <a:latin typeface="+mn-ea"/>
                          <a:ea typeface="+mn-ea"/>
                          <a:cs typeface="+mn-cs"/>
                        </a:rPr>
                        <a:t>案件</a:t>
                      </a:r>
                      <a:r>
                        <a:rPr kumimoji="1" lang="en-US" altLang="ja-JP" sz="1000" b="0" i="0" u="none" strike="noStrike" kern="1200" cap="none" spc="0" normalizeH="0" baseline="0" noProof="0">
                          <a:ln>
                            <a:noFill/>
                          </a:ln>
                          <a:solidFill>
                            <a:srgbClr val="FF0000"/>
                          </a:solidFill>
                          <a:effectLst/>
                          <a:uLnTx/>
                          <a:uFillTx/>
                          <a:latin typeface="+mn-ea"/>
                          <a:ea typeface="+mn-ea"/>
                          <a:cs typeface="+mn-cs"/>
                        </a:rPr>
                        <a:t>ID#221(</a:t>
                      </a:r>
                      <a:r>
                        <a:rPr kumimoji="1" lang="en-US" sz="1000" b="0" i="0" u="none" strike="noStrike" kern="1200" cap="none" spc="0" normalizeH="0" baseline="0" noProof="1">
                          <a:ln>
                            <a:noFill/>
                          </a:ln>
                          <a:solidFill>
                            <a:srgbClr val="FF0000"/>
                          </a:solidFill>
                          <a:effectLst/>
                          <a:uLnTx/>
                          <a:uFillTx/>
                          <a:latin typeface="+mn-ea"/>
                          <a:ea typeface="+mn-ea"/>
                          <a:cs typeface="+mn-cs"/>
                        </a:rPr>
                        <a:t>検査感染症 43+5項目のデータ登録時にJLAC11コード・JLAC10コードが併記されている場合</a:t>
                      </a:r>
                      <a:r>
                        <a:rPr kumimoji="1" lang="ja-JP" altLang="en-US" sz="1000" b="0" i="0" u="none" strike="noStrike" kern="1200" cap="none" spc="0" normalizeH="0" baseline="0" noProof="1">
                          <a:ln>
                            <a:noFill/>
                          </a:ln>
                          <a:solidFill>
                            <a:srgbClr val="FF0000"/>
                          </a:solidFill>
                          <a:effectLst/>
                          <a:uLnTx/>
                          <a:uFillTx/>
                          <a:latin typeface="+mn-ea"/>
                          <a:ea typeface="+mn-ea"/>
                          <a:cs typeface="+mn-cs"/>
                        </a:rPr>
                        <a:t>に</a:t>
                      </a:r>
                      <a:r>
                        <a:rPr kumimoji="1" lang="en-US" sz="1000" b="0" i="0" u="none" strike="noStrike" kern="1200" cap="none" spc="0" normalizeH="0" baseline="0" noProof="1">
                          <a:ln>
                            <a:noFill/>
                          </a:ln>
                          <a:solidFill>
                            <a:srgbClr val="FF0000"/>
                          </a:solidFill>
                          <a:effectLst/>
                          <a:uLnTx/>
                          <a:uFillTx/>
                          <a:latin typeface="+mn-ea"/>
                          <a:ea typeface="+mn-ea"/>
                          <a:cs typeface="+mn-cs"/>
                        </a:rPr>
                        <a:t>JLAC11コードを優先して出力する</a:t>
                      </a:r>
                      <a:r>
                        <a:rPr kumimoji="1" lang="en-US" sz="1000" b="0" i="0" u="none" strike="noStrike" kern="1200" cap="none" spc="0" normalizeH="0" baseline="0" noProof="0">
                          <a:ln>
                            <a:noFill/>
                          </a:ln>
                          <a:solidFill>
                            <a:srgbClr val="FF0000"/>
                          </a:solidFill>
                          <a:effectLst/>
                          <a:uLnTx/>
                          <a:uFillTx/>
                          <a:latin typeface="+mn-ea"/>
                          <a:ea typeface="+mn-ea"/>
                          <a:cs typeface="+mn-cs"/>
                        </a:rPr>
                        <a:t>)</a:t>
                      </a:r>
                      <a:r>
                        <a:rPr kumimoji="1" lang="ja-JP" altLang="en-US" sz="1000" b="0" i="0" u="none" strike="noStrike" kern="1200" cap="none" spc="0" normalizeH="0" baseline="0" noProof="0">
                          <a:ln>
                            <a:noFill/>
                          </a:ln>
                          <a:solidFill>
                            <a:srgbClr val="FF0000"/>
                          </a:solidFill>
                          <a:effectLst/>
                          <a:uLnTx/>
                          <a:uFillTx/>
                          <a:latin typeface="+mn-ea"/>
                          <a:ea typeface="+mn-ea"/>
                          <a:cs typeface="+mn-cs"/>
                        </a:rPr>
                        <a:t>を新規起票するため取り下げ</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241817679"/>
                  </a:ext>
                </a:extLst>
              </a:tr>
              <a:tr h="366981">
                <a:tc rowSpan="2">
                  <a:txBody>
                    <a:bodyPr/>
                    <a:lstStyle/>
                    <a:p>
                      <a:pPr marL="0" lvl="0" algn="ctr" defTabSz="685673">
                        <a:lnSpc>
                          <a:spcPts val="1080"/>
                        </a:lnSpc>
                        <a:spcBef>
                          <a:spcPts val="0"/>
                        </a:spcBef>
                        <a:buNone/>
                      </a:pPr>
                      <a:r>
                        <a:rPr kumimoji="1" lang="en-US" altLang="ja-JP" sz="1000" b="0" i="0" u="none" strike="noStrike" kern="1200" noProof="1">
                          <a:solidFill>
                            <a:schemeClr val="tx1"/>
                          </a:solidFill>
                          <a:effectLst/>
                          <a:latin typeface="+mn-ea"/>
                          <a:ea typeface="+mn-ea"/>
                          <a:cs typeface="+mn-cs"/>
                        </a:rPr>
                        <a:t>16</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algn="ctr" defTabSz="685673">
                        <a:lnSpc>
                          <a:spcPts val="1080"/>
                        </a:lnSpc>
                        <a:spcBef>
                          <a:spcPts val="0"/>
                        </a:spcBef>
                        <a:buNone/>
                      </a:pPr>
                      <a:r>
                        <a:rPr lang="ja-JP" altLang="en-US" sz="1000" b="0" i="0" u="none" strike="noStrike" kern="1200" noProof="1">
                          <a:solidFill>
                            <a:schemeClr val="tx1"/>
                          </a:solidFill>
                          <a:effectLst/>
                          <a:latin typeface="+mn-ea"/>
                          <a:ea typeface="+mn-ea"/>
                          <a:cs typeface="+mn-cs"/>
                        </a:rPr>
                        <a:t>208-</a:t>
                      </a:r>
                      <a:r>
                        <a:rPr lang="en-US" altLang="ja-JP" sz="1000" b="0" i="0" u="none" strike="noStrike" kern="1200" noProof="1">
                          <a:solidFill>
                            <a:schemeClr val="tx1"/>
                          </a:solidFill>
                          <a:effectLst/>
                          <a:latin typeface="+mn-ea"/>
                          <a:ea typeface="+mn-ea"/>
                          <a:cs typeface="+mn-cs"/>
                        </a:rPr>
                        <a:t>1</a:t>
                      </a:r>
                      <a:endParaRPr kumimoji="1" lang="ja-JP" altLang="en-US" sz="1000" b="0" i="0" u="none" strike="noStrike" kern="1200" noProof="1">
                        <a:solidFill>
                          <a:schemeClr val="tx1"/>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l" defTabSz="685673" rtl="0" eaLnBrk="1" latinLnBrk="0" hangingPunct="1">
                        <a:lnSpc>
                          <a:spcPts val="1080"/>
                        </a:lnSpc>
                        <a:spcBef>
                          <a:spcPts val="0"/>
                        </a:spcBef>
                        <a:buNone/>
                      </a:pPr>
                      <a:r>
                        <a:rPr kumimoji="1" lang="ja-JP" altLang="en-US" sz="1000" b="0" i="0" u="none" strike="noStrike" kern="1200" noProof="0">
                          <a:solidFill>
                            <a:schemeClr val="tx1"/>
                          </a:solidFill>
                          <a:effectLst/>
                          <a:latin typeface="+mn-ea"/>
                          <a:ea typeface="+mn-ea"/>
                          <a:cs typeface="+mn-cs"/>
                        </a:rPr>
                        <a:t>医療機関等におけるセキュリティインシデント発生時の即時遮断等対応</a:t>
                      </a:r>
                      <a:r>
                        <a:rPr kumimoji="1" lang="en-US" altLang="ja-JP" sz="1000" b="0" i="0" u="none" strike="noStrike" kern="1200" noProof="0">
                          <a:solidFill>
                            <a:schemeClr val="tx1"/>
                          </a:solidFill>
                          <a:effectLst/>
                          <a:latin typeface="+mn-ea"/>
                          <a:ea typeface="+mn-ea"/>
                          <a:cs typeface="+mn-cs"/>
                        </a:rPr>
                        <a:t>(</a:t>
                      </a:r>
                      <a:r>
                        <a:rPr kumimoji="1" lang="ja-JP" altLang="en-US" sz="1000" b="0" i="0" u="none" strike="noStrike" kern="1200" noProof="0">
                          <a:solidFill>
                            <a:schemeClr val="tx1"/>
                          </a:solidFill>
                          <a:effectLst/>
                          <a:latin typeface="+mn-ea"/>
                          <a:ea typeface="+mn-ea"/>
                          <a:cs typeface="+mn-cs"/>
                        </a:rPr>
                        <a:t>ブロックリストに関連する即時遮断対応</a:t>
                      </a:r>
                      <a:r>
                        <a:rPr kumimoji="1" lang="en-US" altLang="ja-JP" sz="1000" b="0" i="0" u="none" strike="noStrike" kern="1200" noProof="0">
                          <a:solidFill>
                            <a:schemeClr val="tx1"/>
                          </a:solidFill>
                          <a:effectLst/>
                          <a:latin typeface="+mn-ea"/>
                          <a:ea typeface="+mn-ea"/>
                          <a:cs typeface="+mn-cs"/>
                        </a:rPr>
                        <a:t>)</a:t>
                      </a:r>
                      <a:endParaRPr kumimoji="1" lang="en-US" altLang="ja-JP" sz="1000" b="0" i="0" u="none" strike="noStrike" kern="1200">
                        <a:solidFill>
                          <a:schemeClr val="tx1"/>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rowSpan="2">
                  <a:txBody>
                    <a:bodyPr/>
                    <a:lstStyle/>
                    <a:p>
                      <a:pPr marL="0" lvl="0" indent="0" algn="ctr" defTabSz="685673">
                        <a:lnSpc>
                          <a:spcPts val="1080"/>
                        </a:lnSpc>
                        <a:spcBef>
                          <a:spcPts val="0"/>
                        </a:spcBef>
                        <a:spcAft>
                          <a:spcPts val="0"/>
                        </a:spcAft>
                        <a:buNone/>
                        <a:tabLst/>
                        <a:defRPr noProof="1"/>
                      </a:pPr>
                      <a:r>
                        <a:rPr lang="ja-JP" altLang="en-US" sz="1000" b="0" i="0" u="none" strike="noStrike" kern="1200" cap="none" spc="0" normalizeH="0" baseline="0" noProof="0">
                          <a:ln>
                            <a:noFill/>
                          </a:ln>
                          <a:solidFill>
                            <a:schemeClr val="tx1"/>
                          </a:solidFill>
                          <a:effectLst/>
                          <a:uLnTx/>
                          <a:uFillTx/>
                          <a:latin typeface="+mn-ea"/>
                          <a:ea typeface="+mn-ea"/>
                          <a:cs typeface="+mn-cs"/>
                        </a:rPr>
                        <a:t>3月</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rowSpan="2">
                  <a:txBody>
                    <a:bodyPr/>
                    <a:lstStyle/>
                    <a:p>
                      <a:pPr marL="0" lvl="0" indent="0" algn="ctr" defTabSz="685673">
                        <a:lnSpc>
                          <a:spcPts val="1080"/>
                        </a:lnSpc>
                        <a:spcBef>
                          <a:spcPts val="0"/>
                        </a:spcBef>
                        <a:spcAft>
                          <a:spcPts val="0"/>
                        </a:spcAft>
                        <a:buNone/>
                        <a:tabLst/>
                        <a:defRPr noProof="1"/>
                      </a:pPr>
                      <a:r>
                        <a:rPr lang="ja-JP" altLang="en-US" sz="1000" b="0" i="0" u="none" strike="noStrike" kern="1200" cap="none" spc="0" normalizeH="0" baseline="0" noProof="0">
                          <a:ln>
                            <a:noFill/>
                          </a:ln>
                          <a:solidFill>
                            <a:schemeClr val="tx1"/>
                          </a:solidFill>
                          <a:effectLst/>
                          <a:uLnTx/>
                          <a:uFillTx/>
                          <a:latin typeface="+mn-ea"/>
                          <a:ea typeface="+mn-ea"/>
                          <a:cs typeface="+mn-cs"/>
                        </a:rPr>
                        <a:t>完了</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ctr" defTabSz="685673">
                        <a:lnSpc>
                          <a:spcPts val="1080"/>
                        </a:lnSpc>
                        <a:spcBef>
                          <a:spcPts val="0"/>
                        </a:spcBef>
                        <a:spcAft>
                          <a:spcPts val="0"/>
                        </a:spcAft>
                        <a:buNone/>
                        <a:tabLst/>
                        <a:defRPr noProof="1"/>
                      </a:pPr>
                      <a:r>
                        <a:rPr kumimoji="1" lang="ja-JP" altLang="en-US" sz="1000" b="0" i="0" u="none" strike="noStrike" kern="1200" cap="none" spc="0" normalizeH="0" baseline="0" noProof="0">
                          <a:ln>
                            <a:noFill/>
                          </a:ln>
                          <a:solidFill>
                            <a:schemeClr val="tx1"/>
                          </a:solidFill>
                          <a:effectLst/>
                          <a:uLnTx/>
                          <a:uFillTx/>
                          <a:latin typeface="+mn-ea"/>
                          <a:ea typeface="+mn-ea"/>
                          <a:cs typeface="+mn-cs"/>
                        </a:rPr>
                        <a:t>西村</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l" defTabSz="685673">
                        <a:lnSpc>
                          <a:spcPts val="1080"/>
                        </a:lnSpc>
                        <a:spcBef>
                          <a:spcPts val="0"/>
                        </a:spcBef>
                        <a:spcAft>
                          <a:spcPts val="0"/>
                        </a:spcAft>
                        <a:buNone/>
                        <a:tabLst/>
                        <a:defRPr noProof="1"/>
                      </a:pP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511496926"/>
                  </a:ext>
                </a:extLst>
              </a:tr>
              <a:tr h="366981">
                <a:tc vMerge="1">
                  <a:txBody>
                    <a:bodyPr/>
                    <a:lstStyle/>
                    <a:p>
                      <a:endParaRPr kumimoji="1" lang="ja-JP" altLang="en-US"/>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algn="ctr">
                        <a:lnSpc>
                          <a:spcPts val="1080"/>
                        </a:lnSpc>
                        <a:spcBef>
                          <a:spcPts val="0"/>
                        </a:spcBef>
                        <a:buNone/>
                      </a:pPr>
                      <a:r>
                        <a:rPr lang="ja-JP" altLang="en-US" sz="1000" b="0" i="0" u="none" strike="noStrike" kern="1200" noProof="1">
                          <a:solidFill>
                            <a:schemeClr val="tx1"/>
                          </a:solidFill>
                          <a:effectLst/>
                          <a:latin typeface="+mn-ea"/>
                          <a:ea typeface="+mn-ea"/>
                          <a:cs typeface="+mn-cs"/>
                        </a:rPr>
                        <a:t>208-2</a:t>
                      </a:r>
                      <a:endParaRPr kumimoji="1" lang="ja-JP" altLang="en-US" sz="1000" b="0" i="0" u="none" strike="noStrike" kern="1200" noProof="1">
                        <a:solidFill>
                          <a:schemeClr val="tx1"/>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l" rtl="0">
                        <a:lnSpc>
                          <a:spcPts val="1080"/>
                        </a:lnSpc>
                        <a:spcBef>
                          <a:spcPts val="0"/>
                        </a:spcBef>
                        <a:buNone/>
                      </a:pPr>
                      <a:r>
                        <a:rPr lang="ja-JP" altLang="en-US" sz="1000" b="0" i="0" u="none" strike="noStrike" kern="1200" noProof="0">
                          <a:solidFill>
                            <a:schemeClr val="tx1"/>
                          </a:solidFill>
                          <a:effectLst/>
                          <a:latin typeface="+mn-ea"/>
                          <a:ea typeface="+mn-ea"/>
                          <a:cs typeface="+mn-cs"/>
                        </a:rPr>
                        <a:t>医療機関等におけるセキュリティインシデント発生時の即時遮断等対応</a:t>
                      </a:r>
                      <a:r>
                        <a:rPr lang="en-US" altLang="ja-JP" sz="1000" b="0" i="0" u="none" strike="noStrike" kern="1200" noProof="0">
                          <a:solidFill>
                            <a:schemeClr val="tx1"/>
                          </a:solidFill>
                          <a:effectLst/>
                          <a:latin typeface="+mn-ea"/>
                          <a:ea typeface="+mn-ea"/>
                          <a:cs typeface="+mn-cs"/>
                        </a:rPr>
                        <a:t>(</a:t>
                      </a:r>
                      <a:r>
                        <a:rPr lang="ja-JP" altLang="en-US" sz="1000" b="0" i="0" u="none" strike="noStrike" kern="1200" noProof="0">
                          <a:solidFill>
                            <a:schemeClr val="tx1"/>
                          </a:solidFill>
                          <a:effectLst/>
                          <a:latin typeface="+mn-ea"/>
                          <a:ea typeface="+mn-ea"/>
                          <a:cs typeface="+mn-cs"/>
                        </a:rPr>
                        <a:t>運営管理システムにおける文書情報の検索結果一覧にて、結果を</a:t>
                      </a:r>
                      <a:r>
                        <a:rPr lang="en-US" altLang="ja-JP" sz="1000" b="0" i="0" u="none" strike="noStrike" kern="1200" noProof="0">
                          <a:solidFill>
                            <a:schemeClr val="tx1"/>
                          </a:solidFill>
                          <a:effectLst/>
                          <a:latin typeface="+mn-ea"/>
                          <a:ea typeface="+mn-ea"/>
                          <a:cs typeface="+mn-cs"/>
                        </a:rPr>
                        <a:t>CSV</a:t>
                      </a:r>
                      <a:r>
                        <a:rPr lang="ja-JP" altLang="en-US" sz="1000" b="0" i="0" u="none" strike="noStrike" kern="1200" noProof="0">
                          <a:solidFill>
                            <a:schemeClr val="tx1"/>
                          </a:solidFill>
                          <a:effectLst/>
                          <a:latin typeface="+mn-ea"/>
                          <a:ea typeface="+mn-ea"/>
                          <a:cs typeface="+mn-cs"/>
                        </a:rPr>
                        <a:t>ファイル形式としてもダウンロードするための機能拡張</a:t>
                      </a:r>
                      <a:r>
                        <a:rPr lang="en-US" altLang="ja-JP" sz="1000" b="0" i="0" u="none" strike="noStrike" kern="1200" noProof="0">
                          <a:solidFill>
                            <a:schemeClr val="tx1"/>
                          </a:solidFill>
                          <a:effectLst/>
                          <a:latin typeface="+mn-ea"/>
                          <a:ea typeface="+mn-ea"/>
                          <a:cs typeface="+mn-cs"/>
                        </a:rPr>
                        <a:t>)</a:t>
                      </a:r>
                      <a:endParaRPr kumimoji="1" lang="en-US" altLang="ja-JP" sz="1000" b="0" i="0" u="none" strike="noStrike" kern="1200">
                        <a:solidFill>
                          <a:schemeClr val="tx1"/>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vMerge="1">
                  <a:txBody>
                    <a:bodyPr/>
                    <a:lstStyle/>
                    <a:p>
                      <a:endParaRPr kumimoji="1" lang="ja-JP" altLang="en-US"/>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vMerge="1">
                  <a:txBody>
                    <a:bodyPr/>
                    <a:lstStyle/>
                    <a:p>
                      <a:endParaRPr kumimoji="1" lang="ja-JP" altLang="en-US"/>
                    </a:p>
                  </a:txBody>
                  <a:tcP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ctr" defTabSz="685673" rtl="0" eaLnBrk="1" latinLnBrk="0" hangingPunct="1">
                        <a:lnSpc>
                          <a:spcPts val="1080"/>
                        </a:lnSpc>
                        <a:spcBef>
                          <a:spcPts val="0"/>
                        </a:spcBef>
                        <a:spcAft>
                          <a:spcPts val="0"/>
                        </a:spcAft>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C</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ctr" defTabSz="685673" rtl="0" eaLnBrk="1" latinLnBrk="0" hangingPunct="1">
                        <a:lnSpc>
                          <a:spcPts val="1080"/>
                        </a:lnSpc>
                        <a:spcBef>
                          <a:spcPts val="0"/>
                        </a:spcBef>
                        <a:spcAft>
                          <a:spcPts val="0"/>
                        </a:spcAft>
                        <a:buFont typeface="Meiryo UI"/>
                        <a:buNone/>
                        <a:tabLst/>
                        <a:defRPr noProof="1"/>
                      </a:pPr>
                      <a:endParaRPr kumimoji="1" lang="en-US" altLang="ja-JP"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874414335"/>
                  </a:ext>
                </a:extLst>
              </a:tr>
              <a:tr h="366981">
                <a:tc>
                  <a:txBody>
                    <a:bodyPr/>
                    <a:lstStyle/>
                    <a:p>
                      <a:pPr marL="0" lvl="0" algn="ctr" defTabSz="685673">
                        <a:lnSpc>
                          <a:spcPts val="1080"/>
                        </a:lnSpc>
                        <a:spcBef>
                          <a:spcPts val="0"/>
                        </a:spcBef>
                        <a:buNone/>
                      </a:pPr>
                      <a:r>
                        <a:rPr kumimoji="1" lang="en-US" altLang="ja-JP" sz="1000" b="0" i="0" u="none" strike="noStrike" kern="1200" noProof="1">
                          <a:solidFill>
                            <a:schemeClr val="tx1"/>
                          </a:solidFill>
                          <a:effectLst/>
                          <a:latin typeface="+mn-ea"/>
                          <a:ea typeface="+mn-ea"/>
                          <a:cs typeface="+mn-cs"/>
                        </a:rPr>
                        <a:t>17</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algn="ctr">
                        <a:lnSpc>
                          <a:spcPts val="1080"/>
                        </a:lnSpc>
                        <a:spcBef>
                          <a:spcPts val="0"/>
                        </a:spcBef>
                        <a:buNone/>
                      </a:pPr>
                      <a:r>
                        <a:rPr kumimoji="1" lang="en-US" altLang="ja-JP" sz="1000" b="0" i="0" u="none" strike="noStrike" kern="1200" noProof="1">
                          <a:solidFill>
                            <a:schemeClr val="tx1"/>
                          </a:solidFill>
                          <a:effectLst/>
                          <a:latin typeface="+mn-ea"/>
                          <a:ea typeface="+mn-ea"/>
                          <a:cs typeface="+mn-cs"/>
                        </a:rPr>
                        <a:t>210</a:t>
                      </a:r>
                      <a:endParaRPr kumimoji="1" lang="ja-JP" altLang="en-US" sz="1000" b="0" i="0" u="none" strike="noStrike" kern="1200" noProof="1">
                        <a:solidFill>
                          <a:schemeClr val="tx1"/>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l" rtl="0">
                        <a:lnSpc>
                          <a:spcPts val="1080"/>
                        </a:lnSpc>
                        <a:spcBef>
                          <a:spcPts val="0"/>
                        </a:spcBef>
                        <a:buNone/>
                      </a:pPr>
                      <a:r>
                        <a:rPr kumimoji="1" lang="ja-JP" altLang="en-US" sz="1000" b="0" i="0" u="none" strike="noStrike" kern="1200">
                          <a:solidFill>
                            <a:schemeClr val="tx1"/>
                          </a:solidFill>
                          <a:effectLst/>
                          <a:latin typeface="+mn-ea"/>
                          <a:ea typeface="+mn-ea"/>
                          <a:cs typeface="+mn-cs"/>
                        </a:rPr>
                        <a:t>血液型に関する情報を共有対象外とする改修</a:t>
                      </a:r>
                      <a:endParaRPr kumimoji="1" lang="en-US" altLang="ja-JP" sz="1000" b="0" i="0" u="none" strike="noStrike" kern="1200">
                        <a:solidFill>
                          <a:schemeClr val="tx1"/>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ctr" defTabSz="685673">
                        <a:lnSpc>
                          <a:spcPts val="1080"/>
                        </a:lnSpc>
                        <a:spcBef>
                          <a:spcPts val="0"/>
                        </a:spcBef>
                        <a:spcAft>
                          <a:spcPts val="0"/>
                        </a:spcAft>
                        <a:buNone/>
                        <a:tabLst/>
                        <a:defRPr noProof="1"/>
                      </a:pPr>
                      <a:r>
                        <a:rPr lang="en-US" altLang="ja-JP" sz="1000" b="0" i="0" u="none" strike="noStrike" kern="1200" cap="none" spc="0" normalizeH="0" baseline="0" noProof="0">
                          <a:ln>
                            <a:noFill/>
                          </a:ln>
                          <a:solidFill>
                            <a:schemeClr val="tx1"/>
                          </a:solidFill>
                          <a:effectLst/>
                          <a:uLnTx/>
                          <a:uFillTx/>
                          <a:latin typeface="+mn-ea"/>
                          <a:ea typeface="+mn-ea"/>
                          <a:cs typeface="+mn-cs"/>
                        </a:rPr>
                        <a:t>3</a:t>
                      </a:r>
                      <a:r>
                        <a:rPr lang="ja-JP" altLang="en-US" sz="1000" b="0" i="0" u="none" strike="noStrike" kern="1200" cap="none" spc="0" normalizeH="0" baseline="0" noProof="0">
                          <a:ln>
                            <a:noFill/>
                          </a:ln>
                          <a:solidFill>
                            <a:schemeClr val="tx1"/>
                          </a:solidFill>
                          <a:effectLst/>
                          <a:uLnTx/>
                          <a:uFillTx/>
                          <a:latin typeface="+mn-ea"/>
                          <a:ea typeface="+mn-ea"/>
                          <a:cs typeface="+mn-cs"/>
                        </a:rPr>
                        <a:t>月</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ctr" defTabSz="685673">
                        <a:lnSpc>
                          <a:spcPts val="1080"/>
                        </a:lnSpc>
                        <a:spcBef>
                          <a:spcPts val="0"/>
                        </a:spcBef>
                        <a:spcAft>
                          <a:spcPts val="0"/>
                        </a:spcAft>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10</a:t>
                      </a:r>
                      <a:r>
                        <a:rPr kumimoji="1" lang="ja-JP" altLang="en-US" sz="1000" b="0" i="0" u="none" strike="noStrike" kern="1200" cap="none" spc="0" normalizeH="0" baseline="0" noProof="0">
                          <a:ln>
                            <a:noFill/>
                          </a:ln>
                          <a:solidFill>
                            <a:schemeClr val="tx1"/>
                          </a:solidFill>
                          <a:effectLst/>
                          <a:uLnTx/>
                          <a:uFillTx/>
                          <a:latin typeface="+mn-ea"/>
                          <a:ea typeface="+mn-ea"/>
                          <a:cs typeface="+mn-cs"/>
                        </a:rPr>
                        <a:t>月調達</a:t>
                      </a:r>
                      <a:br>
                        <a:rPr kumimoji="1" lang="en-US" altLang="ja-JP" sz="1000" b="0" i="0" u="none" strike="noStrike" kern="1200" cap="none" spc="0" normalizeH="0" baseline="0" noProof="0">
                          <a:ln>
                            <a:noFill/>
                          </a:ln>
                          <a:solidFill>
                            <a:srgbClr val="000000"/>
                          </a:solidFill>
                          <a:effectLst/>
                          <a:uLnTx/>
                          <a:uFillTx/>
                          <a:latin typeface="+mn-ea"/>
                          <a:ea typeface="+mn-ea"/>
                          <a:cs typeface="+mn-cs"/>
                        </a:rPr>
                      </a:br>
                      <a:r>
                        <a:rPr kumimoji="1" lang="ja-JP" altLang="en-US" sz="1000" b="0" i="0" u="none" strike="noStrike" kern="1200" cap="none" spc="0" normalizeH="0" baseline="0" noProof="0">
                          <a:ln>
                            <a:noFill/>
                          </a:ln>
                          <a:solidFill>
                            <a:schemeClr val="tx1"/>
                          </a:solidFill>
                          <a:effectLst/>
                          <a:uLnTx/>
                          <a:uFillTx/>
                          <a:latin typeface="+mn-ea"/>
                          <a:ea typeface="+mn-ea"/>
                          <a:cs typeface="+mn-cs"/>
                        </a:rPr>
                        <a:t>予定</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ctr" defTabSz="685673" rtl="0" eaLnBrk="1" latinLnBrk="0" hangingPunct="1">
                        <a:lnSpc>
                          <a:spcPts val="1080"/>
                        </a:lnSpc>
                        <a:spcBef>
                          <a:spcPts val="0"/>
                        </a:spcBef>
                        <a:spcAft>
                          <a:spcPts val="0"/>
                        </a:spcAft>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D</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l" rtl="0" eaLnBrk="1" fontAlgn="auto" latinLnBrk="0" hangingPunct="1">
                        <a:lnSpc>
                          <a:spcPts val="1200"/>
                        </a:lnSpc>
                        <a:spcBef>
                          <a:spcPts val="0"/>
                        </a:spcBef>
                        <a:spcAft>
                          <a:spcPts val="0"/>
                        </a:spcAft>
                        <a:buClrTx/>
                        <a:buSzTx/>
                        <a:buFontTx/>
                        <a:buNone/>
                      </a:pPr>
                      <a:r>
                        <a:rPr kumimoji="1" lang="ja-JP" altLang="en-US" sz="1000" b="0" i="0" u="none" strike="noStrike" kern="1200" cap="none" spc="0" normalizeH="0" baseline="0" noProof="0">
                          <a:ln>
                            <a:noFill/>
                          </a:ln>
                          <a:solidFill>
                            <a:srgbClr val="FF0000"/>
                          </a:solidFill>
                          <a:effectLst/>
                          <a:uLnTx/>
                          <a:uFillTx/>
                          <a:latin typeface="Meiryo UI"/>
                          <a:ea typeface="+mn-ea"/>
                          <a:cs typeface="+mn-cs"/>
                        </a:rPr>
                        <a:t>・本案件に係る確認事項</a:t>
                      </a:r>
                      <a:r>
                        <a:rPr kumimoji="1" lang="en-US" altLang="ja-JP" sz="1000" b="0" i="0" u="none" strike="noStrike" kern="1200" cap="none" spc="0" normalizeH="0" baseline="0" noProof="0">
                          <a:ln>
                            <a:noFill/>
                          </a:ln>
                          <a:solidFill>
                            <a:srgbClr val="FF0000"/>
                          </a:solidFill>
                          <a:effectLst/>
                          <a:uLnTx/>
                          <a:uFillTx/>
                          <a:latin typeface="Meiryo UI"/>
                          <a:ea typeface="+mn-ea"/>
                          <a:cs typeface="+mn-cs"/>
                        </a:rPr>
                        <a:t>(</a:t>
                      </a:r>
                      <a:r>
                        <a:rPr lang="ja-JP" altLang="en-US" sz="1000" b="0" i="0" u="none" strike="noStrike" kern="1200" cap="none" spc="0" normalizeH="0" baseline="0" noProof="0">
                          <a:ln>
                            <a:noFill/>
                          </a:ln>
                          <a:solidFill>
                            <a:srgbClr val="FF0000"/>
                          </a:solidFill>
                          <a:effectLst/>
                          <a:uLnTx/>
                          <a:uFillTx/>
                          <a:latin typeface="Meiryo UI"/>
                          <a:ea typeface="+mn-ea"/>
                          <a:cs typeface="+mn-cs"/>
                        </a:rPr>
                        <a:t>1月・２月の本格運用期間中に出力された血液型データの取り扱い</a:t>
                      </a:r>
                      <a:r>
                        <a:rPr kumimoji="1" lang="en-US" altLang="ja-JP" sz="1000" b="0" i="0" u="none" strike="noStrike" kern="1200" cap="none" spc="0" normalizeH="0" baseline="0" noProof="0">
                          <a:ln>
                            <a:noFill/>
                          </a:ln>
                          <a:solidFill>
                            <a:srgbClr val="FF0000"/>
                          </a:solidFill>
                          <a:effectLst/>
                          <a:uLnTx/>
                          <a:uFillTx/>
                          <a:latin typeface="Meiryo UI"/>
                          <a:ea typeface="+mn-ea"/>
                          <a:cs typeface="+mn-cs"/>
                        </a:rPr>
                        <a:t>)</a:t>
                      </a:r>
                      <a:r>
                        <a:rPr kumimoji="1" lang="ja-JP" altLang="en-US" sz="1000" b="0" i="0" u="none" strike="noStrike" kern="1200" cap="none" spc="0" normalizeH="0" baseline="0" noProof="0">
                          <a:ln>
                            <a:noFill/>
                          </a:ln>
                          <a:solidFill>
                            <a:srgbClr val="FF0000"/>
                          </a:solidFill>
                          <a:effectLst/>
                          <a:uLnTx/>
                          <a:uFillTx/>
                          <a:latin typeface="Meiryo UI"/>
                          <a:ea typeface="+mn-ea"/>
                          <a:cs typeface="+mn-cs"/>
                        </a:rPr>
                        <a:t>の確認結果として論理削除は対応不可。</a:t>
                      </a:r>
                      <a:endParaRPr kumimoji="1" lang="en-US" altLang="ja-JP" sz="1000" b="0" i="0" u="none" strike="noStrike" kern="1200" cap="none" spc="0" normalizeH="0" baseline="0" noProof="0">
                        <a:ln>
                          <a:noFill/>
                        </a:ln>
                        <a:solidFill>
                          <a:srgbClr val="FF0000"/>
                        </a:solidFill>
                        <a:effectLst/>
                        <a:uLnTx/>
                        <a:uFillTx/>
                        <a:latin typeface="Meiryo UI"/>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804156347"/>
                  </a:ext>
                </a:extLst>
              </a:tr>
              <a:tr h="366981">
                <a:tc>
                  <a:txBody>
                    <a:bodyPr/>
                    <a:lstStyle/>
                    <a:p>
                      <a:pPr marL="0" lvl="0" algn="ctr" defTabSz="685673">
                        <a:lnSpc>
                          <a:spcPts val="1080"/>
                        </a:lnSpc>
                        <a:spcBef>
                          <a:spcPts val="0"/>
                        </a:spcBef>
                        <a:buNone/>
                      </a:pPr>
                      <a:r>
                        <a:rPr kumimoji="1" lang="en-US" altLang="ja-JP" sz="1000" b="0" i="0" u="none" strike="noStrike" kern="1200" noProof="1">
                          <a:solidFill>
                            <a:schemeClr val="tx1"/>
                          </a:solidFill>
                          <a:effectLst/>
                          <a:latin typeface="+mn-ea"/>
                          <a:ea typeface="+mn-ea"/>
                          <a:cs typeface="+mn-cs"/>
                        </a:rPr>
                        <a:t>18</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algn="ctr">
                        <a:lnSpc>
                          <a:spcPts val="1080"/>
                        </a:lnSpc>
                        <a:spcBef>
                          <a:spcPts val="0"/>
                        </a:spcBef>
                        <a:buNone/>
                      </a:pPr>
                      <a:r>
                        <a:rPr kumimoji="1" lang="en-US" altLang="ja-JP" sz="1000" b="0" i="0" u="none" strike="noStrike" kern="1200" noProof="1">
                          <a:solidFill>
                            <a:schemeClr val="tx1"/>
                          </a:solidFill>
                          <a:effectLst/>
                          <a:latin typeface="+mn-ea"/>
                          <a:ea typeface="+mn-ea"/>
                          <a:cs typeface="+mn-cs"/>
                        </a:rPr>
                        <a:t>212</a:t>
                      </a:r>
                      <a:endParaRPr kumimoji="1" lang="ja-JP" altLang="en-US" sz="1000" b="0" i="0" u="none" strike="noStrike" kern="1200" noProof="1">
                        <a:solidFill>
                          <a:schemeClr val="tx1"/>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l" rtl="0">
                        <a:lnSpc>
                          <a:spcPts val="1080"/>
                        </a:lnSpc>
                        <a:spcBef>
                          <a:spcPts val="0"/>
                        </a:spcBef>
                        <a:buNone/>
                      </a:pPr>
                      <a:r>
                        <a:rPr kumimoji="1" lang="ja-JP" altLang="en-US" sz="1000" b="0" i="0" u="none" strike="noStrike" kern="1200">
                          <a:solidFill>
                            <a:schemeClr val="tx1"/>
                          </a:solidFill>
                          <a:effectLst/>
                          <a:latin typeface="+mn-ea"/>
                          <a:ea typeface="+mn-ea"/>
                          <a:cs typeface="+mn-cs"/>
                        </a:rPr>
                        <a:t>ログ・統計機能の改修(R8追加起票)</a:t>
                      </a:r>
                      <a:endParaRPr kumimoji="1" lang="en-US" altLang="ja-JP" sz="1000" b="0" i="0" u="none" strike="noStrike" kern="1200">
                        <a:solidFill>
                          <a:schemeClr val="tx1"/>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ctr" defTabSz="685673">
                        <a:lnSpc>
                          <a:spcPts val="1080"/>
                        </a:lnSpc>
                        <a:spcBef>
                          <a:spcPts val="0"/>
                        </a:spcBef>
                        <a:spcAft>
                          <a:spcPts val="0"/>
                        </a:spcAft>
                        <a:buNone/>
                        <a:tabLst/>
                        <a:defRPr noProof="1"/>
                      </a:pPr>
                      <a:r>
                        <a:rPr lang="en-US" altLang="ja-JP" sz="1000" b="0" i="0" u="none" strike="noStrike" kern="1200" cap="none" spc="0" normalizeH="0" baseline="0" noProof="0">
                          <a:ln>
                            <a:noFill/>
                          </a:ln>
                          <a:solidFill>
                            <a:schemeClr val="tx1"/>
                          </a:solidFill>
                          <a:effectLst/>
                          <a:uLnTx/>
                          <a:uFillTx/>
                          <a:latin typeface="+mn-ea"/>
                          <a:ea typeface="+mn-ea"/>
                          <a:cs typeface="+mn-cs"/>
                        </a:rPr>
                        <a:t>3</a:t>
                      </a:r>
                      <a:r>
                        <a:rPr lang="ja-JP" altLang="en-US" sz="1000" b="0" i="0" u="none" strike="noStrike" kern="1200" cap="none" spc="0" normalizeH="0" baseline="0" noProof="0">
                          <a:ln>
                            <a:noFill/>
                          </a:ln>
                          <a:solidFill>
                            <a:schemeClr val="tx1"/>
                          </a:solidFill>
                          <a:effectLst/>
                          <a:uLnTx/>
                          <a:uFillTx/>
                          <a:latin typeface="+mn-ea"/>
                          <a:ea typeface="+mn-ea"/>
                          <a:cs typeface="+mn-cs"/>
                        </a:rPr>
                        <a:t>月</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auto"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10</a:t>
                      </a:r>
                      <a:r>
                        <a:rPr kumimoji="1" lang="ja-JP" altLang="en-US" sz="1000" b="0" i="0" u="none" strike="noStrike" kern="1200" cap="none" spc="0" normalizeH="0" baseline="0" noProof="0">
                          <a:ln>
                            <a:noFill/>
                          </a:ln>
                          <a:solidFill>
                            <a:schemeClr val="tx1"/>
                          </a:solidFill>
                          <a:effectLst/>
                          <a:uLnTx/>
                          <a:uFillTx/>
                          <a:latin typeface="+mn-ea"/>
                          <a:ea typeface="+mn-ea"/>
                          <a:cs typeface="+mn-cs"/>
                        </a:rPr>
                        <a:t>月調達</a:t>
                      </a:r>
                      <a:br>
                        <a:rPr kumimoji="1" lang="en-US" altLang="ja-JP" sz="1000" b="0" i="0" u="none" strike="noStrike" kern="1200" cap="none" spc="0" normalizeH="0" baseline="0" noProof="0">
                          <a:ln>
                            <a:noFill/>
                          </a:ln>
                          <a:solidFill>
                            <a:srgbClr val="000000"/>
                          </a:solidFill>
                          <a:effectLst/>
                          <a:uLnTx/>
                          <a:uFillTx/>
                          <a:latin typeface="+mn-ea"/>
                          <a:ea typeface="+mn-ea"/>
                          <a:cs typeface="+mn-cs"/>
                        </a:rPr>
                      </a:br>
                      <a:r>
                        <a:rPr kumimoji="1" lang="ja-JP" altLang="en-US" sz="1000" b="0" i="0" u="none" strike="noStrike" kern="1200" cap="none" spc="0" normalizeH="0" baseline="0" noProof="0">
                          <a:ln>
                            <a:noFill/>
                          </a:ln>
                          <a:solidFill>
                            <a:schemeClr val="tx1"/>
                          </a:solidFill>
                          <a:effectLst/>
                          <a:uLnTx/>
                          <a:uFillTx/>
                          <a:latin typeface="+mn-ea"/>
                          <a:ea typeface="+mn-ea"/>
                          <a:cs typeface="+mn-cs"/>
                        </a:rPr>
                        <a:t>予定</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ctr" defTabSz="685673" rtl="0" eaLnBrk="1" latinLnBrk="0" hangingPunct="1">
                        <a:lnSpc>
                          <a:spcPts val="1080"/>
                        </a:lnSpc>
                        <a:spcBef>
                          <a:spcPts val="0"/>
                        </a:spcBef>
                        <a:spcAft>
                          <a:spcPts val="0"/>
                        </a:spcAft>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A</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86995" lvl="0" indent="-76200" algn="l" defTabSz="685673" rtl="0" eaLnBrk="1" latinLnBrk="0" hangingPunct="1">
                        <a:lnSpc>
                          <a:spcPts val="1080"/>
                        </a:lnSpc>
                        <a:spcBef>
                          <a:spcPts val="0"/>
                        </a:spcBef>
                        <a:spcAft>
                          <a:spcPts val="0"/>
                        </a:spcAft>
                        <a:buFont typeface="Arial" panose="020B0604020202020204" pitchFamily="34" charset="0"/>
                        <a:buChar char="•"/>
                        <a:tabLst/>
                        <a:defRPr noProof="1"/>
                      </a:pPr>
                      <a:endParaRPr kumimoji="1" lang="en-US" altLang="ja-JP"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0958099"/>
                  </a:ext>
                </a:extLst>
              </a:tr>
            </a:tbl>
          </a:graphicData>
        </a:graphic>
      </p:graphicFrame>
      <p:sp>
        <p:nvSpPr>
          <p:cNvPr id="4" name="テキスト ボックス 3">
            <a:extLst>
              <a:ext uri="{FF2B5EF4-FFF2-40B4-BE49-F238E27FC236}">
                <a16:creationId xmlns:a16="http://schemas.microsoft.com/office/drawing/2014/main" id="{8CDFE84F-97F7-3E3A-E8CE-553521D62228}"/>
              </a:ext>
            </a:extLst>
          </p:cNvPr>
          <p:cNvSpPr txBox="1"/>
          <p:nvPr/>
        </p:nvSpPr>
        <p:spPr>
          <a:xfrm>
            <a:off x="507001" y="777820"/>
            <a:ext cx="2444355" cy="147163"/>
          </a:xfrm>
          <a:prstGeom prst="roundRect">
            <a:avLst/>
          </a:prstGeom>
          <a:solidFill>
            <a:schemeClr val="tx2"/>
          </a:solidFill>
        </p:spPr>
        <p:txBody>
          <a:bodyPr wrap="square" rtlCol="0" anchor="ctr">
            <a:noAutofit/>
          </a:bodyPr>
          <a:lstStyle>
            <a:defPPr>
              <a:defRPr lang="ja-JP" noProof="1"/>
            </a:defPPr>
            <a:lvl1pPr>
              <a:defRPr sz="1400" noProof="1">
                <a:solidFill>
                  <a:schemeClr val="bg1"/>
                </a:solidFill>
                <a:latin typeface="+mj-lt"/>
                <a:ea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1">
                <a:ln>
                  <a:noFill/>
                </a:ln>
                <a:solidFill>
                  <a:prstClr val="white"/>
                </a:solidFill>
                <a:effectLst/>
                <a:uLnTx/>
                <a:uFillTx/>
                <a:latin typeface="Arial"/>
                <a:ea typeface="Meiryo UI"/>
                <a:cs typeface="+mn-cs"/>
              </a:rPr>
              <a:t>令和</a:t>
            </a:r>
            <a:r>
              <a:rPr kumimoji="1" lang="en-US" altLang="ja-JP" sz="1100" b="0" i="0" u="none" strike="noStrike" kern="1200" cap="none" spc="0" normalizeH="0" baseline="0" noProof="1">
                <a:ln>
                  <a:noFill/>
                </a:ln>
                <a:solidFill>
                  <a:prstClr val="white"/>
                </a:solidFill>
                <a:effectLst/>
                <a:uLnTx/>
                <a:uFillTx/>
                <a:latin typeface="Arial"/>
                <a:ea typeface="Meiryo UI"/>
                <a:cs typeface="+mn-cs"/>
              </a:rPr>
              <a:t>8</a:t>
            </a:r>
            <a:r>
              <a:rPr kumimoji="1" lang="ja-JP" altLang="en-US" sz="1100" b="0" i="0" u="none" strike="noStrike" kern="1200" cap="none" spc="0" normalizeH="0" baseline="0" noProof="1">
                <a:ln>
                  <a:noFill/>
                </a:ln>
                <a:solidFill>
                  <a:prstClr val="white"/>
                </a:solidFill>
                <a:effectLst/>
                <a:uLnTx/>
                <a:uFillTx/>
                <a:latin typeface="Arial"/>
                <a:ea typeface="Meiryo UI"/>
                <a:cs typeface="+mn-cs"/>
              </a:rPr>
              <a:t>年度</a:t>
            </a:r>
            <a:r>
              <a:rPr kumimoji="1" lang="en-US" altLang="ja-JP" sz="1100" b="0" i="0" u="none" strike="noStrike" kern="1200" cap="none" spc="0" normalizeH="0" baseline="0" noProof="1">
                <a:ln>
                  <a:noFill/>
                </a:ln>
                <a:solidFill>
                  <a:prstClr val="white"/>
                </a:solidFill>
                <a:effectLst/>
                <a:uLnTx/>
                <a:uFillTx/>
                <a:latin typeface="Arial"/>
                <a:ea typeface="Meiryo UI"/>
                <a:cs typeface="+mn-cs"/>
              </a:rPr>
              <a:t>3</a:t>
            </a:r>
            <a:r>
              <a:rPr kumimoji="1" lang="ja-JP" altLang="en-US" sz="1100" b="0" i="0" u="none" strike="noStrike" kern="1200" cap="none" spc="0" normalizeH="0" baseline="0" noProof="1">
                <a:ln>
                  <a:noFill/>
                </a:ln>
                <a:solidFill>
                  <a:prstClr val="white"/>
                </a:solidFill>
                <a:effectLst/>
                <a:uLnTx/>
                <a:uFillTx/>
                <a:latin typeface="Arial"/>
                <a:ea typeface="Meiryo UI"/>
                <a:cs typeface="+mn-cs"/>
              </a:rPr>
              <a:t>月リリース候補案件</a:t>
            </a:r>
            <a:r>
              <a:rPr kumimoji="1" lang="en-US" altLang="ja-JP" sz="1100" b="0" i="0" u="none" strike="noStrike" kern="1200" cap="none" spc="0" normalizeH="0" baseline="0" noProof="1">
                <a:ln>
                  <a:noFill/>
                </a:ln>
                <a:solidFill>
                  <a:prstClr val="white"/>
                </a:solidFill>
                <a:effectLst/>
                <a:uLnTx/>
                <a:uFillTx/>
                <a:latin typeface="Arial"/>
                <a:ea typeface="Meiryo UI"/>
                <a:cs typeface="+mn-cs"/>
              </a:rPr>
              <a:t>(2/2)</a:t>
            </a:r>
            <a:endParaRPr kumimoji="0" lang="ja-JP" altLang="en-US" sz="1100" b="0" i="0" u="none" strike="noStrike" kern="0" cap="none" spc="0" normalizeH="0" baseline="0" noProof="1">
              <a:ln>
                <a:noFill/>
              </a:ln>
              <a:solidFill>
                <a:srgbClr val="FFFFFF"/>
              </a:solidFill>
              <a:effectLst/>
              <a:uLnTx/>
              <a:uFillTx/>
              <a:latin typeface="Meiryo UI"/>
              <a:ea typeface="Meiryo UI" panose="020B0604030504040204" pitchFamily="50" charset="-128"/>
              <a:cs typeface="+mn-cs"/>
            </a:endParaRPr>
          </a:p>
        </p:txBody>
      </p:sp>
      <p:graphicFrame>
        <p:nvGraphicFramePr>
          <p:cNvPr id="16" name="表 15">
            <a:extLst>
              <a:ext uri="{FF2B5EF4-FFF2-40B4-BE49-F238E27FC236}">
                <a16:creationId xmlns:a16="http://schemas.microsoft.com/office/drawing/2014/main" id="{72E0DBED-E743-63D7-753F-DD6204EF91AF}"/>
              </a:ext>
            </a:extLst>
          </p:cNvPr>
          <p:cNvGraphicFramePr>
            <a:graphicFrameLocks noGrp="1"/>
          </p:cNvGraphicFramePr>
          <p:nvPr/>
        </p:nvGraphicFramePr>
        <p:xfrm>
          <a:off x="507000" y="4919850"/>
          <a:ext cx="9035858" cy="1866741"/>
        </p:xfrm>
        <a:graphic>
          <a:graphicData uri="http://schemas.openxmlformats.org/drawingml/2006/table">
            <a:tbl>
              <a:tblPr firstRow="1" bandRow="1">
                <a:tableStyleId>{5C22544A-7EE6-4342-B048-85BDC9FD1C3A}</a:tableStyleId>
              </a:tblPr>
              <a:tblGrid>
                <a:gridCol w="288213">
                  <a:extLst>
                    <a:ext uri="{9D8B030D-6E8A-4147-A177-3AD203B41FA5}">
                      <a16:colId xmlns:a16="http://schemas.microsoft.com/office/drawing/2014/main" val="2101549305"/>
                    </a:ext>
                  </a:extLst>
                </a:gridCol>
                <a:gridCol w="556509">
                  <a:extLst>
                    <a:ext uri="{9D8B030D-6E8A-4147-A177-3AD203B41FA5}">
                      <a16:colId xmlns:a16="http://schemas.microsoft.com/office/drawing/2014/main" val="4255713497"/>
                    </a:ext>
                  </a:extLst>
                </a:gridCol>
                <a:gridCol w="3078114">
                  <a:extLst>
                    <a:ext uri="{9D8B030D-6E8A-4147-A177-3AD203B41FA5}">
                      <a16:colId xmlns:a16="http://schemas.microsoft.com/office/drawing/2014/main" val="2299355979"/>
                    </a:ext>
                  </a:extLst>
                </a:gridCol>
                <a:gridCol w="538834">
                  <a:extLst>
                    <a:ext uri="{9D8B030D-6E8A-4147-A177-3AD203B41FA5}">
                      <a16:colId xmlns:a16="http://schemas.microsoft.com/office/drawing/2014/main" val="1134433152"/>
                    </a:ext>
                  </a:extLst>
                </a:gridCol>
                <a:gridCol w="869696">
                  <a:extLst>
                    <a:ext uri="{9D8B030D-6E8A-4147-A177-3AD203B41FA5}">
                      <a16:colId xmlns:a16="http://schemas.microsoft.com/office/drawing/2014/main" val="3691285807"/>
                    </a:ext>
                  </a:extLst>
                </a:gridCol>
                <a:gridCol w="501021">
                  <a:extLst>
                    <a:ext uri="{9D8B030D-6E8A-4147-A177-3AD203B41FA5}">
                      <a16:colId xmlns:a16="http://schemas.microsoft.com/office/drawing/2014/main" val="779774557"/>
                    </a:ext>
                  </a:extLst>
                </a:gridCol>
                <a:gridCol w="3203471">
                  <a:extLst>
                    <a:ext uri="{9D8B030D-6E8A-4147-A177-3AD203B41FA5}">
                      <a16:colId xmlns:a16="http://schemas.microsoft.com/office/drawing/2014/main" val="971229648"/>
                    </a:ext>
                  </a:extLst>
                </a:gridCol>
              </a:tblGrid>
              <a:tr h="377553">
                <a:tc>
                  <a:txBody>
                    <a:bodyPr/>
                    <a:lstStyle/>
                    <a:p>
                      <a:pPr algn="ctr">
                        <a:spcBef>
                          <a:spcPts val="300"/>
                        </a:spcBef>
                      </a:pPr>
                      <a:r>
                        <a:rPr kumimoji="1" lang="en-US" altLang="ja-JP" sz="1000" b="1" noProof="1">
                          <a:solidFill>
                            <a:schemeClr val="bg1"/>
                          </a:solidFill>
                          <a:latin typeface="+mn-ea"/>
                          <a:ea typeface="+mn-ea"/>
                        </a:rPr>
                        <a:t>#</a:t>
                      </a:r>
                      <a:endParaRPr kumimoji="1" lang="ja-JP" altLang="en-US" sz="1000" b="1" noProof="1">
                        <a:solidFill>
                          <a:schemeClr val="bg1"/>
                        </a:solidFill>
                        <a:latin typeface="+mn-ea"/>
                        <a:ea typeface="+mn-ea"/>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marL="0" algn="ctr" defTabSz="685673" rtl="0" eaLnBrk="1" latinLnBrk="0" hangingPunct="1">
                        <a:spcBef>
                          <a:spcPts val="300"/>
                        </a:spcBef>
                      </a:pPr>
                      <a:r>
                        <a:rPr kumimoji="1" lang="en-US" altLang="ja-JP" sz="1000" b="1" kern="1200" noProof="1">
                          <a:solidFill>
                            <a:schemeClr val="bg1"/>
                          </a:solidFill>
                          <a:latin typeface="+mn-ea"/>
                          <a:ea typeface="+mn-ea"/>
                          <a:cs typeface="+mn-cs"/>
                        </a:rPr>
                        <a:t>ID</a:t>
                      </a:r>
                      <a:endParaRPr kumimoji="1" lang="ja-JP" altLang="en-US"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marL="0" algn="ctr" defTabSz="685673" rtl="0" eaLnBrk="1" latinLnBrk="0" hangingPunct="1">
                        <a:spcBef>
                          <a:spcPts val="300"/>
                        </a:spcBef>
                      </a:pPr>
                      <a:r>
                        <a:rPr kumimoji="1" lang="ja-JP" altLang="en-US" sz="1000" b="1" kern="1200" noProof="1">
                          <a:solidFill>
                            <a:schemeClr val="bg1"/>
                          </a:solidFill>
                          <a:latin typeface="+mn-ea"/>
                          <a:ea typeface="+mn-ea"/>
                          <a:cs typeface="+mn-cs"/>
                        </a:rPr>
                        <a:t>案件</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0"/>
                        </a:spcBef>
                      </a:pPr>
                      <a:r>
                        <a:rPr kumimoji="1" lang="ja-JP" altLang="en-US" sz="1000" b="1" kern="1200" noProof="1">
                          <a:solidFill>
                            <a:schemeClr val="bg1"/>
                          </a:solidFill>
                          <a:latin typeface="+mn-ea"/>
                          <a:ea typeface="+mn-ea"/>
                          <a:cs typeface="+mn-cs"/>
                        </a:rPr>
                        <a:t>リリース</a:t>
                      </a:r>
                      <a:endParaRPr kumimoji="1" lang="en-US" altLang="ja-JP" sz="1000" b="1" kern="1200" noProof="1">
                        <a:solidFill>
                          <a:schemeClr val="bg1"/>
                        </a:solidFill>
                        <a:latin typeface="+mn-ea"/>
                        <a:ea typeface="+mn-ea"/>
                        <a:cs typeface="+mn-cs"/>
                      </a:endParaRPr>
                    </a:p>
                    <a:p>
                      <a:pPr algn="ctr">
                        <a:spcBef>
                          <a:spcPts val="0"/>
                        </a:spcBef>
                      </a:pPr>
                      <a:r>
                        <a:rPr kumimoji="1" lang="ja-JP" altLang="en-US" sz="1000" b="1" kern="1200" noProof="1">
                          <a:solidFill>
                            <a:schemeClr val="bg1"/>
                          </a:solidFill>
                          <a:latin typeface="+mn-ea"/>
                          <a:ea typeface="+mn-ea"/>
                          <a:cs typeface="+mn-cs"/>
                        </a:rPr>
                        <a:t>時期</a:t>
                      </a:r>
                      <a:endParaRPr kumimoji="1" lang="en-US" altLang="ja-JP"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0"/>
                        </a:spcBef>
                      </a:pPr>
                      <a:r>
                        <a:rPr kumimoji="1" lang="ja-JP" altLang="en-US" sz="1000" b="1" noProof="1">
                          <a:solidFill>
                            <a:schemeClr val="bg1"/>
                          </a:solidFill>
                          <a:latin typeface="+mn-ea"/>
                          <a:ea typeface="+mn-ea"/>
                        </a:rPr>
                        <a:t>調達状況</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0"/>
                        </a:spcBef>
                      </a:pPr>
                      <a:r>
                        <a:rPr kumimoji="1" lang="ja-JP" altLang="en-US" sz="1000" b="1" kern="1200" noProof="1">
                          <a:solidFill>
                            <a:schemeClr val="bg1"/>
                          </a:solidFill>
                          <a:latin typeface="+mn-ea"/>
                          <a:ea typeface="+mn-ea"/>
                          <a:cs typeface="+mn-cs"/>
                        </a:rPr>
                        <a:t>担当</a:t>
                      </a:r>
                      <a:endParaRPr kumimoji="1" lang="en-US" altLang="ja-JP" sz="1000" b="1" kern="1200" noProof="1">
                        <a:solidFill>
                          <a:schemeClr val="bg1"/>
                        </a:solidFill>
                        <a:latin typeface="+mn-ea"/>
                        <a:ea typeface="+mn-ea"/>
                        <a:cs typeface="+mn-cs"/>
                      </a:endParaRPr>
                    </a:p>
                    <a:p>
                      <a:pPr algn="ctr">
                        <a:spcBef>
                          <a:spcPts val="0"/>
                        </a:spcBef>
                      </a:pPr>
                      <a:r>
                        <a:rPr kumimoji="1" lang="ja-JP" altLang="en-US" sz="1000" b="1" kern="1200" noProof="1">
                          <a:solidFill>
                            <a:schemeClr val="bg1"/>
                          </a:solidFill>
                          <a:latin typeface="+mn-ea"/>
                          <a:ea typeface="+mn-ea"/>
                          <a:cs typeface="+mn-cs"/>
                        </a:rPr>
                        <a:t>チーム</a:t>
                      </a:r>
                      <a:endParaRPr kumimoji="1" lang="en-US" altLang="ja-JP" sz="1000" b="1" kern="1200" noProof="1">
                        <a:solidFill>
                          <a:schemeClr val="bg1"/>
                        </a:solidFill>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1">
                        <a:lumMod val="75000"/>
                      </a:schemeClr>
                    </a:solidFill>
                  </a:tcPr>
                </a:tc>
                <a:tc>
                  <a:txBody>
                    <a:bodyPr/>
                    <a:lstStyle/>
                    <a:p>
                      <a:pPr algn="ctr">
                        <a:spcBef>
                          <a:spcPts val="300"/>
                        </a:spcBef>
                      </a:pPr>
                      <a:r>
                        <a:rPr kumimoji="1" lang="ja-JP" altLang="en-US" sz="1000" b="0" noProof="1">
                          <a:solidFill>
                            <a:schemeClr val="bg1"/>
                          </a:solidFill>
                          <a:latin typeface="+mn-ea"/>
                          <a:ea typeface="+mn-ea"/>
                        </a:rPr>
                        <a:t>付議事項等</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3583684863"/>
                  </a:ext>
                </a:extLst>
              </a:tr>
              <a:tr h="348456">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1</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fontAlgn="t">
                        <a:lnSpc>
                          <a:spcPts val="1080"/>
                        </a:lnSpc>
                        <a:spcBef>
                          <a:spcPts val="0"/>
                        </a:spcBef>
                        <a:buNone/>
                      </a:pPr>
                      <a:r>
                        <a:rPr lang="en-US" altLang="ja-JP" sz="1000" b="0" i="0" u="none" strike="noStrike" noProof="1">
                          <a:solidFill>
                            <a:schemeClr val="tx1"/>
                          </a:solidFill>
                          <a:effectLst/>
                          <a:latin typeface="+mn-ea"/>
                          <a:ea typeface="+mn-ea"/>
                        </a:rPr>
                        <a:t>048</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l" fontAlgn="t">
                        <a:lnSpc>
                          <a:spcPts val="1080"/>
                        </a:lnSpc>
                        <a:spcBef>
                          <a:spcPts val="0"/>
                        </a:spcBef>
                        <a:buNone/>
                      </a:pPr>
                      <a:r>
                        <a:rPr lang="en-US" altLang="ja-JP" sz="1000" b="0" i="0" u="none" strike="noStrike" noProof="1">
                          <a:solidFill>
                            <a:schemeClr val="tx1"/>
                          </a:solidFill>
                          <a:effectLst/>
                          <a:latin typeface="+mn-ea"/>
                          <a:ea typeface="+mn-ea"/>
                        </a:rPr>
                        <a:t>RESTful API</a:t>
                      </a:r>
                      <a:r>
                        <a:rPr lang="ja-JP" altLang="en-US" sz="1000" b="0" i="0" u="none" strike="noStrike" noProof="1">
                          <a:solidFill>
                            <a:schemeClr val="tx1"/>
                          </a:solidFill>
                          <a:effectLst/>
                          <a:latin typeface="+mn-ea"/>
                          <a:ea typeface="+mn-ea"/>
                        </a:rPr>
                        <a:t>を用いて</a:t>
                      </a:r>
                      <a:r>
                        <a:rPr lang="en-US" altLang="ja-JP" sz="1000" b="0" i="0" u="none" strike="noStrike" noProof="1">
                          <a:solidFill>
                            <a:schemeClr val="tx1"/>
                          </a:solidFill>
                          <a:effectLst/>
                          <a:latin typeface="+mn-ea"/>
                          <a:ea typeface="+mn-ea"/>
                        </a:rPr>
                        <a:t>FHIR</a:t>
                      </a:r>
                      <a:r>
                        <a:rPr lang="ja-JP" altLang="en-US" sz="1000" b="0" i="0" u="none" strike="noStrike" noProof="1">
                          <a:solidFill>
                            <a:schemeClr val="tx1"/>
                          </a:solidFill>
                          <a:effectLst/>
                          <a:latin typeface="+mn-ea"/>
                          <a:ea typeface="+mn-ea"/>
                        </a:rPr>
                        <a:t>リソース単位のデータ取得が可能な</a:t>
                      </a:r>
                      <a:r>
                        <a:rPr lang="en-US" altLang="ja-JP" sz="1000" b="0" i="0" u="none" strike="noStrike" noProof="1">
                          <a:solidFill>
                            <a:schemeClr val="tx1"/>
                          </a:solidFill>
                          <a:effectLst/>
                          <a:latin typeface="+mn-ea"/>
                          <a:ea typeface="+mn-ea"/>
                        </a:rPr>
                        <a:t>DB</a:t>
                      </a:r>
                      <a:r>
                        <a:rPr lang="ja-JP" altLang="en-US" sz="1000" b="0" i="0" u="none" strike="noStrike" noProof="1">
                          <a:solidFill>
                            <a:schemeClr val="tx1"/>
                          </a:solidFill>
                          <a:effectLst/>
                          <a:latin typeface="+mn-ea"/>
                          <a:ea typeface="+mn-ea"/>
                        </a:rPr>
                        <a:t>及び</a:t>
                      </a:r>
                      <a:r>
                        <a:rPr lang="en-US" altLang="ja-JP" sz="1000" b="0" i="0" u="none" strike="noStrike" noProof="1">
                          <a:solidFill>
                            <a:schemeClr val="tx1"/>
                          </a:solidFill>
                          <a:effectLst/>
                          <a:latin typeface="+mn-ea"/>
                          <a:ea typeface="+mn-ea"/>
                        </a:rPr>
                        <a:t>API</a:t>
                      </a:r>
                      <a:r>
                        <a:rPr lang="ja-JP" altLang="en-US" sz="1000" b="0" i="0" u="none" strike="noStrike" noProof="1">
                          <a:solidFill>
                            <a:schemeClr val="tx1"/>
                          </a:solidFill>
                          <a:effectLst/>
                          <a:latin typeface="+mn-ea"/>
                          <a:ea typeface="+mn-ea"/>
                        </a:rPr>
                        <a:t>構築</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n-ea"/>
                          <a:ea typeface="+mn-ea"/>
                          <a:cs typeface="+mn-cs"/>
                        </a:rPr>
                        <a:t>未定</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10</a:t>
                      </a:r>
                      <a:r>
                        <a:rPr kumimoji="1" lang="ja-JP" altLang="en-US" sz="1000" b="0" i="0" u="none" strike="noStrike" kern="1200" cap="none" spc="0" normalizeH="0" baseline="0" noProof="0">
                          <a:ln>
                            <a:noFill/>
                          </a:ln>
                          <a:solidFill>
                            <a:schemeClr val="tx1"/>
                          </a:solidFill>
                          <a:effectLst/>
                          <a:uLnTx/>
                          <a:uFillTx/>
                          <a:latin typeface="+mn-ea"/>
                          <a:ea typeface="+mn-ea"/>
                          <a:cs typeface="+mn-cs"/>
                        </a:rPr>
                        <a:t>月調達</a:t>
                      </a:r>
                      <a:br>
                        <a:rPr kumimoji="1" lang="en-US" altLang="ja-JP" sz="1000" b="0" i="0" u="none" strike="noStrike" kern="1200" cap="none" spc="0" normalizeH="0" baseline="0" noProof="0">
                          <a:ln>
                            <a:noFill/>
                          </a:ln>
                          <a:solidFill>
                            <a:schemeClr val="tx1"/>
                          </a:solidFill>
                          <a:effectLst/>
                          <a:uLnTx/>
                          <a:uFillTx/>
                          <a:latin typeface="+mn-ea"/>
                          <a:ea typeface="+mn-ea"/>
                          <a:cs typeface="+mn-cs"/>
                        </a:rPr>
                      </a:br>
                      <a:r>
                        <a:rPr kumimoji="1" lang="ja-JP" altLang="en-US" sz="1000" b="0" i="0" u="none" strike="noStrike" kern="1200" cap="none" spc="0" normalizeH="0" baseline="0" noProof="0">
                          <a:ln>
                            <a:noFill/>
                          </a:ln>
                          <a:solidFill>
                            <a:schemeClr val="tx1"/>
                          </a:solidFill>
                          <a:effectLst/>
                          <a:uLnTx/>
                          <a:uFillTx/>
                          <a:latin typeface="+mn-ea"/>
                          <a:ea typeface="+mn-ea"/>
                          <a:cs typeface="+mn-cs"/>
                        </a:rPr>
                        <a:t>予定</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Tx/>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E</a:t>
                      </a:r>
                      <a:endParaRPr kumimoji="1" lang="ja-JP" altLang="en-US"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ja-JP" altLang="en-US" sz="1000" b="0" i="0" u="none" strike="noStrike" kern="1200" cap="none" spc="0" normalizeH="0" baseline="0" noProof="0">
                        <a:ln>
                          <a:noFill/>
                        </a:ln>
                        <a:solidFill>
                          <a:srgbClr val="FF0000"/>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722449841"/>
                  </a:ext>
                </a:extLst>
              </a:tr>
              <a:tr h="348456">
                <a:tc>
                  <a:txBody>
                    <a:bodyPr/>
                    <a:lstStyle/>
                    <a:p>
                      <a:pPr algn="ctr" fontAlgn="ctr">
                        <a:lnSpc>
                          <a:spcPts val="1080"/>
                        </a:lnSpc>
                        <a:spcBef>
                          <a:spcPts val="0"/>
                        </a:spcBef>
                      </a:pPr>
                      <a:r>
                        <a:rPr lang="en-US" altLang="ja-JP" sz="1000" b="0" i="0" u="none" strike="noStrike" noProof="1">
                          <a:solidFill>
                            <a:schemeClr val="tx1"/>
                          </a:solidFill>
                          <a:effectLst/>
                          <a:latin typeface="+mn-ea"/>
                          <a:ea typeface="+mn-ea"/>
                        </a:rPr>
                        <a:t>2</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ctr" fontAlgn="t">
                        <a:lnSpc>
                          <a:spcPts val="1080"/>
                        </a:lnSpc>
                        <a:spcBef>
                          <a:spcPts val="0"/>
                        </a:spcBef>
                        <a:buNone/>
                      </a:pPr>
                      <a:r>
                        <a:rPr lang="en-US" altLang="ja-JP" sz="1000" b="0" i="0" u="none" strike="noStrike" noProof="1">
                          <a:solidFill>
                            <a:schemeClr val="tx1"/>
                          </a:solidFill>
                          <a:effectLst/>
                          <a:latin typeface="+mn-ea"/>
                          <a:ea typeface="+mn-ea"/>
                        </a:rPr>
                        <a:t>151</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algn="l" fontAlgn="t">
                        <a:lnSpc>
                          <a:spcPts val="1080"/>
                        </a:lnSpc>
                        <a:spcBef>
                          <a:spcPts val="0"/>
                        </a:spcBef>
                        <a:buNone/>
                      </a:pPr>
                      <a:r>
                        <a:rPr lang="ja-JP" altLang="en-US" sz="1000" b="0" i="0" u="none" strike="noStrike" noProof="1">
                          <a:solidFill>
                            <a:schemeClr val="tx1"/>
                          </a:solidFill>
                          <a:effectLst/>
                          <a:latin typeface="+mn-ea"/>
                          <a:ea typeface="+mn-ea"/>
                        </a:rPr>
                        <a:t>2次利用</a:t>
                      </a:r>
                      <a:r>
                        <a:rPr lang="en-US" altLang="ja-JP" sz="1000" b="0" i="0" u="none" strike="noStrike" noProof="1">
                          <a:solidFill>
                            <a:schemeClr val="tx1"/>
                          </a:solidFill>
                          <a:effectLst/>
                          <a:latin typeface="+mn-ea"/>
                          <a:ea typeface="+mn-ea"/>
                        </a:rPr>
                        <a:t>DB</a:t>
                      </a:r>
                      <a:r>
                        <a:rPr lang="ja-JP" altLang="en-US" sz="1000" b="0" i="0" u="none" strike="noStrike" noProof="1">
                          <a:solidFill>
                            <a:schemeClr val="tx1"/>
                          </a:solidFill>
                          <a:effectLst/>
                          <a:latin typeface="+mn-ea"/>
                          <a:ea typeface="+mn-ea"/>
                        </a:rPr>
                        <a:t>への情報連携(連携仕様に応じた出力機能および連携ネットワークの構築)</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n-ea"/>
                          <a:ea typeface="+mn-ea"/>
                          <a:cs typeface="+mn-cs"/>
                        </a:rPr>
                        <a:t>未定</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10</a:t>
                      </a:r>
                      <a:r>
                        <a:rPr kumimoji="1" lang="ja-JP" altLang="en-US" sz="1000" b="0" i="0" u="none" strike="noStrike" kern="1200" cap="none" spc="0" normalizeH="0" baseline="0" noProof="0">
                          <a:ln>
                            <a:noFill/>
                          </a:ln>
                          <a:solidFill>
                            <a:schemeClr val="tx1"/>
                          </a:solidFill>
                          <a:effectLst/>
                          <a:uLnTx/>
                          <a:uFillTx/>
                          <a:latin typeface="+mn-ea"/>
                          <a:ea typeface="+mn-ea"/>
                          <a:cs typeface="+mn-cs"/>
                        </a:rPr>
                        <a:t>月調達</a:t>
                      </a:r>
                      <a:br>
                        <a:rPr kumimoji="1" lang="en-US" altLang="ja-JP" sz="1000" b="0" i="0" u="none" strike="noStrike" kern="1200" cap="none" spc="0" normalizeH="0" baseline="0" noProof="0">
                          <a:ln>
                            <a:noFill/>
                          </a:ln>
                          <a:solidFill>
                            <a:schemeClr val="tx1"/>
                          </a:solidFill>
                          <a:effectLst/>
                          <a:uLnTx/>
                          <a:uFillTx/>
                          <a:latin typeface="+mn-ea"/>
                          <a:ea typeface="+mn-ea"/>
                          <a:cs typeface="+mn-cs"/>
                        </a:rPr>
                      </a:br>
                      <a:r>
                        <a:rPr kumimoji="1" lang="ja-JP" altLang="en-US" sz="1000" b="0" i="0" u="none" strike="noStrike" kern="1200" cap="none" spc="0" normalizeH="0" baseline="0" noProof="0">
                          <a:ln>
                            <a:noFill/>
                          </a:ln>
                          <a:solidFill>
                            <a:schemeClr val="tx1"/>
                          </a:solidFill>
                          <a:effectLst/>
                          <a:uLnTx/>
                          <a:uFillTx/>
                          <a:latin typeface="+mn-ea"/>
                          <a:ea typeface="+mn-ea"/>
                          <a:cs typeface="+mn-cs"/>
                        </a:rPr>
                        <a:t>予定</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E</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en-US" altLang="ja-JP"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64938040"/>
                  </a:ext>
                </a:extLst>
              </a:tr>
              <a:tr h="348456">
                <a:tc>
                  <a:txBody>
                    <a:bodyPr/>
                    <a:lstStyle/>
                    <a:p>
                      <a:pPr marL="0" lvl="0" algn="ctr" defTabSz="685673" rtl="0" eaLnBrk="1" fontAlgn="ctr" latinLnBrk="0" hangingPunct="1">
                        <a:lnSpc>
                          <a:spcPts val="1080"/>
                        </a:lnSpc>
                        <a:spcBef>
                          <a:spcPts val="0"/>
                        </a:spcBef>
                        <a:buNone/>
                      </a:pPr>
                      <a:r>
                        <a:rPr kumimoji="1" lang="en-US" altLang="ja-JP" sz="1000" b="0" i="0" u="none" strike="noStrike" kern="1200" noProof="1">
                          <a:solidFill>
                            <a:schemeClr val="tx1"/>
                          </a:solidFill>
                          <a:effectLst/>
                          <a:latin typeface="+mn-ea"/>
                          <a:ea typeface="+mn-ea"/>
                          <a:cs typeface="+mn-cs"/>
                        </a:rPr>
                        <a:t>3</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algn="ctr" defTabSz="685673" rtl="0" eaLnBrk="1" latinLnBrk="0" hangingPunct="1">
                        <a:lnSpc>
                          <a:spcPts val="1080"/>
                        </a:lnSpc>
                        <a:spcBef>
                          <a:spcPts val="0"/>
                        </a:spcBef>
                        <a:buNone/>
                      </a:pPr>
                      <a:r>
                        <a:rPr kumimoji="1" lang="ja-JP" altLang="en-US" sz="1000" b="0" i="0" u="none" strike="noStrike" kern="1200" noProof="1">
                          <a:solidFill>
                            <a:schemeClr val="tx1"/>
                          </a:solidFill>
                          <a:effectLst/>
                          <a:latin typeface="+mn-ea"/>
                          <a:ea typeface="+mn-ea"/>
                          <a:cs typeface="+mn-cs"/>
                        </a:rPr>
                        <a:t>ー</a:t>
                      </a:r>
                      <a:endParaRPr kumimoji="1" lang="en-US" altLang="ja-JP" sz="1000" b="0" i="0" u="none" strike="noStrike" kern="1200" noProof="1">
                        <a:solidFill>
                          <a:schemeClr val="tx1"/>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l" defTabSz="685673" rtl="0" eaLnBrk="1" latinLnBrk="0" hangingPunct="1">
                        <a:lnSpc>
                          <a:spcPts val="1080"/>
                        </a:lnSpc>
                        <a:spcBef>
                          <a:spcPts val="0"/>
                        </a:spcBef>
                        <a:buNone/>
                      </a:pPr>
                      <a:r>
                        <a:rPr kumimoji="1" lang="ja-JP" altLang="en-US" sz="1000" b="0" i="0" u="none" strike="noStrike" kern="1200" noProof="0">
                          <a:solidFill>
                            <a:schemeClr val="tx1"/>
                          </a:solidFill>
                          <a:effectLst/>
                          <a:latin typeface="+mn-ea"/>
                          <a:ea typeface="+mn-ea"/>
                          <a:cs typeface="+mn-cs"/>
                        </a:rPr>
                        <a:t>アクセンチュアの開発稼働支援(R8年度下半期)</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n-ea"/>
                          <a:ea typeface="+mn-ea"/>
                          <a:cs typeface="+mn-cs"/>
                        </a:rPr>
                        <a:t>ー</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n-ea"/>
                          <a:ea typeface="+mn-ea"/>
                          <a:cs typeface="+mn-cs"/>
                        </a:rPr>
                        <a:t>完了</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n-ea"/>
                          <a:ea typeface="+mn-ea"/>
                          <a:cs typeface="+mn-cs"/>
                        </a:rPr>
                        <a:t>ー</a:t>
                      </a:r>
                      <a:endParaRPr kumimoji="1" lang="en-US" altLang="ja-JP"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en-US" altLang="ja-JP"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828620868"/>
                  </a:ext>
                </a:extLst>
              </a:tr>
              <a:tr h="348456">
                <a:tc>
                  <a:txBody>
                    <a:bodyPr/>
                    <a:lstStyle/>
                    <a:p>
                      <a:pPr marL="0" lvl="0" algn="ctr" defTabSz="685673" rtl="0" eaLnBrk="1" fontAlgn="ctr" latinLnBrk="0" hangingPunct="1">
                        <a:lnSpc>
                          <a:spcPts val="1080"/>
                        </a:lnSpc>
                        <a:spcBef>
                          <a:spcPts val="0"/>
                        </a:spcBef>
                        <a:buNone/>
                      </a:pPr>
                      <a:r>
                        <a:rPr kumimoji="1" lang="en-US" altLang="ja-JP" sz="1000" b="0" i="0" u="none" strike="noStrike" kern="1200" noProof="1">
                          <a:solidFill>
                            <a:schemeClr val="tx1"/>
                          </a:solidFill>
                          <a:effectLst/>
                          <a:latin typeface="+mn-ea"/>
                          <a:ea typeface="+mn-ea"/>
                          <a:cs typeface="+mn-cs"/>
                        </a:rPr>
                        <a:t>4</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algn="ctr" defTabSz="685673" rtl="0" eaLnBrk="1" latinLnBrk="0" hangingPunct="1">
                        <a:lnSpc>
                          <a:spcPts val="1080"/>
                        </a:lnSpc>
                        <a:spcBef>
                          <a:spcPts val="0"/>
                        </a:spcBef>
                        <a:buNone/>
                      </a:pPr>
                      <a:r>
                        <a:rPr kumimoji="1" lang="ja-JP" altLang="en-US" sz="1000" b="0" i="0" u="none" strike="noStrike" kern="1200" noProof="1">
                          <a:solidFill>
                            <a:schemeClr val="tx1"/>
                          </a:solidFill>
                          <a:effectLst/>
                          <a:latin typeface="+mn-ea"/>
                          <a:ea typeface="+mn-ea"/>
                          <a:cs typeface="+mn-cs"/>
                        </a:rPr>
                        <a:t>ー</a:t>
                      </a:r>
                      <a:endParaRPr kumimoji="1" lang="en-US" altLang="ja-JP" sz="1000" b="0" i="0" u="none" strike="noStrike" kern="1200" noProof="1">
                        <a:solidFill>
                          <a:schemeClr val="tx1"/>
                        </a:solidFill>
                        <a:effectLst/>
                        <a:latin typeface="+mn-ea"/>
                        <a:ea typeface="+mn-ea"/>
                        <a:cs typeface="+mn-cs"/>
                      </a:endParaRP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lvl="0" indent="0" algn="l" defTabSz="685673" rtl="0" eaLnBrk="1" latinLnBrk="0" hangingPunct="1">
                        <a:lnSpc>
                          <a:spcPts val="1080"/>
                        </a:lnSpc>
                        <a:spcBef>
                          <a:spcPts val="0"/>
                        </a:spcBef>
                        <a:buNone/>
                      </a:pPr>
                      <a:r>
                        <a:rPr kumimoji="1" lang="ja-JP" altLang="en-US" sz="1000" b="0" i="0" u="none" strike="noStrike" kern="1200" noProof="0">
                          <a:solidFill>
                            <a:schemeClr val="tx1"/>
                          </a:solidFill>
                          <a:effectLst/>
                          <a:latin typeface="+mn-ea"/>
                          <a:ea typeface="+mn-ea"/>
                          <a:cs typeface="+mn-cs"/>
                        </a:rPr>
                        <a:t>フォーティエンスのモデル事業支援(R8年度12月以降)</a:t>
                      </a:r>
                    </a:p>
                  </a:txBody>
                  <a:tcPr marL="45720" marR="45720" marT="41564" marB="41564"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n-ea"/>
                          <a:ea typeface="+mn-ea"/>
                          <a:cs typeface="+mn-cs"/>
                        </a:rPr>
                        <a:t>ー</a:t>
                      </a:r>
                      <a:endParaRPr kumimoji="1" lang="en-US" altLang="ja-JP" sz="1000" b="0" i="0" u="none" strike="noStrike" kern="1200" cap="none" spc="0" normalizeH="0" baseline="0" noProof="0">
                        <a:ln>
                          <a:noFill/>
                        </a:ln>
                        <a:solidFill>
                          <a:schemeClr val="tx1"/>
                        </a:solidFill>
                        <a:effectLst/>
                        <a:uLnTx/>
                        <a:uFillTx/>
                        <a:latin typeface="+mn-ea"/>
                        <a:ea typeface="+mn-ea"/>
                        <a:cs typeface="Meiryo UI"/>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en-US" altLang="ja-JP" sz="1000" b="0" i="0" u="none" strike="noStrike" kern="1200" cap="none" spc="0" normalizeH="0" baseline="0" noProof="0">
                          <a:ln>
                            <a:noFill/>
                          </a:ln>
                          <a:solidFill>
                            <a:schemeClr val="tx1"/>
                          </a:solidFill>
                          <a:effectLst/>
                          <a:uLnTx/>
                          <a:uFillTx/>
                          <a:latin typeface="+mn-ea"/>
                          <a:ea typeface="+mn-ea"/>
                          <a:cs typeface="+mn-cs"/>
                        </a:rPr>
                        <a:t>10</a:t>
                      </a:r>
                      <a:r>
                        <a:rPr kumimoji="1" lang="ja-JP" altLang="en-US" sz="1000" b="0" i="0" u="none" strike="noStrike" kern="1200" cap="none" spc="0" normalizeH="0" baseline="0" noProof="0">
                          <a:ln>
                            <a:noFill/>
                          </a:ln>
                          <a:solidFill>
                            <a:schemeClr val="tx1"/>
                          </a:solidFill>
                          <a:effectLst/>
                          <a:uLnTx/>
                          <a:uFillTx/>
                          <a:latin typeface="+mn-ea"/>
                          <a:ea typeface="+mn-ea"/>
                          <a:cs typeface="+mn-cs"/>
                        </a:rPr>
                        <a:t>月調達</a:t>
                      </a:r>
                      <a:br>
                        <a:rPr kumimoji="1" lang="en-US" altLang="ja-JP" sz="1000" b="0" i="0" u="none" strike="noStrike" kern="1200" cap="none" spc="0" normalizeH="0" baseline="0" noProof="0">
                          <a:ln>
                            <a:noFill/>
                          </a:ln>
                          <a:solidFill>
                            <a:srgbClr val="000000"/>
                          </a:solidFill>
                          <a:effectLst/>
                          <a:uLnTx/>
                          <a:uFillTx/>
                          <a:latin typeface="+mn-ea"/>
                          <a:ea typeface="+mn-ea"/>
                          <a:cs typeface="+mn-cs"/>
                        </a:rPr>
                      </a:br>
                      <a:r>
                        <a:rPr kumimoji="1" lang="ja-JP" altLang="en-US" sz="1000" b="0" i="0" u="none" strike="noStrike" kern="1200" cap="none" spc="0" normalizeH="0" baseline="0" noProof="0">
                          <a:ln>
                            <a:noFill/>
                          </a:ln>
                          <a:solidFill>
                            <a:schemeClr val="tx1"/>
                          </a:solidFill>
                          <a:effectLst/>
                          <a:uLnTx/>
                          <a:uFillTx/>
                          <a:latin typeface="+mn-ea"/>
                          <a:ea typeface="+mn-ea"/>
                          <a:cs typeface="+mn-cs"/>
                        </a:rPr>
                        <a:t>予定</a:t>
                      </a: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685673" rtl="0" eaLnBrk="1" fontAlgn="ctr" latinLnBrk="0" hangingPunct="1">
                        <a:lnSpc>
                          <a:spcPts val="1080"/>
                        </a:lnSpc>
                        <a:spcBef>
                          <a:spcPts val="0"/>
                        </a:spcBef>
                        <a:spcAft>
                          <a:spcPts val="0"/>
                        </a:spcAft>
                        <a:buClrTx/>
                        <a:buSzTx/>
                        <a:buFont typeface="Meiryo UI" panose="020B0604020202020204" pitchFamily="34" charset="0"/>
                        <a:buNone/>
                        <a:tabLst/>
                        <a:defRPr noProof="1"/>
                      </a:pPr>
                      <a:r>
                        <a:rPr kumimoji="1" lang="ja-JP" altLang="en-US" sz="1000" b="0" i="0" u="none" strike="noStrike" kern="1200" cap="none" spc="0" normalizeH="0" baseline="0" noProof="0">
                          <a:ln>
                            <a:noFill/>
                          </a:ln>
                          <a:solidFill>
                            <a:schemeClr val="tx1"/>
                          </a:solidFill>
                          <a:effectLst/>
                          <a:uLnTx/>
                          <a:uFillTx/>
                          <a:latin typeface="+mn-ea"/>
                          <a:ea typeface="+mn-ea"/>
                          <a:cs typeface="+mn-cs"/>
                        </a:rPr>
                        <a:t>ー</a:t>
                      </a:r>
                      <a:endParaRPr kumimoji="1" lang="en-US" altLang="ja-JP"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tc>
                  <a:txBody>
                    <a:bodyPr/>
                    <a:lstStyle/>
                    <a:p>
                      <a:pPr marL="72000" marR="0" lvl="0" indent="-72000" algn="l" defTabSz="685673" rtl="0" eaLnBrk="1" fontAlgn="ctr" latinLnBrk="0" hangingPunct="1">
                        <a:lnSpc>
                          <a:spcPts val="1080"/>
                        </a:lnSpc>
                        <a:spcBef>
                          <a:spcPts val="0"/>
                        </a:spcBef>
                        <a:spcAft>
                          <a:spcPts val="0"/>
                        </a:spcAft>
                        <a:buClrTx/>
                        <a:buSzTx/>
                        <a:buFont typeface="Meiryo UI" panose="020B0604020202020204" pitchFamily="34" charset="0"/>
                        <a:buChar char="•"/>
                        <a:tabLst/>
                        <a:defRPr noProof="1"/>
                      </a:pPr>
                      <a:endParaRPr kumimoji="1" lang="en-US" altLang="ja-JP" sz="1000" b="0" i="0" u="none" strike="noStrike" kern="1200" cap="none" spc="0" normalizeH="0" baseline="0" noProof="0">
                        <a:ln>
                          <a:noFill/>
                        </a:ln>
                        <a:solidFill>
                          <a:schemeClr val="tx1"/>
                        </a:solidFill>
                        <a:effectLst/>
                        <a:uLnTx/>
                        <a:uFillTx/>
                        <a:latin typeface="+mn-ea"/>
                        <a:ea typeface="+mn-ea"/>
                        <a:cs typeface="+mn-cs"/>
                      </a:endParaRPr>
                    </a:p>
                  </a:txBody>
                  <a:tcPr marL="45720" marR="4572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43459808"/>
                  </a:ext>
                </a:extLst>
              </a:tr>
            </a:tbl>
          </a:graphicData>
        </a:graphic>
      </p:graphicFrame>
      <p:sp>
        <p:nvSpPr>
          <p:cNvPr id="18" name="テキスト ボックス 17">
            <a:extLst>
              <a:ext uri="{FF2B5EF4-FFF2-40B4-BE49-F238E27FC236}">
                <a16:creationId xmlns:a16="http://schemas.microsoft.com/office/drawing/2014/main" id="{6DD98E58-36E5-7AC4-49A3-1CDE327EFF3E}"/>
              </a:ext>
            </a:extLst>
          </p:cNvPr>
          <p:cNvSpPr txBox="1"/>
          <p:nvPr/>
        </p:nvSpPr>
        <p:spPr>
          <a:xfrm>
            <a:off x="507002" y="4660948"/>
            <a:ext cx="2841640" cy="216000"/>
          </a:xfrm>
          <a:prstGeom prst="roundRect">
            <a:avLst/>
          </a:prstGeom>
          <a:solidFill>
            <a:schemeClr val="tx2"/>
          </a:solidFill>
        </p:spPr>
        <p:txBody>
          <a:bodyPr wrap="square" rtlCol="0" anchor="ctr">
            <a:noAutofit/>
          </a:bodyPr>
          <a:lstStyle>
            <a:defPPr>
              <a:defRPr lang="ja-JP" noProof="1"/>
            </a:defPPr>
            <a:lvl1pPr>
              <a:defRPr sz="1400" noProof="1">
                <a:solidFill>
                  <a:schemeClr val="bg1"/>
                </a:solidFill>
                <a:latin typeface="+mj-lt"/>
                <a:ea typeface="Meiryo UI" panose="020B0604030504040204" pitchFamily="50" charset="-128"/>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1">
                <a:ln>
                  <a:noFill/>
                </a:ln>
                <a:solidFill>
                  <a:prstClr val="white"/>
                </a:solidFill>
                <a:effectLst/>
                <a:uLnTx/>
                <a:uFillTx/>
                <a:latin typeface="Arial"/>
                <a:ea typeface="Meiryo UI" panose="020B0604030504040204" pitchFamily="50" charset="-128"/>
                <a:cs typeface="+mn-cs"/>
              </a:rPr>
              <a:t>その他</a:t>
            </a:r>
            <a:r>
              <a:rPr kumimoji="1" lang="en-US" altLang="ja-JP" sz="1050" b="0" i="0" u="none" strike="noStrike" kern="1200" cap="none" spc="0" normalizeH="0" baseline="0" noProof="1">
                <a:ln>
                  <a:noFill/>
                </a:ln>
                <a:solidFill>
                  <a:prstClr val="white"/>
                </a:solidFill>
                <a:effectLst/>
                <a:uLnTx/>
                <a:uFillTx/>
                <a:latin typeface="Arial"/>
                <a:ea typeface="Meiryo UI" panose="020B0604030504040204" pitchFamily="50" charset="-128"/>
                <a:cs typeface="+mn-cs"/>
              </a:rPr>
              <a:t>:</a:t>
            </a:r>
            <a:r>
              <a:rPr kumimoji="1" lang="ja-JP" altLang="en-US" sz="1050" b="0" i="0" u="none" strike="noStrike" kern="1200" cap="none" spc="0" normalizeH="0" baseline="0" noProof="1">
                <a:ln>
                  <a:noFill/>
                </a:ln>
                <a:solidFill>
                  <a:prstClr val="white"/>
                </a:solidFill>
                <a:effectLst/>
                <a:uLnTx/>
                <a:uFillTx/>
                <a:latin typeface="Arial"/>
                <a:ea typeface="Meiryo UI" panose="020B0604030504040204" pitchFamily="50" charset="-128"/>
                <a:cs typeface="+mn-cs"/>
              </a:rPr>
              <a:t>リリース時期未定・調整中の案件の一覧</a:t>
            </a:r>
          </a:p>
        </p:txBody>
      </p:sp>
      <p:sp>
        <p:nvSpPr>
          <p:cNvPr id="5" name="正方形/長方形 4">
            <a:extLst>
              <a:ext uri="{FF2B5EF4-FFF2-40B4-BE49-F238E27FC236}">
                <a16:creationId xmlns:a16="http://schemas.microsoft.com/office/drawing/2014/main" id="{207C26F6-76ED-8D5D-7C20-51E3031160B4}"/>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(DX</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機構資料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37273157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8D425E28-8B8C-7692-E761-A19C0789A5DB}"/>
              </a:ext>
            </a:extLst>
          </p:cNvPr>
          <p:cNvSpPr>
            <a:spLocks noGrp="1"/>
          </p:cNvSpPr>
          <p:nvPr>
            <p:ph sz="quarter" idx="12"/>
          </p:nvPr>
        </p:nvSpPr>
        <p:spPr>
          <a:xfrm>
            <a:off x="433383" y="3037790"/>
            <a:ext cx="8891322" cy="782419"/>
          </a:xfrm>
        </p:spPr>
        <p:txBody>
          <a:bodyPr/>
          <a:lstStyle/>
          <a:p>
            <a:pPr algn="ctr"/>
            <a:r>
              <a:rPr lang="ja-JP" altLang="en-US" sz="2800" noProof="1">
                <a:solidFill>
                  <a:srgbClr val="000000"/>
                </a:solidFill>
                <a:cs typeface="Arial"/>
              </a:rPr>
              <a:t>令和</a:t>
            </a:r>
            <a:r>
              <a:rPr lang="en-US" altLang="ja-JP" sz="2800" noProof="1">
                <a:solidFill>
                  <a:srgbClr val="000000"/>
                </a:solidFill>
                <a:cs typeface="Arial"/>
              </a:rPr>
              <a:t>9</a:t>
            </a:r>
            <a:r>
              <a:rPr lang="ja-JP" altLang="en-US" sz="2800" noProof="1">
                <a:solidFill>
                  <a:srgbClr val="000000"/>
                </a:solidFill>
                <a:cs typeface="Arial"/>
              </a:rPr>
              <a:t>年度開発向け要件整理案件の実施内容・進め方</a:t>
            </a:r>
            <a:endParaRPr kumimoji="1" lang="ja-JP" altLang="en-US" sz="2800"/>
          </a:p>
        </p:txBody>
      </p:sp>
      <p:sp>
        <p:nvSpPr>
          <p:cNvPr id="4" name="正方形/長方形 3">
            <a:extLst>
              <a:ext uri="{FF2B5EF4-FFF2-40B4-BE49-F238E27FC236}">
                <a16:creationId xmlns:a16="http://schemas.microsoft.com/office/drawing/2014/main" id="{BB834119-EDD4-BB55-4991-EFCBDEB3E855}"/>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(DX</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機構資料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25652568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3C8B1-FB24-18FA-8B9D-D1831783871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02822A-DE25-2101-D7C6-D7F68B319B76}"/>
              </a:ext>
            </a:extLst>
          </p:cNvPr>
          <p:cNvSpPr>
            <a:spLocks noGrp="1"/>
          </p:cNvSpPr>
          <p:nvPr>
            <p:ph type="title"/>
          </p:nvPr>
        </p:nvSpPr>
        <p:spPr/>
        <p:txBody>
          <a:bodyPr/>
          <a:lstStyle/>
          <a:p>
            <a:r>
              <a:rPr kumimoji="1" lang="en-US" altLang="ja-JP"/>
              <a:t>1</a:t>
            </a:r>
            <a:r>
              <a:rPr kumimoji="1" lang="ja-JP" altLang="en-US"/>
              <a:t>．目的（ミッション）</a:t>
            </a:r>
          </a:p>
        </p:txBody>
      </p:sp>
      <p:sp>
        <p:nvSpPr>
          <p:cNvPr id="3" name="コンテンツ プレースホルダー 2">
            <a:extLst>
              <a:ext uri="{FF2B5EF4-FFF2-40B4-BE49-F238E27FC236}">
                <a16:creationId xmlns:a16="http://schemas.microsoft.com/office/drawing/2014/main" id="{13A05C91-9AE3-6F3B-5313-3E7F8471D4FA}"/>
              </a:ext>
            </a:extLst>
          </p:cNvPr>
          <p:cNvSpPr>
            <a:spLocks noGrp="1"/>
          </p:cNvSpPr>
          <p:nvPr>
            <p:ph sz="quarter" idx="12"/>
          </p:nvPr>
        </p:nvSpPr>
        <p:spPr>
          <a:xfrm>
            <a:off x="507341" y="774373"/>
            <a:ext cx="8891322" cy="1400656"/>
          </a:xfrm>
        </p:spPr>
        <p:txBody>
          <a:bodyPr/>
          <a:lstStyle/>
          <a:p>
            <a:pPr marL="285750" indent="-285750">
              <a:buFont typeface="Arial" panose="020B0604020202020204" pitchFamily="34" charset="0"/>
              <a:buChar char="•"/>
            </a:pPr>
            <a:r>
              <a:rPr kumimoji="1" lang="en-US" altLang="ja-JP"/>
              <a:t>【</a:t>
            </a:r>
            <a:r>
              <a:rPr kumimoji="1" lang="ja-JP" altLang="en-US"/>
              <a:t>要件漏れの防止</a:t>
            </a:r>
            <a:r>
              <a:rPr kumimoji="1" lang="en-US" altLang="ja-JP"/>
              <a:t>】</a:t>
            </a:r>
            <a:r>
              <a:rPr kumimoji="1" lang="ja-JP" altLang="en-US"/>
              <a:t> 開発範囲・仕様・前提条件を明確化し、開発着手に必要な要件を確定すること</a:t>
            </a:r>
            <a:endParaRPr kumimoji="1" lang="en-US" altLang="ja-JP"/>
          </a:p>
          <a:p>
            <a:pPr marL="285750" indent="-285750">
              <a:buFont typeface="Arial" panose="020B0604020202020204" pitchFamily="34" charset="0"/>
              <a:buChar char="•"/>
            </a:pPr>
            <a:r>
              <a:rPr kumimoji="1" lang="en-US" altLang="ja-JP"/>
              <a:t>【</a:t>
            </a:r>
            <a:r>
              <a:rPr kumimoji="1" lang="ja-JP" altLang="en-US"/>
              <a:t>費用のブレの防止</a:t>
            </a:r>
            <a:r>
              <a:rPr kumimoji="1" lang="en-US" altLang="ja-JP"/>
              <a:t>】</a:t>
            </a:r>
            <a:r>
              <a:rPr kumimoji="1" lang="ja-JP" altLang="en-US"/>
              <a:t> 要件定義の結果を踏まえ、開発本調達に使用可能な水準まで見積を精緻化すること</a:t>
            </a:r>
            <a:endParaRPr kumimoji="1" lang="en-US" altLang="ja-JP"/>
          </a:p>
          <a:p>
            <a:pPr marL="285750" indent="-285750">
              <a:buFont typeface="Arial" panose="020B0604020202020204" pitchFamily="34" charset="0"/>
              <a:buChar char="•"/>
            </a:pPr>
            <a:r>
              <a:rPr kumimoji="1" lang="en-US" altLang="ja-JP"/>
              <a:t>【</a:t>
            </a:r>
            <a:r>
              <a:rPr lang="ja-JP" altLang="en-US"/>
              <a:t>五月雨的な課題検討の防止</a:t>
            </a:r>
            <a:r>
              <a:rPr kumimoji="1" lang="en-US" altLang="ja-JP"/>
              <a:t>】</a:t>
            </a:r>
            <a:r>
              <a:rPr kumimoji="1" lang="ja-JP" altLang="en-US"/>
              <a:t> 開発着手の阻害要因となり得る課題を要件定義期間中に全て洗い出し、開発開始前に解消または判断可能な状態にすること</a:t>
            </a:r>
          </a:p>
        </p:txBody>
      </p:sp>
      <p:sp>
        <p:nvSpPr>
          <p:cNvPr id="5" name="正方形/長方形 4">
            <a:extLst>
              <a:ext uri="{FF2B5EF4-FFF2-40B4-BE49-F238E27FC236}">
                <a16:creationId xmlns:a16="http://schemas.microsoft.com/office/drawing/2014/main" id="{1CD84DD1-8DDF-0F32-7E36-3AB0771B23CC}"/>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(DX</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機構資料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40052900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814BC73-EBFC-BB8A-4D1D-8223B2281444}"/>
              </a:ext>
            </a:extLst>
          </p:cNvPr>
          <p:cNvSpPr>
            <a:spLocks noGrp="1"/>
          </p:cNvSpPr>
          <p:nvPr>
            <p:ph type="title"/>
          </p:nvPr>
        </p:nvSpPr>
        <p:spPr/>
        <p:txBody>
          <a:bodyPr/>
          <a:lstStyle/>
          <a:p>
            <a:r>
              <a:rPr kumimoji="1" lang="en-US" altLang="ja-JP"/>
              <a:t>2</a:t>
            </a:r>
            <a:r>
              <a:rPr kumimoji="1" lang="ja-JP" altLang="en-US"/>
              <a:t>．実施内容（</a:t>
            </a:r>
            <a:r>
              <a:rPr kumimoji="1" lang="en-US" altLang="ja-JP"/>
              <a:t>1/2</a:t>
            </a:r>
            <a:r>
              <a:rPr kumimoji="1" lang="ja-JP" altLang="en-US"/>
              <a:t>）</a:t>
            </a:r>
          </a:p>
        </p:txBody>
      </p:sp>
      <p:sp>
        <p:nvSpPr>
          <p:cNvPr id="3" name="コンテンツ プレースホルダー 2">
            <a:extLst>
              <a:ext uri="{FF2B5EF4-FFF2-40B4-BE49-F238E27FC236}">
                <a16:creationId xmlns:a16="http://schemas.microsoft.com/office/drawing/2014/main" id="{9E161DDD-B5BE-E237-4C3D-39829CA3488E}"/>
              </a:ext>
            </a:extLst>
          </p:cNvPr>
          <p:cNvSpPr>
            <a:spLocks noGrp="1"/>
          </p:cNvSpPr>
          <p:nvPr>
            <p:ph sz="quarter" idx="12"/>
          </p:nvPr>
        </p:nvSpPr>
        <p:spPr>
          <a:xfrm>
            <a:off x="507341" y="1159001"/>
            <a:ext cx="8891322" cy="5260668"/>
          </a:xfrm>
        </p:spPr>
        <p:txBody>
          <a:bodyPr/>
          <a:lstStyle/>
          <a:p>
            <a:r>
              <a:rPr lang="ja-JP" altLang="en-US" b="1"/>
              <a:t>（１）開発範囲の明確化</a:t>
            </a:r>
            <a:endParaRPr kumimoji="1" lang="en-US" altLang="ja-JP" b="1"/>
          </a:p>
          <a:p>
            <a:r>
              <a:rPr kumimoji="1" lang="ja-JP" altLang="en-US"/>
              <a:t>○開発対象となる機能について、以下を明確化すること</a:t>
            </a:r>
            <a:endParaRPr kumimoji="1" lang="en-US" altLang="ja-JP"/>
          </a:p>
          <a:p>
            <a:pPr marL="285750" lvl="1" indent="-285750"/>
            <a:r>
              <a:rPr lang="ja-JP" altLang="en-US">
                <a:latin typeface="+mj-ea"/>
                <a:ea typeface="+mj-ea"/>
                <a:cs typeface="+mn-cs"/>
              </a:rPr>
              <a:t>開発範囲の概要</a:t>
            </a:r>
            <a:endParaRPr lang="en-US" altLang="ja-JP">
              <a:latin typeface="+mj-ea"/>
              <a:ea typeface="+mj-ea"/>
              <a:cs typeface="+mn-cs"/>
            </a:endParaRPr>
          </a:p>
          <a:p>
            <a:pPr marL="285750" lvl="1" indent="-285750"/>
            <a:r>
              <a:rPr lang="ja-JP" altLang="en-US">
                <a:latin typeface="+mj-ea"/>
                <a:ea typeface="+mj-ea"/>
                <a:cs typeface="+mn-cs"/>
              </a:rPr>
              <a:t>他システムで開発する範囲の概要（詳細は次項参照）</a:t>
            </a:r>
            <a:endParaRPr lang="en-US" altLang="ja-JP">
              <a:latin typeface="+mj-ea"/>
              <a:ea typeface="+mj-ea"/>
              <a:cs typeface="+mn-cs"/>
            </a:endParaRPr>
          </a:p>
          <a:p>
            <a:pPr lvl="1" indent="0">
              <a:buNone/>
            </a:pPr>
            <a:endParaRPr lang="en-US" altLang="ja-JP" b="1"/>
          </a:p>
          <a:p>
            <a:r>
              <a:rPr kumimoji="1" lang="ja-JP" altLang="en-US" b="1"/>
              <a:t>（２）仕様の整理</a:t>
            </a:r>
            <a:br>
              <a:rPr kumimoji="1" lang="en-US" altLang="ja-JP" b="1"/>
            </a:br>
            <a:r>
              <a:rPr lang="ja-JP" altLang="en-US" b="1"/>
              <a:t>（開発事業者による要件整理案件の対象外となる案件においては、案件起票者が整理すること）</a:t>
            </a:r>
            <a:endParaRPr kumimoji="1" lang="en-US" altLang="ja-JP" b="1"/>
          </a:p>
          <a:p>
            <a:r>
              <a:rPr kumimoji="1" lang="ja-JP" altLang="en-US"/>
              <a:t>○開発対象機能について、以下を明確化すること</a:t>
            </a:r>
            <a:endParaRPr kumimoji="1" lang="en-US" altLang="ja-JP"/>
          </a:p>
          <a:p>
            <a:pPr marL="285750" indent="-285750">
              <a:buFont typeface="Arial" panose="020B0604020202020204" pitchFamily="34" charset="0"/>
              <a:buChar char="•"/>
            </a:pPr>
            <a:r>
              <a:rPr kumimoji="1" lang="ja-JP" altLang="en-US"/>
              <a:t>機能概要</a:t>
            </a:r>
            <a:endParaRPr kumimoji="1" lang="en-US" altLang="ja-JP"/>
          </a:p>
          <a:p>
            <a:pPr marL="285750" indent="-285750">
              <a:buFont typeface="Arial" panose="020B0604020202020204" pitchFamily="34" charset="0"/>
              <a:buChar char="•"/>
            </a:pPr>
            <a:r>
              <a:rPr kumimoji="1" lang="ja-JP" altLang="en-US"/>
              <a:t>処理内容</a:t>
            </a:r>
            <a:endParaRPr lang="en-US" altLang="ja-JP"/>
          </a:p>
          <a:p>
            <a:r>
              <a:rPr kumimoji="1" lang="ja-JP" altLang="en-US"/>
              <a:t>○現行機能を改修する場合は、上記に加えて、以下も整理すること</a:t>
            </a:r>
            <a:endParaRPr kumimoji="1" lang="en-US" altLang="ja-JP"/>
          </a:p>
          <a:p>
            <a:pPr marL="285750" indent="-285750">
              <a:buFont typeface="Arial" panose="020B0604020202020204" pitchFamily="34" charset="0"/>
              <a:buChar char="•"/>
            </a:pPr>
            <a:r>
              <a:rPr kumimoji="1" lang="ja-JP" altLang="en-US"/>
              <a:t>現行仕様</a:t>
            </a:r>
            <a:endParaRPr kumimoji="1" lang="en-US" altLang="ja-JP"/>
          </a:p>
          <a:p>
            <a:pPr marL="285750" indent="-285750">
              <a:buFont typeface="Arial" panose="020B0604020202020204" pitchFamily="34" charset="0"/>
              <a:buChar char="•"/>
            </a:pPr>
            <a:r>
              <a:rPr kumimoji="1" lang="ja-JP" altLang="en-US"/>
              <a:t>変更内容</a:t>
            </a:r>
            <a:endParaRPr kumimoji="1" lang="en-US" altLang="ja-JP"/>
          </a:p>
          <a:p>
            <a:r>
              <a:rPr lang="en-US" altLang="ja-JP" sz="1050">
                <a:solidFill>
                  <a:schemeClr val="bg2">
                    <a:lumMod val="50000"/>
                  </a:schemeClr>
                </a:solidFill>
              </a:rPr>
              <a:t>※</a:t>
            </a:r>
            <a:r>
              <a:rPr lang="ja-JP" altLang="en-US" sz="1050">
                <a:solidFill>
                  <a:schemeClr val="bg2">
                    <a:lumMod val="50000"/>
                  </a:schemeClr>
                </a:solidFill>
              </a:rPr>
              <a:t>契約時点で案件内容が明確化されているものについては、外部インタフェース仕様書・アドオンチェックルールの「案」を作成すること。</a:t>
            </a:r>
            <a:endParaRPr lang="en-US" altLang="ja-JP" sz="1050">
              <a:solidFill>
                <a:schemeClr val="bg2">
                  <a:lumMod val="50000"/>
                </a:schemeClr>
              </a:solidFill>
            </a:endParaRPr>
          </a:p>
          <a:p>
            <a:endParaRPr lang="en-US" altLang="ja-JP" b="1"/>
          </a:p>
          <a:p>
            <a:r>
              <a:rPr lang="ja-JP" altLang="en-US" b="1"/>
              <a:t>（３）前提条件の整理</a:t>
            </a:r>
            <a:endParaRPr lang="en-US" altLang="ja-JP" b="1"/>
          </a:p>
          <a:p>
            <a:r>
              <a:rPr lang="ja-JP" altLang="en-US"/>
              <a:t>○前提条件・制約条件を整理すること。例として以下のようなものがあげられる。</a:t>
            </a:r>
            <a:endParaRPr lang="en-US" altLang="ja-JP"/>
          </a:p>
          <a:p>
            <a:pPr marL="285750" indent="-285750">
              <a:buFont typeface="Arial" panose="020B0604020202020204" pitchFamily="34" charset="0"/>
              <a:buChar char="•"/>
            </a:pPr>
            <a:r>
              <a:rPr lang="ja-JP" altLang="en-US"/>
              <a:t>運用上の前提・制約事項</a:t>
            </a:r>
            <a:endParaRPr lang="en-US" altLang="ja-JP">
              <a:highlight>
                <a:srgbClr val="FFFF00"/>
              </a:highlight>
            </a:endParaRPr>
          </a:p>
          <a:p>
            <a:pPr marL="285750" indent="-285750">
              <a:buFont typeface="Arial" panose="020B0604020202020204" pitchFamily="34" charset="0"/>
              <a:buChar char="•"/>
            </a:pPr>
            <a:r>
              <a:rPr lang="ja-JP" altLang="en-US"/>
              <a:t>システム構成上の制約</a:t>
            </a:r>
            <a:endParaRPr lang="en-US" altLang="ja-JP"/>
          </a:p>
          <a:p>
            <a:endParaRPr kumimoji="1" lang="en-US" altLang="ja-JP"/>
          </a:p>
        </p:txBody>
      </p:sp>
      <p:sp>
        <p:nvSpPr>
          <p:cNvPr id="5" name="正方形/長方形 4">
            <a:extLst>
              <a:ext uri="{FF2B5EF4-FFF2-40B4-BE49-F238E27FC236}">
                <a16:creationId xmlns:a16="http://schemas.microsoft.com/office/drawing/2014/main" id="{6BA1082E-EDA9-BC52-128A-90D420C4B183}"/>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(DX</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機構資料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7440015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D2D5E-99D5-410D-A8E5-767A1424D85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9BE495B-92C6-F5A7-1F6D-3A535E1AC26F}"/>
              </a:ext>
            </a:extLst>
          </p:cNvPr>
          <p:cNvSpPr>
            <a:spLocks noGrp="1"/>
          </p:cNvSpPr>
          <p:nvPr>
            <p:ph type="title"/>
          </p:nvPr>
        </p:nvSpPr>
        <p:spPr/>
        <p:txBody>
          <a:bodyPr/>
          <a:lstStyle/>
          <a:p>
            <a:r>
              <a:rPr kumimoji="1" lang="en-US" altLang="ja-JP"/>
              <a:t>2</a:t>
            </a:r>
            <a:r>
              <a:rPr kumimoji="1" lang="ja-JP" altLang="en-US"/>
              <a:t>．実施内容（2/2）</a:t>
            </a:r>
          </a:p>
        </p:txBody>
      </p:sp>
      <p:sp>
        <p:nvSpPr>
          <p:cNvPr id="3" name="コンテンツ プレースホルダー 2">
            <a:extLst>
              <a:ext uri="{FF2B5EF4-FFF2-40B4-BE49-F238E27FC236}">
                <a16:creationId xmlns:a16="http://schemas.microsoft.com/office/drawing/2014/main" id="{4B575ADF-BD07-2949-5FE8-26AEB66BF308}"/>
              </a:ext>
            </a:extLst>
          </p:cNvPr>
          <p:cNvSpPr>
            <a:spLocks noGrp="1"/>
          </p:cNvSpPr>
          <p:nvPr>
            <p:ph sz="quarter" idx="12"/>
          </p:nvPr>
        </p:nvSpPr>
        <p:spPr>
          <a:xfrm>
            <a:off x="507341" y="774372"/>
            <a:ext cx="8891322" cy="4871054"/>
          </a:xfrm>
        </p:spPr>
        <p:txBody>
          <a:bodyPr lIns="91440" tIns="45720" rIns="91440" bIns="45720" anchor="t"/>
          <a:lstStyle/>
          <a:p>
            <a:pPr marL="0" lvl="1" indent="0">
              <a:buNone/>
            </a:pPr>
            <a:r>
              <a:rPr lang="ja-JP" altLang="en-US" b="1">
                <a:latin typeface="+mj-ea"/>
                <a:ea typeface="+mj-ea"/>
                <a:cs typeface="+mn-cs"/>
              </a:rPr>
              <a:t>（４）他システム連携に関する要件整理</a:t>
            </a:r>
            <a:endParaRPr lang="en-US" altLang="ja-JP" b="1">
              <a:latin typeface="+mj-ea"/>
              <a:ea typeface="+mj-ea"/>
              <a:cs typeface="+mn-cs"/>
            </a:endParaRPr>
          </a:p>
          <a:p>
            <a:pPr marL="0" lvl="1" indent="0">
              <a:buNone/>
            </a:pPr>
            <a:r>
              <a:rPr lang="ja-JP" altLang="en-US">
                <a:latin typeface="+mj-ea"/>
                <a:ea typeface="+mj-ea"/>
                <a:cs typeface="+mn-cs"/>
              </a:rPr>
              <a:t>○他システムとの連携が発生する場合は、以下を明確化すること</a:t>
            </a:r>
            <a:endParaRPr lang="en-US" altLang="ja-JP">
              <a:latin typeface="+mj-ea"/>
              <a:ea typeface="+mj-ea"/>
              <a:cs typeface="+mn-cs"/>
            </a:endParaRPr>
          </a:p>
          <a:p>
            <a:pPr marL="285750" lvl="1" indent="-285750"/>
            <a:r>
              <a:rPr lang="ja-JP" altLang="en-US">
                <a:latin typeface="+mj-ea"/>
                <a:ea typeface="+mj-ea"/>
                <a:cs typeface="+mn-cs"/>
              </a:rPr>
              <a:t>連携対象システム</a:t>
            </a:r>
            <a:endParaRPr lang="en-US" altLang="ja-JP">
              <a:latin typeface="+mj-ea"/>
              <a:ea typeface="+mj-ea"/>
              <a:cs typeface="+mn-cs"/>
            </a:endParaRPr>
          </a:p>
          <a:p>
            <a:pPr marL="285750" lvl="1" indent="-285750"/>
            <a:r>
              <a:rPr lang="ja-JP" altLang="en-US">
                <a:latin typeface="+mj-ea"/>
                <a:ea typeface="+mj-ea"/>
                <a:cs typeface="+mn-cs"/>
              </a:rPr>
              <a:t>連携内容</a:t>
            </a:r>
            <a:endParaRPr lang="en-US" altLang="ja-JP">
              <a:latin typeface="+mj-ea"/>
              <a:ea typeface="+mj-ea"/>
              <a:cs typeface="+mn-cs"/>
            </a:endParaRPr>
          </a:p>
          <a:p>
            <a:pPr marL="0" lvl="1" indent="0">
              <a:buNone/>
            </a:pPr>
            <a:r>
              <a:rPr lang="ja-JP" altLang="en-US">
                <a:latin typeface="+mj-ea"/>
                <a:ea typeface="+mj-ea"/>
                <a:cs typeface="+mn-cs"/>
              </a:rPr>
              <a:t>○連携に伴う改修について、以下を整理すること</a:t>
            </a:r>
            <a:endParaRPr lang="en-US" altLang="ja-JP">
              <a:latin typeface="+mj-ea"/>
              <a:ea typeface="+mj-ea"/>
              <a:cs typeface="+mn-cs"/>
            </a:endParaRPr>
          </a:p>
          <a:p>
            <a:pPr marL="285750" lvl="1" indent="-285750"/>
            <a:r>
              <a:rPr lang="ja-JP" altLang="en-US">
                <a:latin typeface="+mj-ea"/>
                <a:ea typeface="+mj-ea"/>
                <a:cs typeface="+mn-cs"/>
              </a:rPr>
              <a:t>どのシステムが</a:t>
            </a:r>
            <a:endParaRPr lang="en-US" altLang="ja-JP">
              <a:latin typeface="+mj-ea"/>
              <a:ea typeface="+mj-ea"/>
              <a:cs typeface="+mn-cs"/>
            </a:endParaRPr>
          </a:p>
          <a:p>
            <a:pPr marL="285750" lvl="1" indent="-285750"/>
            <a:r>
              <a:rPr lang="ja-JP" altLang="en-US">
                <a:latin typeface="+mj-ea"/>
                <a:ea typeface="+mj-ea"/>
                <a:cs typeface="+mn-cs"/>
              </a:rPr>
              <a:t>どの機能について</a:t>
            </a:r>
            <a:endParaRPr lang="en-US" altLang="ja-JP">
              <a:latin typeface="+mj-ea"/>
              <a:ea typeface="+mj-ea"/>
              <a:cs typeface="+mn-cs"/>
            </a:endParaRPr>
          </a:p>
          <a:p>
            <a:pPr marL="285750" lvl="1" indent="-285750"/>
            <a:r>
              <a:rPr lang="ja-JP" altLang="en-US">
                <a:latin typeface="+mj-ea"/>
                <a:ea typeface="+mj-ea"/>
                <a:cs typeface="+mn-cs"/>
              </a:rPr>
              <a:t>どのような改修を行うか</a:t>
            </a:r>
            <a:endParaRPr lang="en-US" altLang="ja-JP" sz="1200">
              <a:latin typeface="+mj-ea"/>
              <a:ea typeface="+mj-ea"/>
              <a:cs typeface="+mn-cs"/>
            </a:endParaRPr>
          </a:p>
          <a:p>
            <a:pPr marL="0" lvl="1" indent="0">
              <a:buNone/>
            </a:pPr>
            <a:r>
              <a:rPr lang="en-US" altLang="ja-JP" sz="1050">
                <a:solidFill>
                  <a:schemeClr val="bg2">
                    <a:lumMod val="50000"/>
                  </a:schemeClr>
                </a:solidFill>
                <a:latin typeface="+mj-ea"/>
                <a:ea typeface="+mj-ea"/>
                <a:cs typeface="+mn-cs"/>
              </a:rPr>
              <a:t>※NTT</a:t>
            </a:r>
            <a:r>
              <a:rPr lang="ja-JP" altLang="en-US" sz="1050">
                <a:solidFill>
                  <a:schemeClr val="bg2">
                    <a:lumMod val="50000"/>
                  </a:schemeClr>
                </a:solidFill>
                <a:latin typeface="+mj-ea"/>
                <a:ea typeface="+mj-ea"/>
                <a:cs typeface="+mn-cs"/>
              </a:rPr>
              <a:t>データ・富士通間で調整が必要な事項は、事業者間で調整すること。</a:t>
            </a:r>
            <a:endParaRPr lang="en-US" altLang="ja-JP" sz="1050">
              <a:solidFill>
                <a:schemeClr val="bg2">
                  <a:lumMod val="50000"/>
                </a:schemeClr>
              </a:solidFill>
              <a:latin typeface="+mj-ea"/>
              <a:ea typeface="+mj-ea"/>
              <a:cs typeface="+mn-cs"/>
            </a:endParaRPr>
          </a:p>
          <a:p>
            <a:pPr marL="0" lvl="1" indent="0">
              <a:buNone/>
            </a:pPr>
            <a:endParaRPr lang="en-US" altLang="ja-JP" sz="1200">
              <a:latin typeface="+mj-ea"/>
            </a:endParaRPr>
          </a:p>
          <a:p>
            <a:r>
              <a:rPr lang="ja-JP" altLang="en-US" b="1"/>
              <a:t>（５）課題の洗い出し</a:t>
            </a:r>
            <a:endParaRPr lang="en-US" altLang="ja-JP" b="1"/>
          </a:p>
          <a:p>
            <a:r>
              <a:rPr lang="ja-JP" altLang="en-US"/>
              <a:t>○個別検討会でこれまで付議してきた「課題」を洗い出すこと</a:t>
            </a:r>
            <a:endParaRPr lang="en-US" altLang="ja-JP"/>
          </a:p>
          <a:p>
            <a:pPr marL="285750" lvl="1" indent="-285750"/>
            <a:r>
              <a:rPr lang="ja-JP" altLang="en-US">
                <a:latin typeface="+mj-ea"/>
              </a:rPr>
              <a:t>仕様確定に影響を与える未確定事項</a:t>
            </a:r>
            <a:endParaRPr lang="en-US" altLang="ja-JP">
              <a:latin typeface="+mj-ea"/>
            </a:endParaRPr>
          </a:p>
          <a:p>
            <a:pPr marL="285750" lvl="1" indent="-285750"/>
            <a:r>
              <a:rPr lang="ja-JP" altLang="en-US">
                <a:latin typeface="+mj-ea"/>
              </a:rPr>
              <a:t>見積金額に影響を与える不確定要素</a:t>
            </a:r>
            <a:endParaRPr lang="en-US" altLang="ja-JP">
              <a:latin typeface="+mj-ea"/>
            </a:endParaRPr>
          </a:p>
          <a:p>
            <a:r>
              <a:rPr lang="en-US" altLang="ja-JP" sz="1050">
                <a:solidFill>
                  <a:schemeClr val="bg2">
                    <a:lumMod val="50000"/>
                  </a:schemeClr>
                </a:solidFill>
              </a:rPr>
              <a:t>※</a:t>
            </a:r>
            <a:r>
              <a:rPr lang="ja-JP" altLang="en-US" sz="1050">
                <a:solidFill>
                  <a:schemeClr val="bg2">
                    <a:lumMod val="50000"/>
                  </a:schemeClr>
                </a:solidFill>
              </a:rPr>
              <a:t>発注者側の検討・回答には最低</a:t>
            </a:r>
            <a:r>
              <a:rPr lang="en-US" altLang="ja-JP" sz="1050">
                <a:solidFill>
                  <a:schemeClr val="bg2">
                    <a:lumMod val="50000"/>
                  </a:schemeClr>
                </a:solidFill>
              </a:rPr>
              <a:t>2</a:t>
            </a:r>
            <a:r>
              <a:rPr lang="ja-JP" altLang="en-US" sz="1050">
                <a:solidFill>
                  <a:schemeClr val="bg2">
                    <a:lumMod val="50000"/>
                  </a:schemeClr>
                </a:solidFill>
              </a:rPr>
              <a:t>週間を要することを前提とする。</a:t>
            </a:r>
            <a:endParaRPr lang="en-US" altLang="ja-JP" sz="1050">
              <a:solidFill>
                <a:schemeClr val="bg2">
                  <a:lumMod val="50000"/>
                </a:schemeClr>
              </a:solidFill>
            </a:endParaRPr>
          </a:p>
          <a:p>
            <a:endParaRPr lang="en-US" altLang="ja-JP" sz="1050">
              <a:solidFill>
                <a:schemeClr val="bg2">
                  <a:lumMod val="50000"/>
                </a:schemeClr>
              </a:solidFill>
            </a:endParaRPr>
          </a:p>
          <a:p>
            <a:r>
              <a:rPr lang="ja-JP" altLang="en-US" b="1"/>
              <a:t>（６）マスタスケジュールの検討</a:t>
            </a:r>
            <a:endParaRPr lang="en-US" altLang="ja-JP" b="1"/>
          </a:p>
          <a:p>
            <a:r>
              <a:rPr lang="ja-JP" altLang="en-US"/>
              <a:t>○以下の観点を含めたマスタスケジュールを作成すること</a:t>
            </a:r>
            <a:endParaRPr lang="en-US" altLang="ja-JP"/>
          </a:p>
          <a:p>
            <a:pPr marL="285750" lvl="1" indent="-285750"/>
            <a:r>
              <a:rPr lang="ja-JP" altLang="en-US" sz="1600">
                <a:solidFill>
                  <a:srgbClr val="000000"/>
                </a:solidFill>
                <a:latin typeface="+mj-ea"/>
              </a:rPr>
              <a:t>リリースまでの工程・期間</a:t>
            </a:r>
            <a:endParaRPr lang="en-US" altLang="ja-JP" sz="1600">
              <a:solidFill>
                <a:srgbClr val="000000"/>
              </a:solidFill>
              <a:latin typeface="+mj-ea"/>
            </a:endParaRPr>
          </a:p>
          <a:p>
            <a:pPr marL="285750" lvl="1" indent="-285750"/>
            <a:r>
              <a:rPr lang="ja-JP" altLang="en-US" sz="1600">
                <a:solidFill>
                  <a:srgbClr val="000000"/>
                </a:solidFill>
                <a:latin typeface="+mj-ea"/>
              </a:rPr>
              <a:t>開発工程の成果物の納品時期</a:t>
            </a:r>
            <a:endParaRPr lang="ja-JP" altLang="en-US" sz="1050">
              <a:solidFill>
                <a:schemeClr val="bg2">
                  <a:lumMod val="50000"/>
                </a:schemeClr>
              </a:solidFill>
            </a:endParaRPr>
          </a:p>
          <a:p>
            <a:pPr marL="0" lvl="1" indent="0">
              <a:buNone/>
            </a:pPr>
            <a:r>
              <a:rPr lang="en-US" altLang="ja-JP" sz="1050">
                <a:solidFill>
                  <a:schemeClr val="bg2">
                    <a:lumMod val="50000"/>
                  </a:schemeClr>
                </a:solidFill>
                <a:latin typeface="+mj-ea"/>
                <a:ea typeface="+mj-ea"/>
                <a:cs typeface="+mn-cs"/>
              </a:rPr>
              <a:t>※</a:t>
            </a:r>
            <a:r>
              <a:rPr lang="ja-JP" altLang="en-US" sz="1050">
                <a:solidFill>
                  <a:schemeClr val="bg2">
                    <a:lumMod val="50000"/>
                  </a:schemeClr>
                </a:solidFill>
                <a:latin typeface="+mj-ea"/>
                <a:ea typeface="+mj-ea"/>
                <a:cs typeface="+mn-cs"/>
              </a:rPr>
              <a:t>要件整理案件の中で納品時期を提示する必要のある開発工程の成果物については発注者に確認すること。</a:t>
            </a:r>
            <a:br>
              <a:rPr lang="en-US" altLang="ja-JP" sz="1050">
                <a:solidFill>
                  <a:schemeClr val="bg2">
                    <a:lumMod val="50000"/>
                  </a:schemeClr>
                </a:solidFill>
                <a:latin typeface="+mj-ea"/>
                <a:ea typeface="+mj-ea"/>
                <a:cs typeface="+mn-cs"/>
              </a:rPr>
            </a:br>
            <a:r>
              <a:rPr lang="en-US" altLang="ja-JP" sz="1050">
                <a:solidFill>
                  <a:schemeClr val="bg2">
                    <a:lumMod val="50000"/>
                  </a:schemeClr>
                </a:solidFill>
                <a:latin typeface="+mj-ea"/>
                <a:ea typeface="+mj-ea"/>
                <a:cs typeface="+mn-cs"/>
              </a:rPr>
              <a:t>※NTT</a:t>
            </a:r>
            <a:r>
              <a:rPr lang="ja-JP" altLang="en-US" sz="1050">
                <a:solidFill>
                  <a:schemeClr val="bg2">
                    <a:lumMod val="50000"/>
                  </a:schemeClr>
                </a:solidFill>
                <a:latin typeface="+mj-ea"/>
                <a:ea typeface="+mj-ea"/>
                <a:cs typeface="+mn-cs"/>
              </a:rPr>
              <a:t>データ・富士通間で調整が必要な事項は、事業者間で調整すること。</a:t>
            </a:r>
            <a:br>
              <a:rPr lang="en-US" altLang="ja-JP" sz="1200">
                <a:solidFill>
                  <a:schemeClr val="bg2">
                    <a:lumMod val="50000"/>
                  </a:schemeClr>
                </a:solidFill>
                <a:latin typeface="+mj-ea"/>
                <a:ea typeface="+mj-ea"/>
                <a:cs typeface="+mn-cs"/>
              </a:rPr>
            </a:br>
            <a:r>
              <a:rPr lang="en-US" altLang="ja-JP" sz="1050">
                <a:solidFill>
                  <a:schemeClr val="bg2">
                    <a:lumMod val="50000"/>
                  </a:schemeClr>
                </a:solidFill>
                <a:latin typeface="+mj-ea"/>
                <a:ea typeface="+mj-ea"/>
                <a:cs typeface="+mn-cs"/>
              </a:rPr>
              <a:t>※NTT</a:t>
            </a:r>
            <a:r>
              <a:rPr lang="ja-JP" altLang="en-US" sz="1050">
                <a:solidFill>
                  <a:schemeClr val="bg2">
                    <a:lumMod val="50000"/>
                  </a:schemeClr>
                </a:solidFill>
                <a:latin typeface="+mj-ea"/>
                <a:ea typeface="+mj-ea"/>
                <a:cs typeface="+mn-cs"/>
              </a:rPr>
              <a:t>データについては、プロファイルの受領・検証・再検証の時期についても検討すること。</a:t>
            </a:r>
            <a:endParaRPr lang="en-US" altLang="ja-JP" sz="1050">
              <a:solidFill>
                <a:schemeClr val="bg2">
                  <a:lumMod val="50000"/>
                </a:schemeClr>
              </a:solidFill>
              <a:latin typeface="+mj-ea"/>
              <a:ea typeface="+mj-ea"/>
              <a:cs typeface="+mn-cs"/>
            </a:endParaRPr>
          </a:p>
        </p:txBody>
      </p:sp>
      <p:sp>
        <p:nvSpPr>
          <p:cNvPr id="5" name="正方形/長方形 4">
            <a:extLst>
              <a:ext uri="{FF2B5EF4-FFF2-40B4-BE49-F238E27FC236}">
                <a16:creationId xmlns:a16="http://schemas.microsoft.com/office/drawing/2014/main" id="{9B888EB5-8DC2-FA8F-3ADE-D571F63FBED9}"/>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(DX</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機構資料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14301155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237378-0389-53CB-5DF7-C4B373B53082}"/>
              </a:ext>
            </a:extLst>
          </p:cNvPr>
          <p:cNvSpPr>
            <a:spLocks noGrp="1"/>
          </p:cNvSpPr>
          <p:nvPr>
            <p:ph type="title"/>
          </p:nvPr>
        </p:nvSpPr>
        <p:spPr/>
        <p:txBody>
          <a:bodyPr/>
          <a:lstStyle/>
          <a:p>
            <a:r>
              <a:rPr lang="en-US" altLang="ja-JP"/>
              <a:t>3</a:t>
            </a:r>
            <a:r>
              <a:rPr kumimoji="1" lang="ja-JP" altLang="en-US"/>
              <a:t>．要件</a:t>
            </a:r>
            <a:r>
              <a:rPr lang="ja-JP" altLang="en-US"/>
              <a:t>整理</a:t>
            </a:r>
            <a:r>
              <a:rPr kumimoji="1" lang="ja-JP" altLang="en-US"/>
              <a:t>の</a:t>
            </a:r>
            <a:r>
              <a:rPr lang="ja-JP" altLang="en-US"/>
              <a:t>スケジュール・進め方</a:t>
            </a:r>
            <a:endParaRPr kumimoji="1" lang="ja-JP" altLang="en-US"/>
          </a:p>
        </p:txBody>
      </p:sp>
      <p:sp>
        <p:nvSpPr>
          <p:cNvPr id="3" name="コンテンツ プレースホルダー 2">
            <a:extLst>
              <a:ext uri="{FF2B5EF4-FFF2-40B4-BE49-F238E27FC236}">
                <a16:creationId xmlns:a16="http://schemas.microsoft.com/office/drawing/2014/main" id="{C8AC0D9D-347A-BE5B-8498-416030DA8325}"/>
              </a:ext>
            </a:extLst>
          </p:cNvPr>
          <p:cNvSpPr>
            <a:spLocks noGrp="1"/>
          </p:cNvSpPr>
          <p:nvPr>
            <p:ph sz="quarter" idx="12"/>
          </p:nvPr>
        </p:nvSpPr>
        <p:spPr>
          <a:xfrm>
            <a:off x="507341" y="774373"/>
            <a:ext cx="8891322" cy="633513"/>
          </a:xfrm>
        </p:spPr>
        <p:txBody>
          <a:bodyPr/>
          <a:lstStyle/>
          <a:p>
            <a:pPr marL="285750" indent="-285750">
              <a:buFont typeface="Arial" panose="020B0604020202020204" pitchFamily="34" charset="0"/>
              <a:buChar char="•"/>
            </a:pPr>
            <a:r>
              <a:rPr lang="ja-JP" altLang="en-US">
                <a:latin typeface="Meiryo UI 見出し"/>
              </a:rPr>
              <a:t>令和</a:t>
            </a:r>
            <a:r>
              <a:rPr lang="en-US" altLang="ja-JP">
                <a:latin typeface="Meiryo UI 見出し"/>
              </a:rPr>
              <a:t>9</a:t>
            </a:r>
            <a:r>
              <a:rPr lang="ja-JP" altLang="en-US">
                <a:latin typeface="Meiryo UI 見出し"/>
              </a:rPr>
              <a:t>年度</a:t>
            </a:r>
            <a:r>
              <a:rPr lang="en-US" altLang="ja-JP">
                <a:latin typeface="Meiryo UI 見出し"/>
              </a:rPr>
              <a:t>12</a:t>
            </a:r>
            <a:r>
              <a:rPr lang="ja-JP" altLang="en-US">
                <a:latin typeface="Meiryo UI 見出し"/>
              </a:rPr>
              <a:t>月リリース案件は、開発事業者が提示する要件整理結果を精査した上で、令和</a:t>
            </a:r>
            <a:r>
              <a:rPr lang="en-US" altLang="ja-JP">
                <a:latin typeface="Meiryo UI 見出し"/>
              </a:rPr>
              <a:t>9</a:t>
            </a:r>
            <a:r>
              <a:rPr lang="ja-JP" altLang="en-US">
                <a:latin typeface="Meiryo UI 見出し"/>
              </a:rPr>
              <a:t>年</a:t>
            </a:r>
            <a:r>
              <a:rPr lang="en-US" altLang="ja-JP">
                <a:latin typeface="Meiryo UI 見出し"/>
              </a:rPr>
              <a:t>3</a:t>
            </a:r>
            <a:r>
              <a:rPr lang="ja-JP" altLang="en-US">
                <a:latin typeface="Meiryo UI 見出し"/>
              </a:rPr>
              <a:t>月の調達委員会で付議するスケジュールで進める。</a:t>
            </a:r>
            <a:endParaRPr lang="en-US" altLang="ja-JP">
              <a:latin typeface="Meiryo UI 見出し"/>
            </a:endParaRPr>
          </a:p>
          <a:p>
            <a:pPr marL="285750" indent="-285750">
              <a:buFont typeface="Arial" panose="020B0604020202020204" pitchFamily="34" charset="0"/>
              <a:buChar char="•"/>
            </a:pPr>
            <a:r>
              <a:rPr lang="ja-JP" altLang="en-US">
                <a:latin typeface="Meiryo UI 見出し"/>
              </a:rPr>
              <a:t>要件の認識齟齬のリスクを軽減するため、要件整理の中間成果物について、厚労省・</a:t>
            </a:r>
            <a:r>
              <a:rPr lang="en-US" altLang="ja-JP">
                <a:latin typeface="Meiryo UI 見出し"/>
              </a:rPr>
              <a:t>DX</a:t>
            </a:r>
            <a:r>
              <a:rPr lang="ja-JP" altLang="en-US">
                <a:latin typeface="Meiryo UI 見出し"/>
              </a:rPr>
              <a:t>機構の双方で確認するプロセスとさせていただきたい。なお、中間成果物は次頁の</a:t>
            </a:r>
            <a:r>
              <a:rPr lang="en-US" altLang="ja-JP">
                <a:latin typeface="Meiryo UI 見出し"/>
              </a:rPr>
              <a:t>#2,#3,#5</a:t>
            </a:r>
            <a:r>
              <a:rPr lang="ja-JP" altLang="en-US">
                <a:latin typeface="Meiryo UI 見出し"/>
              </a:rPr>
              <a:t>を予定している。</a:t>
            </a:r>
            <a:endParaRPr lang="ja-JP" altLang="en-US">
              <a:latin typeface="Meiryo UI 見出し"/>
              <a:ea typeface="+mj-ea"/>
            </a:endParaRPr>
          </a:p>
        </p:txBody>
      </p:sp>
      <p:sp>
        <p:nvSpPr>
          <p:cNvPr id="140" name="矢印: 五方向 139">
            <a:extLst>
              <a:ext uri="{FF2B5EF4-FFF2-40B4-BE49-F238E27FC236}">
                <a16:creationId xmlns:a16="http://schemas.microsoft.com/office/drawing/2014/main" id="{29726C35-6098-A919-4F3E-D287BCFC9D2C}"/>
              </a:ext>
            </a:extLst>
          </p:cNvPr>
          <p:cNvSpPr/>
          <p:nvPr/>
        </p:nvSpPr>
        <p:spPr>
          <a:xfrm>
            <a:off x="6817550" y="4344073"/>
            <a:ext cx="549352" cy="248686"/>
          </a:xfrm>
          <a:prstGeom prst="homePlate">
            <a:avLst>
              <a:gd name="adj" fmla="val 56260"/>
            </a:avLst>
          </a:prstGeom>
          <a:solidFill>
            <a:schemeClr val="accent6">
              <a:lumMod val="20000"/>
              <a:lumOff val="80000"/>
            </a:schemeClr>
          </a:solidFill>
          <a:ln w="3175">
            <a:solidFill>
              <a:schemeClr val="bg1">
                <a:lumMod val="50000"/>
              </a:schemeClr>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見積</a:t>
            </a:r>
          </a:p>
        </p:txBody>
      </p:sp>
      <p:sp>
        <p:nvSpPr>
          <p:cNvPr id="129" name="矢印: 五方向 128">
            <a:extLst>
              <a:ext uri="{FF2B5EF4-FFF2-40B4-BE49-F238E27FC236}">
                <a16:creationId xmlns:a16="http://schemas.microsoft.com/office/drawing/2014/main" id="{F24F767B-CA1F-5F97-4BAC-C35573E35418}"/>
              </a:ext>
            </a:extLst>
          </p:cNvPr>
          <p:cNvSpPr/>
          <p:nvPr/>
        </p:nvSpPr>
        <p:spPr>
          <a:xfrm>
            <a:off x="4496053" y="4000371"/>
            <a:ext cx="2817536" cy="248686"/>
          </a:xfrm>
          <a:prstGeom prst="homePlate">
            <a:avLst>
              <a:gd name="adj" fmla="val 56260"/>
            </a:avLst>
          </a:prstGeom>
          <a:solidFill>
            <a:schemeClr val="accent6">
              <a:lumMod val="20000"/>
              <a:lumOff val="80000"/>
            </a:schemeClr>
          </a:solidFill>
          <a:ln w="3175">
            <a:solidFill>
              <a:schemeClr val="bg1">
                <a:lumMod val="50000"/>
              </a:schemeClr>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1">
                <a:ln>
                  <a:noFill/>
                </a:ln>
                <a:solidFill>
                  <a:prstClr val="black"/>
                </a:solidFill>
                <a:effectLst/>
                <a:uLnTx/>
                <a:uFillTx/>
                <a:latin typeface="Meiryo UI"/>
                <a:ea typeface="Meiryo UI"/>
                <a:cs typeface="+mn-cs"/>
              </a:rPr>
              <a:t>要件整理</a:t>
            </a:r>
            <a:endParaRPr kumimoji="1" lang="ja-JP" altLang="en-US" sz="1100" b="0" i="0" u="none" strike="noStrike" kern="1200" cap="none" spc="0" normalizeH="0" baseline="0" noProof="0">
              <a:ln>
                <a:noFill/>
              </a:ln>
              <a:solidFill>
                <a:prstClr val="black"/>
              </a:solidFill>
              <a:effectLst/>
              <a:uLnTx/>
              <a:uFillTx/>
              <a:latin typeface="Meiryo UI"/>
              <a:ea typeface="Meiryo UI"/>
              <a:cs typeface="+mn-cs"/>
            </a:endParaRPr>
          </a:p>
        </p:txBody>
      </p:sp>
      <p:sp>
        <p:nvSpPr>
          <p:cNvPr id="165" name="矢印: 五方向 164">
            <a:extLst>
              <a:ext uri="{FF2B5EF4-FFF2-40B4-BE49-F238E27FC236}">
                <a16:creationId xmlns:a16="http://schemas.microsoft.com/office/drawing/2014/main" id="{07D0D635-E01F-BDA4-A023-72469300AC6F}"/>
              </a:ext>
            </a:extLst>
          </p:cNvPr>
          <p:cNvSpPr/>
          <p:nvPr/>
        </p:nvSpPr>
        <p:spPr>
          <a:xfrm>
            <a:off x="3761698" y="2952022"/>
            <a:ext cx="3565442" cy="248686"/>
          </a:xfrm>
          <a:prstGeom prst="homePlate">
            <a:avLst>
              <a:gd name="adj" fmla="val 56260"/>
            </a:avLst>
          </a:prstGeom>
          <a:solidFill>
            <a:schemeClr val="accent6">
              <a:lumMod val="20000"/>
              <a:lumOff val="80000"/>
            </a:schemeClr>
          </a:solidFill>
          <a:ln w="3175">
            <a:solidFill>
              <a:schemeClr val="bg1">
                <a:lumMod val="50000"/>
              </a:schemeClr>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1">
                <a:ln>
                  <a:noFill/>
                </a:ln>
                <a:solidFill>
                  <a:prstClr val="black"/>
                </a:solidFill>
                <a:effectLst/>
                <a:uLnTx/>
                <a:uFillTx/>
                <a:latin typeface="Meiryo UI"/>
                <a:ea typeface="Meiryo UI"/>
                <a:cs typeface="+mn-cs"/>
              </a:rPr>
              <a:t>要件整理</a:t>
            </a:r>
            <a:endParaRPr kumimoji="1" lang="ja-JP" altLang="en-US" sz="1100" b="0" i="0" u="none" strike="noStrike" kern="1200" cap="none" spc="0" normalizeH="0" baseline="0" noProof="0">
              <a:ln>
                <a:noFill/>
              </a:ln>
              <a:solidFill>
                <a:prstClr val="black"/>
              </a:solidFill>
              <a:effectLst/>
              <a:uLnTx/>
              <a:uFillTx/>
              <a:latin typeface="Meiryo UI"/>
              <a:ea typeface="Meiryo UI"/>
              <a:cs typeface="+mn-cs"/>
            </a:endParaRPr>
          </a:p>
        </p:txBody>
      </p:sp>
      <p:sp>
        <p:nvSpPr>
          <p:cNvPr id="191" name="矢印: 五方向 190">
            <a:extLst>
              <a:ext uri="{FF2B5EF4-FFF2-40B4-BE49-F238E27FC236}">
                <a16:creationId xmlns:a16="http://schemas.microsoft.com/office/drawing/2014/main" id="{33698FCA-B63A-CBAE-831A-E0A72FEFF298}"/>
              </a:ext>
            </a:extLst>
          </p:cNvPr>
          <p:cNvSpPr/>
          <p:nvPr/>
        </p:nvSpPr>
        <p:spPr>
          <a:xfrm>
            <a:off x="6566066" y="3248099"/>
            <a:ext cx="814387" cy="248686"/>
          </a:xfrm>
          <a:prstGeom prst="homePlate">
            <a:avLst>
              <a:gd name="adj" fmla="val 56260"/>
            </a:avLst>
          </a:prstGeom>
          <a:solidFill>
            <a:schemeClr val="accent6">
              <a:lumMod val="20000"/>
              <a:lumOff val="80000"/>
            </a:schemeClr>
          </a:solidFill>
          <a:ln w="3175">
            <a:solidFill>
              <a:schemeClr val="bg1">
                <a:lumMod val="50000"/>
              </a:schemeClr>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見積</a:t>
            </a:r>
          </a:p>
        </p:txBody>
      </p:sp>
      <p:sp>
        <p:nvSpPr>
          <p:cNvPr id="163" name="正方形/長方形 162">
            <a:extLst>
              <a:ext uri="{FF2B5EF4-FFF2-40B4-BE49-F238E27FC236}">
                <a16:creationId xmlns:a16="http://schemas.microsoft.com/office/drawing/2014/main" id="{DE749DEA-3AD2-94C4-9EF4-83B95228B405}"/>
              </a:ext>
            </a:extLst>
          </p:cNvPr>
          <p:cNvSpPr/>
          <p:nvPr/>
        </p:nvSpPr>
        <p:spPr>
          <a:xfrm>
            <a:off x="1330953" y="5722445"/>
            <a:ext cx="3545167" cy="1000049"/>
          </a:xfrm>
          <a:prstGeom prst="rect">
            <a:avLst/>
          </a:prstGeom>
          <a:solidFill>
            <a:schemeClr val="bg1">
              <a:lumMod val="95000"/>
            </a:schemeClr>
          </a:solidFill>
          <a:ln>
            <a:solidFill>
              <a:schemeClr val="accent6">
                <a:lumMod val="75000"/>
              </a:schemeClr>
            </a:solidFill>
            <a:prstDash val="solid"/>
          </a:ln>
        </p:spPr>
        <p:txBody>
          <a:bodyPr wrap="square" lIns="36000" tIns="108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en-US" altLang="ja-JP" sz="1100" b="1" i="0" u="none" strike="noStrike" kern="0" cap="none" spc="0" normalizeH="0" baseline="0" noProof="1">
                <a:ln>
                  <a:noFill/>
                </a:ln>
                <a:solidFill>
                  <a:prstClr val="black"/>
                </a:solidFill>
                <a:effectLst/>
                <a:uLnTx/>
                <a:uFillTx/>
                <a:latin typeface="Meiryo UI"/>
                <a:ea typeface="Meiryo UI"/>
                <a:cs typeface="Meiryo UI" charset="0"/>
              </a:rPr>
              <a:t>【</a:t>
            </a:r>
            <a:r>
              <a:rPr kumimoji="1" lang="ja-JP" altLang="en-US" sz="1100" b="1" i="0" u="none" strike="noStrike" kern="0" cap="none" spc="0" normalizeH="0" baseline="0" noProof="1">
                <a:ln>
                  <a:noFill/>
                </a:ln>
                <a:solidFill>
                  <a:prstClr val="black"/>
                </a:solidFill>
                <a:effectLst/>
                <a:uLnTx/>
                <a:uFillTx/>
                <a:latin typeface="Meiryo UI"/>
                <a:ea typeface="Meiryo UI"/>
                <a:cs typeface="Meiryo UI" charset="0"/>
              </a:rPr>
              <a:t>再掲</a:t>
            </a:r>
            <a:r>
              <a:rPr kumimoji="1" lang="en-US" altLang="ja-JP" sz="1100" b="1" i="0" u="none" strike="noStrike" kern="0" cap="none" spc="0" normalizeH="0" baseline="0" noProof="1">
                <a:ln>
                  <a:noFill/>
                </a:ln>
                <a:solidFill>
                  <a:prstClr val="black"/>
                </a:solidFill>
                <a:effectLst/>
                <a:uLnTx/>
                <a:uFillTx/>
                <a:latin typeface="Meiryo UI"/>
                <a:ea typeface="Meiryo UI"/>
                <a:cs typeface="Meiryo UI" charset="0"/>
              </a:rPr>
              <a:t>】</a:t>
            </a:r>
            <a:r>
              <a:rPr kumimoji="1" lang="ja-JP" altLang="en-US" sz="1100" b="0" i="0" u="none" strike="noStrike" kern="0" cap="none" spc="0" normalizeH="0" baseline="0" noProof="1">
                <a:ln>
                  <a:noFill/>
                </a:ln>
                <a:solidFill>
                  <a:prstClr val="black"/>
                </a:solidFill>
                <a:effectLst/>
                <a:uLnTx/>
                <a:uFillTx/>
                <a:latin typeface="Meiryo UI"/>
                <a:ea typeface="Meiryo UI"/>
                <a:cs typeface="Meiryo UI" charset="0"/>
              </a:rPr>
              <a:t>開発事業者による要件整理を実施するため、モデル事業検証結果を踏まえて</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令和</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9</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年度</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12</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月リリースが必須の案件を精査いただき、</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1</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月中旬を目途にご提示いただきたい</a:t>
            </a:r>
            <a:r>
              <a:rPr kumimoji="1" lang="ja-JP" altLang="en-US" sz="1100" b="0" i="0" u="none" strike="noStrike" kern="0" cap="none" spc="0" normalizeH="0" baseline="0" noProof="1">
                <a:ln>
                  <a:noFill/>
                </a:ln>
                <a:solidFill>
                  <a:prstClr val="black"/>
                </a:solidFill>
                <a:effectLst/>
                <a:uLnTx/>
                <a:uFillTx/>
                <a:latin typeface="Meiryo UI"/>
                <a:ea typeface="Meiryo UI"/>
                <a:cs typeface="Meiryo UI" charset="0"/>
              </a:rPr>
              <a:t>。</a:t>
            </a:r>
            <a:br>
              <a:rPr kumimoji="1" lang="en-US" altLang="ja-JP" sz="1100" b="0" i="0" u="none" strike="noStrike" kern="0" cap="none" spc="0" normalizeH="0" baseline="0" noProof="1">
                <a:ln>
                  <a:noFill/>
                </a:ln>
                <a:solidFill>
                  <a:prstClr val="black"/>
                </a:solidFill>
                <a:effectLst/>
                <a:uLnTx/>
                <a:uFillTx/>
                <a:latin typeface="Meiryo UI"/>
                <a:ea typeface="Meiryo UI"/>
                <a:cs typeface="Meiryo UI" charset="0"/>
              </a:rPr>
            </a:br>
            <a:r>
              <a:rPr kumimoji="1" lang="en-US" altLang="ja-JP" sz="1100" b="0" i="0" u="none" strike="noStrike" kern="0" cap="none" spc="0" normalizeH="0" baseline="0" noProof="1">
                <a:ln>
                  <a:noFill/>
                </a:ln>
                <a:solidFill>
                  <a:prstClr val="black"/>
                </a:solidFill>
                <a:effectLst/>
                <a:uLnTx/>
                <a:uFillTx/>
                <a:latin typeface="Meiryo UI"/>
                <a:ea typeface="Meiryo UI"/>
                <a:cs typeface="Meiryo UI" charset="0"/>
              </a:rPr>
              <a:t>※</a:t>
            </a:r>
            <a:r>
              <a:rPr kumimoji="1" lang="ja-JP" altLang="en-US" sz="1100" b="0" i="0" u="none" strike="noStrike" kern="0" cap="none" spc="0" normalizeH="0" baseline="0" noProof="1">
                <a:ln>
                  <a:noFill/>
                </a:ln>
                <a:solidFill>
                  <a:prstClr val="black"/>
                </a:solidFill>
                <a:effectLst/>
                <a:uLnTx/>
                <a:uFillTx/>
                <a:latin typeface="Meiryo UI"/>
                <a:ea typeface="Meiryo UI"/>
                <a:cs typeface="Meiryo UI" charset="0"/>
              </a:rPr>
              <a:t>ただし、開発事業者による要件整理案件の契約時点で、案件の内容が不明瞭なため、</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開発事業者の余剰工数の中で可能な範囲での整理となる旨、ご了承いただきたい。</a:t>
            </a:r>
            <a:endPar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endParaRPr>
          </a:p>
        </p:txBody>
      </p:sp>
      <p:cxnSp>
        <p:nvCxnSpPr>
          <p:cNvPr id="5" name="直線コネクタ 4">
            <a:extLst>
              <a:ext uri="{FF2B5EF4-FFF2-40B4-BE49-F238E27FC236}">
                <a16:creationId xmlns:a16="http://schemas.microsoft.com/office/drawing/2014/main" id="{61AE51CB-F6E0-1CD7-57E8-D563BDFEDA41}"/>
              </a:ext>
            </a:extLst>
          </p:cNvPr>
          <p:cNvCxnSpPr>
            <a:cxnSpLocks/>
          </p:cNvCxnSpPr>
          <p:nvPr/>
        </p:nvCxnSpPr>
        <p:spPr bwMode="auto">
          <a:xfrm>
            <a:off x="1206530" y="2644896"/>
            <a:ext cx="7663150" cy="0"/>
          </a:xfrm>
          <a:prstGeom prst="line">
            <a:avLst/>
          </a:prstGeom>
          <a:solidFill>
            <a:sysClr val="window" lastClr="FFFFFF"/>
          </a:solidFill>
          <a:ln w="9525" cap="flat" cmpd="sng" algn="ctr">
            <a:solidFill>
              <a:sysClr val="windowText" lastClr="000000"/>
            </a:solidFill>
            <a:prstDash val="sysDot"/>
            <a:round/>
            <a:headEnd type="none" w="med" len="med"/>
            <a:tailEnd type="none" w="med" len="med"/>
          </a:ln>
          <a:effectLst/>
        </p:spPr>
      </p:cxnSp>
      <p:sp>
        <p:nvSpPr>
          <p:cNvPr id="6" name="正方形/長方形 5">
            <a:extLst>
              <a:ext uri="{FF2B5EF4-FFF2-40B4-BE49-F238E27FC236}">
                <a16:creationId xmlns:a16="http://schemas.microsoft.com/office/drawing/2014/main" id="{096C27B1-DDF9-B59F-FC7C-55F5D21F2CDC}"/>
              </a:ext>
            </a:extLst>
          </p:cNvPr>
          <p:cNvSpPr/>
          <p:nvPr/>
        </p:nvSpPr>
        <p:spPr>
          <a:xfrm>
            <a:off x="1382398" y="1902508"/>
            <a:ext cx="1332000" cy="159616"/>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white"/>
                </a:solidFill>
                <a:effectLst/>
                <a:uLnTx/>
                <a:uFillTx/>
                <a:latin typeface="Meiryo UI"/>
                <a:ea typeface="Meiryo UI"/>
                <a:cs typeface="+mn-cs"/>
              </a:rPr>
              <a:t>10</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7" name="正方形/長方形 6">
            <a:extLst>
              <a:ext uri="{FF2B5EF4-FFF2-40B4-BE49-F238E27FC236}">
                <a16:creationId xmlns:a16="http://schemas.microsoft.com/office/drawing/2014/main" id="{B6877CF3-78D9-21E8-1BE6-DFB949A8F130}"/>
              </a:ext>
            </a:extLst>
          </p:cNvPr>
          <p:cNvSpPr/>
          <p:nvPr/>
        </p:nvSpPr>
        <p:spPr>
          <a:xfrm>
            <a:off x="2691040" y="1902508"/>
            <a:ext cx="1332000" cy="144000"/>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white"/>
                </a:solidFill>
                <a:effectLst/>
                <a:uLnTx/>
                <a:uFillTx/>
                <a:latin typeface="Meiryo UI"/>
                <a:ea typeface="Meiryo UI"/>
                <a:cs typeface="+mn-cs"/>
              </a:rPr>
              <a:t>11</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10" name="正方形/長方形 9">
            <a:extLst>
              <a:ext uri="{FF2B5EF4-FFF2-40B4-BE49-F238E27FC236}">
                <a16:creationId xmlns:a16="http://schemas.microsoft.com/office/drawing/2014/main" id="{2013A749-760A-2488-3538-4FEA8A155249}"/>
              </a:ext>
            </a:extLst>
          </p:cNvPr>
          <p:cNvSpPr/>
          <p:nvPr/>
        </p:nvSpPr>
        <p:spPr>
          <a:xfrm>
            <a:off x="3997347" y="1902508"/>
            <a:ext cx="1188000" cy="144000"/>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white"/>
                </a:solidFill>
                <a:effectLst/>
                <a:uLnTx/>
                <a:uFillTx/>
                <a:latin typeface="Meiryo UI"/>
                <a:ea typeface="Meiryo UI"/>
                <a:cs typeface="+mn-cs"/>
              </a:rPr>
              <a:t>12</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11" name="正方形/長方形 10">
            <a:extLst>
              <a:ext uri="{FF2B5EF4-FFF2-40B4-BE49-F238E27FC236}">
                <a16:creationId xmlns:a16="http://schemas.microsoft.com/office/drawing/2014/main" id="{661B6ADC-24B1-229E-09FA-86FB1C50E447}"/>
              </a:ext>
            </a:extLst>
          </p:cNvPr>
          <p:cNvSpPr/>
          <p:nvPr/>
        </p:nvSpPr>
        <p:spPr>
          <a:xfrm>
            <a:off x="5170013" y="1902508"/>
            <a:ext cx="1110260" cy="144000"/>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white"/>
                </a:solidFill>
                <a:effectLst/>
                <a:uLnTx/>
                <a:uFillTx/>
                <a:latin typeface="Meiryo UI"/>
                <a:ea typeface="Meiryo UI"/>
                <a:cs typeface="+mn-cs"/>
              </a:rPr>
              <a:t>1</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12" name="正方形/長方形 11">
            <a:extLst>
              <a:ext uri="{FF2B5EF4-FFF2-40B4-BE49-F238E27FC236}">
                <a16:creationId xmlns:a16="http://schemas.microsoft.com/office/drawing/2014/main" id="{4A4A7B46-B5BE-A1B6-0C72-A5DFF175D380}"/>
              </a:ext>
            </a:extLst>
          </p:cNvPr>
          <p:cNvSpPr/>
          <p:nvPr/>
        </p:nvSpPr>
        <p:spPr>
          <a:xfrm>
            <a:off x="6280274" y="1902508"/>
            <a:ext cx="1042034" cy="144000"/>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white"/>
                </a:solidFill>
                <a:effectLst/>
                <a:uLnTx/>
                <a:uFillTx/>
                <a:latin typeface="Meiryo UI"/>
                <a:ea typeface="Meiryo UI"/>
                <a:cs typeface="+mn-cs"/>
              </a:rPr>
              <a:t>2</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14" name="正方形/長方形 13">
            <a:extLst>
              <a:ext uri="{FF2B5EF4-FFF2-40B4-BE49-F238E27FC236}">
                <a16:creationId xmlns:a16="http://schemas.microsoft.com/office/drawing/2014/main" id="{FDCCAD94-E738-0CF2-EBB6-B7EBACA994A9}"/>
              </a:ext>
            </a:extLst>
          </p:cNvPr>
          <p:cNvSpPr/>
          <p:nvPr/>
        </p:nvSpPr>
        <p:spPr>
          <a:xfrm>
            <a:off x="5057168"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28</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15" name="正方形/長方形 14">
            <a:extLst>
              <a:ext uri="{FF2B5EF4-FFF2-40B4-BE49-F238E27FC236}">
                <a16:creationId xmlns:a16="http://schemas.microsoft.com/office/drawing/2014/main" id="{02BC590B-4940-F0E3-1CC9-E46CB42A2765}"/>
              </a:ext>
            </a:extLst>
          </p:cNvPr>
          <p:cNvSpPr/>
          <p:nvPr/>
        </p:nvSpPr>
        <p:spPr>
          <a:xfrm>
            <a:off x="5308651"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4</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16" name="正方形/長方形 15">
            <a:extLst>
              <a:ext uri="{FF2B5EF4-FFF2-40B4-BE49-F238E27FC236}">
                <a16:creationId xmlns:a16="http://schemas.microsoft.com/office/drawing/2014/main" id="{E03F628A-035F-2F99-B9D2-7630635A6E66}"/>
              </a:ext>
            </a:extLst>
          </p:cNvPr>
          <p:cNvSpPr/>
          <p:nvPr/>
        </p:nvSpPr>
        <p:spPr>
          <a:xfrm>
            <a:off x="5560134"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11</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17" name="正方形/長方形 16">
            <a:extLst>
              <a:ext uri="{FF2B5EF4-FFF2-40B4-BE49-F238E27FC236}">
                <a16:creationId xmlns:a16="http://schemas.microsoft.com/office/drawing/2014/main" id="{D6D27A22-EA6F-E3A5-5628-9654AED1983B}"/>
              </a:ext>
            </a:extLst>
          </p:cNvPr>
          <p:cNvSpPr/>
          <p:nvPr/>
        </p:nvSpPr>
        <p:spPr>
          <a:xfrm>
            <a:off x="5811617"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18</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18" name="正方形/長方形 17">
            <a:extLst>
              <a:ext uri="{FF2B5EF4-FFF2-40B4-BE49-F238E27FC236}">
                <a16:creationId xmlns:a16="http://schemas.microsoft.com/office/drawing/2014/main" id="{F65C0992-72CC-2D23-EFC0-1AEB76D2243D}"/>
              </a:ext>
            </a:extLst>
          </p:cNvPr>
          <p:cNvSpPr/>
          <p:nvPr/>
        </p:nvSpPr>
        <p:spPr>
          <a:xfrm>
            <a:off x="6063100"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25</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2" name="正方形/長方形 21">
            <a:extLst>
              <a:ext uri="{FF2B5EF4-FFF2-40B4-BE49-F238E27FC236}">
                <a16:creationId xmlns:a16="http://schemas.microsoft.com/office/drawing/2014/main" id="{0ADFA81D-B0CF-5EB6-A866-AA61E7BB41A4}"/>
              </a:ext>
            </a:extLst>
          </p:cNvPr>
          <p:cNvSpPr/>
          <p:nvPr/>
        </p:nvSpPr>
        <p:spPr>
          <a:xfrm>
            <a:off x="1409923" y="2062124"/>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5</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3" name="正方形/長方形 22">
            <a:extLst>
              <a:ext uri="{FF2B5EF4-FFF2-40B4-BE49-F238E27FC236}">
                <a16:creationId xmlns:a16="http://schemas.microsoft.com/office/drawing/2014/main" id="{882F852A-4612-3C54-3285-C11318927BD3}"/>
              </a:ext>
            </a:extLst>
          </p:cNvPr>
          <p:cNvSpPr/>
          <p:nvPr/>
        </p:nvSpPr>
        <p:spPr>
          <a:xfrm>
            <a:off x="1690481" y="2062124"/>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12</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4" name="正方形/長方形 23">
            <a:extLst>
              <a:ext uri="{FF2B5EF4-FFF2-40B4-BE49-F238E27FC236}">
                <a16:creationId xmlns:a16="http://schemas.microsoft.com/office/drawing/2014/main" id="{EF597626-E470-B1DB-DE9E-A427FA7F662A}"/>
              </a:ext>
            </a:extLst>
          </p:cNvPr>
          <p:cNvSpPr/>
          <p:nvPr/>
        </p:nvSpPr>
        <p:spPr>
          <a:xfrm>
            <a:off x="1971038" y="2062124"/>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19</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5" name="正方形/長方形 24">
            <a:extLst>
              <a:ext uri="{FF2B5EF4-FFF2-40B4-BE49-F238E27FC236}">
                <a16:creationId xmlns:a16="http://schemas.microsoft.com/office/drawing/2014/main" id="{9FCF44DF-285E-D333-42F0-385F64D3DFFE}"/>
              </a:ext>
            </a:extLst>
          </p:cNvPr>
          <p:cNvSpPr/>
          <p:nvPr/>
        </p:nvSpPr>
        <p:spPr>
          <a:xfrm>
            <a:off x="2251595" y="2062124"/>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26</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6" name="正方形/長方形 25">
            <a:extLst>
              <a:ext uri="{FF2B5EF4-FFF2-40B4-BE49-F238E27FC236}">
                <a16:creationId xmlns:a16="http://schemas.microsoft.com/office/drawing/2014/main" id="{8B4AE120-4EC7-941A-6410-C713FC313258}"/>
              </a:ext>
            </a:extLst>
          </p:cNvPr>
          <p:cNvSpPr/>
          <p:nvPr/>
        </p:nvSpPr>
        <p:spPr>
          <a:xfrm>
            <a:off x="2532153" y="2062124"/>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29</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7" name="正方形/長方形 26">
            <a:extLst>
              <a:ext uri="{FF2B5EF4-FFF2-40B4-BE49-F238E27FC236}">
                <a16:creationId xmlns:a16="http://schemas.microsoft.com/office/drawing/2014/main" id="{D0D55BCD-460E-17C8-A259-F33251659114}"/>
              </a:ext>
            </a:extLst>
          </p:cNvPr>
          <p:cNvSpPr/>
          <p:nvPr/>
        </p:nvSpPr>
        <p:spPr>
          <a:xfrm>
            <a:off x="2812710" y="2062124"/>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8" name="正方形/長方形 27">
            <a:extLst>
              <a:ext uri="{FF2B5EF4-FFF2-40B4-BE49-F238E27FC236}">
                <a16:creationId xmlns:a16="http://schemas.microsoft.com/office/drawing/2014/main" id="{533092F1-B249-2797-6918-A3F7439F4659}"/>
              </a:ext>
            </a:extLst>
          </p:cNvPr>
          <p:cNvSpPr/>
          <p:nvPr/>
        </p:nvSpPr>
        <p:spPr>
          <a:xfrm>
            <a:off x="3093268" y="2062124"/>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9</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29" name="正方形/長方形 28">
            <a:extLst>
              <a:ext uri="{FF2B5EF4-FFF2-40B4-BE49-F238E27FC236}">
                <a16:creationId xmlns:a16="http://schemas.microsoft.com/office/drawing/2014/main" id="{F745DA3C-715D-95F5-2A3D-A9F6CB2D9F92}"/>
              </a:ext>
            </a:extLst>
          </p:cNvPr>
          <p:cNvSpPr/>
          <p:nvPr/>
        </p:nvSpPr>
        <p:spPr>
          <a:xfrm>
            <a:off x="3373825" y="2062124"/>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16</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0" name="正方形/長方形 29">
            <a:extLst>
              <a:ext uri="{FF2B5EF4-FFF2-40B4-BE49-F238E27FC236}">
                <a16:creationId xmlns:a16="http://schemas.microsoft.com/office/drawing/2014/main" id="{F101C932-D9C8-6B85-CA1F-B7AC412D847A}"/>
              </a:ext>
            </a:extLst>
          </p:cNvPr>
          <p:cNvSpPr/>
          <p:nvPr/>
        </p:nvSpPr>
        <p:spPr>
          <a:xfrm>
            <a:off x="3654382" y="2062124"/>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23</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1" name="正方形/長方形 30">
            <a:extLst>
              <a:ext uri="{FF2B5EF4-FFF2-40B4-BE49-F238E27FC236}">
                <a16:creationId xmlns:a16="http://schemas.microsoft.com/office/drawing/2014/main" id="{5EDB236B-DE87-8BF4-8EB5-9C2A890AE9AC}"/>
              </a:ext>
            </a:extLst>
          </p:cNvPr>
          <p:cNvSpPr/>
          <p:nvPr/>
        </p:nvSpPr>
        <p:spPr>
          <a:xfrm>
            <a:off x="3934940" y="2062124"/>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30</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2" name="正方形/長方形 31">
            <a:extLst>
              <a:ext uri="{FF2B5EF4-FFF2-40B4-BE49-F238E27FC236}">
                <a16:creationId xmlns:a16="http://schemas.microsoft.com/office/drawing/2014/main" id="{53FDBC1C-F4F0-4A05-B82D-6855C8C4D04E}"/>
              </a:ext>
            </a:extLst>
          </p:cNvPr>
          <p:cNvSpPr/>
          <p:nvPr/>
        </p:nvSpPr>
        <p:spPr>
          <a:xfrm>
            <a:off x="4215496" y="2062124"/>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7</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3" name="正方形/長方形 32">
            <a:extLst>
              <a:ext uri="{FF2B5EF4-FFF2-40B4-BE49-F238E27FC236}">
                <a16:creationId xmlns:a16="http://schemas.microsoft.com/office/drawing/2014/main" id="{F431355F-B974-B3B7-E7EA-6EBE3C24C742}"/>
              </a:ext>
            </a:extLst>
          </p:cNvPr>
          <p:cNvSpPr/>
          <p:nvPr/>
        </p:nvSpPr>
        <p:spPr>
          <a:xfrm>
            <a:off x="4496054" y="2062124"/>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14</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4" name="正方形/長方形 33">
            <a:extLst>
              <a:ext uri="{FF2B5EF4-FFF2-40B4-BE49-F238E27FC236}">
                <a16:creationId xmlns:a16="http://schemas.microsoft.com/office/drawing/2014/main" id="{A85C1EE1-AB3A-4058-97FF-251C1FBF355C}"/>
              </a:ext>
            </a:extLst>
          </p:cNvPr>
          <p:cNvSpPr/>
          <p:nvPr/>
        </p:nvSpPr>
        <p:spPr>
          <a:xfrm>
            <a:off x="4776611" y="2062124"/>
            <a:ext cx="280557"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21</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5" name="正方形/長方形 34">
            <a:extLst>
              <a:ext uri="{FF2B5EF4-FFF2-40B4-BE49-F238E27FC236}">
                <a16:creationId xmlns:a16="http://schemas.microsoft.com/office/drawing/2014/main" id="{C3EF4F48-DE82-5FFD-7498-FE14375FE6F1}"/>
              </a:ext>
            </a:extLst>
          </p:cNvPr>
          <p:cNvSpPr/>
          <p:nvPr/>
        </p:nvSpPr>
        <p:spPr>
          <a:xfrm>
            <a:off x="6314583"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6" name="正方形/長方形 35">
            <a:extLst>
              <a:ext uri="{FF2B5EF4-FFF2-40B4-BE49-F238E27FC236}">
                <a16:creationId xmlns:a16="http://schemas.microsoft.com/office/drawing/2014/main" id="{665F2780-C327-6A7D-16AB-A447CF88823E}"/>
              </a:ext>
            </a:extLst>
          </p:cNvPr>
          <p:cNvSpPr/>
          <p:nvPr/>
        </p:nvSpPr>
        <p:spPr>
          <a:xfrm>
            <a:off x="6566067"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8</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7" name="正方形/長方形 36">
            <a:extLst>
              <a:ext uri="{FF2B5EF4-FFF2-40B4-BE49-F238E27FC236}">
                <a16:creationId xmlns:a16="http://schemas.microsoft.com/office/drawing/2014/main" id="{BF239B58-7BE1-A1AB-8958-B594C8192956}"/>
              </a:ext>
            </a:extLst>
          </p:cNvPr>
          <p:cNvSpPr/>
          <p:nvPr/>
        </p:nvSpPr>
        <p:spPr>
          <a:xfrm>
            <a:off x="6817551"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15</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8" name="正方形/長方形 37">
            <a:extLst>
              <a:ext uri="{FF2B5EF4-FFF2-40B4-BE49-F238E27FC236}">
                <a16:creationId xmlns:a16="http://schemas.microsoft.com/office/drawing/2014/main" id="{68E37560-9B4D-2583-08B9-632FDFD63E43}"/>
              </a:ext>
            </a:extLst>
          </p:cNvPr>
          <p:cNvSpPr/>
          <p:nvPr/>
        </p:nvSpPr>
        <p:spPr>
          <a:xfrm>
            <a:off x="7069035"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22</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39" name="正方形/長方形 38">
            <a:extLst>
              <a:ext uri="{FF2B5EF4-FFF2-40B4-BE49-F238E27FC236}">
                <a16:creationId xmlns:a16="http://schemas.microsoft.com/office/drawing/2014/main" id="{AF2F7D9A-5012-323C-46A8-BFA7BA067F13}"/>
              </a:ext>
            </a:extLst>
          </p:cNvPr>
          <p:cNvSpPr/>
          <p:nvPr/>
        </p:nvSpPr>
        <p:spPr>
          <a:xfrm>
            <a:off x="7320519"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40" name="正方形/長方形 39">
            <a:extLst>
              <a:ext uri="{FF2B5EF4-FFF2-40B4-BE49-F238E27FC236}">
                <a16:creationId xmlns:a16="http://schemas.microsoft.com/office/drawing/2014/main" id="{24289C85-6148-201D-31FD-84C622EF0C90}"/>
              </a:ext>
            </a:extLst>
          </p:cNvPr>
          <p:cNvSpPr/>
          <p:nvPr/>
        </p:nvSpPr>
        <p:spPr>
          <a:xfrm>
            <a:off x="7572003"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8</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41" name="正方形/長方形 40">
            <a:extLst>
              <a:ext uri="{FF2B5EF4-FFF2-40B4-BE49-F238E27FC236}">
                <a16:creationId xmlns:a16="http://schemas.microsoft.com/office/drawing/2014/main" id="{EBD80D14-C564-D0AD-2C80-B8E315B5CEB2}"/>
              </a:ext>
            </a:extLst>
          </p:cNvPr>
          <p:cNvSpPr/>
          <p:nvPr/>
        </p:nvSpPr>
        <p:spPr>
          <a:xfrm>
            <a:off x="7823487"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15</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42" name="正方形/長方形 41">
            <a:extLst>
              <a:ext uri="{FF2B5EF4-FFF2-40B4-BE49-F238E27FC236}">
                <a16:creationId xmlns:a16="http://schemas.microsoft.com/office/drawing/2014/main" id="{8B20C5C7-93FF-480F-E443-E01C673A4052}"/>
              </a:ext>
            </a:extLst>
          </p:cNvPr>
          <p:cNvSpPr/>
          <p:nvPr/>
        </p:nvSpPr>
        <p:spPr>
          <a:xfrm>
            <a:off x="8074971"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22</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44" name="正方形/長方形 43">
            <a:extLst>
              <a:ext uri="{FF2B5EF4-FFF2-40B4-BE49-F238E27FC236}">
                <a16:creationId xmlns:a16="http://schemas.microsoft.com/office/drawing/2014/main" id="{6AB45DB9-4131-1F2B-3F3C-5CD0AB251DFB}"/>
              </a:ext>
            </a:extLst>
          </p:cNvPr>
          <p:cNvSpPr/>
          <p:nvPr/>
        </p:nvSpPr>
        <p:spPr>
          <a:xfrm>
            <a:off x="8328740"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29</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45" name="正方形/長方形 44">
            <a:extLst>
              <a:ext uri="{FF2B5EF4-FFF2-40B4-BE49-F238E27FC236}">
                <a16:creationId xmlns:a16="http://schemas.microsoft.com/office/drawing/2014/main" id="{36F40D88-32C7-62A0-615A-1759EF3B9804}"/>
              </a:ext>
            </a:extLst>
          </p:cNvPr>
          <p:cNvSpPr/>
          <p:nvPr/>
        </p:nvSpPr>
        <p:spPr>
          <a:xfrm>
            <a:off x="8582510" y="2062124"/>
            <a:ext cx="251483" cy="108000"/>
          </a:xfrm>
          <a:prstGeom prst="rect">
            <a:avLst/>
          </a:prstGeom>
          <a:solidFill>
            <a:sysClr val="window" lastClr="FFFFFF">
              <a:lumMod val="85000"/>
            </a:sysClr>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prstClr val="black"/>
                </a:solidFill>
                <a:effectLst/>
                <a:uLnTx/>
                <a:uFillTx/>
                <a:latin typeface="Meiryo UI"/>
                <a:ea typeface="Meiryo UI"/>
                <a:cs typeface="+mn-cs"/>
              </a:rPr>
              <a:t>5</a:t>
            </a:r>
            <a:r>
              <a:rPr kumimoji="0" lang="ja-JP" altLang="en-US" sz="800" b="0" i="0" u="none" strike="noStrike" kern="0" cap="none" spc="0" normalizeH="0" baseline="0" noProof="0">
                <a:ln>
                  <a:noFill/>
                </a:ln>
                <a:solidFill>
                  <a:prstClr val="black"/>
                </a:solidFill>
                <a:effectLst/>
                <a:uLnTx/>
                <a:uFillTx/>
                <a:latin typeface="Meiryo UI"/>
                <a:ea typeface="Meiryo UI"/>
                <a:cs typeface="+mn-cs"/>
              </a:rPr>
              <a:t>日</a:t>
            </a:r>
          </a:p>
        </p:txBody>
      </p:sp>
      <p:sp>
        <p:nvSpPr>
          <p:cNvPr id="136" name="テキスト ボックス 135">
            <a:extLst>
              <a:ext uri="{FF2B5EF4-FFF2-40B4-BE49-F238E27FC236}">
                <a16:creationId xmlns:a16="http://schemas.microsoft.com/office/drawing/2014/main" id="{3D59E87F-3271-1223-7F77-8EFA4B8F2899}"/>
              </a:ext>
            </a:extLst>
          </p:cNvPr>
          <p:cNvSpPr txBox="1"/>
          <p:nvPr/>
        </p:nvSpPr>
        <p:spPr>
          <a:xfrm>
            <a:off x="1985114" y="2326823"/>
            <a:ext cx="1949825" cy="215759"/>
          </a:xfrm>
          <a:prstGeom prst="rect">
            <a:avLst/>
          </a:prstGeom>
          <a:noFill/>
        </p:spPr>
        <p:txBody>
          <a:bodyPr wrap="square" lIns="36000" tIns="36000" rIns="36000" bIns="36000" rtlCol="0" anchor="t">
            <a:noAutofit/>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srgbClr val="FF0000"/>
                </a:solidFill>
                <a:effectLst/>
                <a:uLnTx/>
                <a:uFillTx/>
                <a:latin typeface="Meiryo UI"/>
                <a:ea typeface="Meiryo UI" panose="020B0604030504040204" pitchFamily="50" charset="-128"/>
                <a:cs typeface="+mn-cs"/>
              </a:rPr>
              <a:t>▼調達委員会</a:t>
            </a:r>
            <a:r>
              <a:rPr kumimoji="1" lang="en-US" altLang="ja-JP" sz="1000" b="0" i="0" u="none" strike="noStrike" kern="1200" cap="none" spc="0" normalizeH="0" baseline="0" noProof="0">
                <a:ln>
                  <a:noFill/>
                </a:ln>
                <a:solidFill>
                  <a:srgbClr val="FF0000"/>
                </a:solidFill>
                <a:effectLst/>
                <a:uLnTx/>
                <a:uFillTx/>
                <a:latin typeface="Meiryo UI"/>
                <a:ea typeface="Meiryo UI" panose="020B0604030504040204" pitchFamily="50" charset="-128"/>
                <a:cs typeface="+mn-cs"/>
              </a:rPr>
              <a:t>(10/20)</a:t>
            </a:r>
            <a:endParaRPr kumimoji="1" lang="ja-JP" altLang="en-US" sz="1000" b="0" i="0" u="none" strike="noStrike" kern="1200" cap="none" spc="0" normalizeH="0" baseline="0" noProof="0">
              <a:ln>
                <a:noFill/>
              </a:ln>
              <a:solidFill>
                <a:srgbClr val="FF0000"/>
              </a:solidFill>
              <a:effectLst/>
              <a:uLnTx/>
              <a:uFillTx/>
              <a:latin typeface="Meiryo UI"/>
              <a:ea typeface="Meiryo UI" panose="020B0604030504040204" pitchFamily="50" charset="-128"/>
              <a:cs typeface="+mn-cs"/>
            </a:endParaRPr>
          </a:p>
        </p:txBody>
      </p:sp>
      <p:sp>
        <p:nvSpPr>
          <p:cNvPr id="137" name="正方形/長方形 136">
            <a:extLst>
              <a:ext uri="{FF2B5EF4-FFF2-40B4-BE49-F238E27FC236}">
                <a16:creationId xmlns:a16="http://schemas.microsoft.com/office/drawing/2014/main" id="{9F70A036-0FA7-312F-7E0D-5DF25CB71043}"/>
              </a:ext>
            </a:extLst>
          </p:cNvPr>
          <p:cNvSpPr/>
          <p:nvPr/>
        </p:nvSpPr>
        <p:spPr>
          <a:xfrm>
            <a:off x="544697" y="2724326"/>
            <a:ext cx="638970" cy="2948654"/>
          </a:xfrm>
          <a:prstGeom prst="rect">
            <a:avLst/>
          </a:prstGeom>
          <a:solidFill>
            <a:sysClr val="window" lastClr="FFFFFF"/>
          </a:solidFill>
          <a:ln w="3175" cap="flat" cmpd="sng" algn="ctr">
            <a:solidFill>
              <a:sysClr val="windowText" lastClr="000000"/>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prstClr val="black"/>
                </a:solidFill>
                <a:effectLst/>
                <a:uLnTx/>
                <a:uFillTx/>
                <a:latin typeface="Arial"/>
                <a:ea typeface="Meiryo UI"/>
                <a:cs typeface="+mn-cs"/>
              </a:rPr>
              <a:t>要件整理</a:t>
            </a:r>
            <a:br>
              <a:rPr kumimoji="0" lang="en-US" altLang="ja-JP" sz="900" b="0" i="0" u="none" strike="noStrike" kern="0" cap="none" spc="0" normalizeH="0" baseline="0" noProof="0">
                <a:ln>
                  <a:noFill/>
                </a:ln>
                <a:solidFill>
                  <a:prstClr val="black"/>
                </a:solidFill>
                <a:effectLst/>
                <a:uLnTx/>
                <a:uFillTx/>
                <a:latin typeface="Arial"/>
                <a:ea typeface="Meiryo UI"/>
                <a:cs typeface="+mn-cs"/>
              </a:rPr>
            </a:br>
            <a:r>
              <a:rPr kumimoji="0" lang="ja-JP" altLang="en-US" sz="900" b="0" i="0" u="none" strike="noStrike" kern="0" cap="none" spc="0" normalizeH="0" baseline="0" noProof="0">
                <a:ln>
                  <a:noFill/>
                </a:ln>
                <a:solidFill>
                  <a:prstClr val="black"/>
                </a:solidFill>
                <a:effectLst/>
                <a:uLnTx/>
                <a:uFillTx/>
                <a:latin typeface="Arial"/>
                <a:ea typeface="Meiryo UI"/>
                <a:cs typeface="+mn-cs"/>
              </a:rPr>
              <a:t>スケジュール</a:t>
            </a:r>
          </a:p>
        </p:txBody>
      </p:sp>
      <p:sp>
        <p:nvSpPr>
          <p:cNvPr id="138" name="正方形/長方形 137">
            <a:extLst>
              <a:ext uri="{FF2B5EF4-FFF2-40B4-BE49-F238E27FC236}">
                <a16:creationId xmlns:a16="http://schemas.microsoft.com/office/drawing/2014/main" id="{CF8CB8F2-12DE-9B96-8E21-290FF615C6E4}"/>
              </a:ext>
            </a:extLst>
          </p:cNvPr>
          <p:cNvSpPr/>
          <p:nvPr/>
        </p:nvSpPr>
        <p:spPr>
          <a:xfrm>
            <a:off x="544697" y="2170125"/>
            <a:ext cx="638970" cy="457838"/>
          </a:xfrm>
          <a:prstGeom prst="rect">
            <a:avLst/>
          </a:prstGeom>
          <a:solidFill>
            <a:sysClr val="window" lastClr="FFFFFF"/>
          </a:solidFill>
          <a:ln w="3175" cap="flat" cmpd="sng" algn="ctr">
            <a:solidFill>
              <a:sysClr val="windowText" lastClr="000000"/>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prstClr val="black"/>
                </a:solidFill>
                <a:effectLst/>
                <a:uLnTx/>
                <a:uFillTx/>
                <a:latin typeface="Arial"/>
                <a:ea typeface="Meiryo UI"/>
                <a:cs typeface="+mn-cs"/>
              </a:rPr>
              <a:t>マイルストーン</a:t>
            </a:r>
          </a:p>
        </p:txBody>
      </p:sp>
      <p:cxnSp>
        <p:nvCxnSpPr>
          <p:cNvPr id="139" name="直線コネクタ 138">
            <a:extLst>
              <a:ext uri="{FF2B5EF4-FFF2-40B4-BE49-F238E27FC236}">
                <a16:creationId xmlns:a16="http://schemas.microsoft.com/office/drawing/2014/main" id="{99BB0353-54A9-D022-EE38-3566F4A14D0E}"/>
              </a:ext>
            </a:extLst>
          </p:cNvPr>
          <p:cNvCxnSpPr>
            <a:cxnSpLocks/>
          </p:cNvCxnSpPr>
          <p:nvPr/>
        </p:nvCxnSpPr>
        <p:spPr bwMode="auto">
          <a:xfrm>
            <a:off x="1214554" y="5710612"/>
            <a:ext cx="7729421" cy="0"/>
          </a:xfrm>
          <a:prstGeom prst="line">
            <a:avLst/>
          </a:prstGeom>
          <a:solidFill>
            <a:sysClr val="window" lastClr="FFFFFF"/>
          </a:solidFill>
          <a:ln w="9525" cap="flat" cmpd="sng" algn="ctr">
            <a:solidFill>
              <a:sysClr val="windowText" lastClr="000000"/>
            </a:solidFill>
            <a:prstDash val="sysDot"/>
            <a:round/>
            <a:headEnd type="none" w="med" len="med"/>
            <a:tailEnd type="none" w="med" len="med"/>
          </a:ln>
          <a:effectLst/>
        </p:spPr>
      </p:cxnSp>
      <p:sp>
        <p:nvSpPr>
          <p:cNvPr id="153" name="テキスト ボックス 152">
            <a:extLst>
              <a:ext uri="{FF2B5EF4-FFF2-40B4-BE49-F238E27FC236}">
                <a16:creationId xmlns:a16="http://schemas.microsoft.com/office/drawing/2014/main" id="{57D14F8D-AEF3-6F29-1CC7-E05803394443}"/>
              </a:ext>
            </a:extLst>
          </p:cNvPr>
          <p:cNvSpPr txBox="1"/>
          <p:nvPr/>
        </p:nvSpPr>
        <p:spPr>
          <a:xfrm>
            <a:off x="1343639" y="2179229"/>
            <a:ext cx="1967673" cy="169474"/>
          </a:xfrm>
          <a:prstGeom prst="rect">
            <a:avLst/>
          </a:prstGeom>
          <a:noFill/>
        </p:spPr>
        <p:txBody>
          <a:bodyPr wrap="square" lIns="36000" tIns="36000" rIns="36000" bIns="36000" rtlCol="0" anchor="t">
            <a:noAutofit/>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srgbClr val="FF0000"/>
                </a:solidFill>
                <a:effectLst/>
                <a:uLnTx/>
                <a:uFillTx/>
                <a:latin typeface="Meiryo UI"/>
                <a:ea typeface="Meiryo UI" panose="020B0604030504040204" pitchFamily="50" charset="-128"/>
                <a:cs typeface="+mn-cs"/>
              </a:rPr>
              <a:t>▼案件・要件概要確定</a:t>
            </a:r>
            <a:r>
              <a:rPr kumimoji="1" lang="en-US" altLang="ja-JP" sz="1000" b="0" i="0" u="none" strike="noStrike" kern="1200" cap="none" spc="0" normalizeH="0" baseline="0" noProof="0">
                <a:ln>
                  <a:noFill/>
                </a:ln>
                <a:solidFill>
                  <a:srgbClr val="FF0000"/>
                </a:solidFill>
                <a:effectLst/>
                <a:uLnTx/>
                <a:uFillTx/>
                <a:latin typeface="Meiryo UI"/>
                <a:ea typeface="Meiryo UI" panose="020B0604030504040204" pitchFamily="50" charset="-128"/>
                <a:cs typeface="+mn-cs"/>
              </a:rPr>
              <a:t>(10/5)</a:t>
            </a:r>
            <a:endParaRPr kumimoji="1" lang="ja-JP" altLang="en-US" sz="1000" b="0" i="0" u="none" strike="noStrike" kern="1200" cap="none" spc="0" normalizeH="0" baseline="0" noProof="0">
              <a:ln>
                <a:noFill/>
              </a:ln>
              <a:solidFill>
                <a:srgbClr val="FF0000"/>
              </a:solidFill>
              <a:effectLst/>
              <a:uLnTx/>
              <a:uFillTx/>
              <a:latin typeface="Meiryo UI"/>
              <a:ea typeface="Meiryo UI" panose="020B0604030504040204" pitchFamily="50" charset="-128"/>
              <a:cs typeface="+mn-cs"/>
            </a:endParaRPr>
          </a:p>
        </p:txBody>
      </p:sp>
      <p:grpSp>
        <p:nvGrpSpPr>
          <p:cNvPr id="54" name="グループ化 53">
            <a:extLst>
              <a:ext uri="{FF2B5EF4-FFF2-40B4-BE49-F238E27FC236}">
                <a16:creationId xmlns:a16="http://schemas.microsoft.com/office/drawing/2014/main" id="{CB432199-4992-9727-B5E0-FFDB0F464B70}"/>
              </a:ext>
            </a:extLst>
          </p:cNvPr>
          <p:cNvGrpSpPr/>
          <p:nvPr/>
        </p:nvGrpSpPr>
        <p:grpSpPr>
          <a:xfrm>
            <a:off x="2023798" y="2466360"/>
            <a:ext cx="1381200" cy="133928"/>
            <a:chOff x="2696078" y="2715668"/>
            <a:chExt cx="1381200" cy="180909"/>
          </a:xfrm>
        </p:grpSpPr>
        <p:cxnSp>
          <p:nvCxnSpPr>
            <p:cNvPr id="158" name="直線矢印コネクタ 157">
              <a:extLst>
                <a:ext uri="{FF2B5EF4-FFF2-40B4-BE49-F238E27FC236}">
                  <a16:creationId xmlns:a16="http://schemas.microsoft.com/office/drawing/2014/main" id="{86746B49-5FAC-C4DF-A491-4A756F694EEE}"/>
                </a:ext>
              </a:extLst>
            </p:cNvPr>
            <p:cNvCxnSpPr>
              <a:cxnSpLocks/>
            </p:cNvCxnSpPr>
            <p:nvPr/>
          </p:nvCxnSpPr>
          <p:spPr bwMode="auto">
            <a:xfrm flipV="1">
              <a:off x="2696078" y="2885577"/>
              <a:ext cx="1381200" cy="3360"/>
            </a:xfrm>
            <a:prstGeom prst="straightConnector1">
              <a:avLst/>
            </a:prstGeom>
            <a:solidFill>
              <a:schemeClr val="bg1"/>
            </a:solidFill>
            <a:ln w="9525" cap="flat" cmpd="sng" algn="ctr">
              <a:solidFill>
                <a:srgbClr val="FF0000"/>
              </a:solidFill>
              <a:prstDash val="solid"/>
              <a:round/>
              <a:headEnd type="triangle"/>
              <a:tailEnd type="triangle"/>
            </a:ln>
            <a:effectLst/>
          </p:spPr>
        </p:cxnSp>
        <p:sp>
          <p:nvSpPr>
            <p:cNvPr id="162" name="テキスト ボックス 161">
              <a:extLst>
                <a:ext uri="{FF2B5EF4-FFF2-40B4-BE49-F238E27FC236}">
                  <a16:creationId xmlns:a16="http://schemas.microsoft.com/office/drawing/2014/main" id="{8E16CFD7-2E6E-8463-BBF9-43C35C5994FA}"/>
                </a:ext>
              </a:extLst>
            </p:cNvPr>
            <p:cNvSpPr txBox="1"/>
            <p:nvPr/>
          </p:nvSpPr>
          <p:spPr>
            <a:xfrm>
              <a:off x="3056167" y="2715668"/>
              <a:ext cx="687003" cy="180909"/>
            </a:xfrm>
            <a:prstGeom prst="rect">
              <a:avLst/>
            </a:prstGeom>
            <a:noFill/>
          </p:spPr>
          <p:txBody>
            <a:bodyPr wrap="square" lIns="36000" tIns="36000" rIns="36000" bIns="36000" rtlCol="0" anchor="ctr">
              <a:noAutofit/>
            </a:body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官報公告</a:t>
              </a:r>
            </a:p>
          </p:txBody>
        </p:sp>
      </p:grpSp>
      <p:sp>
        <p:nvSpPr>
          <p:cNvPr id="167" name="矢印: 五方向 166">
            <a:extLst>
              <a:ext uri="{FF2B5EF4-FFF2-40B4-BE49-F238E27FC236}">
                <a16:creationId xmlns:a16="http://schemas.microsoft.com/office/drawing/2014/main" id="{0B2F8D16-18CD-0B48-1618-5B12C6BF17E8}"/>
              </a:ext>
            </a:extLst>
          </p:cNvPr>
          <p:cNvSpPr/>
          <p:nvPr/>
        </p:nvSpPr>
        <p:spPr>
          <a:xfrm>
            <a:off x="5802739" y="4946393"/>
            <a:ext cx="1937844" cy="248686"/>
          </a:xfrm>
          <a:prstGeom prst="homePlate">
            <a:avLst>
              <a:gd name="adj" fmla="val 56260"/>
            </a:avLst>
          </a:prstGeom>
          <a:solidFill>
            <a:schemeClr val="accent6">
              <a:lumMod val="20000"/>
              <a:lumOff val="80000"/>
            </a:schemeClr>
          </a:solidFill>
          <a:ln w="3175">
            <a:solidFill>
              <a:schemeClr val="bg1">
                <a:lumMod val="50000"/>
              </a:schemeClr>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1">
                <a:ln>
                  <a:noFill/>
                </a:ln>
                <a:solidFill>
                  <a:prstClr val="black"/>
                </a:solidFill>
                <a:effectLst/>
                <a:uLnTx/>
                <a:uFillTx/>
                <a:latin typeface="Meiryo UI"/>
                <a:ea typeface="Meiryo UI"/>
                <a:cs typeface="+mn-cs"/>
              </a:rPr>
              <a:t>要件整理・見積</a:t>
            </a:r>
            <a:endParaRPr kumimoji="1" lang="ja-JP" altLang="en-US" sz="1100" b="0" i="0" u="none" strike="noStrike" kern="1200" cap="none" spc="0" normalizeH="0" baseline="0" noProof="0">
              <a:ln>
                <a:noFill/>
              </a:ln>
              <a:solidFill>
                <a:prstClr val="black"/>
              </a:solidFill>
              <a:effectLst/>
              <a:uLnTx/>
              <a:uFillTx/>
              <a:latin typeface="Meiryo UI"/>
              <a:ea typeface="Meiryo UI"/>
              <a:cs typeface="+mn-cs"/>
            </a:endParaRPr>
          </a:p>
        </p:txBody>
      </p:sp>
      <p:sp>
        <p:nvSpPr>
          <p:cNvPr id="176" name="矢印: 右 175">
            <a:extLst>
              <a:ext uri="{FF2B5EF4-FFF2-40B4-BE49-F238E27FC236}">
                <a16:creationId xmlns:a16="http://schemas.microsoft.com/office/drawing/2014/main" id="{3E2AADE5-87CB-2507-F2AA-8FD27D363B05}"/>
              </a:ext>
            </a:extLst>
          </p:cNvPr>
          <p:cNvSpPr/>
          <p:nvPr/>
        </p:nvSpPr>
        <p:spPr>
          <a:xfrm>
            <a:off x="2929253" y="4954447"/>
            <a:ext cx="2190706" cy="248686"/>
          </a:xfrm>
          <a:prstGeom prst="rightArrow">
            <a:avLst>
              <a:gd name="adj1" fmla="val 100000"/>
              <a:gd name="adj2" fmla="val 50000"/>
            </a:avLst>
          </a:prstGeom>
          <a:solidFill>
            <a:srgbClr val="9BBB59">
              <a:lumMod val="20000"/>
              <a:lumOff val="80000"/>
            </a:srgbClr>
          </a:solidFill>
          <a:ln w="3175" cap="flat" cmpd="sng" algn="ctr">
            <a:solidFill>
              <a:schemeClr val="bg1">
                <a:lumMod val="50000"/>
              </a:schemeClr>
            </a:solidFill>
            <a:prstDash val="solid"/>
            <a:headEnd w="med" len="sm"/>
            <a:tailEnd type="triangle" w="sm" len="sm"/>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prstClr val="black"/>
                </a:solidFill>
                <a:effectLst/>
                <a:uLnTx/>
                <a:uFillTx/>
                <a:latin typeface="Meiryo UI"/>
                <a:ea typeface="Meiryo UI"/>
                <a:cs typeface="+mn-cs"/>
              </a:rPr>
              <a:t>モデル事業検証結果取りまとめ</a:t>
            </a:r>
            <a:endParaRPr kumimoji="0" lang="en-US" altLang="ja-JP"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178" name="矢印: 右 177">
            <a:extLst>
              <a:ext uri="{FF2B5EF4-FFF2-40B4-BE49-F238E27FC236}">
                <a16:creationId xmlns:a16="http://schemas.microsoft.com/office/drawing/2014/main" id="{B39A2BB8-73A1-D4C9-02F5-966D8A474DE4}"/>
              </a:ext>
            </a:extLst>
          </p:cNvPr>
          <p:cNvSpPr/>
          <p:nvPr/>
        </p:nvSpPr>
        <p:spPr>
          <a:xfrm>
            <a:off x="3911204" y="5234073"/>
            <a:ext cx="1876678" cy="248686"/>
          </a:xfrm>
          <a:prstGeom prst="rightArrow">
            <a:avLst>
              <a:gd name="adj1" fmla="val 100000"/>
              <a:gd name="adj2" fmla="val 33385"/>
            </a:avLst>
          </a:prstGeom>
          <a:solidFill>
            <a:srgbClr val="9BBB59">
              <a:lumMod val="20000"/>
              <a:lumOff val="80000"/>
            </a:srgbClr>
          </a:solidFill>
          <a:ln w="3175" cap="flat" cmpd="sng" algn="ctr">
            <a:solidFill>
              <a:schemeClr val="bg1">
                <a:lumMod val="50000"/>
              </a:schemeClr>
            </a:solidFill>
            <a:prstDash val="solid"/>
            <a:headEnd w="med" len="sm"/>
            <a:tailEnd type="triangle" w="sm" len="sm"/>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n-US" altLang="ja-JP" sz="1100" b="0" i="0" u="none" strike="noStrike" kern="0" cap="none" spc="0" normalizeH="0" baseline="0" noProof="0">
                <a:ln>
                  <a:noFill/>
                </a:ln>
                <a:solidFill>
                  <a:prstClr val="black"/>
                </a:solidFill>
                <a:effectLst/>
                <a:uLnTx/>
                <a:uFillTx/>
                <a:latin typeface="Meiryo UI"/>
                <a:ea typeface="Meiryo UI"/>
                <a:cs typeface="+mn-cs"/>
              </a:rPr>
              <a:t>R9</a:t>
            </a:r>
            <a:r>
              <a:rPr kumimoji="0" lang="ja-JP" altLang="en-US" sz="1100" b="0" i="0" u="none" strike="noStrike" kern="0" cap="none" spc="0" normalizeH="0" baseline="0" noProof="0">
                <a:ln>
                  <a:noFill/>
                </a:ln>
                <a:solidFill>
                  <a:prstClr val="black"/>
                </a:solidFill>
                <a:effectLst/>
                <a:uLnTx/>
                <a:uFillTx/>
                <a:latin typeface="Meiryo UI"/>
                <a:ea typeface="Meiryo UI"/>
                <a:cs typeface="+mn-cs"/>
              </a:rPr>
              <a:t>開発候補案件整理</a:t>
            </a:r>
            <a:endParaRPr kumimoji="0" lang="en-US" altLang="ja-JP"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181" name="矢印: 五方向 180">
            <a:extLst>
              <a:ext uri="{FF2B5EF4-FFF2-40B4-BE49-F238E27FC236}">
                <a16:creationId xmlns:a16="http://schemas.microsoft.com/office/drawing/2014/main" id="{7982AF84-41E2-9E82-AC7F-767126391E6C}"/>
              </a:ext>
            </a:extLst>
          </p:cNvPr>
          <p:cNvSpPr/>
          <p:nvPr/>
        </p:nvSpPr>
        <p:spPr>
          <a:xfrm>
            <a:off x="8502263" y="2741396"/>
            <a:ext cx="367417" cy="2931585"/>
          </a:xfrm>
          <a:prstGeom prst="homePlate">
            <a:avLst>
              <a:gd name="adj" fmla="val 19814"/>
            </a:avLst>
          </a:prstGeom>
          <a:solidFill>
            <a:schemeClr val="accent6">
              <a:lumMod val="20000"/>
              <a:lumOff val="80000"/>
            </a:schemeClr>
          </a:solidFill>
          <a:ln w="3175">
            <a:solidFill>
              <a:schemeClr val="bg1">
                <a:lumMod val="50000"/>
              </a:schemeClr>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noProof="1"/>
            </a:pP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開発</a:t>
            </a:r>
          </a:p>
        </p:txBody>
      </p:sp>
      <p:sp>
        <p:nvSpPr>
          <p:cNvPr id="187" name="正方形/長方形 186">
            <a:extLst>
              <a:ext uri="{FF2B5EF4-FFF2-40B4-BE49-F238E27FC236}">
                <a16:creationId xmlns:a16="http://schemas.microsoft.com/office/drawing/2014/main" id="{804C1B8B-918F-7ACF-0D64-9C798C9E21AE}"/>
              </a:ext>
            </a:extLst>
          </p:cNvPr>
          <p:cNvSpPr/>
          <p:nvPr/>
        </p:nvSpPr>
        <p:spPr>
          <a:xfrm>
            <a:off x="3654381" y="2724326"/>
            <a:ext cx="4714147" cy="875646"/>
          </a:xfrm>
          <a:prstGeom prst="rect">
            <a:avLst/>
          </a:prstGeom>
          <a:noFill/>
          <a:ln w="28575">
            <a:solidFill>
              <a:srgbClr val="1F497D"/>
            </a:solidFill>
            <a:prstDash val="sysDash"/>
          </a:ln>
        </p:spPr>
        <p:txBody>
          <a:bodyPr rtlCol="0" anchor="t"/>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ja-JP" altLang="en-US" sz="1100" b="1" i="0" u="none" strike="noStrike" kern="0" cap="none" spc="0" normalizeH="0" baseline="0" noProof="0">
                <a:ln>
                  <a:noFill/>
                </a:ln>
                <a:solidFill>
                  <a:prstClr val="black"/>
                </a:solidFill>
                <a:effectLst/>
                <a:uLnTx/>
                <a:uFillTx/>
                <a:latin typeface="Meiryo UI"/>
                <a:ea typeface="Meiryo UI"/>
                <a:cs typeface="+mn-cs"/>
              </a:rPr>
              <a:t>調達委員会</a:t>
            </a:r>
            <a:r>
              <a:rPr kumimoji="0" lang="en-US" altLang="ja-JP" sz="1100" b="1" i="0" u="none" strike="noStrike" kern="0" cap="none" spc="0" normalizeH="0" baseline="0" noProof="0">
                <a:ln>
                  <a:noFill/>
                </a:ln>
                <a:solidFill>
                  <a:prstClr val="black"/>
                </a:solidFill>
                <a:effectLst/>
                <a:uLnTx/>
                <a:uFillTx/>
                <a:latin typeface="Meiryo UI"/>
                <a:ea typeface="Meiryo UI"/>
                <a:cs typeface="+mn-cs"/>
              </a:rPr>
              <a:t>(10/20)</a:t>
            </a:r>
            <a:r>
              <a:rPr kumimoji="0" lang="ja-JP" altLang="en-US" sz="1100" b="1" i="0" u="none" strike="noStrike" kern="0" cap="none" spc="0" normalizeH="0" baseline="0" noProof="0">
                <a:ln>
                  <a:noFill/>
                </a:ln>
                <a:solidFill>
                  <a:prstClr val="black"/>
                </a:solidFill>
                <a:effectLst/>
                <a:uLnTx/>
                <a:uFillTx/>
                <a:latin typeface="Meiryo UI"/>
                <a:ea typeface="Meiryo UI"/>
                <a:cs typeface="+mn-cs"/>
              </a:rPr>
              <a:t>時点で概要を提示可能な案件（優先度「高」「中」）</a:t>
            </a:r>
          </a:p>
        </p:txBody>
      </p:sp>
      <p:sp>
        <p:nvSpPr>
          <p:cNvPr id="189" name="正方形/長方形 188">
            <a:extLst>
              <a:ext uri="{FF2B5EF4-FFF2-40B4-BE49-F238E27FC236}">
                <a16:creationId xmlns:a16="http://schemas.microsoft.com/office/drawing/2014/main" id="{B1615837-6C12-5205-C049-3EB74EE518A7}"/>
              </a:ext>
            </a:extLst>
          </p:cNvPr>
          <p:cNvSpPr/>
          <p:nvPr/>
        </p:nvSpPr>
        <p:spPr>
          <a:xfrm>
            <a:off x="2767508" y="4714577"/>
            <a:ext cx="5615566" cy="910782"/>
          </a:xfrm>
          <a:prstGeom prst="rect">
            <a:avLst/>
          </a:prstGeom>
          <a:noFill/>
          <a:ln w="28575">
            <a:solidFill>
              <a:srgbClr val="1F497D"/>
            </a:solidFill>
            <a:prstDash val="sysDash"/>
          </a:ln>
        </p:spPr>
        <p:txBody>
          <a:bodyPr rtlCol="0" anchor="t"/>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ja-JP" altLang="en-US" sz="1100" b="1" i="0" u="none" strike="noStrike" kern="0" cap="none" spc="0" normalizeH="0" baseline="0" noProof="0">
                <a:ln>
                  <a:noFill/>
                </a:ln>
                <a:solidFill>
                  <a:prstClr val="black"/>
                </a:solidFill>
                <a:effectLst/>
                <a:uLnTx/>
                <a:uFillTx/>
                <a:latin typeface="Meiryo UI"/>
                <a:ea typeface="Meiryo UI"/>
                <a:cs typeface="+mn-cs"/>
              </a:rPr>
              <a:t>調達委員会</a:t>
            </a:r>
            <a:r>
              <a:rPr kumimoji="0" lang="en-US" altLang="ja-JP" sz="1100" b="1" i="0" u="none" strike="noStrike" kern="0" cap="none" spc="0" normalizeH="0" baseline="0" noProof="0">
                <a:ln>
                  <a:noFill/>
                </a:ln>
                <a:solidFill>
                  <a:prstClr val="black"/>
                </a:solidFill>
                <a:effectLst/>
                <a:uLnTx/>
                <a:uFillTx/>
                <a:latin typeface="Meiryo UI"/>
                <a:ea typeface="Meiryo UI"/>
                <a:cs typeface="+mn-cs"/>
              </a:rPr>
              <a:t>(10/20)</a:t>
            </a:r>
            <a:r>
              <a:rPr kumimoji="0" lang="ja-JP" altLang="en-US" sz="1100" b="1" i="0" u="none" strike="noStrike" kern="0" cap="none" spc="0" normalizeH="0" baseline="0" noProof="0">
                <a:ln>
                  <a:noFill/>
                </a:ln>
                <a:solidFill>
                  <a:prstClr val="black"/>
                </a:solidFill>
                <a:effectLst/>
                <a:uLnTx/>
                <a:uFillTx/>
                <a:latin typeface="Meiryo UI"/>
                <a:ea typeface="Meiryo UI"/>
                <a:cs typeface="+mn-cs"/>
              </a:rPr>
              <a:t>時点で概要を提示不可能な案件</a:t>
            </a:r>
            <a:endParaRPr kumimoji="0" lang="ja-JP" altLang="en-US" sz="1100" b="0" i="0" u="none" strike="noStrike" kern="0" cap="none" spc="0" normalizeH="0" baseline="0" noProof="0">
              <a:ln>
                <a:noFill/>
              </a:ln>
              <a:solidFill>
                <a:prstClr val="black"/>
              </a:solidFill>
              <a:effectLst/>
              <a:uLnTx/>
              <a:uFillTx/>
              <a:latin typeface="Meiryo UI"/>
              <a:ea typeface="Meiryo UI"/>
              <a:cs typeface="+mn-cs"/>
            </a:endParaRPr>
          </a:p>
        </p:txBody>
      </p:sp>
      <p:sp>
        <p:nvSpPr>
          <p:cNvPr id="196" name="矢印: 五方向 195">
            <a:extLst>
              <a:ext uri="{FF2B5EF4-FFF2-40B4-BE49-F238E27FC236}">
                <a16:creationId xmlns:a16="http://schemas.microsoft.com/office/drawing/2014/main" id="{13A38577-3D58-5A1F-4740-936FF2ACE74E}"/>
              </a:ext>
            </a:extLst>
          </p:cNvPr>
          <p:cNvSpPr/>
          <p:nvPr/>
        </p:nvSpPr>
        <p:spPr bwMode="auto">
          <a:xfrm>
            <a:off x="7380454" y="2952022"/>
            <a:ext cx="901057" cy="248686"/>
          </a:xfrm>
          <a:prstGeom prst="homePlate">
            <a:avLst>
              <a:gd name="adj" fmla="val 24435"/>
            </a:avLst>
          </a:prstGeom>
          <a:gradFill flip="none" rotWithShape="1">
            <a:gsLst>
              <a:gs pos="53000">
                <a:srgbClr val="4EA72E">
                  <a:lumMod val="20000"/>
                  <a:lumOff val="80000"/>
                </a:srgbClr>
              </a:gs>
              <a:gs pos="53000">
                <a:srgbClr val="156082">
                  <a:lumMod val="20000"/>
                  <a:lumOff val="80000"/>
                </a:srgbClr>
              </a:gs>
            </a:gsLst>
            <a:lin ang="2700000" scaled="1"/>
            <a:tileRect/>
          </a:gradFill>
          <a:ln w="6350" cap="flat" cmpd="sng" algn="ctr">
            <a:solidFill>
              <a:schemeClr val="bg1">
                <a:lumMod val="50000"/>
              </a:schemeClr>
            </a:solidFill>
            <a:prstDash val="solid"/>
            <a:round/>
            <a:headEnd type="none" w="med" len="med"/>
            <a:tailEnd type="none" w="med" len="med"/>
          </a:ln>
          <a:effectLst/>
        </p:spPr>
        <p:txBody>
          <a:bodyPr vert="horz" wrap="none" lIns="0" tIns="36000" rIns="0" bIns="0" numCol="1" rtlCol="0" anchor="ctr" anchorCtr="0" compatLnSpc="1">
            <a:prstTxWarp prst="textNoShape">
              <a:avLst/>
            </a:prstTxWarp>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1181679" rtl="0" eaLnBrk="1" fontAlgn="auto" latinLnBrk="0" hangingPunct="1">
              <a:lnSpc>
                <a:spcPts val="1080"/>
              </a:lnSpc>
              <a:spcBef>
                <a:spcPts val="0"/>
              </a:spcBef>
              <a:spcAft>
                <a:spcPts val="0"/>
              </a:spcAft>
              <a:buClrTx/>
              <a:buSzTx/>
              <a:buFontTx/>
              <a:buNone/>
              <a:tabLst/>
              <a:defRPr/>
            </a:pPr>
            <a:r>
              <a:rPr kumimoji="0" lang="ja-JP" altLang="en-US" sz="1100" b="0" i="0" u="none" strike="noStrike" kern="1200" cap="none" spc="0" normalizeH="0" baseline="0" noProof="0">
                <a:ln>
                  <a:noFill/>
                </a:ln>
                <a:solidFill>
                  <a:srgbClr val="000000"/>
                </a:solidFill>
                <a:effectLst/>
                <a:uLnTx/>
                <a:uFillTx/>
                <a:latin typeface="Meiryo UI"/>
                <a:ea typeface="Meiryo UI"/>
                <a:cs typeface="+mn-cs"/>
              </a:rPr>
              <a:t>精査</a:t>
            </a:r>
            <a:endParaRPr kumimoji="0" lang="en-US" altLang="ja-JP" sz="1100" b="0" i="0" u="none" strike="noStrike" kern="1200" cap="none" spc="0" normalizeH="0" baseline="0" noProof="0">
              <a:ln>
                <a:noFill/>
              </a:ln>
              <a:solidFill>
                <a:srgbClr val="000000"/>
              </a:solidFill>
              <a:effectLst/>
              <a:uLnTx/>
              <a:uFillTx/>
              <a:latin typeface="Meiryo UI"/>
              <a:ea typeface="Meiryo UI"/>
              <a:cs typeface="+mn-cs"/>
            </a:endParaRPr>
          </a:p>
        </p:txBody>
      </p:sp>
      <p:sp>
        <p:nvSpPr>
          <p:cNvPr id="198" name="矢印: 五方向 197">
            <a:extLst>
              <a:ext uri="{FF2B5EF4-FFF2-40B4-BE49-F238E27FC236}">
                <a16:creationId xmlns:a16="http://schemas.microsoft.com/office/drawing/2014/main" id="{65F42A92-68F4-E018-BE45-362E790E449C}"/>
              </a:ext>
            </a:extLst>
          </p:cNvPr>
          <p:cNvSpPr/>
          <p:nvPr/>
        </p:nvSpPr>
        <p:spPr bwMode="auto">
          <a:xfrm>
            <a:off x="7398409" y="5234073"/>
            <a:ext cx="901057" cy="248686"/>
          </a:xfrm>
          <a:prstGeom prst="homePlate">
            <a:avLst>
              <a:gd name="adj" fmla="val 24435"/>
            </a:avLst>
          </a:prstGeom>
          <a:gradFill flip="none" rotWithShape="1">
            <a:gsLst>
              <a:gs pos="53000">
                <a:srgbClr val="4EA72E">
                  <a:lumMod val="20000"/>
                  <a:lumOff val="80000"/>
                </a:srgbClr>
              </a:gs>
              <a:gs pos="53000">
                <a:srgbClr val="156082">
                  <a:lumMod val="20000"/>
                  <a:lumOff val="80000"/>
                </a:srgbClr>
              </a:gs>
            </a:gsLst>
            <a:lin ang="2700000" scaled="1"/>
            <a:tileRect/>
          </a:gradFill>
          <a:ln w="6350" cap="flat" cmpd="sng" algn="ctr">
            <a:solidFill>
              <a:schemeClr val="bg1">
                <a:lumMod val="50000"/>
              </a:schemeClr>
            </a:solidFill>
            <a:prstDash val="solid"/>
            <a:round/>
            <a:headEnd type="none" w="med" len="med"/>
            <a:tailEnd type="none" w="med" len="med"/>
          </a:ln>
          <a:effectLst/>
        </p:spPr>
        <p:txBody>
          <a:bodyPr vert="horz" wrap="none" lIns="0" tIns="36000" rIns="0" bIns="0" numCol="1" rtlCol="0" anchor="ctr" anchorCtr="0" compatLnSpc="1">
            <a:prstTxWarp prst="textNoShape">
              <a:avLst/>
            </a:prstTxWarp>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1181679" rtl="0" eaLnBrk="1" fontAlgn="auto" latinLnBrk="0" hangingPunct="1">
              <a:lnSpc>
                <a:spcPts val="1080"/>
              </a:lnSpc>
              <a:spcBef>
                <a:spcPts val="0"/>
              </a:spcBef>
              <a:spcAft>
                <a:spcPts val="0"/>
              </a:spcAft>
              <a:buClrTx/>
              <a:buSzTx/>
              <a:buFontTx/>
              <a:buNone/>
              <a:tabLst/>
              <a:defRPr/>
            </a:pPr>
            <a:r>
              <a:rPr kumimoji="0" lang="ja-JP" altLang="en-US" sz="1100" b="0" i="0" u="none" strike="noStrike" kern="1200" cap="none" spc="0" normalizeH="0" baseline="0" noProof="0">
                <a:ln>
                  <a:noFill/>
                </a:ln>
                <a:solidFill>
                  <a:srgbClr val="000000"/>
                </a:solidFill>
                <a:effectLst/>
                <a:uLnTx/>
                <a:uFillTx/>
                <a:latin typeface="Meiryo UI"/>
                <a:ea typeface="Meiryo UI"/>
                <a:cs typeface="+mn-cs"/>
              </a:rPr>
              <a:t>精査</a:t>
            </a:r>
            <a:endParaRPr kumimoji="0" lang="en-US" altLang="ja-JP" sz="1100" b="0" i="0" u="none" strike="noStrike" kern="1200" cap="none" spc="0" normalizeH="0" baseline="0" noProof="0">
              <a:ln>
                <a:noFill/>
              </a:ln>
              <a:solidFill>
                <a:srgbClr val="000000"/>
              </a:solidFill>
              <a:effectLst/>
              <a:uLnTx/>
              <a:uFillTx/>
              <a:latin typeface="Meiryo UI"/>
              <a:ea typeface="Meiryo UI"/>
              <a:cs typeface="+mn-cs"/>
            </a:endParaRPr>
          </a:p>
        </p:txBody>
      </p:sp>
      <p:sp>
        <p:nvSpPr>
          <p:cNvPr id="202" name="テキスト ボックス 201">
            <a:extLst>
              <a:ext uri="{FF2B5EF4-FFF2-40B4-BE49-F238E27FC236}">
                <a16:creationId xmlns:a16="http://schemas.microsoft.com/office/drawing/2014/main" id="{506290E8-146C-25D4-4FBF-6D616CCC0B6E}"/>
              </a:ext>
            </a:extLst>
          </p:cNvPr>
          <p:cNvSpPr txBox="1"/>
          <p:nvPr/>
        </p:nvSpPr>
        <p:spPr>
          <a:xfrm>
            <a:off x="5997904" y="2203866"/>
            <a:ext cx="1329236" cy="169474"/>
          </a:xfrm>
          <a:prstGeom prst="rect">
            <a:avLst/>
          </a:prstGeom>
          <a:noFill/>
        </p:spPr>
        <p:txBody>
          <a:bodyPr wrap="square" lIns="36000" tIns="36000" rIns="36000" bIns="36000" rtlCol="0" anchor="t">
            <a:noAutofit/>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srgbClr val="FF0000"/>
                </a:solidFill>
                <a:effectLst/>
                <a:uLnTx/>
                <a:uFillTx/>
                <a:latin typeface="Meiryo UI"/>
                <a:ea typeface="Meiryo UI" panose="020B0604030504040204" pitchFamily="50" charset="-128"/>
                <a:cs typeface="+mn-cs"/>
              </a:rPr>
              <a:t>▼全国的な運用開始</a:t>
            </a:r>
          </a:p>
        </p:txBody>
      </p:sp>
      <p:sp>
        <p:nvSpPr>
          <p:cNvPr id="220" name="正方形/長方形 219">
            <a:extLst>
              <a:ext uri="{FF2B5EF4-FFF2-40B4-BE49-F238E27FC236}">
                <a16:creationId xmlns:a16="http://schemas.microsoft.com/office/drawing/2014/main" id="{7EE1BB11-AD4B-8EB6-71E1-B032EB697CBB}"/>
              </a:ext>
            </a:extLst>
          </p:cNvPr>
          <p:cNvSpPr/>
          <p:nvPr/>
        </p:nvSpPr>
        <p:spPr>
          <a:xfrm>
            <a:off x="1298874" y="3204854"/>
            <a:ext cx="2228521" cy="696135"/>
          </a:xfrm>
          <a:prstGeom prst="rect">
            <a:avLst/>
          </a:prstGeom>
          <a:solidFill>
            <a:srgbClr val="FFFF8B"/>
          </a:solidFill>
          <a:ln>
            <a:solidFill>
              <a:schemeClr val="accent6">
                <a:lumMod val="75000"/>
              </a:schemeClr>
            </a:solidFill>
            <a:prstDash val="solid"/>
          </a:ln>
        </p:spPr>
        <p:txBody>
          <a:bodyPr wrap="square" lIns="36000" tIns="108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1100" b="0" i="0" u="none" strike="noStrike" kern="0" cap="none" spc="0" normalizeH="0" baseline="0" noProof="1">
                <a:ln>
                  <a:noFill/>
                </a:ln>
                <a:solidFill>
                  <a:prstClr val="black"/>
                </a:solidFill>
                <a:effectLst/>
                <a:uLnTx/>
                <a:uFillTx/>
                <a:latin typeface="Meiryo UI"/>
                <a:ea typeface="Meiryo UI"/>
                <a:cs typeface="Meiryo UI" charset="0"/>
              </a:rPr>
              <a:t>各案件の要件の認識齟齬や検討漏れを防止するため、</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中間成果物を厚労省・</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DX</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機構の双方で確認するプロセスとしたい。</a:t>
            </a:r>
            <a:endPar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endParaRPr>
          </a:p>
        </p:txBody>
      </p:sp>
      <p:cxnSp>
        <p:nvCxnSpPr>
          <p:cNvPr id="46" name="直線コネクタ 45">
            <a:extLst>
              <a:ext uri="{FF2B5EF4-FFF2-40B4-BE49-F238E27FC236}">
                <a16:creationId xmlns:a16="http://schemas.microsoft.com/office/drawing/2014/main" id="{7D5DAD45-1C0D-E389-AB74-0079B5E08CC1}"/>
              </a:ext>
            </a:extLst>
          </p:cNvPr>
          <p:cNvCxnSpPr>
            <a:cxnSpLocks/>
            <a:stCxn id="163" idx="0"/>
            <a:endCxn id="178" idx="1"/>
          </p:cNvCxnSpPr>
          <p:nvPr/>
        </p:nvCxnSpPr>
        <p:spPr bwMode="auto">
          <a:xfrm flipV="1">
            <a:off x="3103537" y="5358416"/>
            <a:ext cx="807667" cy="364029"/>
          </a:xfrm>
          <a:prstGeom prst="line">
            <a:avLst/>
          </a:prstGeom>
          <a:solidFill>
            <a:schemeClr val="bg1"/>
          </a:solidFill>
          <a:ln w="9525" cap="flat" cmpd="sng" algn="ctr">
            <a:solidFill>
              <a:schemeClr val="accent6">
                <a:lumMod val="75000"/>
              </a:schemeClr>
            </a:solidFill>
            <a:prstDash val="solid"/>
            <a:round/>
            <a:headEnd type="none" w="med" len="med"/>
            <a:tailEnd type="oval" w="med" len="med"/>
          </a:ln>
          <a:effectLst/>
        </p:spPr>
      </p:cxnSp>
      <p:cxnSp>
        <p:nvCxnSpPr>
          <p:cNvPr id="49" name="直線コネクタ 48">
            <a:extLst>
              <a:ext uri="{FF2B5EF4-FFF2-40B4-BE49-F238E27FC236}">
                <a16:creationId xmlns:a16="http://schemas.microsoft.com/office/drawing/2014/main" id="{AF307D21-EF42-55EE-70AC-506D706185EF}"/>
              </a:ext>
            </a:extLst>
          </p:cNvPr>
          <p:cNvCxnSpPr>
            <a:cxnSpLocks/>
            <a:endCxn id="63" idx="1"/>
          </p:cNvCxnSpPr>
          <p:nvPr/>
        </p:nvCxnSpPr>
        <p:spPr bwMode="auto">
          <a:xfrm flipV="1">
            <a:off x="3539267" y="3367110"/>
            <a:ext cx="2272350" cy="285655"/>
          </a:xfrm>
          <a:prstGeom prst="line">
            <a:avLst/>
          </a:prstGeom>
          <a:solidFill>
            <a:schemeClr val="bg1"/>
          </a:solidFill>
          <a:ln w="9525" cap="flat" cmpd="sng" algn="ctr">
            <a:solidFill>
              <a:schemeClr val="accent6">
                <a:lumMod val="75000"/>
              </a:schemeClr>
            </a:solidFill>
            <a:prstDash val="solid"/>
            <a:round/>
            <a:headEnd type="none" w="med" len="med"/>
            <a:tailEnd type="oval" w="med" len="med"/>
          </a:ln>
          <a:effectLst/>
        </p:spPr>
      </p:cxnSp>
      <p:grpSp>
        <p:nvGrpSpPr>
          <p:cNvPr id="58" name="グループ化 57">
            <a:extLst>
              <a:ext uri="{FF2B5EF4-FFF2-40B4-BE49-F238E27FC236}">
                <a16:creationId xmlns:a16="http://schemas.microsoft.com/office/drawing/2014/main" id="{08924329-165B-2966-9B15-EA1DB9554EAD}"/>
              </a:ext>
            </a:extLst>
          </p:cNvPr>
          <p:cNvGrpSpPr/>
          <p:nvPr/>
        </p:nvGrpSpPr>
        <p:grpSpPr>
          <a:xfrm>
            <a:off x="7327140" y="2288811"/>
            <a:ext cx="1037715" cy="183383"/>
            <a:chOff x="8020560" y="2593602"/>
            <a:chExt cx="1037715" cy="183383"/>
          </a:xfrm>
        </p:grpSpPr>
        <p:cxnSp>
          <p:nvCxnSpPr>
            <p:cNvPr id="56" name="直線矢印コネクタ 55">
              <a:extLst>
                <a:ext uri="{FF2B5EF4-FFF2-40B4-BE49-F238E27FC236}">
                  <a16:creationId xmlns:a16="http://schemas.microsoft.com/office/drawing/2014/main" id="{3BBEDCE3-164C-562B-9B68-8112E160BA01}"/>
                </a:ext>
              </a:extLst>
            </p:cNvPr>
            <p:cNvCxnSpPr>
              <a:cxnSpLocks/>
            </p:cNvCxnSpPr>
            <p:nvPr/>
          </p:nvCxnSpPr>
          <p:spPr bwMode="auto">
            <a:xfrm flipV="1">
              <a:off x="8020560" y="2773625"/>
              <a:ext cx="1037715" cy="3360"/>
            </a:xfrm>
            <a:prstGeom prst="straightConnector1">
              <a:avLst/>
            </a:prstGeom>
            <a:solidFill>
              <a:schemeClr val="bg1"/>
            </a:solidFill>
            <a:ln w="9525" cap="flat" cmpd="sng" algn="ctr">
              <a:solidFill>
                <a:srgbClr val="FF0000"/>
              </a:solidFill>
              <a:prstDash val="solid"/>
              <a:round/>
              <a:headEnd type="triangle"/>
              <a:tailEnd type="triangle"/>
            </a:ln>
            <a:effectLst/>
          </p:spPr>
        </p:cxnSp>
        <p:sp>
          <p:nvSpPr>
            <p:cNvPr id="57" name="テキスト ボックス 56">
              <a:extLst>
                <a:ext uri="{FF2B5EF4-FFF2-40B4-BE49-F238E27FC236}">
                  <a16:creationId xmlns:a16="http://schemas.microsoft.com/office/drawing/2014/main" id="{E17A2F3A-4FFD-2BE7-CDFA-B5314AB6FC77}"/>
                </a:ext>
              </a:extLst>
            </p:cNvPr>
            <p:cNvSpPr txBox="1"/>
            <p:nvPr/>
          </p:nvSpPr>
          <p:spPr>
            <a:xfrm>
              <a:off x="8185634" y="2593602"/>
              <a:ext cx="707566" cy="141048"/>
            </a:xfrm>
            <a:prstGeom prst="rect">
              <a:avLst/>
            </a:prstGeom>
            <a:noFill/>
          </p:spPr>
          <p:txBody>
            <a:bodyPr wrap="square" lIns="36000" tIns="36000" rIns="36000" bIns="36000" rtlCol="0" anchor="ctr">
              <a:noAutofit/>
            </a:bodyPr>
            <a:lstStyle/>
            <a:p>
              <a:pPr marL="0" marR="0" lvl="0" indent="0" algn="ctr" defTabSz="914400" rtl="0" eaLnBrk="1" fontAlgn="base" latinLnBrk="0" hangingPunct="1">
                <a:lnSpc>
                  <a:spcPct val="8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調達委員会</a:t>
              </a:r>
              <a:r>
                <a:rPr kumimoji="1" lang="en-US" altLang="ja-JP" sz="10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a:t>
              </a:r>
              <a:r>
                <a:rPr kumimoji="1" lang="ja-JP" altLang="en-US" sz="10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開発</a:t>
              </a:r>
              <a:r>
                <a:rPr kumimoji="1" lang="en-US" altLang="ja-JP" sz="10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a:t>
              </a:r>
              <a:endParaRPr kumimoji="1" lang="ja-JP" altLang="en-US" sz="10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endParaRPr>
            </a:p>
          </p:txBody>
        </p:sp>
      </p:grpSp>
      <p:grpSp>
        <p:nvGrpSpPr>
          <p:cNvPr id="141" name="グループ化 140">
            <a:extLst>
              <a:ext uri="{FF2B5EF4-FFF2-40B4-BE49-F238E27FC236}">
                <a16:creationId xmlns:a16="http://schemas.microsoft.com/office/drawing/2014/main" id="{48051CB1-44E0-C8B9-11C8-8B2C2D92CD05}"/>
              </a:ext>
            </a:extLst>
          </p:cNvPr>
          <p:cNvGrpSpPr/>
          <p:nvPr/>
        </p:nvGrpSpPr>
        <p:grpSpPr>
          <a:xfrm>
            <a:off x="6784602" y="1499608"/>
            <a:ext cx="2049391" cy="319703"/>
            <a:chOff x="4826556" y="302001"/>
            <a:chExt cx="2049391" cy="319703"/>
          </a:xfrm>
        </p:grpSpPr>
        <p:sp>
          <p:nvSpPr>
            <p:cNvPr id="142" name="矢印: 五方向 141">
              <a:extLst>
                <a:ext uri="{FF2B5EF4-FFF2-40B4-BE49-F238E27FC236}">
                  <a16:creationId xmlns:a16="http://schemas.microsoft.com/office/drawing/2014/main" id="{0DD208AF-F52D-9002-1DE0-A4C54062F846}"/>
                </a:ext>
              </a:extLst>
            </p:cNvPr>
            <p:cNvSpPr/>
            <p:nvPr/>
          </p:nvSpPr>
          <p:spPr bwMode="gray">
            <a:xfrm>
              <a:off x="5526411" y="504610"/>
              <a:ext cx="649541" cy="117094"/>
            </a:xfrm>
            <a:prstGeom prst="homePlate">
              <a:avLst>
                <a:gd name="adj" fmla="val 13397"/>
              </a:avLst>
            </a:prstGeom>
            <a:solidFill>
              <a:srgbClr val="D1E7F6"/>
            </a:solidFill>
            <a:ln w="3175">
              <a:solidFill>
                <a:schemeClr val="bg1">
                  <a:lumMod val="50000"/>
                </a:schemeClr>
              </a:solidFill>
            </a:ln>
            <a:effectLst/>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en-US" altLang="ja-JP" sz="8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DX</a:t>
              </a:r>
              <a:r>
                <a:rPr kumimoji="1" lang="ja-JP" altLang="en-US" sz="8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機構</a:t>
              </a:r>
            </a:p>
          </p:txBody>
        </p:sp>
        <p:sp>
          <p:nvSpPr>
            <p:cNvPr id="143" name="矢印: 五方向 142">
              <a:extLst>
                <a:ext uri="{FF2B5EF4-FFF2-40B4-BE49-F238E27FC236}">
                  <a16:creationId xmlns:a16="http://schemas.microsoft.com/office/drawing/2014/main" id="{C3D16641-3FC4-06E4-DA42-DF8D813F71D0}"/>
                </a:ext>
              </a:extLst>
            </p:cNvPr>
            <p:cNvSpPr/>
            <p:nvPr/>
          </p:nvSpPr>
          <p:spPr bwMode="gray">
            <a:xfrm>
              <a:off x="4826556" y="504610"/>
              <a:ext cx="649541" cy="117094"/>
            </a:xfrm>
            <a:prstGeom prst="homePlate">
              <a:avLst>
                <a:gd name="adj" fmla="val 13397"/>
              </a:avLst>
            </a:prstGeom>
            <a:solidFill>
              <a:schemeClr val="accent3">
                <a:lumMod val="20000"/>
                <a:lumOff val="80000"/>
              </a:schemeClr>
            </a:solidFill>
            <a:ln w="3175">
              <a:solidFill>
                <a:schemeClr val="bg1">
                  <a:lumMod val="50000"/>
                </a:schemeClr>
              </a:solidFill>
            </a:ln>
            <a:effectLst/>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a:t>
              </a:r>
            </a:p>
          </p:txBody>
        </p:sp>
        <p:sp>
          <p:nvSpPr>
            <p:cNvPr id="145" name="矢印: 五方向 144">
              <a:extLst>
                <a:ext uri="{FF2B5EF4-FFF2-40B4-BE49-F238E27FC236}">
                  <a16:creationId xmlns:a16="http://schemas.microsoft.com/office/drawing/2014/main" id="{659B9B0D-C7B6-6259-342F-ABCFC4D07DC0}"/>
                </a:ext>
              </a:extLst>
            </p:cNvPr>
            <p:cNvSpPr/>
            <p:nvPr/>
          </p:nvSpPr>
          <p:spPr bwMode="gray">
            <a:xfrm>
              <a:off x="6226406" y="504610"/>
              <a:ext cx="649541" cy="117094"/>
            </a:xfrm>
            <a:prstGeom prst="homePlate">
              <a:avLst>
                <a:gd name="adj" fmla="val 13397"/>
              </a:avLst>
            </a:prstGeom>
            <a:solidFill>
              <a:schemeClr val="accent6">
                <a:lumMod val="20000"/>
                <a:lumOff val="80000"/>
              </a:schemeClr>
            </a:solidFill>
            <a:ln w="3175">
              <a:solidFill>
                <a:schemeClr val="bg1">
                  <a:lumMod val="50000"/>
                </a:schemeClr>
              </a:solidFill>
            </a:ln>
          </p:spPr>
          <p:txBody>
            <a:bodyPr wrap="none" lIns="0" tIns="0" rIns="0" bIns="0"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Meiryo UI"/>
                  <a:ea typeface="Meiryo UI"/>
                  <a:cs typeface="+mn-cs"/>
                </a:rPr>
                <a:t>開発事業者</a:t>
              </a:r>
              <a:endParaRPr kumimoji="1" lang="en-US" altLang="ja-JP" sz="800" b="0" i="0" u="none" strike="noStrike" kern="1200" cap="none" spc="0" normalizeH="0" baseline="0" noProof="0">
                <a:ln>
                  <a:noFill/>
                </a:ln>
                <a:solidFill>
                  <a:prstClr val="black"/>
                </a:solidFill>
                <a:effectLst/>
                <a:uLnTx/>
                <a:uFillTx/>
                <a:latin typeface="Meiryo UI"/>
                <a:ea typeface="Meiryo UI"/>
                <a:cs typeface="+mn-cs"/>
              </a:endParaRPr>
            </a:p>
          </p:txBody>
        </p:sp>
        <p:sp>
          <p:nvSpPr>
            <p:cNvPr id="146" name="矢印: 五方向 145">
              <a:extLst>
                <a:ext uri="{FF2B5EF4-FFF2-40B4-BE49-F238E27FC236}">
                  <a16:creationId xmlns:a16="http://schemas.microsoft.com/office/drawing/2014/main" id="{400F742A-11EA-E8A5-97DA-086741C97D9D}"/>
                </a:ext>
              </a:extLst>
            </p:cNvPr>
            <p:cNvSpPr/>
            <p:nvPr/>
          </p:nvSpPr>
          <p:spPr bwMode="gray">
            <a:xfrm>
              <a:off x="4841340" y="302001"/>
              <a:ext cx="941197" cy="191905"/>
            </a:xfrm>
            <a:prstGeom prst="homePlate">
              <a:avLst>
                <a:gd name="adj" fmla="val 0"/>
              </a:avLst>
            </a:prstGeom>
            <a:noFill/>
            <a:ln>
              <a:noFill/>
            </a:ln>
            <a:effectLst/>
          </p:spPr>
          <p:txBody>
            <a:bodyPr wrap="non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8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■凡例</a:t>
              </a:r>
              <a:endParaRPr kumimoji="1" lang="en-US" altLang="ja-JP" sz="800" b="0" i="0" u="none" strike="noStrike" kern="1200" cap="all"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grpSp>
      <p:sp>
        <p:nvSpPr>
          <p:cNvPr id="63" name="矢印: 五方向 62">
            <a:extLst>
              <a:ext uri="{FF2B5EF4-FFF2-40B4-BE49-F238E27FC236}">
                <a16:creationId xmlns:a16="http://schemas.microsoft.com/office/drawing/2014/main" id="{02C81A8C-43C8-A09E-37DD-B036114B68E3}"/>
              </a:ext>
            </a:extLst>
          </p:cNvPr>
          <p:cNvSpPr/>
          <p:nvPr/>
        </p:nvSpPr>
        <p:spPr bwMode="auto">
          <a:xfrm>
            <a:off x="5811617" y="3242767"/>
            <a:ext cx="750287" cy="248686"/>
          </a:xfrm>
          <a:prstGeom prst="homePlate">
            <a:avLst>
              <a:gd name="adj" fmla="val 24435"/>
            </a:avLst>
          </a:prstGeom>
          <a:gradFill flip="none" rotWithShape="1">
            <a:gsLst>
              <a:gs pos="53000">
                <a:srgbClr val="4EA72E">
                  <a:lumMod val="20000"/>
                  <a:lumOff val="80000"/>
                </a:srgbClr>
              </a:gs>
              <a:gs pos="53000">
                <a:srgbClr val="156082">
                  <a:lumMod val="20000"/>
                  <a:lumOff val="80000"/>
                </a:srgbClr>
              </a:gs>
            </a:gsLst>
            <a:lin ang="2700000" scaled="1"/>
            <a:tileRect/>
          </a:gradFill>
          <a:ln w="6350" cap="flat" cmpd="sng" algn="ctr">
            <a:solidFill>
              <a:schemeClr val="bg1">
                <a:lumMod val="50000"/>
              </a:schemeClr>
            </a:solidFill>
            <a:prstDash val="solid"/>
            <a:round/>
            <a:headEnd type="none" w="med" len="med"/>
            <a:tailEnd type="none" w="med" len="med"/>
          </a:ln>
          <a:effectLst/>
        </p:spPr>
        <p:txBody>
          <a:bodyPr vert="horz" wrap="none" lIns="0" tIns="36000" rIns="0" bIns="0" numCol="1" rtlCol="0" anchor="ctr" anchorCtr="0" compatLnSpc="1">
            <a:prstTxWarp prst="textNoShape">
              <a:avLst/>
            </a:prstTxWarp>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1181679" rtl="0" eaLnBrk="1" fontAlgn="auto" latinLnBrk="0" hangingPunct="1">
              <a:lnSpc>
                <a:spcPts val="1080"/>
              </a:lnSpc>
              <a:spcBef>
                <a:spcPts val="0"/>
              </a:spcBef>
              <a:spcAft>
                <a:spcPts val="0"/>
              </a:spcAft>
              <a:buClrTx/>
              <a:buSzTx/>
              <a:buFontTx/>
              <a:buNone/>
              <a:tabLst/>
              <a:defRPr/>
            </a:pPr>
            <a:r>
              <a:rPr kumimoji="0" lang="ja-JP" altLang="en-US" sz="1000" b="0" i="0" u="none" strike="noStrike" kern="1200" cap="none" spc="0" normalizeH="0" baseline="0" noProof="0">
                <a:ln>
                  <a:noFill/>
                </a:ln>
                <a:solidFill>
                  <a:srgbClr val="000000"/>
                </a:solidFill>
                <a:effectLst/>
                <a:uLnTx/>
                <a:uFillTx/>
                <a:latin typeface="Meiryo UI"/>
                <a:ea typeface="Meiryo UI"/>
                <a:cs typeface="+mn-cs"/>
              </a:rPr>
              <a:t>中間成果物</a:t>
            </a:r>
            <a:endParaRPr kumimoji="0" lang="en-US" altLang="ja-JP" sz="1000" b="0" i="0" u="none" strike="noStrike" kern="1200" cap="none" spc="0" normalizeH="0" baseline="0" noProof="0">
              <a:ln>
                <a:noFill/>
              </a:ln>
              <a:solidFill>
                <a:srgbClr val="000000"/>
              </a:solidFill>
              <a:effectLst/>
              <a:uLnTx/>
              <a:uFillTx/>
              <a:latin typeface="Meiryo UI"/>
              <a:ea typeface="Meiryo UI"/>
              <a:cs typeface="+mn-cs"/>
            </a:endParaRPr>
          </a:p>
          <a:p>
            <a:pPr marL="0" marR="0" lvl="0" indent="0" algn="ctr" defTabSz="1181679" rtl="0" eaLnBrk="1" fontAlgn="auto" latinLnBrk="0" hangingPunct="1">
              <a:lnSpc>
                <a:spcPts val="1080"/>
              </a:lnSpc>
              <a:spcBef>
                <a:spcPts val="0"/>
              </a:spcBef>
              <a:spcAft>
                <a:spcPts val="0"/>
              </a:spcAft>
              <a:buClrTx/>
              <a:buSzTx/>
              <a:buFontTx/>
              <a:buNone/>
              <a:tabLst/>
              <a:defRPr/>
            </a:pPr>
            <a:r>
              <a:rPr kumimoji="0" lang="ja-JP" altLang="en-US" sz="1000" b="0" i="0" u="none" strike="noStrike" kern="1200" cap="none" spc="0" normalizeH="0" baseline="0" noProof="0">
                <a:ln>
                  <a:noFill/>
                </a:ln>
                <a:solidFill>
                  <a:srgbClr val="000000"/>
                </a:solidFill>
                <a:effectLst/>
                <a:uLnTx/>
                <a:uFillTx/>
                <a:latin typeface="Meiryo UI"/>
                <a:ea typeface="Meiryo UI"/>
                <a:cs typeface="+mn-cs"/>
              </a:rPr>
              <a:t>精査</a:t>
            </a:r>
            <a:endParaRPr kumimoji="0" lang="en-US" altLang="ja-JP" sz="1000" b="0" i="0" u="none" strike="noStrike" kern="1200" cap="none" spc="0" normalizeH="0" baseline="0" noProof="0">
              <a:ln>
                <a:noFill/>
              </a:ln>
              <a:solidFill>
                <a:srgbClr val="000000"/>
              </a:solidFill>
              <a:effectLst/>
              <a:uLnTx/>
              <a:uFillTx/>
              <a:latin typeface="Meiryo UI"/>
              <a:ea typeface="Meiryo UI"/>
              <a:cs typeface="+mn-cs"/>
            </a:endParaRPr>
          </a:p>
        </p:txBody>
      </p:sp>
      <p:sp>
        <p:nvSpPr>
          <p:cNvPr id="131" name="正方形/長方形 130">
            <a:extLst>
              <a:ext uri="{FF2B5EF4-FFF2-40B4-BE49-F238E27FC236}">
                <a16:creationId xmlns:a16="http://schemas.microsoft.com/office/drawing/2014/main" id="{B78AFD38-98EC-82B3-F527-69E28844F52E}"/>
              </a:ext>
            </a:extLst>
          </p:cNvPr>
          <p:cNvSpPr/>
          <p:nvPr/>
        </p:nvSpPr>
        <p:spPr>
          <a:xfrm>
            <a:off x="3640830" y="3772675"/>
            <a:ext cx="4714147" cy="878732"/>
          </a:xfrm>
          <a:prstGeom prst="rect">
            <a:avLst/>
          </a:prstGeom>
          <a:noFill/>
          <a:ln w="28575">
            <a:solidFill>
              <a:srgbClr val="1F497D"/>
            </a:solidFill>
            <a:prstDash val="sysDash"/>
          </a:ln>
        </p:spPr>
        <p:txBody>
          <a:bodyPr rtlCol="0" anchor="t"/>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0" lang="ja-JP" altLang="en-US" sz="1100" b="1" i="0" u="none" strike="noStrike" kern="0" cap="none" spc="0" normalizeH="0" baseline="0" noProof="0">
                <a:ln>
                  <a:noFill/>
                </a:ln>
                <a:solidFill>
                  <a:prstClr val="black"/>
                </a:solidFill>
                <a:effectLst/>
                <a:uLnTx/>
                <a:uFillTx/>
                <a:latin typeface="Meiryo UI"/>
                <a:ea typeface="Meiryo UI"/>
                <a:cs typeface="+mn-cs"/>
              </a:rPr>
              <a:t>調達委員会</a:t>
            </a:r>
            <a:r>
              <a:rPr kumimoji="0" lang="en-US" altLang="ja-JP" sz="1100" b="1" i="0" u="none" strike="noStrike" kern="0" cap="none" spc="0" normalizeH="0" baseline="0" noProof="0">
                <a:ln>
                  <a:noFill/>
                </a:ln>
                <a:solidFill>
                  <a:prstClr val="black"/>
                </a:solidFill>
                <a:effectLst/>
                <a:uLnTx/>
                <a:uFillTx/>
                <a:latin typeface="Meiryo UI"/>
                <a:ea typeface="Meiryo UI"/>
                <a:cs typeface="+mn-cs"/>
              </a:rPr>
              <a:t>(10/20)</a:t>
            </a:r>
            <a:r>
              <a:rPr kumimoji="0" lang="ja-JP" altLang="en-US" sz="1100" b="1" i="0" u="none" strike="noStrike" kern="0" cap="none" spc="0" normalizeH="0" baseline="0" noProof="0">
                <a:ln>
                  <a:noFill/>
                </a:ln>
                <a:solidFill>
                  <a:prstClr val="black"/>
                </a:solidFill>
                <a:effectLst/>
                <a:uLnTx/>
                <a:uFillTx/>
                <a:latin typeface="Meiryo UI"/>
                <a:ea typeface="Meiryo UI"/>
                <a:cs typeface="+mn-cs"/>
              </a:rPr>
              <a:t>時点で概要を提示可能な案件（優先度「低」）</a:t>
            </a:r>
          </a:p>
        </p:txBody>
      </p:sp>
      <p:sp>
        <p:nvSpPr>
          <p:cNvPr id="147" name="矢印: 五方向 146">
            <a:extLst>
              <a:ext uri="{FF2B5EF4-FFF2-40B4-BE49-F238E27FC236}">
                <a16:creationId xmlns:a16="http://schemas.microsoft.com/office/drawing/2014/main" id="{0908786D-277F-53C8-BCD0-64E8A6CF6850}"/>
              </a:ext>
            </a:extLst>
          </p:cNvPr>
          <p:cNvSpPr/>
          <p:nvPr/>
        </p:nvSpPr>
        <p:spPr bwMode="auto">
          <a:xfrm>
            <a:off x="7366903" y="4000371"/>
            <a:ext cx="901057" cy="248686"/>
          </a:xfrm>
          <a:prstGeom prst="homePlate">
            <a:avLst>
              <a:gd name="adj" fmla="val 24435"/>
            </a:avLst>
          </a:prstGeom>
          <a:gradFill flip="none" rotWithShape="1">
            <a:gsLst>
              <a:gs pos="53000">
                <a:srgbClr val="4EA72E">
                  <a:lumMod val="20000"/>
                  <a:lumOff val="80000"/>
                </a:srgbClr>
              </a:gs>
              <a:gs pos="53000">
                <a:srgbClr val="156082">
                  <a:lumMod val="20000"/>
                  <a:lumOff val="80000"/>
                </a:srgbClr>
              </a:gs>
            </a:gsLst>
            <a:lin ang="2700000" scaled="1"/>
            <a:tileRect/>
          </a:gradFill>
          <a:ln w="6350" cap="flat" cmpd="sng" algn="ctr">
            <a:solidFill>
              <a:schemeClr val="bg1">
                <a:lumMod val="50000"/>
              </a:schemeClr>
            </a:solidFill>
            <a:prstDash val="solid"/>
            <a:round/>
            <a:headEnd type="none" w="med" len="med"/>
            <a:tailEnd type="none" w="med" len="med"/>
          </a:ln>
          <a:effectLst/>
        </p:spPr>
        <p:txBody>
          <a:bodyPr vert="horz" wrap="none" lIns="0" tIns="36000" rIns="0" bIns="0" numCol="1" rtlCol="0" anchor="ctr" anchorCtr="0" compatLnSpc="1">
            <a:prstTxWarp prst="textNoShape">
              <a:avLst/>
            </a:prstTxWarp>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1181679" rtl="0" eaLnBrk="1" fontAlgn="auto" latinLnBrk="0" hangingPunct="1">
              <a:lnSpc>
                <a:spcPts val="1080"/>
              </a:lnSpc>
              <a:spcBef>
                <a:spcPts val="0"/>
              </a:spcBef>
              <a:spcAft>
                <a:spcPts val="0"/>
              </a:spcAft>
              <a:buClrTx/>
              <a:buSzTx/>
              <a:buFontTx/>
              <a:buNone/>
              <a:tabLst/>
              <a:defRPr/>
            </a:pPr>
            <a:r>
              <a:rPr kumimoji="0" lang="ja-JP" altLang="en-US" sz="1100" b="0" i="0" u="none" strike="noStrike" kern="1200" cap="none" spc="0" normalizeH="0" baseline="0" noProof="0">
                <a:ln>
                  <a:noFill/>
                </a:ln>
                <a:solidFill>
                  <a:srgbClr val="000000"/>
                </a:solidFill>
                <a:effectLst/>
                <a:uLnTx/>
                <a:uFillTx/>
                <a:latin typeface="Meiryo UI"/>
                <a:ea typeface="Meiryo UI"/>
                <a:cs typeface="+mn-cs"/>
              </a:rPr>
              <a:t>精査</a:t>
            </a:r>
            <a:endParaRPr kumimoji="0" lang="en-US" altLang="ja-JP" sz="1100" b="0" i="0" u="none" strike="noStrike" kern="1200" cap="none" spc="0" normalizeH="0" baseline="0" noProof="0">
              <a:ln>
                <a:noFill/>
              </a:ln>
              <a:solidFill>
                <a:srgbClr val="000000"/>
              </a:solidFill>
              <a:effectLst/>
              <a:uLnTx/>
              <a:uFillTx/>
              <a:latin typeface="Meiryo UI"/>
              <a:ea typeface="Meiryo UI"/>
              <a:cs typeface="+mn-cs"/>
            </a:endParaRPr>
          </a:p>
        </p:txBody>
      </p:sp>
      <p:sp>
        <p:nvSpPr>
          <p:cNvPr id="149" name="矢印: 五方向 148">
            <a:extLst>
              <a:ext uri="{FF2B5EF4-FFF2-40B4-BE49-F238E27FC236}">
                <a16:creationId xmlns:a16="http://schemas.microsoft.com/office/drawing/2014/main" id="{E33CD61F-A509-0BAB-828C-54439919B026}"/>
              </a:ext>
            </a:extLst>
          </p:cNvPr>
          <p:cNvSpPr/>
          <p:nvPr/>
        </p:nvSpPr>
        <p:spPr bwMode="auto">
          <a:xfrm>
            <a:off x="6288910" y="4329861"/>
            <a:ext cx="485253" cy="248686"/>
          </a:xfrm>
          <a:prstGeom prst="homePlate">
            <a:avLst>
              <a:gd name="adj" fmla="val 24435"/>
            </a:avLst>
          </a:prstGeom>
          <a:gradFill flip="none" rotWithShape="1">
            <a:gsLst>
              <a:gs pos="53000">
                <a:srgbClr val="4EA72E">
                  <a:lumMod val="20000"/>
                  <a:lumOff val="80000"/>
                </a:srgbClr>
              </a:gs>
              <a:gs pos="53000">
                <a:srgbClr val="156082">
                  <a:lumMod val="20000"/>
                  <a:lumOff val="80000"/>
                </a:srgbClr>
              </a:gs>
            </a:gsLst>
            <a:lin ang="2700000" scaled="1"/>
            <a:tileRect/>
          </a:gradFill>
          <a:ln w="6350" cap="flat" cmpd="sng" algn="ctr">
            <a:solidFill>
              <a:schemeClr val="bg1">
                <a:lumMod val="50000"/>
              </a:schemeClr>
            </a:solidFill>
            <a:prstDash val="solid"/>
            <a:round/>
            <a:headEnd type="none" w="med" len="med"/>
            <a:tailEnd type="none" w="med" len="med"/>
          </a:ln>
          <a:effectLst/>
        </p:spPr>
        <p:txBody>
          <a:bodyPr vert="horz" wrap="none" lIns="0" tIns="36000" rIns="0" bIns="0" numCol="1" rtlCol="0" anchor="ctr" anchorCtr="0" compatLnSpc="1">
            <a:prstTxWarp prst="textNoShape">
              <a:avLst/>
            </a:prstTxWarp>
          </a:bodyPr>
          <a:lstStyle>
            <a:defPPr>
              <a:defRPr lang="ja-JP"/>
            </a:defPPr>
            <a:lvl1pPr marL="0" indent="0" algn="l" defTabSz="914400" rtl="0" eaLnBrk="1" latinLnBrk="0" hangingPunct="1">
              <a:defRPr kumimoji="1" sz="1800" kern="1200">
                <a:solidFill>
                  <a:schemeClr val="tx1"/>
                </a:solidFill>
                <a:latin typeface="+mn-lt"/>
                <a:ea typeface="+mn-ea"/>
                <a:cs typeface="+mn-cs"/>
              </a:defRPr>
            </a:lvl1pPr>
            <a:lvl2pPr marL="457200" indent="0" algn="l" defTabSz="914400" rtl="0" eaLnBrk="1" latinLnBrk="0" hangingPunct="1">
              <a:defRPr kumimoji="1" sz="1800" kern="1200">
                <a:solidFill>
                  <a:schemeClr val="tx1"/>
                </a:solidFill>
                <a:latin typeface="+mn-lt"/>
                <a:ea typeface="+mn-ea"/>
                <a:cs typeface="+mn-cs"/>
              </a:defRPr>
            </a:lvl2pPr>
            <a:lvl3pPr marL="914400" indent="0" algn="l" defTabSz="914400" rtl="0" eaLnBrk="1" latinLnBrk="0" hangingPunct="1">
              <a:defRPr kumimoji="1" sz="1800" kern="1200">
                <a:solidFill>
                  <a:schemeClr val="tx1"/>
                </a:solidFill>
                <a:latin typeface="+mn-lt"/>
                <a:ea typeface="+mn-ea"/>
                <a:cs typeface="+mn-cs"/>
              </a:defRPr>
            </a:lvl3pPr>
            <a:lvl4pPr marL="1371600" indent="0" algn="l" defTabSz="914400" rtl="0" eaLnBrk="1" latinLnBrk="0" hangingPunct="1">
              <a:defRPr kumimoji="1" sz="1800" kern="1200">
                <a:solidFill>
                  <a:schemeClr val="tx1"/>
                </a:solidFill>
                <a:latin typeface="+mn-lt"/>
                <a:ea typeface="+mn-ea"/>
                <a:cs typeface="+mn-cs"/>
              </a:defRPr>
            </a:lvl4pPr>
            <a:lvl5pPr marL="1828800" indent="0" algn="l" defTabSz="914400" rtl="0" eaLnBrk="1" latinLnBrk="0" hangingPunct="1">
              <a:defRPr kumimoji="1" sz="1800" kern="1200">
                <a:solidFill>
                  <a:schemeClr val="tx1"/>
                </a:solidFill>
                <a:latin typeface="+mn-lt"/>
                <a:ea typeface="+mn-ea"/>
                <a:cs typeface="+mn-cs"/>
              </a:defRPr>
            </a:lvl5pPr>
            <a:lvl6pPr marL="2286000" indent="0" algn="l" defTabSz="914400" rtl="0" eaLnBrk="1" latinLnBrk="0" hangingPunct="1">
              <a:defRPr kumimoji="1" sz="1800" kern="1200">
                <a:solidFill>
                  <a:schemeClr val="tx1"/>
                </a:solidFill>
                <a:latin typeface="+mn-lt"/>
                <a:ea typeface="+mn-ea"/>
                <a:cs typeface="+mn-cs"/>
              </a:defRPr>
            </a:lvl6pPr>
            <a:lvl7pPr marL="2743200" indent="0" algn="l" defTabSz="914400" rtl="0" eaLnBrk="1" latinLnBrk="0" hangingPunct="1">
              <a:defRPr kumimoji="1" sz="1800" kern="1200">
                <a:solidFill>
                  <a:schemeClr val="tx1"/>
                </a:solidFill>
                <a:latin typeface="+mn-lt"/>
                <a:ea typeface="+mn-ea"/>
                <a:cs typeface="+mn-cs"/>
              </a:defRPr>
            </a:lvl7pPr>
            <a:lvl8pPr marL="3200400" indent="0" algn="l" defTabSz="914400" rtl="0" eaLnBrk="1" latinLnBrk="0" hangingPunct="1">
              <a:defRPr kumimoji="1" sz="1800" kern="1200">
                <a:solidFill>
                  <a:schemeClr val="tx1"/>
                </a:solidFill>
                <a:latin typeface="+mn-lt"/>
                <a:ea typeface="+mn-ea"/>
                <a:cs typeface="+mn-cs"/>
              </a:defRPr>
            </a:lvl8pPr>
            <a:lvl9pPr marL="3657600" indent="0" algn="l" defTabSz="914400" rtl="0" eaLnBrk="1" latinLnBrk="0" hangingPunct="1">
              <a:defRPr kumimoji="1" sz="1800" kern="1200">
                <a:solidFill>
                  <a:schemeClr val="tx1"/>
                </a:solidFill>
                <a:latin typeface="+mn-lt"/>
                <a:ea typeface="+mn-ea"/>
                <a:cs typeface="+mn-cs"/>
              </a:defRPr>
            </a:lvl9pPr>
          </a:lstStyle>
          <a:p>
            <a:pPr marL="0" marR="0" lvl="0" indent="0" algn="ctr" defTabSz="1181679" rtl="0" eaLnBrk="1" fontAlgn="auto" latinLnBrk="0" hangingPunct="1">
              <a:lnSpc>
                <a:spcPts val="1080"/>
              </a:lnSpc>
              <a:spcBef>
                <a:spcPts val="0"/>
              </a:spcBef>
              <a:spcAft>
                <a:spcPts val="0"/>
              </a:spcAft>
              <a:buClrTx/>
              <a:buSzTx/>
              <a:buFontTx/>
              <a:buNone/>
              <a:tabLst/>
              <a:defRPr/>
            </a:pPr>
            <a:r>
              <a:rPr kumimoji="0" lang="ja-JP" altLang="en-US" sz="1000" b="0" i="0" u="none" strike="noStrike" kern="1200" cap="none" spc="0" normalizeH="0" baseline="0" noProof="0">
                <a:ln>
                  <a:noFill/>
                </a:ln>
                <a:solidFill>
                  <a:srgbClr val="000000"/>
                </a:solidFill>
                <a:effectLst/>
                <a:uLnTx/>
                <a:uFillTx/>
                <a:latin typeface="Meiryo UI"/>
                <a:ea typeface="Meiryo UI"/>
                <a:cs typeface="+mn-cs"/>
              </a:rPr>
              <a:t>中間成果物</a:t>
            </a:r>
            <a:endParaRPr kumimoji="0" lang="en-US" altLang="ja-JP" sz="1000" b="0" i="0" u="none" strike="noStrike" kern="1200" cap="none" spc="0" normalizeH="0" baseline="0" noProof="0">
              <a:ln>
                <a:noFill/>
              </a:ln>
              <a:solidFill>
                <a:srgbClr val="000000"/>
              </a:solidFill>
              <a:effectLst/>
              <a:uLnTx/>
              <a:uFillTx/>
              <a:latin typeface="Meiryo UI"/>
              <a:ea typeface="Meiryo UI"/>
              <a:cs typeface="+mn-cs"/>
            </a:endParaRPr>
          </a:p>
          <a:p>
            <a:pPr marL="0" marR="0" lvl="0" indent="0" algn="ctr" defTabSz="1181679" rtl="0" eaLnBrk="1" fontAlgn="auto" latinLnBrk="0" hangingPunct="1">
              <a:lnSpc>
                <a:spcPts val="1080"/>
              </a:lnSpc>
              <a:spcBef>
                <a:spcPts val="0"/>
              </a:spcBef>
              <a:spcAft>
                <a:spcPts val="0"/>
              </a:spcAft>
              <a:buClrTx/>
              <a:buSzTx/>
              <a:buFontTx/>
              <a:buNone/>
              <a:tabLst/>
              <a:defRPr/>
            </a:pPr>
            <a:r>
              <a:rPr kumimoji="0" lang="ja-JP" altLang="en-US" sz="1000" b="0" i="0" u="none" strike="noStrike" kern="1200" cap="none" spc="0" normalizeH="0" baseline="0" noProof="0">
                <a:ln>
                  <a:noFill/>
                </a:ln>
                <a:solidFill>
                  <a:srgbClr val="000000"/>
                </a:solidFill>
                <a:effectLst/>
                <a:uLnTx/>
                <a:uFillTx/>
                <a:latin typeface="Meiryo UI"/>
                <a:ea typeface="Meiryo UI"/>
                <a:cs typeface="+mn-cs"/>
              </a:rPr>
              <a:t>精査</a:t>
            </a:r>
            <a:endParaRPr kumimoji="0" lang="en-US" altLang="ja-JP" sz="1000" b="0" i="0" u="none" strike="noStrike" kern="1200" cap="none" spc="0" normalizeH="0" baseline="0" noProof="0">
              <a:ln>
                <a:noFill/>
              </a:ln>
              <a:solidFill>
                <a:srgbClr val="000000"/>
              </a:solidFill>
              <a:effectLst/>
              <a:uLnTx/>
              <a:uFillTx/>
              <a:latin typeface="Meiryo UI"/>
              <a:ea typeface="Meiryo UI"/>
              <a:cs typeface="+mn-cs"/>
            </a:endParaRPr>
          </a:p>
        </p:txBody>
      </p:sp>
      <p:cxnSp>
        <p:nvCxnSpPr>
          <p:cNvPr id="160" name="直線コネクタ 159">
            <a:extLst>
              <a:ext uri="{FF2B5EF4-FFF2-40B4-BE49-F238E27FC236}">
                <a16:creationId xmlns:a16="http://schemas.microsoft.com/office/drawing/2014/main" id="{168EFA1D-F847-5F05-C3E7-F576FB6E26B6}"/>
              </a:ext>
            </a:extLst>
          </p:cNvPr>
          <p:cNvCxnSpPr>
            <a:cxnSpLocks/>
            <a:endCxn id="149" idx="1"/>
          </p:cNvCxnSpPr>
          <p:nvPr/>
        </p:nvCxnSpPr>
        <p:spPr bwMode="auto">
          <a:xfrm>
            <a:off x="3539267" y="3652765"/>
            <a:ext cx="2749643" cy="801439"/>
          </a:xfrm>
          <a:prstGeom prst="line">
            <a:avLst/>
          </a:prstGeom>
          <a:solidFill>
            <a:schemeClr val="bg1"/>
          </a:solidFill>
          <a:ln w="9525" cap="flat" cmpd="sng" algn="ctr">
            <a:solidFill>
              <a:schemeClr val="accent6">
                <a:lumMod val="75000"/>
              </a:schemeClr>
            </a:solidFill>
            <a:prstDash val="solid"/>
            <a:round/>
            <a:headEnd type="none" w="med" len="med"/>
            <a:tailEnd type="oval" w="med" len="med"/>
          </a:ln>
          <a:effectLst/>
        </p:spPr>
      </p:cxnSp>
      <p:sp>
        <p:nvSpPr>
          <p:cNvPr id="152" name="正方形/長方形 151">
            <a:extLst>
              <a:ext uri="{FF2B5EF4-FFF2-40B4-BE49-F238E27FC236}">
                <a16:creationId xmlns:a16="http://schemas.microsoft.com/office/drawing/2014/main" id="{1B5A437C-503E-A529-81D0-B627AB2A9DAA}"/>
              </a:ext>
            </a:extLst>
          </p:cNvPr>
          <p:cNvSpPr/>
          <p:nvPr/>
        </p:nvSpPr>
        <p:spPr>
          <a:xfrm>
            <a:off x="6770738" y="5774662"/>
            <a:ext cx="2994444" cy="915191"/>
          </a:xfrm>
          <a:prstGeom prst="rect">
            <a:avLst/>
          </a:prstGeom>
          <a:solidFill>
            <a:srgbClr val="FFFF8B"/>
          </a:solidFill>
          <a:ln>
            <a:solidFill>
              <a:schemeClr val="accent6">
                <a:lumMod val="75000"/>
              </a:schemeClr>
            </a:solidFill>
            <a:prstDash val="solid"/>
          </a:ln>
        </p:spPr>
        <p:txBody>
          <a:bodyPr wrap="square" lIns="36000" tIns="108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1100" b="0" i="0" u="none" strike="noStrike" kern="0" cap="none" spc="0" normalizeH="0" baseline="0" noProof="1">
                <a:ln>
                  <a:noFill/>
                </a:ln>
                <a:solidFill>
                  <a:prstClr val="black"/>
                </a:solidFill>
                <a:effectLst/>
                <a:uLnTx/>
                <a:uFillTx/>
                <a:latin typeface="Meiryo UI"/>
                <a:ea typeface="Meiryo UI"/>
                <a:cs typeface="Meiryo UI" charset="0"/>
              </a:rPr>
              <a:t>精査には以下を含むものとする。</a:t>
            </a:r>
            <a:br>
              <a:rPr kumimoji="1" lang="en-US" altLang="ja-JP" sz="1100" b="0" i="0" u="none" strike="noStrike" kern="0" cap="none" spc="0" normalizeH="0" baseline="0" noProof="1">
                <a:ln>
                  <a:noFill/>
                </a:ln>
                <a:solidFill>
                  <a:prstClr val="black"/>
                </a:solidFill>
                <a:effectLst/>
                <a:uLnTx/>
                <a:uFillTx/>
                <a:latin typeface="Meiryo UI"/>
                <a:ea typeface="Meiryo UI"/>
                <a:cs typeface="Meiryo UI" charset="0"/>
              </a:rPr>
            </a:b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・要件整理結果の確認</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厚労省・</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DX</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機構</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a:t>
            </a:r>
            <a:b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b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・見積結果を踏まえた令和9年度開発要否の精査</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厚労省</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a:t>
            </a:r>
          </a:p>
          <a:p>
            <a:pPr marL="0" marR="0" lvl="0" indent="0" algn="l" defTabSz="914400" rtl="0" eaLnBrk="1" fontAlgn="auto" latinLnBrk="0" hangingPunct="1">
              <a:lnSpc>
                <a:spcPct val="100000"/>
              </a:lnSpc>
              <a:spcBef>
                <a:spcPts val="0"/>
              </a:spcBef>
              <a:spcAft>
                <a:spcPts val="0"/>
              </a:spcAft>
              <a:buClrTx/>
              <a:buSzTx/>
              <a:buFontTx/>
              <a:buNone/>
              <a:tabLst/>
              <a:defRPr noProof="1"/>
            </a:pP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・調達委員会付議の準備</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【DX</a:t>
            </a:r>
            <a:r>
              <a:rPr kumimoji="1" lang="ja-JP" altLang="en-US" sz="1100" b="1" i="0" u="sng" strike="noStrike" kern="0" cap="none" spc="0" normalizeH="0" baseline="0" noProof="1">
                <a:ln>
                  <a:noFill/>
                </a:ln>
                <a:solidFill>
                  <a:prstClr val="black"/>
                </a:solidFill>
                <a:effectLst/>
                <a:uLnTx/>
                <a:uFillTx/>
                <a:latin typeface="Meiryo UI"/>
                <a:ea typeface="Meiryo UI"/>
                <a:cs typeface="Meiryo UI" charset="0"/>
              </a:rPr>
              <a:t>機構</a:t>
            </a:r>
            <a:r>
              <a:rPr kumimoji="1" lang="en-US" altLang="ja-JP" sz="1100" b="1" i="0" u="sng" strike="noStrike" kern="0" cap="none" spc="0" normalizeH="0" baseline="0" noProof="1">
                <a:ln>
                  <a:noFill/>
                </a:ln>
                <a:solidFill>
                  <a:prstClr val="black"/>
                </a:solidFill>
                <a:effectLst/>
                <a:uLnTx/>
                <a:uFillTx/>
                <a:latin typeface="Meiryo UI"/>
                <a:ea typeface="Meiryo UI"/>
                <a:cs typeface="Meiryo UI" charset="0"/>
              </a:rPr>
              <a:t>】</a:t>
            </a:r>
          </a:p>
        </p:txBody>
      </p:sp>
      <p:cxnSp>
        <p:nvCxnSpPr>
          <p:cNvPr id="171" name="直線コネクタ 170">
            <a:extLst>
              <a:ext uri="{FF2B5EF4-FFF2-40B4-BE49-F238E27FC236}">
                <a16:creationId xmlns:a16="http://schemas.microsoft.com/office/drawing/2014/main" id="{892CAA46-30C9-767E-E67C-62A9573261BB}"/>
              </a:ext>
            </a:extLst>
          </p:cNvPr>
          <p:cNvCxnSpPr>
            <a:cxnSpLocks/>
            <a:stCxn id="152" idx="0"/>
            <a:endCxn id="198" idx="2"/>
          </p:cNvCxnSpPr>
          <p:nvPr/>
        </p:nvCxnSpPr>
        <p:spPr bwMode="auto">
          <a:xfrm flipH="1" flipV="1">
            <a:off x="7818554" y="5482759"/>
            <a:ext cx="449406" cy="291903"/>
          </a:xfrm>
          <a:prstGeom prst="line">
            <a:avLst/>
          </a:prstGeom>
          <a:solidFill>
            <a:schemeClr val="bg1"/>
          </a:solidFill>
          <a:ln w="9525" cap="flat" cmpd="sng" algn="ctr">
            <a:solidFill>
              <a:schemeClr val="accent6">
                <a:lumMod val="75000"/>
              </a:schemeClr>
            </a:solidFill>
            <a:prstDash val="solid"/>
            <a:round/>
            <a:headEnd type="none" w="med" len="med"/>
            <a:tailEnd type="oval" w="med" len="med"/>
          </a:ln>
          <a:effectLst/>
        </p:spPr>
      </p:cxnSp>
      <p:cxnSp>
        <p:nvCxnSpPr>
          <p:cNvPr id="174" name="直線コネクタ 173">
            <a:extLst>
              <a:ext uri="{FF2B5EF4-FFF2-40B4-BE49-F238E27FC236}">
                <a16:creationId xmlns:a16="http://schemas.microsoft.com/office/drawing/2014/main" id="{24B9EAA2-05C8-5882-C938-9791DFC52B21}"/>
              </a:ext>
            </a:extLst>
          </p:cNvPr>
          <p:cNvCxnSpPr>
            <a:cxnSpLocks/>
            <a:stCxn id="152" idx="0"/>
            <a:endCxn id="147" idx="2"/>
          </p:cNvCxnSpPr>
          <p:nvPr/>
        </p:nvCxnSpPr>
        <p:spPr bwMode="auto">
          <a:xfrm flipH="1" flipV="1">
            <a:off x="7787048" y="4249057"/>
            <a:ext cx="480912" cy="1525605"/>
          </a:xfrm>
          <a:prstGeom prst="line">
            <a:avLst/>
          </a:prstGeom>
          <a:solidFill>
            <a:schemeClr val="bg1"/>
          </a:solidFill>
          <a:ln w="9525" cap="flat" cmpd="sng" algn="ctr">
            <a:solidFill>
              <a:schemeClr val="accent6">
                <a:lumMod val="75000"/>
              </a:schemeClr>
            </a:solidFill>
            <a:prstDash val="solid"/>
            <a:round/>
            <a:headEnd type="none" w="med" len="med"/>
            <a:tailEnd type="oval" w="med" len="med"/>
          </a:ln>
          <a:effectLst/>
        </p:spPr>
      </p:cxnSp>
      <p:cxnSp>
        <p:nvCxnSpPr>
          <p:cNvPr id="179" name="直線コネクタ 178">
            <a:extLst>
              <a:ext uri="{FF2B5EF4-FFF2-40B4-BE49-F238E27FC236}">
                <a16:creationId xmlns:a16="http://schemas.microsoft.com/office/drawing/2014/main" id="{1BF5B0E6-3C0E-C4B2-A80B-AC80E3072905}"/>
              </a:ext>
            </a:extLst>
          </p:cNvPr>
          <p:cNvCxnSpPr>
            <a:cxnSpLocks/>
            <a:stCxn id="152" idx="0"/>
            <a:endCxn id="196" idx="2"/>
          </p:cNvCxnSpPr>
          <p:nvPr/>
        </p:nvCxnSpPr>
        <p:spPr bwMode="auto">
          <a:xfrm flipH="1" flipV="1">
            <a:off x="7800599" y="3200708"/>
            <a:ext cx="467361" cy="2573954"/>
          </a:xfrm>
          <a:prstGeom prst="line">
            <a:avLst/>
          </a:prstGeom>
          <a:solidFill>
            <a:schemeClr val="bg1"/>
          </a:solidFill>
          <a:ln w="9525" cap="flat" cmpd="sng" algn="ctr">
            <a:solidFill>
              <a:schemeClr val="accent6">
                <a:lumMod val="75000"/>
              </a:schemeClr>
            </a:solidFill>
            <a:prstDash val="solid"/>
            <a:round/>
            <a:headEnd type="none" w="med" len="med"/>
            <a:tailEnd type="oval" w="med" len="med"/>
          </a:ln>
          <a:effectLst/>
        </p:spPr>
      </p:cxnSp>
      <p:sp>
        <p:nvSpPr>
          <p:cNvPr id="9" name="正方形/長方形 8">
            <a:extLst>
              <a:ext uri="{FF2B5EF4-FFF2-40B4-BE49-F238E27FC236}">
                <a16:creationId xmlns:a16="http://schemas.microsoft.com/office/drawing/2014/main" id="{528E881C-461D-18CD-1DC5-CB1FAE59386C}"/>
              </a:ext>
            </a:extLst>
          </p:cNvPr>
          <p:cNvSpPr/>
          <p:nvPr/>
        </p:nvSpPr>
        <p:spPr>
          <a:xfrm>
            <a:off x="7315341" y="1902508"/>
            <a:ext cx="1042034" cy="144000"/>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white"/>
                </a:solidFill>
                <a:effectLst/>
                <a:uLnTx/>
                <a:uFillTx/>
                <a:latin typeface="Meiryo UI"/>
                <a:ea typeface="Meiryo UI"/>
                <a:cs typeface="+mn-cs"/>
              </a:rPr>
              <a:t>3</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20" name="正方形/長方形 19">
            <a:extLst>
              <a:ext uri="{FF2B5EF4-FFF2-40B4-BE49-F238E27FC236}">
                <a16:creationId xmlns:a16="http://schemas.microsoft.com/office/drawing/2014/main" id="{9D1ED226-1601-92E1-A078-603C201C0D33}"/>
              </a:ext>
            </a:extLst>
          </p:cNvPr>
          <p:cNvSpPr/>
          <p:nvPr/>
        </p:nvSpPr>
        <p:spPr>
          <a:xfrm>
            <a:off x="8369041" y="1902508"/>
            <a:ext cx="486116" cy="144000"/>
          </a:xfrm>
          <a:prstGeom prst="rect">
            <a:avLst/>
          </a:prstGeom>
          <a:solidFill>
            <a:sysClr val="windowText" lastClr="000000"/>
          </a:solidFill>
          <a:ln w="3175" cap="flat" cmpd="sng" algn="ctr">
            <a:solidFill>
              <a:sysClr val="window" lastClr="FFFFFF">
                <a:lumMod val="75000"/>
              </a:sysClr>
            </a:solidFill>
            <a:prstDash val="solid"/>
          </a:ln>
          <a:effectLst/>
        </p:spPr>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prstClr val="white"/>
                </a:solidFill>
                <a:effectLst/>
                <a:uLnTx/>
                <a:uFillTx/>
                <a:latin typeface="Meiryo UI"/>
                <a:ea typeface="Meiryo UI"/>
                <a:cs typeface="+mn-cs"/>
              </a:rPr>
              <a:t>4</a:t>
            </a:r>
            <a:r>
              <a:rPr kumimoji="0" lang="ja-JP" altLang="en-US" sz="900" b="0" i="0" u="none" strike="noStrike" kern="0" cap="none" spc="0" normalizeH="0" baseline="0" noProof="0">
                <a:ln>
                  <a:noFill/>
                </a:ln>
                <a:solidFill>
                  <a:prstClr val="white"/>
                </a:solidFill>
                <a:effectLst/>
                <a:uLnTx/>
                <a:uFillTx/>
                <a:latin typeface="Meiryo UI"/>
                <a:ea typeface="Meiryo UI"/>
                <a:cs typeface="+mn-cs"/>
              </a:rPr>
              <a:t>月</a:t>
            </a:r>
          </a:p>
        </p:txBody>
      </p:sp>
      <p:sp>
        <p:nvSpPr>
          <p:cNvPr id="8" name="正方形/長方形 7">
            <a:extLst>
              <a:ext uri="{FF2B5EF4-FFF2-40B4-BE49-F238E27FC236}">
                <a16:creationId xmlns:a16="http://schemas.microsoft.com/office/drawing/2014/main" id="{12FCBA0D-56B0-782C-19E3-EC75B0F7BE5B}"/>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(DX</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機構資料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21747789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BA6F7E-4A6C-2183-CA9C-E261D32C1BF0}"/>
              </a:ext>
            </a:extLst>
          </p:cNvPr>
          <p:cNvSpPr>
            <a:spLocks noGrp="1"/>
          </p:cNvSpPr>
          <p:nvPr>
            <p:ph type="title"/>
          </p:nvPr>
        </p:nvSpPr>
        <p:spPr/>
        <p:txBody>
          <a:bodyPr/>
          <a:lstStyle/>
          <a:p>
            <a:r>
              <a:rPr lang="en-US" altLang="ja-JP"/>
              <a:t>4</a:t>
            </a:r>
            <a:r>
              <a:rPr kumimoji="1" lang="ja-JP" altLang="en-US"/>
              <a:t>．成果物（案）</a:t>
            </a:r>
          </a:p>
        </p:txBody>
      </p:sp>
      <p:graphicFrame>
        <p:nvGraphicFramePr>
          <p:cNvPr id="4" name="コンテンツ プレースホルダー 3">
            <a:extLst>
              <a:ext uri="{FF2B5EF4-FFF2-40B4-BE49-F238E27FC236}">
                <a16:creationId xmlns:a16="http://schemas.microsoft.com/office/drawing/2014/main" id="{8AFB7E7A-3FD0-C160-F363-BD957717BB5E}"/>
              </a:ext>
            </a:extLst>
          </p:cNvPr>
          <p:cNvGraphicFramePr>
            <a:graphicFrameLocks noGrp="1"/>
          </p:cNvGraphicFramePr>
          <p:nvPr>
            <p:ph sz="quarter" idx="12"/>
          </p:nvPr>
        </p:nvGraphicFramePr>
        <p:xfrm>
          <a:off x="381000" y="965475"/>
          <a:ext cx="9143999" cy="5511695"/>
        </p:xfrm>
        <a:graphic>
          <a:graphicData uri="http://schemas.openxmlformats.org/drawingml/2006/table">
            <a:tbl>
              <a:tblPr/>
              <a:tblGrid>
                <a:gridCol w="227964">
                  <a:extLst>
                    <a:ext uri="{9D8B030D-6E8A-4147-A177-3AD203B41FA5}">
                      <a16:colId xmlns:a16="http://schemas.microsoft.com/office/drawing/2014/main" val="4284343247"/>
                    </a:ext>
                  </a:extLst>
                </a:gridCol>
                <a:gridCol w="1328693">
                  <a:extLst>
                    <a:ext uri="{9D8B030D-6E8A-4147-A177-3AD203B41FA5}">
                      <a16:colId xmlns:a16="http://schemas.microsoft.com/office/drawing/2014/main" val="3141866736"/>
                    </a:ext>
                  </a:extLst>
                </a:gridCol>
                <a:gridCol w="1100460">
                  <a:extLst>
                    <a:ext uri="{9D8B030D-6E8A-4147-A177-3AD203B41FA5}">
                      <a16:colId xmlns:a16="http://schemas.microsoft.com/office/drawing/2014/main" val="4131282180"/>
                    </a:ext>
                  </a:extLst>
                </a:gridCol>
                <a:gridCol w="2084268">
                  <a:extLst>
                    <a:ext uri="{9D8B030D-6E8A-4147-A177-3AD203B41FA5}">
                      <a16:colId xmlns:a16="http://schemas.microsoft.com/office/drawing/2014/main" val="1750135942"/>
                    </a:ext>
                  </a:extLst>
                </a:gridCol>
                <a:gridCol w="1319317">
                  <a:extLst>
                    <a:ext uri="{9D8B030D-6E8A-4147-A177-3AD203B41FA5}">
                      <a16:colId xmlns:a16="http://schemas.microsoft.com/office/drawing/2014/main" val="2901405111"/>
                    </a:ext>
                  </a:extLst>
                </a:gridCol>
                <a:gridCol w="1319317">
                  <a:extLst>
                    <a:ext uri="{9D8B030D-6E8A-4147-A177-3AD203B41FA5}">
                      <a16:colId xmlns:a16="http://schemas.microsoft.com/office/drawing/2014/main" val="2195143060"/>
                    </a:ext>
                  </a:extLst>
                </a:gridCol>
                <a:gridCol w="1763980">
                  <a:extLst>
                    <a:ext uri="{9D8B030D-6E8A-4147-A177-3AD203B41FA5}">
                      <a16:colId xmlns:a16="http://schemas.microsoft.com/office/drawing/2014/main" val="198643064"/>
                    </a:ext>
                  </a:extLst>
                </a:gridCol>
              </a:tblGrid>
              <a:tr h="398821">
                <a:tc>
                  <a:txBody>
                    <a:bodyPr/>
                    <a:lstStyle/>
                    <a:p>
                      <a:pPr algn="l" fontAlgn="ctr">
                        <a:buNone/>
                      </a:pPr>
                      <a:r>
                        <a:rPr lang="en-US" sz="1050" b="1" i="0" u="none" strike="noStrike">
                          <a:solidFill>
                            <a:srgbClr val="000000"/>
                          </a:solidFill>
                          <a:effectLst/>
                          <a:latin typeface="+mj-ea"/>
                          <a:ea typeface="+mj-ea"/>
                        </a:rPr>
                        <a:t>No</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l" fontAlgn="ctr">
                        <a:buNone/>
                      </a:pPr>
                      <a:r>
                        <a:rPr lang="ja-JP" altLang="en-US" sz="1050" b="1" i="0" u="none" strike="noStrike">
                          <a:solidFill>
                            <a:srgbClr val="000000"/>
                          </a:solidFill>
                          <a:effectLst/>
                          <a:latin typeface="+mj-ea"/>
                          <a:ea typeface="+mj-ea"/>
                        </a:rPr>
                        <a:t>納品物名</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l" fontAlgn="ctr">
                        <a:buNone/>
                      </a:pPr>
                      <a:r>
                        <a:rPr lang="ja-JP" altLang="en-US" sz="1050" b="1" i="0" u="none" strike="noStrike">
                          <a:solidFill>
                            <a:srgbClr val="000000"/>
                          </a:solidFill>
                          <a:effectLst/>
                          <a:latin typeface="+mj-ea"/>
                          <a:ea typeface="+mj-ea"/>
                        </a:rPr>
                        <a:t>納品物の目的</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l" fontAlgn="ctr">
                        <a:buNone/>
                      </a:pPr>
                      <a:r>
                        <a:rPr lang="ja-JP" altLang="en-US" sz="1050" b="1" i="0" u="none" strike="noStrike">
                          <a:solidFill>
                            <a:srgbClr val="000000"/>
                          </a:solidFill>
                          <a:effectLst/>
                          <a:latin typeface="+mj-ea"/>
                          <a:ea typeface="+mj-ea"/>
                        </a:rPr>
                        <a:t>主な記載内容（具体）</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l" fontAlgn="ctr">
                        <a:buNone/>
                      </a:pPr>
                      <a:r>
                        <a:rPr lang="ja-JP" altLang="en-US" sz="1050" b="1" i="0" u="none" strike="noStrike">
                          <a:solidFill>
                            <a:srgbClr val="000000"/>
                          </a:solidFill>
                          <a:effectLst/>
                          <a:latin typeface="+mj-ea"/>
                          <a:ea typeface="+mj-ea"/>
                        </a:rPr>
                        <a:t>中間成果物提示時期</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l" fontAlgn="ctr">
                        <a:buNone/>
                      </a:pPr>
                      <a:r>
                        <a:rPr lang="ja-JP" altLang="en-US" sz="1050" b="1" i="0" u="none" strike="noStrike">
                          <a:solidFill>
                            <a:srgbClr val="000000"/>
                          </a:solidFill>
                          <a:effectLst/>
                          <a:latin typeface="+mj-ea"/>
                          <a:ea typeface="+mj-ea"/>
                        </a:rPr>
                        <a:t>最終納品時期</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l" fontAlgn="ctr">
                        <a:buNone/>
                      </a:pPr>
                      <a:r>
                        <a:rPr lang="ja-JP" altLang="en-US" sz="1050" b="1" i="0" u="none" strike="noStrike">
                          <a:solidFill>
                            <a:srgbClr val="000000"/>
                          </a:solidFill>
                          <a:effectLst/>
                          <a:latin typeface="+mj-ea"/>
                          <a:ea typeface="+mj-ea"/>
                        </a:rPr>
                        <a:t>備考</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269462444"/>
                  </a:ext>
                </a:extLst>
              </a:tr>
              <a:tr h="553919">
                <a:tc>
                  <a:txBody>
                    <a:bodyPr/>
                    <a:lstStyle/>
                    <a:p>
                      <a:pPr algn="l" fontAlgn="ctr">
                        <a:buNone/>
                      </a:pPr>
                      <a:r>
                        <a:rPr lang="en-US" altLang="ja-JP" sz="1050" b="0" i="0" u="none" strike="noStrike">
                          <a:solidFill>
                            <a:srgbClr val="000000"/>
                          </a:solidFill>
                          <a:effectLst/>
                          <a:latin typeface="+mj-ea"/>
                          <a:ea typeface="+mj-ea"/>
                        </a:rPr>
                        <a:t>1</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要件定義スケジュール</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要件定義および見積精緻化を計画的に実施</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・全体スケジュール</a:t>
                      </a:r>
                      <a:endParaRPr lang="en-US" altLang="ja-JP" sz="1050" b="0" i="0" u="none" strike="noStrike">
                        <a:solidFill>
                          <a:srgbClr val="000000"/>
                        </a:solidFill>
                        <a:effectLst/>
                        <a:latin typeface="+mj-ea"/>
                        <a:ea typeface="+mj-ea"/>
                      </a:endParaRPr>
                    </a:p>
                    <a:p>
                      <a:pPr algn="l" fontAlgn="ctr">
                        <a:buNone/>
                      </a:pPr>
                      <a:r>
                        <a:rPr lang="ja-JP" altLang="en-US" sz="1050" b="0" i="0" u="none" strike="noStrike">
                          <a:solidFill>
                            <a:srgbClr val="000000"/>
                          </a:solidFill>
                          <a:effectLst/>
                          <a:latin typeface="+mj-ea"/>
                          <a:ea typeface="+mj-ea"/>
                        </a:rPr>
                        <a:t>・検討項目と実施時期・各納品物との対応関係</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US" altLang="ja-JP" sz="1050" b="0" i="0" u="none" strike="noStrike">
                          <a:solidFill>
                            <a:srgbClr val="000000"/>
                          </a:solidFill>
                          <a:effectLst/>
                          <a:latin typeface="+mj-ea"/>
                          <a:ea typeface="+mj-ea"/>
                        </a:rPr>
                        <a:t>-</a:t>
                      </a:r>
                      <a:endParaRPr lang="ja-JP" altLang="en-US" sz="1050" b="0" i="0" u="none" strike="noStrike">
                        <a:solidFill>
                          <a:srgbClr val="0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契約締結から</a:t>
                      </a:r>
                      <a:r>
                        <a:rPr lang="en-US" altLang="ja-JP" sz="1050" b="0" i="0" u="none" strike="noStrike">
                          <a:solidFill>
                            <a:srgbClr val="000000"/>
                          </a:solidFill>
                          <a:effectLst/>
                          <a:latin typeface="+mj-ea"/>
                          <a:ea typeface="+mj-ea"/>
                        </a:rPr>
                        <a:t>5</a:t>
                      </a:r>
                      <a:r>
                        <a:rPr lang="ja-JP" altLang="en-US" sz="1050" b="0" i="0" u="none" strike="noStrike">
                          <a:solidFill>
                            <a:srgbClr val="000000"/>
                          </a:solidFill>
                          <a:effectLst/>
                          <a:latin typeface="+mj-ea"/>
                          <a:ea typeface="+mj-ea"/>
                        </a:rPr>
                        <a:t>日以内</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US" altLang="ja-JP" sz="1050" b="0" i="0" u="none" strike="noStrike">
                          <a:solidFill>
                            <a:srgbClr val="000000"/>
                          </a:solidFill>
                          <a:effectLst/>
                          <a:latin typeface="+mj-ea"/>
                          <a:ea typeface="+mj-ea"/>
                        </a:rPr>
                        <a:t>-</a:t>
                      </a:r>
                      <a:endParaRPr lang="ja-JP" altLang="en-US" sz="1050" b="0" i="0" u="none" strike="noStrike">
                        <a:solidFill>
                          <a:srgbClr val="0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6669621"/>
                  </a:ext>
                </a:extLst>
              </a:tr>
              <a:tr h="709016">
                <a:tc>
                  <a:txBody>
                    <a:bodyPr/>
                    <a:lstStyle/>
                    <a:p>
                      <a:pPr algn="l" fontAlgn="ctr">
                        <a:buNone/>
                      </a:pPr>
                      <a:r>
                        <a:rPr lang="en-US" altLang="ja-JP" sz="1050" b="0" i="0" u="none" strike="noStrike">
                          <a:solidFill>
                            <a:srgbClr val="000000"/>
                          </a:solidFill>
                          <a:effectLst/>
                          <a:latin typeface="+mj-ea"/>
                          <a:ea typeface="+mj-ea"/>
                        </a:rPr>
                        <a:t>2</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案件整理とりまとめ</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開発範囲・仕様・前提条件等の確定（要件漏れ防止）</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・開発対象</a:t>
                      </a:r>
                      <a:endParaRPr lang="en-US" altLang="ja-JP" sz="1050" b="0" i="0" u="none" strike="noStrike">
                        <a:solidFill>
                          <a:srgbClr val="000000"/>
                        </a:solidFill>
                        <a:effectLst/>
                        <a:latin typeface="+mj-ea"/>
                        <a:ea typeface="+mj-ea"/>
                      </a:endParaRPr>
                    </a:p>
                    <a:p>
                      <a:pPr algn="l" fontAlgn="ctr">
                        <a:buNone/>
                      </a:pPr>
                      <a:r>
                        <a:rPr lang="ja-JP" altLang="en-US" sz="1050" b="0" i="0" u="none" strike="noStrike">
                          <a:solidFill>
                            <a:srgbClr val="000000"/>
                          </a:solidFill>
                          <a:effectLst/>
                          <a:latin typeface="+mj-ea"/>
                          <a:ea typeface="+mj-ea"/>
                        </a:rPr>
                        <a:t>・仕様</a:t>
                      </a:r>
                      <a:endParaRPr lang="en-US" altLang="ja-JP" sz="1050" b="0" i="0" u="none" strike="noStrike">
                        <a:solidFill>
                          <a:srgbClr val="000000"/>
                        </a:solidFill>
                        <a:effectLst/>
                        <a:latin typeface="+mj-ea"/>
                        <a:ea typeface="+mj-ea"/>
                      </a:endParaRPr>
                    </a:p>
                    <a:p>
                      <a:pPr algn="l" fontAlgn="ctr">
                        <a:buNone/>
                      </a:pPr>
                      <a:r>
                        <a:rPr lang="ja-JP" altLang="en-US" sz="1050" b="0" i="0" u="none" strike="noStrike">
                          <a:solidFill>
                            <a:srgbClr val="000000"/>
                          </a:solidFill>
                          <a:effectLst/>
                          <a:latin typeface="+mj-ea"/>
                          <a:ea typeface="+mj-ea"/>
                        </a:rPr>
                        <a:t>・前提条件、制約条件</a:t>
                      </a:r>
                      <a:endParaRPr lang="en-US" altLang="ja-JP" sz="1050" b="0" i="0" u="none" strike="noStrike">
                        <a:solidFill>
                          <a:srgbClr val="000000"/>
                        </a:solidFill>
                        <a:effectLst/>
                        <a:latin typeface="+mj-ea"/>
                        <a:ea typeface="+mj-ea"/>
                      </a:endParaRPr>
                    </a:p>
                    <a:p>
                      <a:pPr algn="l" fontAlgn="ctr">
                        <a:buNone/>
                      </a:pPr>
                      <a:r>
                        <a:rPr lang="ja-JP" altLang="en-US" sz="1050" b="0" i="0" u="none" strike="noStrike">
                          <a:solidFill>
                            <a:srgbClr val="000000"/>
                          </a:solidFill>
                          <a:effectLst/>
                          <a:latin typeface="+mj-ea"/>
                          <a:ea typeface="+mj-ea"/>
                        </a:rPr>
                        <a:t>・他システム連携に関する要件整理</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US" altLang="zh-TW" sz="1050" b="0" i="0" u="none" strike="noStrike">
                          <a:solidFill>
                            <a:srgbClr val="000000"/>
                          </a:solidFill>
                          <a:effectLst/>
                          <a:latin typeface="+mj-ea"/>
                          <a:ea typeface="+mj-ea"/>
                        </a:rPr>
                        <a:t>1/15</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US" altLang="ja-JP" sz="1050" b="0" i="0" u="none" strike="noStrike" kern="1200" cap="none" spc="0" normalizeH="0" baseline="0" noProof="0">
                          <a:ln>
                            <a:noFill/>
                          </a:ln>
                          <a:solidFill>
                            <a:srgbClr val="000000"/>
                          </a:solidFill>
                          <a:effectLst/>
                          <a:uLnTx/>
                          <a:uFillTx/>
                          <a:latin typeface="Meiryo UI"/>
                          <a:ea typeface="+mn-ea"/>
                          <a:cs typeface="+mn-cs"/>
                        </a:rPr>
                        <a:t>3/31</a:t>
                      </a:r>
                      <a:endParaRPr lang="zh-TW" altLang="en-US" sz="1050" b="0" i="0" u="none" strike="noStrike">
                        <a:solidFill>
                          <a:srgbClr val="0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kumimoji="1" lang="en-US" altLang="ja-JP" sz="1050" b="0" i="0" u="none" strike="noStrike" kern="1200">
                          <a:solidFill>
                            <a:srgbClr val="000000"/>
                          </a:solidFill>
                          <a:effectLst/>
                          <a:latin typeface="+mj-ea"/>
                          <a:ea typeface="+mn-ea"/>
                          <a:cs typeface="+mn-cs"/>
                        </a:rPr>
                        <a:t>-</a:t>
                      </a:r>
                      <a:endParaRPr lang="zh-TW" altLang="en-US" sz="1050" b="0" i="0" u="none" strike="noStrike">
                        <a:solidFill>
                          <a:srgbClr val="0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8228457"/>
                  </a:ext>
                </a:extLst>
              </a:tr>
              <a:tr h="709016">
                <a:tc>
                  <a:txBody>
                    <a:bodyPr/>
                    <a:lstStyle/>
                    <a:p>
                      <a:pPr algn="l" fontAlgn="ctr">
                        <a:buNone/>
                      </a:pPr>
                      <a:r>
                        <a:rPr lang="en-US" altLang="ja-JP" sz="1050" b="0" i="0" u="none" strike="noStrike">
                          <a:solidFill>
                            <a:srgbClr val="000000"/>
                          </a:solidFill>
                          <a:effectLst/>
                          <a:latin typeface="+mj-ea"/>
                          <a:ea typeface="+mj-ea"/>
                        </a:rPr>
                        <a:t>3</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zh-TW" altLang="en-US" sz="1050" b="0" i="0" u="none" strike="noStrike">
                          <a:solidFill>
                            <a:srgbClr val="000000"/>
                          </a:solidFill>
                          <a:effectLst/>
                          <a:latin typeface="+mj-ea"/>
                          <a:ea typeface="+mj-ea"/>
                        </a:rPr>
                        <a:t>課題一覧</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開発着手阻害要因の洗い出しと判断整理（五月雨防止）</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・既存の課題管理台帳のとおり</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kumimoji="1" lang="ja-JP" altLang="en-US" sz="1050" b="0" i="0" u="none" strike="noStrike" kern="1200">
                          <a:solidFill>
                            <a:srgbClr val="000000"/>
                          </a:solidFill>
                          <a:effectLst/>
                          <a:latin typeface="+mj-ea"/>
                          <a:ea typeface="+mn-ea"/>
                          <a:cs typeface="+mn-cs"/>
                        </a:rPr>
                        <a:t>随時</a:t>
                      </a:r>
                      <a:br>
                        <a:rPr kumimoji="1" lang="en-US" altLang="ja-JP" sz="1050" b="0" i="0" u="none" strike="noStrike" kern="1200">
                          <a:solidFill>
                            <a:srgbClr val="000000"/>
                          </a:solidFill>
                          <a:effectLst/>
                          <a:latin typeface="+mj-ea"/>
                          <a:ea typeface="+mn-ea"/>
                          <a:cs typeface="+mn-cs"/>
                        </a:rPr>
                      </a:br>
                      <a:r>
                        <a:rPr kumimoji="1" lang="ja-JP" altLang="en-US" sz="1050" b="0" i="0" u="none" strike="noStrike" kern="1200">
                          <a:solidFill>
                            <a:srgbClr val="000000"/>
                          </a:solidFill>
                          <a:effectLst/>
                          <a:latin typeface="+mj-ea"/>
                          <a:ea typeface="+mn-ea"/>
                          <a:cs typeface="+mn-cs"/>
                        </a:rPr>
                        <a:t>（要件定義スケジュールに従う）</a:t>
                      </a:r>
                      <a:endParaRPr lang="zh-TW" altLang="en-US" sz="1050" b="0" i="0" u="none" strike="noStrike">
                        <a:solidFill>
                          <a:srgbClr val="0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随時</a:t>
                      </a:r>
                      <a:br>
                        <a:rPr lang="en-US" altLang="ja-JP" sz="1050" b="0" i="0" u="none" strike="noStrike">
                          <a:solidFill>
                            <a:srgbClr val="000000"/>
                          </a:solidFill>
                          <a:effectLst/>
                          <a:latin typeface="+mj-ea"/>
                          <a:ea typeface="+mj-ea"/>
                        </a:rPr>
                      </a:br>
                      <a:r>
                        <a:rPr lang="ja-JP" altLang="en-US" sz="1050" b="0" i="0" u="none" strike="noStrike">
                          <a:solidFill>
                            <a:srgbClr val="000000"/>
                          </a:solidFill>
                          <a:effectLst/>
                          <a:latin typeface="+mj-ea"/>
                          <a:ea typeface="+mj-ea"/>
                        </a:rPr>
                        <a:t>（要件定義スケジュールに従う）</a:t>
                      </a:r>
                      <a:endParaRPr lang="zh-TW" altLang="en-US" sz="1050" b="0" i="0" u="none" strike="noStrike">
                        <a:solidFill>
                          <a:srgbClr val="0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kumimoji="1" lang="en-US" altLang="ja-JP" sz="1050" b="0" i="0" u="none" strike="noStrike" kern="1200">
                          <a:solidFill>
                            <a:srgbClr val="000000"/>
                          </a:solidFill>
                          <a:effectLst/>
                          <a:latin typeface="+mj-ea"/>
                          <a:ea typeface="+mn-ea"/>
                          <a:cs typeface="+mn-cs"/>
                        </a:rPr>
                        <a:t>-</a:t>
                      </a:r>
                      <a:endParaRPr lang="zh-TW" altLang="en-US" sz="1050" b="0" i="0" u="none" strike="noStrike">
                        <a:solidFill>
                          <a:srgbClr val="0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8045087"/>
                  </a:ext>
                </a:extLst>
              </a:tr>
              <a:tr h="742553">
                <a:tc>
                  <a:txBody>
                    <a:bodyPr/>
                    <a:lstStyle/>
                    <a:p>
                      <a:pPr algn="l" fontAlgn="ctr">
                        <a:buNone/>
                      </a:pPr>
                      <a:r>
                        <a:rPr lang="en-US" altLang="ja-JP" sz="1050" b="0" i="0" u="none" strike="noStrike">
                          <a:solidFill>
                            <a:srgbClr val="000000"/>
                          </a:solidFill>
                          <a:effectLst/>
                          <a:latin typeface="+mj-ea"/>
                          <a:ea typeface="+mj-ea"/>
                        </a:rPr>
                        <a:t>4</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外部インタフェース仕様書（案）</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他システム連携仕様の明確化</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・既存の仕様書のとおり</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kumimoji="1" lang="en-US" altLang="ja-JP" sz="1050" b="0" i="0" u="none" strike="noStrike" kern="1200" cap="none" spc="0" normalizeH="0" baseline="0" noProof="0">
                          <a:ln>
                            <a:noFill/>
                          </a:ln>
                          <a:solidFill>
                            <a:srgbClr val="000000"/>
                          </a:solidFill>
                          <a:effectLst/>
                          <a:uLnTx/>
                          <a:uFillTx/>
                          <a:latin typeface="Meiryo UI"/>
                          <a:ea typeface="+mn-ea"/>
                          <a:cs typeface="+mn-cs"/>
                        </a:rPr>
                        <a:t>-</a:t>
                      </a:r>
                      <a:endParaRPr lang="zh-TW" altLang="en-US" sz="1050" b="0" i="0" u="none" strike="noStrike">
                        <a:solidFill>
                          <a:srgbClr val="0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US" altLang="ja-JP" sz="1050" b="0" i="0" u="none" strike="noStrike" kern="1200" cap="none" spc="0" normalizeH="0" baseline="0" noProof="0">
                          <a:ln>
                            <a:noFill/>
                          </a:ln>
                          <a:solidFill>
                            <a:srgbClr val="000000"/>
                          </a:solidFill>
                          <a:effectLst/>
                          <a:uLnTx/>
                          <a:uFillTx/>
                          <a:latin typeface="Meiryo UI"/>
                          <a:ea typeface="Meiryo UI"/>
                          <a:cs typeface="+mn-cs"/>
                        </a:rPr>
                        <a:t>3/31</a:t>
                      </a:r>
                      <a:endParaRPr lang="zh-TW" altLang="en-US" sz="1050" b="0" i="0" u="none" strike="noStrike">
                        <a:solidFill>
                          <a:srgbClr val="0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kumimoji="1" lang="en-US" altLang="ja-JP" sz="1050" b="0" i="0" u="none" strike="noStrike" kern="1200">
                          <a:solidFill>
                            <a:srgbClr val="000000"/>
                          </a:solidFill>
                          <a:effectLst/>
                          <a:latin typeface="+mj-ea"/>
                          <a:ea typeface="+mn-ea"/>
                          <a:cs typeface="+mn-cs"/>
                        </a:rPr>
                        <a:t>-</a:t>
                      </a:r>
                      <a:endParaRPr lang="zh-TW" altLang="en-US" sz="1050" b="0" i="0" u="none" strike="noStrike">
                        <a:solidFill>
                          <a:srgbClr val="0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4515461"/>
                  </a:ext>
                </a:extLst>
              </a:tr>
              <a:tr h="540042">
                <a:tc>
                  <a:txBody>
                    <a:bodyPr/>
                    <a:lstStyle/>
                    <a:p>
                      <a:pPr algn="l" fontAlgn="ctr">
                        <a:buNone/>
                      </a:pPr>
                      <a:r>
                        <a:rPr lang="en-US" altLang="ja-JP" sz="1050" b="0" i="0" u="none" strike="noStrike">
                          <a:solidFill>
                            <a:srgbClr val="000000"/>
                          </a:solidFill>
                          <a:effectLst/>
                          <a:latin typeface="+mj-ea"/>
                          <a:ea typeface="+mj-ea"/>
                        </a:rPr>
                        <a:t>5</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アドオンチェックルール定義書（案）</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実装・チェックルールの明確化</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・既存のアドオンチェックルール表のとおり</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kumimoji="1" lang="en-US" altLang="zh-TW" sz="1050" b="0" i="0" u="none" strike="noStrike" kern="1200">
                          <a:solidFill>
                            <a:srgbClr val="000000"/>
                          </a:solidFill>
                          <a:effectLst/>
                          <a:latin typeface="+mj-ea"/>
                          <a:ea typeface="+mn-ea"/>
                          <a:cs typeface="+mn-cs"/>
                        </a:rPr>
                        <a:t>1/15</a:t>
                      </a:r>
                      <a:endParaRPr lang="zh-TW" altLang="en-US" sz="1050" b="0" i="0" u="none" strike="noStrike">
                        <a:solidFill>
                          <a:srgbClr val="0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en-US" altLang="ja-JP" sz="1050" b="0" i="0" u="none" strike="noStrike" kern="1200" cap="none" spc="0" normalizeH="0" baseline="0" noProof="0">
                          <a:ln>
                            <a:noFill/>
                          </a:ln>
                          <a:solidFill>
                            <a:srgbClr val="000000"/>
                          </a:solidFill>
                          <a:effectLst/>
                          <a:uLnTx/>
                          <a:uFillTx/>
                          <a:latin typeface="Meiryo UI"/>
                          <a:ea typeface="Meiryo UI"/>
                          <a:cs typeface="+mn-cs"/>
                        </a:rPr>
                        <a:t>3/31</a:t>
                      </a:r>
                      <a:endParaRPr lang="zh-TW" altLang="en-US" sz="1050" b="0" i="0" u="none" strike="noStrike">
                        <a:solidFill>
                          <a:srgbClr val="0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kumimoji="1" lang="en-US" altLang="ja-JP" sz="1050" b="0" i="0" u="none" strike="noStrike" kern="1200">
                          <a:solidFill>
                            <a:srgbClr val="000000"/>
                          </a:solidFill>
                          <a:effectLst/>
                          <a:latin typeface="+mj-ea"/>
                          <a:ea typeface="+mn-ea"/>
                          <a:cs typeface="+mn-cs"/>
                        </a:rPr>
                        <a:t>-</a:t>
                      </a:r>
                      <a:endParaRPr lang="zh-TW" altLang="en-US" sz="1050" b="0" i="0" u="none" strike="noStrike">
                        <a:solidFill>
                          <a:srgbClr val="0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019526"/>
                  </a:ext>
                </a:extLst>
              </a:tr>
              <a:tr h="1019210">
                <a:tc>
                  <a:txBody>
                    <a:bodyPr/>
                    <a:lstStyle/>
                    <a:p>
                      <a:pPr algn="l" fontAlgn="ctr">
                        <a:buNone/>
                      </a:pPr>
                      <a:r>
                        <a:rPr lang="en-US" altLang="ja-JP" sz="1050" b="0" i="0" u="none" strike="noStrike">
                          <a:solidFill>
                            <a:srgbClr val="000000"/>
                          </a:solidFill>
                          <a:effectLst/>
                          <a:latin typeface="+mj-ea"/>
                          <a:ea typeface="+mj-ea"/>
                        </a:rPr>
                        <a:t>6</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zh-TW" altLang="en-US" sz="1050" b="0" i="0" u="none" strike="noStrike">
                          <a:solidFill>
                            <a:srgbClr val="000000"/>
                          </a:solidFill>
                          <a:effectLst/>
                          <a:latin typeface="+mj-ea"/>
                          <a:ea typeface="+mj-ea"/>
                        </a:rPr>
                        <a:t>精緻化見積書</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開発本調達に使用可能な見積の確定（費用ブレ防止）</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・機能別、作業別費用</a:t>
                      </a:r>
                      <a:endParaRPr lang="en-US" altLang="ja-JP" sz="1050" b="0" i="0" u="none" strike="noStrike">
                        <a:solidFill>
                          <a:srgbClr val="000000"/>
                        </a:solidFill>
                        <a:effectLst/>
                        <a:latin typeface="+mj-ea"/>
                        <a:ea typeface="+mj-ea"/>
                      </a:endParaRPr>
                    </a:p>
                    <a:p>
                      <a:pPr algn="l" fontAlgn="ctr">
                        <a:buNone/>
                      </a:pPr>
                      <a:r>
                        <a:rPr lang="ja-JP" altLang="en-US" sz="1050" b="0" i="0" u="none" strike="noStrike">
                          <a:solidFill>
                            <a:srgbClr val="000000"/>
                          </a:solidFill>
                          <a:effectLst/>
                          <a:latin typeface="+mj-ea"/>
                          <a:ea typeface="+mj-ea"/>
                        </a:rPr>
                        <a:t>・見積前提条件</a:t>
                      </a:r>
                      <a:endParaRPr lang="en-US" altLang="ja-JP" sz="1050" b="0" i="0" u="none" strike="noStrike">
                        <a:solidFill>
                          <a:srgbClr val="000000"/>
                        </a:solidFill>
                        <a:effectLst/>
                        <a:latin typeface="+mj-ea"/>
                        <a:ea typeface="+mj-ea"/>
                      </a:endParaRPr>
                    </a:p>
                    <a:p>
                      <a:pPr algn="l" fontAlgn="ctr">
                        <a:buNone/>
                      </a:pPr>
                      <a:r>
                        <a:rPr lang="ja-JP" altLang="en-US" sz="1050" b="0" i="0" u="none" strike="noStrike">
                          <a:solidFill>
                            <a:srgbClr val="000000"/>
                          </a:solidFill>
                          <a:effectLst/>
                          <a:latin typeface="+mj-ea"/>
                          <a:ea typeface="+mj-ea"/>
                        </a:rPr>
                        <a:t>・費用変動要因</a:t>
                      </a:r>
                      <a:endParaRPr lang="en-US" altLang="ja-JP" sz="1050" b="0" i="0" u="none" strike="noStrike">
                        <a:solidFill>
                          <a:srgbClr val="000000"/>
                        </a:solidFill>
                        <a:effectLst/>
                        <a:latin typeface="+mj-ea"/>
                        <a:ea typeface="+mj-ea"/>
                      </a:endParaRPr>
                    </a:p>
                    <a:p>
                      <a:pPr algn="l" fontAlgn="ctr">
                        <a:buNone/>
                      </a:pPr>
                      <a:r>
                        <a:rPr lang="ja-JP" altLang="en-US" sz="1050" b="0" i="0" u="none" strike="noStrike">
                          <a:solidFill>
                            <a:srgbClr val="000000"/>
                          </a:solidFill>
                          <a:effectLst/>
                          <a:latin typeface="+mj-ea"/>
                          <a:ea typeface="+mj-ea"/>
                        </a:rPr>
                        <a:t>・運用、保守費用　等</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685673" rtl="0" eaLnBrk="1" fontAlgn="ctr"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Meiryo UI"/>
                          <a:ea typeface="+mn-ea"/>
                          <a:cs typeface="+mn-cs"/>
                        </a:rPr>
                        <a:t>-</a:t>
                      </a:r>
                      <a:endParaRPr kumimoji="1" lang="en-US" altLang="ja-JP" sz="1050" b="0" i="0" u="none" strike="noStrike" kern="1200" cap="none" spc="0" normalizeH="0" baseline="0" noProof="0">
                        <a:ln>
                          <a:noFill/>
                        </a:ln>
                        <a:solidFill>
                          <a:srgbClr val="000000"/>
                        </a:solidFill>
                        <a:effectLst/>
                        <a:uLnTx/>
                        <a:uFillTx/>
                        <a:latin typeface="Meiryo UI"/>
                        <a:ea typeface="Meiryo UI"/>
                        <a:cs typeface="+mn-cs"/>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685673" rtl="0" eaLnBrk="1" fontAlgn="ctr"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Meiryo UI"/>
                          <a:ea typeface="Meiryo UI"/>
                          <a:cs typeface="+mn-cs"/>
                        </a:rPr>
                        <a:t>2/26</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685673" rtl="0" eaLnBrk="1" fontAlgn="ctr"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Meiryo UI"/>
                          <a:ea typeface="+mn-ea"/>
                          <a:cs typeface="+mn-cs"/>
                        </a:rPr>
                        <a:t>※</a:t>
                      </a:r>
                      <a:r>
                        <a:rPr kumimoji="1" lang="ja-JP" altLang="en-US" sz="1050" b="0" i="0" u="none" strike="noStrike" kern="1200" cap="none" spc="0" normalizeH="0" baseline="0" noProof="0">
                          <a:ln>
                            <a:noFill/>
                          </a:ln>
                          <a:solidFill>
                            <a:srgbClr val="000000"/>
                          </a:solidFill>
                          <a:effectLst/>
                          <a:uLnTx/>
                          <a:uFillTx/>
                          <a:latin typeface="Meiryo UI"/>
                          <a:ea typeface="+mn-ea"/>
                          <a:cs typeface="+mn-cs"/>
                        </a:rPr>
                        <a:t>令和</a:t>
                      </a:r>
                      <a:r>
                        <a:rPr kumimoji="1" lang="en-US" altLang="ja-JP" sz="1050" b="0" i="0" u="none" strike="noStrike" kern="1200" cap="none" spc="0" normalizeH="0" baseline="0" noProof="0">
                          <a:ln>
                            <a:noFill/>
                          </a:ln>
                          <a:solidFill>
                            <a:srgbClr val="000000"/>
                          </a:solidFill>
                          <a:effectLst/>
                          <a:uLnTx/>
                          <a:uFillTx/>
                          <a:latin typeface="Meiryo UI"/>
                          <a:ea typeface="+mn-ea"/>
                          <a:cs typeface="+mn-cs"/>
                        </a:rPr>
                        <a:t>9</a:t>
                      </a:r>
                      <a:r>
                        <a:rPr kumimoji="1" lang="ja-JP" altLang="en-US" sz="1050" b="0" i="0" u="none" strike="noStrike" kern="1200" cap="none" spc="0" normalizeH="0" baseline="0" noProof="0">
                          <a:ln>
                            <a:noFill/>
                          </a:ln>
                          <a:solidFill>
                            <a:srgbClr val="000000"/>
                          </a:solidFill>
                          <a:effectLst/>
                          <a:uLnTx/>
                          <a:uFillTx/>
                          <a:latin typeface="Meiryo UI"/>
                          <a:ea typeface="+mn-ea"/>
                          <a:cs typeface="+mn-cs"/>
                        </a:rPr>
                        <a:t>年度の開発案件は</a:t>
                      </a:r>
                      <a:r>
                        <a:rPr kumimoji="1" lang="en-US" altLang="ja-JP" sz="1050" b="0" i="0" u="none" strike="noStrike" kern="1200" cap="none" spc="0" normalizeH="0" baseline="0" noProof="0">
                          <a:ln>
                            <a:noFill/>
                          </a:ln>
                          <a:solidFill>
                            <a:srgbClr val="000000"/>
                          </a:solidFill>
                          <a:effectLst/>
                          <a:uLnTx/>
                          <a:uFillTx/>
                          <a:latin typeface="Meiryo UI"/>
                          <a:ea typeface="+mn-ea"/>
                          <a:cs typeface="+mn-cs"/>
                        </a:rPr>
                        <a:t>3</a:t>
                      </a:r>
                      <a:r>
                        <a:rPr kumimoji="1" lang="ja-JP" altLang="en-US" sz="1050" b="0" i="0" u="none" strike="noStrike" kern="1200" cap="none" spc="0" normalizeH="0" baseline="0" noProof="0">
                          <a:ln>
                            <a:noFill/>
                          </a:ln>
                          <a:solidFill>
                            <a:srgbClr val="000000"/>
                          </a:solidFill>
                          <a:effectLst/>
                          <a:uLnTx/>
                          <a:uFillTx/>
                          <a:latin typeface="Meiryo UI"/>
                          <a:ea typeface="+mn-ea"/>
                          <a:cs typeface="+mn-cs"/>
                        </a:rPr>
                        <a:t>月の調達委員会に付議するため、</a:t>
                      </a:r>
                      <a:r>
                        <a:rPr kumimoji="1" lang="en-US" altLang="ja-JP" sz="1050" b="0" i="0" u="none" strike="noStrike" kern="1200" cap="none" spc="0" normalizeH="0" baseline="0" noProof="0">
                          <a:ln>
                            <a:noFill/>
                          </a:ln>
                          <a:solidFill>
                            <a:srgbClr val="000000"/>
                          </a:solidFill>
                          <a:effectLst/>
                          <a:uLnTx/>
                          <a:uFillTx/>
                          <a:latin typeface="Meiryo UI"/>
                          <a:ea typeface="+mn-ea"/>
                          <a:cs typeface="+mn-cs"/>
                        </a:rPr>
                        <a:t>2</a:t>
                      </a:r>
                      <a:r>
                        <a:rPr kumimoji="1" lang="ja-JP" altLang="en-US" sz="1050" b="0" i="0" u="none" strike="noStrike" kern="1200" cap="none" spc="0" normalizeH="0" baseline="0" noProof="0">
                          <a:ln>
                            <a:noFill/>
                          </a:ln>
                          <a:solidFill>
                            <a:srgbClr val="000000"/>
                          </a:solidFill>
                          <a:effectLst/>
                          <a:uLnTx/>
                          <a:uFillTx/>
                          <a:latin typeface="Meiryo UI"/>
                          <a:ea typeface="+mn-ea"/>
                          <a:cs typeface="+mn-cs"/>
                        </a:rPr>
                        <a:t>月末時点で見積が完了している必要がある。</a:t>
                      </a:r>
                      <a:br>
                        <a:rPr kumimoji="1" lang="en-US" altLang="ja-JP" sz="1050" b="0" i="0" u="none" strike="noStrike" kern="1200" cap="none" spc="0" normalizeH="0" baseline="0" noProof="0">
                          <a:ln>
                            <a:noFill/>
                          </a:ln>
                          <a:solidFill>
                            <a:srgbClr val="000000"/>
                          </a:solidFill>
                          <a:effectLst/>
                          <a:uLnTx/>
                          <a:uFillTx/>
                          <a:latin typeface="Meiryo UI"/>
                          <a:ea typeface="+mn-ea"/>
                          <a:cs typeface="+mn-cs"/>
                        </a:rPr>
                      </a:br>
                      <a:r>
                        <a:rPr kumimoji="1" lang="en-US" altLang="ja-JP" sz="1050" b="0" i="0" u="none" strike="noStrike" kern="1200" cap="none" spc="0" normalizeH="0" baseline="0" noProof="0">
                          <a:ln>
                            <a:noFill/>
                          </a:ln>
                          <a:solidFill>
                            <a:srgbClr val="000000"/>
                          </a:solidFill>
                          <a:effectLst/>
                          <a:uLnTx/>
                          <a:uFillTx/>
                          <a:latin typeface="Meiryo UI"/>
                          <a:ea typeface="+mn-ea"/>
                          <a:cs typeface="+mn-cs"/>
                        </a:rPr>
                        <a:t>(3</a:t>
                      </a:r>
                      <a:r>
                        <a:rPr kumimoji="1" lang="ja-JP" altLang="en-US" sz="1050" b="0" i="0" u="none" strike="noStrike" kern="1200" cap="none" spc="0" normalizeH="0" baseline="0" noProof="0">
                          <a:ln>
                            <a:noFill/>
                          </a:ln>
                          <a:solidFill>
                            <a:srgbClr val="000000"/>
                          </a:solidFill>
                          <a:effectLst/>
                          <a:uLnTx/>
                          <a:uFillTx/>
                          <a:latin typeface="Meiryo UI"/>
                          <a:ea typeface="+mn-ea"/>
                          <a:cs typeface="+mn-cs"/>
                        </a:rPr>
                        <a:t>月調達委員会の日程によっては前倒しの可能性あり</a:t>
                      </a:r>
                      <a:r>
                        <a:rPr kumimoji="1" lang="en-US" altLang="ja-JP" sz="1050" b="0" i="0" u="none" strike="noStrike" kern="1200" cap="none" spc="0" normalizeH="0" baseline="0" noProof="0">
                          <a:ln>
                            <a:noFill/>
                          </a:ln>
                          <a:solidFill>
                            <a:srgbClr val="000000"/>
                          </a:solidFill>
                          <a:effectLst/>
                          <a:uLnTx/>
                          <a:uFillTx/>
                          <a:latin typeface="Meiryo UI"/>
                          <a:ea typeface="+mn-ea"/>
                          <a:cs typeface="+mn-cs"/>
                        </a:rPr>
                        <a:t>)</a:t>
                      </a:r>
                      <a:endParaRPr kumimoji="1" lang="en-US" altLang="ja-JP" sz="1050" b="0" i="0" u="none" strike="noStrike" kern="1200" cap="none" spc="0" normalizeH="0" baseline="0" noProof="0">
                        <a:ln>
                          <a:noFill/>
                        </a:ln>
                        <a:solidFill>
                          <a:srgbClr val="000000"/>
                        </a:solidFill>
                        <a:effectLst/>
                        <a:uLnTx/>
                        <a:uFillTx/>
                        <a:latin typeface="Meiryo UI"/>
                        <a:ea typeface="Meiryo UI"/>
                        <a:cs typeface="+mn-cs"/>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4439365"/>
                  </a:ext>
                </a:extLst>
              </a:tr>
              <a:tr h="709016">
                <a:tc>
                  <a:txBody>
                    <a:bodyPr/>
                    <a:lstStyle/>
                    <a:p>
                      <a:pPr algn="l" fontAlgn="ctr">
                        <a:buNone/>
                      </a:pPr>
                      <a:r>
                        <a:rPr lang="en-US" altLang="ja-JP" sz="1050" b="0" i="0" u="none" strike="noStrike">
                          <a:solidFill>
                            <a:srgbClr val="000000"/>
                          </a:solidFill>
                          <a:effectLst/>
                          <a:latin typeface="+mj-ea"/>
                          <a:ea typeface="+mj-ea"/>
                        </a:rPr>
                        <a:t>7</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マスタスケジュール</a:t>
                      </a:r>
                      <a:endParaRPr lang="zh-TW" altLang="en-US" sz="1050" b="0" i="0" u="none" strike="noStrike">
                        <a:solidFill>
                          <a:srgbClr val="0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l" fontAlgn="ctr">
                        <a:buNone/>
                      </a:pPr>
                      <a:r>
                        <a:rPr lang="ja-JP" altLang="en-US" sz="1050" b="0" i="0" u="none" strike="noStrike">
                          <a:solidFill>
                            <a:srgbClr val="000000"/>
                          </a:solidFill>
                          <a:effectLst/>
                          <a:latin typeface="+mj-ea"/>
                          <a:ea typeface="+mj-ea"/>
                        </a:rPr>
                        <a:t>リリースまでの工程・期間の明確化</a:t>
                      </a:r>
                      <a:endParaRPr lang="en-US" altLang="ja-JP" sz="1050" b="0" i="0" u="none" strike="noStrike">
                        <a:solidFill>
                          <a:srgbClr val="000000"/>
                        </a:solidFill>
                        <a:effectLst/>
                        <a:latin typeface="+mj-ea"/>
                        <a:ea typeface="+mj-ea"/>
                      </a:endParaRPr>
                    </a:p>
                    <a:p>
                      <a:pPr algn="l" fontAlgn="ctr">
                        <a:buNone/>
                      </a:pPr>
                      <a:r>
                        <a:rPr lang="ja-JP" altLang="en-US" sz="1050" b="0" i="0" u="none" strike="noStrike">
                          <a:solidFill>
                            <a:srgbClr val="000000"/>
                          </a:solidFill>
                          <a:effectLst/>
                          <a:latin typeface="+mj-ea"/>
                          <a:ea typeface="+mj-ea"/>
                        </a:rPr>
                        <a:t>成果物の納品時期の明確化</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685673" rtl="0" eaLnBrk="1" fontAlgn="ctr" latinLnBrk="0" hangingPunct="1">
                        <a:lnSpc>
                          <a:spcPct val="100000"/>
                        </a:lnSpc>
                        <a:spcBef>
                          <a:spcPts val="0"/>
                        </a:spcBef>
                        <a:spcAft>
                          <a:spcPts val="0"/>
                        </a:spcAft>
                        <a:buClrTx/>
                        <a:buSzTx/>
                        <a:buFontTx/>
                        <a:buNone/>
                        <a:tabLst/>
                        <a:defRPr/>
                      </a:pPr>
                      <a:r>
                        <a:rPr lang="ja-JP" altLang="en-US" sz="1050" b="0" i="0" u="none" strike="noStrike">
                          <a:solidFill>
                            <a:srgbClr val="000000"/>
                          </a:solidFill>
                          <a:effectLst/>
                          <a:latin typeface="+mj-ea"/>
                          <a:ea typeface="+mj-ea"/>
                        </a:rPr>
                        <a:t>・マスタスケジュール（外部システムの事業者と調整すること）</a:t>
                      </a:r>
                      <a:endParaRPr lang="en-US" altLang="ja-JP" sz="1050" b="0" i="0" u="none" strike="noStrike">
                        <a:solidFill>
                          <a:srgbClr val="000000"/>
                        </a:solidFill>
                        <a:effectLst/>
                        <a:latin typeface="+mj-ea"/>
                        <a:ea typeface="+mj-ea"/>
                      </a:endParaRPr>
                    </a:p>
                    <a:p>
                      <a:pPr marL="0" marR="0" lvl="0" indent="0" algn="l" defTabSz="685673" rtl="0" eaLnBrk="1" fontAlgn="ctr" latinLnBrk="0" hangingPunct="1">
                        <a:lnSpc>
                          <a:spcPct val="100000"/>
                        </a:lnSpc>
                        <a:spcBef>
                          <a:spcPts val="0"/>
                        </a:spcBef>
                        <a:spcAft>
                          <a:spcPts val="0"/>
                        </a:spcAft>
                        <a:buClrTx/>
                        <a:buSzTx/>
                        <a:buFontTx/>
                        <a:buNone/>
                        <a:tabLst/>
                        <a:defRPr/>
                      </a:pPr>
                      <a:r>
                        <a:rPr lang="ja-JP" altLang="en-US" sz="1050" b="0" i="0" u="none" strike="noStrike">
                          <a:solidFill>
                            <a:srgbClr val="000000"/>
                          </a:solidFill>
                          <a:effectLst/>
                          <a:latin typeface="+mj-ea"/>
                          <a:ea typeface="+mj-ea"/>
                        </a:rPr>
                        <a:t>・開発工程の成果物の納品スケジュール</a:t>
                      </a:r>
                      <a:endParaRPr lang="en-US" altLang="ja-JP" sz="1050" b="0" i="0" u="none" strike="noStrike">
                        <a:solidFill>
                          <a:srgbClr val="000000"/>
                        </a:solidFill>
                        <a:effectLst/>
                        <a:latin typeface="+mj-ea"/>
                        <a:ea typeface="+mj-ea"/>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685673" rtl="0" eaLnBrk="1" fontAlgn="ctr"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Meiryo UI"/>
                          <a:ea typeface="Meiryo UI"/>
                          <a:cs typeface="+mn-cs"/>
                        </a:rPr>
                        <a:t>-</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685673" rtl="0" eaLnBrk="1" fontAlgn="ctr"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srgbClr val="000000"/>
                          </a:solidFill>
                          <a:effectLst/>
                          <a:uLnTx/>
                          <a:uFillTx/>
                          <a:latin typeface="Meiryo UI"/>
                          <a:ea typeface="Meiryo UI"/>
                          <a:cs typeface="+mn-cs"/>
                        </a:rPr>
                        <a:t>3/31</a:t>
                      </a: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marL="0" marR="0" lvl="0" indent="0" algn="l" defTabSz="685673" rtl="0" eaLnBrk="1" fontAlgn="ctr" latinLnBrk="0" hangingPunct="1">
                        <a:lnSpc>
                          <a:spcPct val="100000"/>
                        </a:lnSpc>
                        <a:spcBef>
                          <a:spcPts val="0"/>
                        </a:spcBef>
                        <a:spcAft>
                          <a:spcPts val="0"/>
                        </a:spcAft>
                        <a:buClrTx/>
                        <a:buSzTx/>
                        <a:buFontTx/>
                        <a:buNone/>
                        <a:tabLst/>
                        <a:defRPr/>
                      </a:pPr>
                      <a:r>
                        <a:rPr kumimoji="1" lang="en-US" altLang="ja-JP" sz="1050" b="0" i="0" u="none" strike="noStrike" kern="1200">
                          <a:solidFill>
                            <a:srgbClr val="000000"/>
                          </a:solidFill>
                          <a:effectLst/>
                          <a:latin typeface="+mj-ea"/>
                          <a:ea typeface="+mn-ea"/>
                          <a:cs typeface="+mn-cs"/>
                        </a:rPr>
                        <a:t>-</a:t>
                      </a:r>
                      <a:endParaRPr kumimoji="1" lang="en-US" altLang="ja-JP" sz="1050" b="0" i="0" u="none" strike="noStrike" kern="1200" cap="none" spc="0" normalizeH="0" baseline="0" noProof="0">
                        <a:ln>
                          <a:noFill/>
                        </a:ln>
                        <a:solidFill>
                          <a:srgbClr val="000000"/>
                        </a:solidFill>
                        <a:effectLst/>
                        <a:uLnTx/>
                        <a:uFillTx/>
                        <a:latin typeface="Meiryo UI"/>
                        <a:ea typeface="Meiryo UI"/>
                        <a:cs typeface="+mn-cs"/>
                      </a:endParaRPr>
                    </a:p>
                  </a:txBody>
                  <a:tcPr marL="45720" marR="4572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49401453"/>
                  </a:ext>
                </a:extLst>
              </a:tr>
            </a:tbl>
          </a:graphicData>
        </a:graphic>
      </p:graphicFrame>
      <p:sp>
        <p:nvSpPr>
          <p:cNvPr id="3" name="テキスト ボックス 2">
            <a:extLst>
              <a:ext uri="{FF2B5EF4-FFF2-40B4-BE49-F238E27FC236}">
                <a16:creationId xmlns:a16="http://schemas.microsoft.com/office/drawing/2014/main" id="{400E7462-1D5B-9624-234E-AED86A927E9A}"/>
              </a:ext>
            </a:extLst>
          </p:cNvPr>
          <p:cNvSpPr txBox="1"/>
          <p:nvPr/>
        </p:nvSpPr>
        <p:spPr>
          <a:xfrm>
            <a:off x="381000" y="6531100"/>
            <a:ext cx="3192087" cy="268707"/>
          </a:xfrm>
          <a:prstGeom prst="rect">
            <a:avLst/>
          </a:prstGeom>
          <a:noFill/>
        </p:spPr>
        <p:txBody>
          <a:bodyPr wrap="square" lIns="36000" tIns="36000" rIns="36000" bIns="36000" rtlCol="0" anchor="ctr">
            <a:noAutofit/>
          </a:bodyPr>
          <a:lstStyle/>
          <a:p>
            <a:pPr marL="0" marR="0" lvl="0" indent="0" algn="l" defTabSz="914400" rtl="0" eaLnBrk="1" fontAlgn="base" latinLnBrk="0" hangingPunct="1">
              <a:lnSpc>
                <a:spcPct val="80000"/>
              </a:lnSpc>
              <a:spcBef>
                <a:spcPct val="0"/>
              </a:spcBef>
              <a:spcAft>
                <a:spcPct val="0"/>
              </a:spcAft>
              <a:buClrTx/>
              <a:buSzTx/>
              <a:buFontTx/>
              <a:buNone/>
              <a:tabLst/>
              <a:defRPr/>
            </a:pPr>
            <a:r>
              <a:rPr kumimoji="1" lang="en-US" altLang="ja-JP"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12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納品時期については、発注者と調整すること</a:t>
            </a:r>
          </a:p>
        </p:txBody>
      </p:sp>
      <p:sp>
        <p:nvSpPr>
          <p:cNvPr id="6" name="正方形/長方形 5">
            <a:extLst>
              <a:ext uri="{FF2B5EF4-FFF2-40B4-BE49-F238E27FC236}">
                <a16:creationId xmlns:a16="http://schemas.microsoft.com/office/drawing/2014/main" id="{07B6C4D9-D700-D0B7-D433-81D7C6A313B7}"/>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(DX</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機構資料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22750203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8BF0E-D860-110D-3CFD-793D1C7E00AD}"/>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4DE414FE-BA0C-647B-A28D-438DE84290F6}"/>
              </a:ext>
            </a:extLst>
          </p:cNvPr>
          <p:cNvSpPr>
            <a:spLocks noGrp="1"/>
          </p:cNvSpPr>
          <p:nvPr>
            <p:ph idx="1"/>
          </p:nvPr>
        </p:nvSpPr>
        <p:spPr/>
        <p:txBody>
          <a:bodyPr/>
          <a:lstStyle/>
          <a:p>
            <a:pPr marL="285750" indent="-285750">
              <a:buFont typeface="Meiryo UI" panose="020B0604030504040204" pitchFamily="50" charset="-128"/>
              <a:buChar char="⃝"/>
            </a:pPr>
            <a:r>
              <a:rPr kumimoji="1" lang="en-US" altLang="ja-JP"/>
              <a:t>9/29</a:t>
            </a:r>
            <a:r>
              <a:rPr kumimoji="1" lang="ja-JP" altLang="en-US"/>
              <a:t>の個別検討会</a:t>
            </a:r>
            <a:r>
              <a:rPr kumimoji="1" lang="en-US" altLang="ja-JP"/>
              <a:t>(ND)</a:t>
            </a:r>
            <a:r>
              <a:rPr kumimoji="1" lang="ja-JP" altLang="en-US"/>
              <a:t>にて、</a:t>
            </a:r>
            <a:r>
              <a:rPr lang="en-US" altLang="ja-JP"/>
              <a:t>ND</a:t>
            </a:r>
            <a:r>
              <a:rPr lang="ja-JP" altLang="en-US"/>
              <a:t>より</a:t>
            </a:r>
            <a:r>
              <a:rPr kumimoji="1" lang="ja-JP" altLang="en-US"/>
              <a:t>介護事業所宛て診療情報提供書におけるログ・統計機能について照会があったため、ログ統計機能の目的及びログ・統計ファイルの範囲について念のため意識合わせをさせていただきたい。</a:t>
            </a:r>
            <a:endParaRPr kumimoji="1" lang="en-US" altLang="ja-JP"/>
          </a:p>
          <a:p>
            <a:endParaRPr kumimoji="1" lang="ja-JP" altLang="en-US"/>
          </a:p>
        </p:txBody>
      </p:sp>
      <p:sp>
        <p:nvSpPr>
          <p:cNvPr id="3" name="タイトル 2">
            <a:extLst>
              <a:ext uri="{FF2B5EF4-FFF2-40B4-BE49-F238E27FC236}">
                <a16:creationId xmlns:a16="http://schemas.microsoft.com/office/drawing/2014/main" id="{4EB00A95-BC0C-4484-6101-C526B1626A50}"/>
              </a:ext>
            </a:extLst>
          </p:cNvPr>
          <p:cNvSpPr>
            <a:spLocks noGrp="1"/>
          </p:cNvSpPr>
          <p:nvPr>
            <p:ph type="title"/>
          </p:nvPr>
        </p:nvSpPr>
        <p:spPr>
          <a:xfrm>
            <a:off x="495551" y="114300"/>
            <a:ext cx="8915399" cy="578870"/>
          </a:xfrm>
        </p:spPr>
        <p:txBody>
          <a:bodyPr lIns="0" tIns="45720" rIns="0" bIns="45720" anchor="b" anchorCtr="0">
            <a:normAutofit fontScale="90000"/>
          </a:bodyPr>
          <a:lstStyle/>
          <a:p>
            <a:r>
              <a:rPr lang="en-US" altLang="ja-JP" sz="2000"/>
              <a:t>5</a:t>
            </a:r>
            <a:r>
              <a:rPr lang="ja-JP" altLang="en-US" sz="2000"/>
              <a:t>．</a:t>
            </a:r>
            <a:r>
              <a:rPr lang="ja-JP" altLang="en-US" sz="2000">
                <a:latin typeface="Meiryo UI"/>
                <a:cs typeface="Arial"/>
              </a:rPr>
              <a:t>介護連携における介護事業所宛て診療情報提供書のログ統計機能の目的と対象ファイル</a:t>
            </a:r>
          </a:p>
        </p:txBody>
      </p:sp>
      <p:sp>
        <p:nvSpPr>
          <p:cNvPr id="7" name="テキスト ボックス 6">
            <a:extLst>
              <a:ext uri="{FF2B5EF4-FFF2-40B4-BE49-F238E27FC236}">
                <a16:creationId xmlns:a16="http://schemas.microsoft.com/office/drawing/2014/main" id="{6A384165-279C-EA41-75CA-64C35B24C260}"/>
              </a:ext>
            </a:extLst>
          </p:cNvPr>
          <p:cNvSpPr txBox="1"/>
          <p:nvPr/>
        </p:nvSpPr>
        <p:spPr>
          <a:xfrm>
            <a:off x="315515" y="1489888"/>
            <a:ext cx="9346481" cy="4571508"/>
          </a:xfrm>
          <a:prstGeom prst="rect">
            <a:avLst/>
          </a:prstGeom>
          <a:noFill/>
        </p:spPr>
        <p:txBody>
          <a:bodyPr wrap="square" rtlCol="0">
            <a:spAutoFit/>
          </a:bodyPr>
          <a:lstStyle/>
          <a:p>
            <a:pPr marL="0" marR="0" lvl="0" indent="0" algn="l" defTabSz="914400" rtl="0" eaLnBrk="1" fontAlgn="base" latinLnBrk="0" hangingPunct="1">
              <a:lnSpc>
                <a:spcPct val="150000"/>
              </a:lnSpc>
              <a:spcBef>
                <a:spcPct val="0"/>
              </a:spcBef>
              <a:spcAft>
                <a:spcPct val="0"/>
              </a:spcAft>
              <a:buClrTx/>
              <a:buSzTx/>
              <a:buFontTx/>
              <a:buNone/>
              <a:tabLst/>
              <a:defRPr/>
            </a:pPr>
            <a:r>
              <a:rPr kumimoji="1" lang="ja-JP" altLang="en-US" sz="1400" b="1" i="0" u="sng"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en-US" altLang="ja-JP" sz="1400" b="1" i="0" u="sng"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NTTD</a:t>
            </a:r>
            <a:r>
              <a:rPr kumimoji="1" lang="ja-JP" altLang="en-US" sz="1400" b="1" i="0" u="sng"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から機構への照会事項（原文ママ）</a:t>
            </a:r>
            <a:endParaRPr kumimoji="1" lang="en-US" altLang="ja-JP" sz="1400" b="1" i="0" u="sng"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ja-JP" altLang="ja-JP" sz="1400" b="0" i="0" u="none" strike="noStrike" kern="1200" cap="none" spc="0" normalizeH="0" baseline="0" noProof="0">
                <a:ln>
                  <a:noFill/>
                </a:ln>
                <a:solidFill>
                  <a:prstClr val="black"/>
                </a:solidFill>
                <a:effectLst/>
                <a:uLnTx/>
                <a:uFillTx/>
                <a:latin typeface="Arial"/>
                <a:ea typeface="Meiryo UI"/>
                <a:cs typeface="+mn-cs"/>
              </a:rPr>
              <a:t>文書情報登録・取得ログデータ抽出結果ファイルの介護版の必要性について、ご確認いただきたい</a:t>
            </a: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ja-JP" altLang="ja-JP" sz="1400" b="0" i="0" u="none" strike="noStrike" kern="1200" cap="none" spc="0" normalizeH="0" baseline="0" noProof="0">
                <a:ln>
                  <a:noFill/>
                </a:ln>
                <a:solidFill>
                  <a:prstClr val="black"/>
                </a:solidFill>
                <a:effectLst/>
                <a:uLnTx/>
                <a:uFillTx/>
                <a:latin typeface="Arial"/>
                <a:ea typeface="Meiryo UI"/>
                <a:cs typeface="+mn-cs"/>
              </a:rPr>
              <a:t>既存の文書情報登録・取得ログデータ抽出結果ファイルについては、昨年度モデル事業中にて、厚労省様からの依頼により、文書情報登録機能と取得機能のログデータの提供をしていたという認識である。（毎月NTTDの運用作業が発生していたため、運営主体画面から取得できるように追加された認識。）</a:t>
            </a: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ja-JP" altLang="ja-JP" sz="1400" b="0" i="0" u="none" strike="noStrike" kern="1200" cap="none" spc="0" normalizeH="0" baseline="0" noProof="0">
                <a:ln>
                  <a:noFill/>
                </a:ln>
                <a:solidFill>
                  <a:prstClr val="black"/>
                </a:solidFill>
                <a:effectLst/>
                <a:uLnTx/>
                <a:uFillTx/>
                <a:latin typeface="Arial"/>
                <a:ea typeface="Meiryo UI"/>
                <a:cs typeface="+mn-cs"/>
              </a:rPr>
              <a:t>介護版も同様の利用用途を想定しているが、認識に相違ないか？</a:t>
            </a:r>
            <a:endParaRPr kumimoji="1" lang="en-US" altLang="ja-JP" sz="1400" b="0" i="0" u="none" strike="noStrike" kern="1200" cap="none" spc="0" normalizeH="0" baseline="0" noProof="0">
              <a:ln>
                <a:noFill/>
              </a:ln>
              <a:solidFill>
                <a:prstClr val="black"/>
              </a:solidFill>
              <a:effectLst/>
              <a:uLnTx/>
              <a:uFillTx/>
              <a:latin typeface="Arial"/>
              <a:ea typeface="Meiryo UI"/>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1" lang="en-US" altLang="ja-JP" sz="1400" b="1" i="0" u="sng"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base" latinLnBrk="0" hangingPunct="1">
              <a:lnSpc>
                <a:spcPct val="150000"/>
              </a:lnSpc>
              <a:spcBef>
                <a:spcPct val="0"/>
              </a:spcBef>
              <a:spcAft>
                <a:spcPct val="0"/>
              </a:spcAft>
              <a:buClrTx/>
              <a:buSzTx/>
              <a:buFontTx/>
              <a:buNone/>
              <a:tabLst/>
              <a:defRPr/>
            </a:pPr>
            <a:r>
              <a:rPr kumimoji="1" lang="ja-JP" altLang="en-US" sz="1400" b="1" i="0" u="sng"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■確認事項</a:t>
            </a:r>
            <a:endParaRPr kumimoji="1" lang="en-US" altLang="ja-JP" sz="1400" b="1" i="0" u="sng"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228600" marR="0" lvl="0" indent="-228600" algn="l" defTabSz="914400" rtl="0" eaLnBrk="1" fontAlgn="base" latinLnBrk="0" hangingPunct="1">
              <a:lnSpc>
                <a:spcPct val="150000"/>
              </a:lnSpc>
              <a:spcBef>
                <a:spcPct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文書情報の介護連携におけるログ・統計機能は、運用テストおよび本番運用において情報収集を行うことを目的としている認識で相違ないか。</a:t>
            </a:r>
            <a:r>
              <a:rPr kumimoji="1" lang="en-US" altLang="ja-JP" sz="14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NTTD</a:t>
            </a:r>
            <a:r>
              <a:rPr kumimoji="1" lang="ja-JP" altLang="en-US" sz="14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からの照会に回答するためにご教示いただきたい。</a:t>
            </a:r>
            <a:endParaRPr kumimoji="1" lang="en-US" altLang="ja-JP" sz="14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228600" marR="0" lvl="0" indent="-228600" algn="l" defTabSz="914400" rtl="0" eaLnBrk="1" fontAlgn="base" latinLnBrk="0" hangingPunct="1">
              <a:lnSpc>
                <a:spcPct val="150000"/>
              </a:lnSpc>
              <a:spcBef>
                <a:spcPct val="0"/>
              </a:spcBef>
              <a:spcAft>
                <a:spcPct val="0"/>
              </a:spcAft>
              <a:buClrTx/>
              <a:buSzTx/>
              <a:buFont typeface="+mj-lt"/>
              <a:buAutoNum type="arabicPeriod"/>
              <a:tabLst/>
              <a:defRPr/>
            </a:pPr>
            <a:endParaRPr kumimoji="1" lang="en-US" altLang="ja-JP" sz="14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228600" marR="0" lvl="0" indent="-228600" algn="l" defTabSz="914400" rtl="0" eaLnBrk="1" fontAlgn="base" latinLnBrk="0" hangingPunct="1">
              <a:lnSpc>
                <a:spcPct val="150000"/>
              </a:lnSpc>
              <a:spcBef>
                <a:spcPct val="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文書情報の介護連携におけるログ・統計ファイルについては、既存の医療機関間の文書連携におけるログ・統計に係るファイルを介護事業所宛て診療情報提供書においても横展開する方針であり、ログ・統計ファイルの追加等は行わない方針で相違ないか。要件漏れを防ぐために、改めてご確認させていただきたい。</a:t>
            </a:r>
            <a:endParaRPr kumimoji="1" lang="ja-JP" altLang="en-US" sz="1400" b="1" i="0" u="sng"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5" name="正方形/長方形 4">
            <a:extLst>
              <a:ext uri="{FF2B5EF4-FFF2-40B4-BE49-F238E27FC236}">
                <a16:creationId xmlns:a16="http://schemas.microsoft.com/office/drawing/2014/main" id="{82167714-9BFD-A76E-6FC4-F5CE9751E8B0}"/>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(DX</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機構資料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24162827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DA3F4-9CB8-F71B-62BF-D164AE57006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16411B8-C605-9859-F399-58E7EA46CCEA}"/>
              </a:ext>
            </a:extLst>
          </p:cNvPr>
          <p:cNvSpPr>
            <a:spLocks noGrp="1"/>
          </p:cNvSpPr>
          <p:nvPr>
            <p:ph type="title"/>
          </p:nvPr>
        </p:nvSpPr>
        <p:spPr>
          <a:xfrm>
            <a:off x="507000" y="125574"/>
            <a:ext cx="8892000" cy="576000"/>
          </a:xfrm>
        </p:spPr>
        <p:txBody>
          <a:bodyPr>
            <a:normAutofit fontScale="90000"/>
          </a:bodyPr>
          <a:lstStyle/>
          <a:p>
            <a:r>
              <a:rPr lang="ja-JP" altLang="en-US"/>
              <a:t>５</a:t>
            </a:r>
            <a:r>
              <a:rPr lang="en-US" altLang="ja-JP"/>
              <a:t>．</a:t>
            </a:r>
            <a:r>
              <a:rPr lang="en-US" altLang="ja-JP" err="1"/>
              <a:t>文書情報</a:t>
            </a:r>
            <a:r>
              <a:rPr kumimoji="1" lang="ja-JP" altLang="en-US"/>
              <a:t>の介護連携：ログ統計機能に係る改修内容の確認</a:t>
            </a:r>
            <a:br>
              <a:rPr kumimoji="1" lang="en-US" altLang="ja-JP"/>
            </a:br>
            <a:r>
              <a:rPr kumimoji="1" lang="ja-JP" altLang="en-US"/>
              <a:t>補足１：既存機能のアウトプット・介護向け改修案（日次）</a:t>
            </a:r>
          </a:p>
        </p:txBody>
      </p:sp>
      <p:graphicFrame>
        <p:nvGraphicFramePr>
          <p:cNvPr id="4" name="表 3">
            <a:extLst>
              <a:ext uri="{FF2B5EF4-FFF2-40B4-BE49-F238E27FC236}">
                <a16:creationId xmlns:a16="http://schemas.microsoft.com/office/drawing/2014/main" id="{75874896-227A-2476-81C0-52A20B9976BD}"/>
              </a:ext>
            </a:extLst>
          </p:cNvPr>
          <p:cNvGraphicFramePr>
            <a:graphicFrameLocks noGrp="1"/>
          </p:cNvGraphicFramePr>
          <p:nvPr/>
        </p:nvGraphicFramePr>
        <p:xfrm>
          <a:off x="114137" y="861327"/>
          <a:ext cx="9542837" cy="5242560"/>
        </p:xfrm>
        <a:graphic>
          <a:graphicData uri="http://schemas.openxmlformats.org/drawingml/2006/table">
            <a:tbl>
              <a:tblPr firstRow="1" bandRow="1">
                <a:tableStyleId>{5C22544A-7EE6-4342-B048-85BDC9FD1C3A}</a:tableStyleId>
              </a:tblPr>
              <a:tblGrid>
                <a:gridCol w="289723">
                  <a:extLst>
                    <a:ext uri="{9D8B030D-6E8A-4147-A177-3AD203B41FA5}">
                      <a16:colId xmlns:a16="http://schemas.microsoft.com/office/drawing/2014/main" val="3360174825"/>
                    </a:ext>
                  </a:extLst>
                </a:gridCol>
                <a:gridCol w="1562100">
                  <a:extLst>
                    <a:ext uri="{9D8B030D-6E8A-4147-A177-3AD203B41FA5}">
                      <a16:colId xmlns:a16="http://schemas.microsoft.com/office/drawing/2014/main" val="4059940852"/>
                    </a:ext>
                  </a:extLst>
                </a:gridCol>
                <a:gridCol w="1630680">
                  <a:extLst>
                    <a:ext uri="{9D8B030D-6E8A-4147-A177-3AD203B41FA5}">
                      <a16:colId xmlns:a16="http://schemas.microsoft.com/office/drawing/2014/main" val="1393460513"/>
                    </a:ext>
                  </a:extLst>
                </a:gridCol>
                <a:gridCol w="4704801">
                  <a:extLst>
                    <a:ext uri="{9D8B030D-6E8A-4147-A177-3AD203B41FA5}">
                      <a16:colId xmlns:a16="http://schemas.microsoft.com/office/drawing/2014/main" val="2476254943"/>
                    </a:ext>
                  </a:extLst>
                </a:gridCol>
                <a:gridCol w="1355533">
                  <a:extLst>
                    <a:ext uri="{9D8B030D-6E8A-4147-A177-3AD203B41FA5}">
                      <a16:colId xmlns:a16="http://schemas.microsoft.com/office/drawing/2014/main" val="1692457282"/>
                    </a:ext>
                  </a:extLst>
                </a:gridCol>
              </a:tblGrid>
              <a:tr h="122446">
                <a:tc>
                  <a:txBody>
                    <a:bodyPr/>
                    <a:lstStyle/>
                    <a:p>
                      <a:pPr algn="ctr"/>
                      <a:r>
                        <a:rPr kumimoji="1" lang="ja-JP" altLang="en-US" sz="1200"/>
                        <a:t>#</a:t>
                      </a:r>
                      <a:endParaRPr kumimoji="1" lang="en-US" altLang="ja-JP" sz="1200"/>
                    </a:p>
                  </a:txBody>
                  <a:tcPr>
                    <a:solidFill>
                      <a:srgbClr val="1CADE4"/>
                    </a:solidFill>
                  </a:tcPr>
                </a:tc>
                <a:tc>
                  <a:txBody>
                    <a:bodyPr/>
                    <a:lstStyle/>
                    <a:p>
                      <a:pPr algn="ctr"/>
                      <a:r>
                        <a:rPr kumimoji="1" lang="ja-JP" altLang="en-US" sz="1200"/>
                        <a:t>ファイル名</a:t>
                      </a:r>
                      <a:endParaRPr kumimoji="1" lang="en-US" altLang="ja-JP" sz="1200"/>
                    </a:p>
                  </a:txBody>
                  <a:tcPr>
                    <a:solidFill>
                      <a:srgbClr val="1CADE4"/>
                    </a:solidFill>
                  </a:tcPr>
                </a:tc>
                <a:tc>
                  <a:txBody>
                    <a:bodyPr/>
                    <a:lstStyle/>
                    <a:p>
                      <a:pPr algn="ctr"/>
                      <a:r>
                        <a:rPr kumimoji="1" lang="ja-JP" altLang="en-US" sz="1200"/>
                        <a:t>統計内容</a:t>
                      </a:r>
                    </a:p>
                  </a:txBody>
                  <a:tcPr>
                    <a:solidFill>
                      <a:srgbClr val="1CADE4"/>
                    </a:solidFill>
                  </a:tcPr>
                </a:tc>
                <a:tc>
                  <a:txBody>
                    <a:bodyPr/>
                    <a:lstStyle/>
                    <a:p>
                      <a:pPr algn="ctr"/>
                      <a:r>
                        <a:rPr kumimoji="1" lang="ja-JP" altLang="en-US" sz="1200"/>
                        <a:t>主な集計項目</a:t>
                      </a:r>
                    </a:p>
                  </a:txBody>
                  <a:tcPr>
                    <a:solidFill>
                      <a:srgbClr val="1CADE4"/>
                    </a:solidFill>
                  </a:tcPr>
                </a:tc>
                <a:tc>
                  <a:txBody>
                    <a:bodyPr/>
                    <a:lstStyle/>
                    <a:p>
                      <a:pPr algn="ctr"/>
                      <a:r>
                        <a:rPr kumimoji="1" lang="ja-JP" altLang="en-US" sz="1200"/>
                        <a:t>介護向け改修案</a:t>
                      </a:r>
                    </a:p>
                  </a:txBody>
                  <a:tcPr>
                    <a:solidFill>
                      <a:srgbClr val="1CADE4"/>
                    </a:solidFill>
                  </a:tcPr>
                </a:tc>
                <a:extLst>
                  <a:ext uri="{0D108BD9-81ED-4DB2-BD59-A6C34878D82A}">
                    <a16:rowId xmlns:a16="http://schemas.microsoft.com/office/drawing/2014/main" val="3902118742"/>
                  </a:ext>
                </a:extLst>
              </a:tr>
              <a:tr h="229533">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en-US" altLang="ja-JP" sz="900" b="0" i="0" kern="1200">
                          <a:solidFill>
                            <a:schemeClr val="dk1"/>
                          </a:solidFill>
                          <a:effectLst/>
                          <a:latin typeface="+mn-lt"/>
                          <a:ea typeface="+mn-ea"/>
                          <a:cs typeface="+mn-cs"/>
                        </a:rPr>
                        <a:t>1</a:t>
                      </a:r>
                      <a:endParaRPr kumimoji="1" lang="ja-JP" altLang="ja-JP" sz="900" b="0" i="0" kern="1200">
                        <a:solidFill>
                          <a:schemeClr val="dk1"/>
                        </a:solidFill>
                        <a:effectLst/>
                        <a:latin typeface="+mn-lt"/>
                        <a:ea typeface="+mn-ea"/>
                        <a:cs typeface="+mn-cs"/>
                      </a:endParaRPr>
                    </a:p>
                  </a:txBody>
                  <a:tcPr>
                    <a:solidFill>
                      <a:srgbClr val="CCE3F5"/>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ja-JP" sz="900" b="0" i="0" kern="1200">
                          <a:solidFill>
                            <a:schemeClr val="dk1"/>
                          </a:solidFill>
                          <a:effectLst/>
                          <a:latin typeface="+mn-lt"/>
                          <a:ea typeface="+mn-ea"/>
                          <a:cs typeface="+mn-cs"/>
                        </a:rPr>
                        <a:t>文書情報_登録・取得実績日次統計(医療機関等別)ファイル</a:t>
                      </a:r>
                    </a:p>
                  </a:txBody>
                  <a:tcPr>
                    <a:solidFill>
                      <a:srgbClr val="CCE3F5"/>
                    </a:solidFill>
                  </a:tcPr>
                </a:tc>
                <a:tc>
                  <a:txBody>
                    <a:bodyPr/>
                    <a:lstStyle/>
                    <a:p>
                      <a:r>
                        <a:rPr kumimoji="1" lang="ja-JP" altLang="en-US" sz="900"/>
                        <a:t>登録元医療機関(名称、点数表、規模区分、地域等)、処理経路ごとに、登録件数等を集計</a:t>
                      </a:r>
                    </a:p>
                  </a:txBody>
                  <a:tcPr>
                    <a:solidFill>
                      <a:srgbClr val="CCE3F5"/>
                    </a:solidFill>
                  </a:tcPr>
                </a:tc>
                <a:tc>
                  <a:txBody>
                    <a:bodyPr/>
                    <a:lstStyle/>
                    <a:p>
                      <a:r>
                        <a:rPr kumimoji="1" lang="ja-JP" altLang="en-US" sz="800"/>
                        <a:t>文書登録件数、(添付あり／なし、退院時サマリーあり／なし)、文書登録エラー件数、添付登録件数、添付登録エラー件数、変更件数、変更エラー件数、取消件数、取消エラー件数</a:t>
                      </a:r>
                    </a:p>
                  </a:txBody>
                  <a:tcPr>
                    <a:solidFill>
                      <a:srgbClr val="CCE3F5"/>
                    </a:solidFill>
                  </a:tcPr>
                </a:tc>
                <a:tc>
                  <a:txBody>
                    <a:bodyPr/>
                    <a:lstStyle/>
                    <a:p>
                      <a:r>
                        <a:rPr kumimoji="1" lang="ja-JP" altLang="en-US" sz="800"/>
                        <a:t>・介護分を分離して、文書登録件数等を集計</a:t>
                      </a:r>
                    </a:p>
                  </a:txBody>
                  <a:tcPr>
                    <a:solidFill>
                      <a:srgbClr val="CCE3F5"/>
                    </a:solidFill>
                  </a:tcPr>
                </a:tc>
                <a:extLst>
                  <a:ext uri="{0D108BD9-81ED-4DB2-BD59-A6C34878D82A}">
                    <a16:rowId xmlns:a16="http://schemas.microsoft.com/office/drawing/2014/main" val="1654801314"/>
                  </a:ext>
                </a:extLst>
              </a:tr>
              <a:tr h="229533">
                <a:tc>
                  <a:txBody>
                    <a:bodyPr/>
                    <a:lstStyle/>
                    <a:p>
                      <a:r>
                        <a:rPr kumimoji="1" lang="en-US" altLang="ja-JP" sz="900"/>
                        <a:t>2</a:t>
                      </a:r>
                      <a:endParaRPr kumimoji="1" lang="ja-JP" altLang="en-US" sz="900"/>
                    </a:p>
                  </a:txBody>
                  <a:tcPr>
                    <a:solidFill>
                      <a:srgbClr val="E7F1FA"/>
                    </a:solidFill>
                  </a:tcPr>
                </a:tc>
                <a:tc>
                  <a:txBody>
                    <a:bodyPr/>
                    <a:lstStyle/>
                    <a:p>
                      <a:r>
                        <a:rPr kumimoji="1" lang="ja-JP" altLang="ja-JP" sz="900" b="0" i="0" kern="1200">
                          <a:solidFill>
                            <a:schemeClr val="dk1"/>
                          </a:solidFill>
                          <a:effectLst/>
                          <a:latin typeface="+mn-lt"/>
                          <a:ea typeface="+mn-ea"/>
                          <a:cs typeface="+mn-cs"/>
                        </a:rPr>
                        <a:t>文書情報_登録・取得実績日次統計(保険者別)ファイル</a:t>
                      </a:r>
                      <a:endParaRPr kumimoji="1" lang="ja-JP" altLang="en-US" sz="900"/>
                    </a:p>
                  </a:txBody>
                  <a:tcPr>
                    <a:solidFill>
                      <a:srgbClr val="E7F1FA"/>
                    </a:solidFill>
                  </a:tcPr>
                </a:tc>
                <a:tc>
                  <a:txBody>
                    <a:bodyPr/>
                    <a:lstStyle/>
                    <a:p>
                      <a:r>
                        <a:rPr kumimoji="1" lang="ja-JP" altLang="en-US" sz="900" b="0" i="0" kern="1200">
                          <a:solidFill>
                            <a:schemeClr val="dk1"/>
                          </a:solidFill>
                          <a:effectLst/>
                          <a:latin typeface="+mn-lt"/>
                          <a:ea typeface="+mn-ea"/>
                          <a:cs typeface="+mn-cs"/>
                        </a:rPr>
                        <a:t>医療保険、処理経路ごとに、</a:t>
                      </a:r>
                      <a:r>
                        <a:rPr kumimoji="1" lang="ja-JP" altLang="en-US" sz="900"/>
                        <a:t>登録件数等を集計</a:t>
                      </a:r>
                      <a:endParaRPr kumimoji="1" lang="ja-JP" altLang="ja-JP" sz="900" b="0" i="0" kern="1200">
                        <a:solidFill>
                          <a:schemeClr val="dk1"/>
                        </a:solidFill>
                        <a:effectLst/>
                        <a:latin typeface="+mn-lt"/>
                        <a:ea typeface="+mn-ea"/>
                        <a:cs typeface="+mn-cs"/>
                      </a:endParaRPr>
                    </a:p>
                  </a:txBody>
                  <a:tcPr>
                    <a:solidFill>
                      <a:srgbClr val="E7F1FA"/>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800"/>
                        <a:t>文書登録件数、(添付あり／なし、退院時サマリーあり／なし)、文書登録エラー件数、添付登録件数、添付登録エラー件数、変更件数、変更エラー件数、取消件数、取消エラー件数</a:t>
                      </a:r>
                    </a:p>
                  </a:txBody>
                  <a:tcPr>
                    <a:solidFill>
                      <a:srgbClr val="E7F1FA"/>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Arial"/>
                          <a:ea typeface="Meiryo UI"/>
                          <a:cs typeface="+mn-cs"/>
                        </a:rPr>
                        <a:t>同上</a:t>
                      </a:r>
                    </a:p>
                  </a:txBody>
                  <a:tcPr>
                    <a:solidFill>
                      <a:srgbClr val="E7F1FA"/>
                    </a:solidFill>
                  </a:tcPr>
                </a:tc>
                <a:extLst>
                  <a:ext uri="{0D108BD9-81ED-4DB2-BD59-A6C34878D82A}">
                    <a16:rowId xmlns:a16="http://schemas.microsoft.com/office/drawing/2014/main" val="2465866227"/>
                  </a:ext>
                </a:extLst>
              </a:tr>
              <a:tr h="614280">
                <a:tc>
                  <a:txBody>
                    <a:bodyPr/>
                    <a:lstStyle/>
                    <a:p>
                      <a:r>
                        <a:rPr kumimoji="1" lang="en-US" altLang="ja-JP" sz="900"/>
                        <a:t>3</a:t>
                      </a:r>
                      <a:endParaRPr kumimoji="1" lang="ja-JP" altLang="en-US" sz="900"/>
                    </a:p>
                  </a:txBody>
                  <a:tcPr>
                    <a:solidFill>
                      <a:srgbClr val="CCE3F5"/>
                    </a:solidFill>
                  </a:tcPr>
                </a:tc>
                <a:tc>
                  <a:txBody>
                    <a:bodyPr/>
                    <a:lstStyle/>
                    <a:p>
                      <a:r>
                        <a:rPr kumimoji="1" lang="ja-JP" altLang="ja-JP" sz="900" b="0" i="0" kern="1200">
                          <a:solidFill>
                            <a:schemeClr val="dk1"/>
                          </a:solidFill>
                          <a:effectLst/>
                          <a:latin typeface="+mn-lt"/>
                          <a:ea typeface="+mn-ea"/>
                          <a:cs typeface="+mn-cs"/>
                        </a:rPr>
                        <a:t>API実行数日次統計(医療機関等別)ファイル</a:t>
                      </a:r>
                      <a:endParaRPr kumimoji="1" lang="ja-JP" altLang="en-US" sz="900"/>
                    </a:p>
                  </a:txBody>
                  <a:tcPr>
                    <a:solidFill>
                      <a:srgbClr val="CCE3F5"/>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900"/>
                        <a:t>医療機関(名称、点数表、規模区分、地域等)、処理経路ごとに、</a:t>
                      </a:r>
                      <a:r>
                        <a:rPr kumimoji="1" lang="en-US" altLang="ja-JP" sz="900"/>
                        <a:t>API</a:t>
                      </a:r>
                      <a:r>
                        <a:rPr kumimoji="1" lang="ja-JP" altLang="en-US" sz="900"/>
                        <a:t>実行数を集計</a:t>
                      </a:r>
                    </a:p>
                  </a:txBody>
                  <a:tcPr>
                    <a:solidFill>
                      <a:srgbClr val="CCE3F5"/>
                    </a:solidFill>
                  </a:tcPr>
                </a:tc>
                <a:tc>
                  <a:txBody>
                    <a:bodyPr/>
                    <a:lstStyle/>
                    <a:p>
                      <a:r>
                        <a:rPr kumimoji="1" lang="ja-JP" altLang="en-US" sz="800"/>
                        <a:t>文書情報登録機能(正常／エラー)、添付情報登録機能(正常／エラー)、文書情報変更機能(正常／エラー)、文書情報取消機能(正常／エラー)、文書情報取得機能(正常／エラー)、添付情報取得機能(正常／エラー)、文書情報状況照会機能(正常／エラー)、自施設宛文書情報一覧取得機能(正常／エラー)、カルテ臨床情報登録機能(正常／エラー)、カルテ臨床情報変更機能(正常／エラー)、カルテ臨床情報取消機能(正常／エラー)、マスタファイル取得要求機能(正常／エラー)、</a:t>
                      </a:r>
                    </a:p>
                    <a:p>
                      <a:r>
                        <a:rPr kumimoji="1" lang="ja-JP" altLang="en-US" sz="800"/>
                        <a:t>健診文書登録機能(正常／エラー)、健診文書変更機能(正常／エラー)、健診文書取消機能(正常／エラー)、</a:t>
                      </a:r>
                      <a:br>
                        <a:rPr kumimoji="1" lang="en-US" altLang="ja-JP" sz="800"/>
                      </a:br>
                      <a:r>
                        <a:rPr kumimoji="1" lang="ja-JP" altLang="en-US" sz="800"/>
                        <a:t>療養計画書登録機能(正常／エラー)、療養計画書変更機能(正常／エラー)、療養計画書取消機能(正常／エラー)</a:t>
                      </a:r>
                    </a:p>
                  </a:txBody>
                  <a:tcPr>
                    <a:solidFill>
                      <a:srgbClr val="CCE3F5"/>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Arial"/>
                          <a:ea typeface="Meiryo UI"/>
                          <a:cs typeface="+mn-cs"/>
                        </a:rPr>
                        <a:t>同上</a:t>
                      </a:r>
                    </a:p>
                  </a:txBody>
                  <a:tcPr>
                    <a:solidFill>
                      <a:srgbClr val="CCE3F5"/>
                    </a:solidFill>
                  </a:tcPr>
                </a:tc>
                <a:extLst>
                  <a:ext uri="{0D108BD9-81ED-4DB2-BD59-A6C34878D82A}">
                    <a16:rowId xmlns:a16="http://schemas.microsoft.com/office/drawing/2014/main" val="3416847791"/>
                  </a:ext>
                </a:extLst>
              </a:tr>
              <a:tr h="229533">
                <a:tc>
                  <a:txBody>
                    <a:bodyPr/>
                    <a:lstStyle/>
                    <a:p>
                      <a:r>
                        <a:rPr kumimoji="1" lang="en-US" altLang="ja-JP" sz="900"/>
                        <a:t>4</a:t>
                      </a:r>
                      <a:endParaRPr kumimoji="1" lang="ja-JP" altLang="en-US" sz="900"/>
                    </a:p>
                  </a:txBody>
                  <a:tcPr>
                    <a:solidFill>
                      <a:srgbClr val="E7F1FA"/>
                    </a:solidFill>
                  </a:tcPr>
                </a:tc>
                <a:tc>
                  <a:txBody>
                    <a:bodyPr/>
                    <a:lstStyle/>
                    <a:p>
                      <a:r>
                        <a:rPr kumimoji="1" lang="ja-JP" altLang="ja-JP" sz="900" b="0" i="0" kern="1200">
                          <a:solidFill>
                            <a:schemeClr val="dk1"/>
                          </a:solidFill>
                          <a:effectLst/>
                          <a:latin typeface="+mn-lt"/>
                          <a:ea typeface="+mn-ea"/>
                          <a:cs typeface="+mn-cs"/>
                        </a:rPr>
                        <a:t>処理結果コード日次統計(医療機関等別)ファイル</a:t>
                      </a:r>
                      <a:endParaRPr kumimoji="1" lang="ja-JP" altLang="en-US" sz="900"/>
                    </a:p>
                  </a:txBody>
                  <a:tcPr>
                    <a:solidFill>
                      <a:srgbClr val="E7F1FA"/>
                    </a:solidFill>
                  </a:tcPr>
                </a:tc>
                <a:tc>
                  <a:txBody>
                    <a:bodyPr/>
                    <a:lstStyle/>
                    <a:p>
                      <a:r>
                        <a:rPr kumimoji="1" lang="ja-JP" altLang="en-US" sz="900"/>
                        <a:t>医療機関(名称、点数表、規模区分、地域等)、機能</a:t>
                      </a:r>
                      <a:r>
                        <a:rPr kumimoji="1" lang="en-US" altLang="ja-JP" sz="900"/>
                        <a:t>ID</a:t>
                      </a:r>
                      <a:r>
                        <a:rPr kumimoji="1" lang="ja-JP" altLang="en-US" sz="900"/>
                        <a:t>、処理結果ごとに出現数を集計</a:t>
                      </a:r>
                    </a:p>
                  </a:txBody>
                  <a:tcPr>
                    <a:solidFill>
                      <a:srgbClr val="E7F1FA"/>
                    </a:solidFill>
                  </a:tcPr>
                </a:tc>
                <a:tc>
                  <a:txBody>
                    <a:bodyPr/>
                    <a:lstStyle/>
                    <a:p>
                      <a:r>
                        <a:rPr kumimoji="1" lang="ja-JP" altLang="en-US" sz="800"/>
                        <a:t>出現数</a:t>
                      </a:r>
                    </a:p>
                  </a:txBody>
                  <a:tcPr>
                    <a:solidFill>
                      <a:srgbClr val="E7F1FA"/>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Arial"/>
                          <a:ea typeface="Meiryo UI"/>
                          <a:cs typeface="+mn-cs"/>
                        </a:rPr>
                        <a:t>同上</a:t>
                      </a:r>
                    </a:p>
                  </a:txBody>
                  <a:tcPr>
                    <a:solidFill>
                      <a:srgbClr val="E7F1FA"/>
                    </a:solidFill>
                  </a:tcPr>
                </a:tc>
                <a:extLst>
                  <a:ext uri="{0D108BD9-81ED-4DB2-BD59-A6C34878D82A}">
                    <a16:rowId xmlns:a16="http://schemas.microsoft.com/office/drawing/2014/main" val="278499721"/>
                  </a:ext>
                </a:extLst>
              </a:tr>
              <a:tr h="208667">
                <a:tc>
                  <a:txBody>
                    <a:bodyPr/>
                    <a:lstStyle/>
                    <a:p>
                      <a:r>
                        <a:rPr kumimoji="1" lang="en-US" altLang="ja-JP" sz="900"/>
                        <a:t>5</a:t>
                      </a:r>
                      <a:endParaRPr kumimoji="1" lang="ja-JP" altLang="en-US" sz="900"/>
                    </a:p>
                  </a:txBody>
                  <a:tcPr>
                    <a:solidFill>
                      <a:srgbClr val="CCE3F5"/>
                    </a:solidFill>
                  </a:tcPr>
                </a:tc>
                <a:tc>
                  <a:txBody>
                    <a:bodyPr/>
                    <a:lstStyle/>
                    <a:p>
                      <a:r>
                        <a:rPr kumimoji="1" lang="ja-JP" altLang="ja-JP" sz="900" b="0" i="0" kern="1200">
                          <a:solidFill>
                            <a:schemeClr val="dk1"/>
                          </a:solidFill>
                          <a:effectLst/>
                          <a:latin typeface="+mn-lt"/>
                          <a:ea typeface="+mn-ea"/>
                          <a:cs typeface="+mn-cs"/>
                        </a:rPr>
                        <a:t>文書情報登録・取得ログデータ抽出結果ファイル</a:t>
                      </a:r>
                      <a:endParaRPr kumimoji="1" lang="ja-JP" altLang="en-US" sz="900"/>
                    </a:p>
                  </a:txBody>
                  <a:tcPr>
                    <a:solidFill>
                      <a:srgbClr val="CCE3F5"/>
                    </a:solidFill>
                  </a:tcPr>
                </a:tc>
                <a:tc>
                  <a:txBody>
                    <a:bodyPr/>
                    <a:lstStyle/>
                    <a:p>
                      <a:r>
                        <a:rPr kumimoji="1" lang="ja-JP" altLang="en-US" sz="900"/>
                        <a:t>統計用の抽出ログ</a:t>
                      </a:r>
                      <a:endParaRPr kumimoji="1" lang="en-US" altLang="ja-JP" sz="900"/>
                    </a:p>
                  </a:txBody>
                  <a:tcPr>
                    <a:solidFill>
                      <a:srgbClr val="CCE3F5"/>
                    </a:solidFill>
                  </a:tcPr>
                </a:tc>
                <a:tc>
                  <a:txBody>
                    <a:bodyPr/>
                    <a:lstStyle/>
                    <a:p>
                      <a:r>
                        <a:rPr kumimoji="1" lang="ja-JP" altLang="en-US" sz="800"/>
                        <a:t>(出力項目：処理経路、機能</a:t>
                      </a:r>
                      <a:r>
                        <a:rPr kumimoji="1" lang="en-US" altLang="ja-JP" sz="800"/>
                        <a:t>ID</a:t>
                      </a:r>
                      <a:r>
                        <a:rPr kumimoji="1" lang="ja-JP" altLang="en-US" sz="800"/>
                        <a:t>、紹介元医療機関コード、紹介先医療機関コード、資格情報、患者年齢、患者性別、エラー有無、添付有無、退院時サマリー有無、電子署名有無、処理日時)</a:t>
                      </a:r>
                    </a:p>
                  </a:txBody>
                  <a:tcPr>
                    <a:solidFill>
                      <a:srgbClr val="CCE3F5"/>
                    </a:solidFill>
                  </a:tcPr>
                </a:tc>
                <a:tc>
                  <a:txBody>
                    <a:bodyPr/>
                    <a:lstStyle/>
                    <a:p>
                      <a:r>
                        <a:rPr kumimoji="1" lang="ja-JP" altLang="en-US" sz="800"/>
                        <a:t>・機能</a:t>
                      </a:r>
                      <a:r>
                        <a:rPr kumimoji="1" lang="en-US" altLang="ja-JP" sz="800"/>
                        <a:t>ID</a:t>
                      </a:r>
                      <a:r>
                        <a:rPr kumimoji="1" lang="ja-JP" altLang="en-US" sz="800"/>
                        <a:t>(</a:t>
                      </a:r>
                      <a:r>
                        <a:rPr kumimoji="1" lang="en-US" altLang="ja-JP" sz="800"/>
                        <a:t>API</a:t>
                      </a:r>
                      <a:r>
                        <a:rPr kumimoji="1" lang="ja-JP" altLang="en-US" sz="800"/>
                        <a:t>)が分かれない場合、介護向けの区分の追加</a:t>
                      </a:r>
                    </a:p>
                  </a:txBody>
                  <a:tcPr>
                    <a:solidFill>
                      <a:srgbClr val="CCE3F5"/>
                    </a:solidFill>
                  </a:tcPr>
                </a:tc>
                <a:extLst>
                  <a:ext uri="{0D108BD9-81ED-4DB2-BD59-A6C34878D82A}">
                    <a16:rowId xmlns:a16="http://schemas.microsoft.com/office/drawing/2014/main" val="827294969"/>
                  </a:ext>
                </a:extLst>
              </a:tr>
              <a:tr h="486889">
                <a:tc>
                  <a:txBody>
                    <a:bodyPr/>
                    <a:lstStyle/>
                    <a:p>
                      <a:r>
                        <a:rPr kumimoji="1" lang="en-US" altLang="ja-JP" sz="900"/>
                        <a:t>6</a:t>
                      </a:r>
                      <a:endParaRPr kumimoji="1" lang="ja-JP" altLang="en-US" sz="900"/>
                    </a:p>
                  </a:txBody>
                  <a:tcPr>
                    <a:solidFill>
                      <a:srgbClr val="E7F1FA"/>
                    </a:solidFill>
                  </a:tcPr>
                </a:tc>
                <a:tc>
                  <a:txBody>
                    <a:bodyPr/>
                    <a:lstStyle/>
                    <a:p>
                      <a:r>
                        <a:rPr kumimoji="1" lang="ja-JP" altLang="ja-JP" sz="900" b="0" i="0" kern="1200">
                          <a:solidFill>
                            <a:schemeClr val="dk1"/>
                          </a:solidFill>
                          <a:effectLst/>
                          <a:latin typeface="+mn-lt"/>
                          <a:ea typeface="+mn-ea"/>
                          <a:cs typeface="+mn-cs"/>
                        </a:rPr>
                        <a:t>統計ログ(文書情報)ファイル</a:t>
                      </a:r>
                      <a:endParaRPr kumimoji="1" lang="ja-JP" altLang="en-US" sz="900"/>
                    </a:p>
                  </a:txBody>
                  <a:tcPr>
                    <a:solidFill>
                      <a:srgbClr val="E7F1FA"/>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900"/>
                        <a:t>統計用の抽出ログ</a:t>
                      </a:r>
                      <a:endParaRPr kumimoji="1" lang="en-US" altLang="ja-JP" sz="900"/>
                    </a:p>
                  </a:txBody>
                  <a:tcPr>
                    <a:solidFill>
                      <a:srgbClr val="E7F1FA"/>
                    </a:solidFill>
                  </a:tcPr>
                </a:tc>
                <a:tc>
                  <a:txBody>
                    <a:bodyPr/>
                    <a:lstStyle/>
                    <a:p>
                      <a:r>
                        <a:rPr kumimoji="1" lang="ja-JP" altLang="en-US" sz="800"/>
                        <a:t>(出力項目：文書情報</a:t>
                      </a:r>
                      <a:r>
                        <a:rPr kumimoji="1" lang="en-US" altLang="ja-JP" sz="800"/>
                        <a:t>ID</a:t>
                      </a:r>
                      <a:r>
                        <a:rPr kumimoji="1" lang="ja-JP" altLang="en-US" sz="800"/>
                        <a:t>、処理経路、機能</a:t>
                      </a:r>
                      <a:r>
                        <a:rPr kumimoji="1" lang="en-US" altLang="ja-JP" sz="800"/>
                        <a:t>ID</a:t>
                      </a:r>
                      <a:r>
                        <a:rPr kumimoji="1" lang="ja-JP" altLang="en-US" sz="800"/>
                        <a:t>、</a:t>
                      </a:r>
                      <a:r>
                        <a:rPr kumimoji="1" lang="en-US" altLang="ja-JP" sz="800"/>
                        <a:t>API</a:t>
                      </a:r>
                      <a:r>
                        <a:rPr kumimoji="1" lang="ja-JP" altLang="en-US" sz="800"/>
                        <a:t>識別</a:t>
                      </a:r>
                      <a:r>
                        <a:rPr kumimoji="1" lang="en-US" altLang="ja-JP" sz="800"/>
                        <a:t>ID</a:t>
                      </a:r>
                      <a:r>
                        <a:rPr kumimoji="1" lang="ja-JP" altLang="en-US" sz="800"/>
                        <a:t>、紹介元医療機関コード、紹介元医療機関の都道府県コード、保険者番号、資格情報、患者年齢、患者性別、エラー有無、</a:t>
                      </a:r>
                    </a:p>
                    <a:p>
                      <a:r>
                        <a:rPr kumimoji="1" lang="ja-JP" altLang="en-US" sz="800"/>
                        <a:t>文書情報取得区分、紹介先医療機関コード、紹介先医療機関の都道府県コード、添付有無、添付ファイル数(</a:t>
                      </a:r>
                      <a:r>
                        <a:rPr kumimoji="1" lang="en-US" altLang="ja-JP" sz="800"/>
                        <a:t>PDF</a:t>
                      </a:r>
                      <a:r>
                        <a:rPr kumimoji="1" lang="ja-JP" altLang="en-US" sz="800"/>
                        <a:t>)、添付ファイル数(</a:t>
                      </a:r>
                      <a:r>
                        <a:rPr kumimoji="1" lang="en-US" altLang="ja-JP" sz="800"/>
                        <a:t>PNG</a:t>
                      </a:r>
                      <a:r>
                        <a:rPr kumimoji="1" lang="ja-JP" altLang="en-US" sz="800"/>
                        <a:t>)、添付ファイル数(</a:t>
                      </a:r>
                      <a:r>
                        <a:rPr kumimoji="1" lang="en-US" altLang="ja-JP" sz="800"/>
                        <a:t>JPEG</a:t>
                      </a:r>
                      <a:r>
                        <a:rPr kumimoji="1" lang="ja-JP" altLang="en-US" sz="800"/>
                        <a:t>)、添付ファイル数(</a:t>
                      </a:r>
                      <a:r>
                        <a:rPr kumimoji="1" lang="en-US" altLang="ja-JP" sz="800"/>
                        <a:t>TIFF</a:t>
                      </a:r>
                      <a:r>
                        <a:rPr kumimoji="1" lang="ja-JP" altLang="en-US" sz="800"/>
                        <a:t>)、退院時サマリー有無、電子署名有無、プロファイルバージョン(診療情報提供書)、プロファイルバージョン(退院時サマリー)、文書カテゴリー(診療情報提供書)、文書カテゴリー(退院時サマリー)、ソフトウェア名称、ソフトウェアバージョン、ソフトウェア開発元、リクエストボディサイズ(</a:t>
                      </a:r>
                      <a:r>
                        <a:rPr kumimoji="1" lang="en-US" altLang="ja-JP" sz="800"/>
                        <a:t>Byte</a:t>
                      </a:r>
                      <a:r>
                        <a:rPr kumimoji="1" lang="ja-JP" altLang="en-US" sz="800"/>
                        <a:t>)、リクエスト処理時間、処理日時)</a:t>
                      </a:r>
                    </a:p>
                  </a:txBody>
                  <a:tcPr>
                    <a:solidFill>
                      <a:srgbClr val="E7F1FA"/>
                    </a:solidFill>
                  </a:tcPr>
                </a:tc>
                <a:tc>
                  <a:txBody>
                    <a:bodyPr/>
                    <a:lstStyle/>
                    <a:p>
                      <a:r>
                        <a:rPr kumimoji="1" lang="ja-JP" altLang="en-US" sz="800"/>
                        <a:t>同上</a:t>
                      </a:r>
                    </a:p>
                  </a:txBody>
                  <a:tcPr>
                    <a:solidFill>
                      <a:srgbClr val="E7F1FA"/>
                    </a:solidFill>
                  </a:tcPr>
                </a:tc>
                <a:extLst>
                  <a:ext uri="{0D108BD9-81ED-4DB2-BD59-A6C34878D82A}">
                    <a16:rowId xmlns:a16="http://schemas.microsoft.com/office/drawing/2014/main" val="60918257"/>
                  </a:ext>
                </a:extLst>
              </a:tr>
              <a:tr h="166933">
                <a:tc>
                  <a:txBody>
                    <a:bodyPr/>
                    <a:lstStyle/>
                    <a:p>
                      <a:r>
                        <a:rPr kumimoji="1" lang="en-US" altLang="ja-JP" sz="900"/>
                        <a:t>7</a:t>
                      </a:r>
                      <a:endParaRPr kumimoji="1" lang="ja-JP" altLang="en-US" sz="900"/>
                    </a:p>
                  </a:txBody>
                  <a:tcPr>
                    <a:solidFill>
                      <a:srgbClr val="CCE3F5"/>
                    </a:solidFill>
                  </a:tcPr>
                </a:tc>
                <a:tc>
                  <a:txBody>
                    <a:bodyPr/>
                    <a:lstStyle/>
                    <a:p>
                      <a:r>
                        <a:rPr kumimoji="1" lang="ja-JP" altLang="ja-JP" sz="900" b="0" i="0" kern="1200">
                          <a:solidFill>
                            <a:schemeClr val="dk1"/>
                          </a:solidFill>
                          <a:effectLst/>
                          <a:latin typeface="+mn-lt"/>
                          <a:ea typeface="+mn-ea"/>
                          <a:cs typeface="+mn-cs"/>
                        </a:rPr>
                        <a:t>統計ログ(文書情報_FHIR情報)ファイル</a:t>
                      </a:r>
                      <a:endParaRPr kumimoji="1" lang="ja-JP" altLang="en-US" sz="900"/>
                    </a:p>
                  </a:txBody>
                  <a:tcPr>
                    <a:solidFill>
                      <a:srgbClr val="CCE3F5"/>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900"/>
                        <a:t>統計用の抽出ログ</a:t>
                      </a:r>
                      <a:endParaRPr kumimoji="1" lang="en-US" altLang="ja-JP" sz="900"/>
                    </a:p>
                  </a:txBody>
                  <a:tcPr>
                    <a:solidFill>
                      <a:srgbClr val="CCE3F5"/>
                    </a:solidFill>
                  </a:tcPr>
                </a:tc>
                <a:tc>
                  <a:txBody>
                    <a:bodyPr/>
                    <a:lstStyle/>
                    <a:p>
                      <a:r>
                        <a:rPr kumimoji="1" lang="ja-JP" altLang="en-US" sz="800"/>
                        <a:t>(出力項目：機能</a:t>
                      </a:r>
                      <a:r>
                        <a:rPr kumimoji="1" lang="en-US" altLang="ja-JP" sz="800"/>
                        <a:t>ID</a:t>
                      </a:r>
                      <a:r>
                        <a:rPr kumimoji="1" lang="ja-JP" altLang="en-US" sz="800"/>
                        <a:t>、紹介元医療機関コード、文書情報</a:t>
                      </a:r>
                      <a:r>
                        <a:rPr kumimoji="1" lang="en-US" altLang="ja-JP" sz="800"/>
                        <a:t>ID</a:t>
                      </a:r>
                      <a:r>
                        <a:rPr kumimoji="1" lang="ja-JP" altLang="en-US" sz="800"/>
                        <a:t>、処理日時、リソース、システム値、コード値、ディスプレイ値、テキスト値)</a:t>
                      </a:r>
                    </a:p>
                  </a:txBody>
                  <a:tcPr>
                    <a:solidFill>
                      <a:srgbClr val="CCE3F5"/>
                    </a:solidFill>
                  </a:tcPr>
                </a:tc>
                <a:tc>
                  <a:txBody>
                    <a:bodyPr/>
                    <a:lstStyle/>
                    <a:p>
                      <a:r>
                        <a:rPr kumimoji="1" lang="ja-JP" altLang="en-US" sz="800"/>
                        <a:t>同上</a:t>
                      </a:r>
                    </a:p>
                  </a:txBody>
                  <a:tcPr>
                    <a:solidFill>
                      <a:srgbClr val="CCE3F5"/>
                    </a:solidFill>
                  </a:tcPr>
                </a:tc>
                <a:extLst>
                  <a:ext uri="{0D108BD9-81ED-4DB2-BD59-A6C34878D82A}">
                    <a16:rowId xmlns:a16="http://schemas.microsoft.com/office/drawing/2014/main" val="4188341227"/>
                  </a:ext>
                </a:extLst>
              </a:tr>
              <a:tr h="166933">
                <a:tc>
                  <a:txBody>
                    <a:bodyPr/>
                    <a:lstStyle/>
                    <a:p>
                      <a:r>
                        <a:rPr kumimoji="1" lang="en-US" altLang="ja-JP" sz="900"/>
                        <a:t>8</a:t>
                      </a:r>
                      <a:endParaRPr kumimoji="1" lang="ja-JP" altLang="en-US" sz="900"/>
                    </a:p>
                  </a:txBody>
                  <a:tcPr>
                    <a:solidFill>
                      <a:srgbClr val="E7F1FA"/>
                    </a:solidFill>
                  </a:tcPr>
                </a:tc>
                <a:tc>
                  <a:txBody>
                    <a:bodyPr/>
                    <a:lstStyle/>
                    <a:p>
                      <a:r>
                        <a:rPr kumimoji="1" lang="ja-JP" altLang="ja-JP" sz="900" b="0" i="0" kern="1200">
                          <a:solidFill>
                            <a:schemeClr val="dk1"/>
                          </a:solidFill>
                          <a:effectLst/>
                          <a:latin typeface="+mn-lt"/>
                          <a:ea typeface="+mn-ea"/>
                          <a:cs typeface="+mn-cs"/>
                        </a:rPr>
                        <a:t>統計ログ(文書情報_構造化情報)ファイル</a:t>
                      </a:r>
                      <a:endParaRPr kumimoji="1" lang="ja-JP" altLang="en-US" sz="900"/>
                    </a:p>
                  </a:txBody>
                  <a:tcPr>
                    <a:solidFill>
                      <a:srgbClr val="E7F1FA"/>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900"/>
                        <a:t>統計用の抽出ログ</a:t>
                      </a:r>
                      <a:endParaRPr kumimoji="1" lang="en-US" altLang="ja-JP" sz="900"/>
                    </a:p>
                  </a:txBody>
                  <a:tcPr>
                    <a:solidFill>
                      <a:srgbClr val="E7F1FA"/>
                    </a:solidFill>
                  </a:tcPr>
                </a:tc>
                <a:tc>
                  <a:txBody>
                    <a:bodyPr/>
                    <a:lstStyle/>
                    <a:p>
                      <a:r>
                        <a:rPr kumimoji="1" lang="ja-JP" altLang="en-US" sz="800"/>
                        <a:t>(出力項目：機能</a:t>
                      </a:r>
                      <a:r>
                        <a:rPr kumimoji="1" lang="en-US" altLang="ja-JP" sz="800"/>
                        <a:t>ID</a:t>
                      </a:r>
                      <a:r>
                        <a:rPr kumimoji="1" lang="ja-JP" altLang="en-US" sz="800"/>
                        <a:t>、紹介元医療機関コード、文書情報</a:t>
                      </a:r>
                      <a:r>
                        <a:rPr kumimoji="1" lang="en-US" altLang="ja-JP" sz="800"/>
                        <a:t>ID</a:t>
                      </a:r>
                      <a:r>
                        <a:rPr kumimoji="1" lang="ja-JP" altLang="en-US" sz="800"/>
                        <a:t>、処理日時、種別、コード値、セクション名、</a:t>
                      </a:r>
                      <a:r>
                        <a:rPr kumimoji="1" lang="en-US" altLang="ja-JP" sz="800"/>
                        <a:t>entry.reference</a:t>
                      </a:r>
                      <a:r>
                        <a:rPr kumimoji="1" lang="ja-JP" altLang="en-US" sz="800"/>
                        <a:t>の出現数)</a:t>
                      </a:r>
                    </a:p>
                  </a:txBody>
                  <a:tcPr>
                    <a:solidFill>
                      <a:srgbClr val="E7F1FA"/>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Arial"/>
                          <a:ea typeface="Meiryo UI"/>
                          <a:cs typeface="+mn-cs"/>
                        </a:rPr>
                        <a:t>同上</a:t>
                      </a:r>
                    </a:p>
                  </a:txBody>
                  <a:tcPr>
                    <a:solidFill>
                      <a:srgbClr val="E7F1FA"/>
                    </a:solidFill>
                  </a:tcPr>
                </a:tc>
                <a:extLst>
                  <a:ext uri="{0D108BD9-81ED-4DB2-BD59-A6C34878D82A}">
                    <a16:rowId xmlns:a16="http://schemas.microsoft.com/office/drawing/2014/main" val="4038156803"/>
                  </a:ext>
                </a:extLst>
              </a:tr>
              <a:tr h="217699">
                <a:tc>
                  <a:txBody>
                    <a:bodyPr/>
                    <a:lstStyle/>
                    <a:p>
                      <a:r>
                        <a:rPr kumimoji="1" lang="en-US" altLang="ja-JP" sz="900"/>
                        <a:t>9</a:t>
                      </a:r>
                      <a:endParaRPr kumimoji="1" lang="ja-JP" altLang="en-US" sz="900"/>
                    </a:p>
                  </a:txBody>
                  <a:tcPr>
                    <a:solidFill>
                      <a:srgbClr val="CCE3F5"/>
                    </a:solidFill>
                  </a:tcPr>
                </a:tc>
                <a:tc>
                  <a:txBody>
                    <a:bodyPr/>
                    <a:lstStyle/>
                    <a:p>
                      <a:r>
                        <a:rPr kumimoji="1" lang="ja-JP" altLang="ja-JP" sz="900" b="0" i="0" kern="1200">
                          <a:solidFill>
                            <a:schemeClr val="dk1"/>
                          </a:solidFill>
                          <a:effectLst/>
                          <a:latin typeface="+mn-lt"/>
                          <a:ea typeface="+mn-ea"/>
                          <a:cs typeface="+mn-cs"/>
                        </a:rPr>
                        <a:t>統計ログ(エラー詳細)ファイル</a:t>
                      </a:r>
                      <a:endParaRPr kumimoji="1" lang="ja-JP" altLang="en-US" sz="900"/>
                    </a:p>
                  </a:txBody>
                  <a:tcPr>
                    <a:solidFill>
                      <a:srgbClr val="CCE3F5"/>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900"/>
                        <a:t>統計用の抽出ログ</a:t>
                      </a:r>
                      <a:endParaRPr kumimoji="1" lang="en-US" altLang="ja-JP" sz="900"/>
                    </a:p>
                  </a:txBody>
                  <a:tcPr>
                    <a:solidFill>
                      <a:srgbClr val="CCE3F5"/>
                    </a:solidFill>
                  </a:tcPr>
                </a:tc>
                <a:tc>
                  <a:txBody>
                    <a:bodyPr/>
                    <a:lstStyle/>
                    <a:p>
                      <a:r>
                        <a:rPr kumimoji="1" lang="ja-JP" altLang="en-US" sz="800"/>
                        <a:t>(出力項目：処理日時、処理結果コード、メッセージ内容、エラー詳細)</a:t>
                      </a:r>
                    </a:p>
                    <a:p>
                      <a:endParaRPr kumimoji="1" lang="ja-JP" altLang="en-US" sz="1200"/>
                    </a:p>
                  </a:txBody>
                  <a:tcPr>
                    <a:solidFill>
                      <a:srgbClr val="CCE3F5"/>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Arial"/>
                          <a:ea typeface="Meiryo UI"/>
                          <a:cs typeface="+mn-cs"/>
                        </a:rPr>
                        <a:t>同上</a:t>
                      </a:r>
                    </a:p>
                  </a:txBody>
                  <a:tcPr>
                    <a:solidFill>
                      <a:srgbClr val="CCE3F5"/>
                    </a:solidFill>
                  </a:tcPr>
                </a:tc>
                <a:extLst>
                  <a:ext uri="{0D108BD9-81ED-4DB2-BD59-A6C34878D82A}">
                    <a16:rowId xmlns:a16="http://schemas.microsoft.com/office/drawing/2014/main" val="2761954154"/>
                  </a:ext>
                </a:extLst>
              </a:tr>
            </a:tbl>
          </a:graphicData>
        </a:graphic>
      </p:graphicFrame>
      <p:sp>
        <p:nvSpPr>
          <p:cNvPr id="5" name="正方形/長方形 4">
            <a:extLst>
              <a:ext uri="{FF2B5EF4-FFF2-40B4-BE49-F238E27FC236}">
                <a16:creationId xmlns:a16="http://schemas.microsoft.com/office/drawing/2014/main" id="{8638B74C-2E0D-949E-5264-A7DFB67B6A66}"/>
              </a:ext>
            </a:extLst>
          </p:cNvPr>
          <p:cNvSpPr/>
          <p:nvPr/>
        </p:nvSpPr>
        <p:spPr>
          <a:xfrm>
            <a:off x="8318501" y="861327"/>
            <a:ext cx="1338474" cy="5242560"/>
          </a:xfrm>
          <a:prstGeom prst="rect">
            <a:avLst/>
          </a:prstGeom>
          <a:noFill/>
          <a:ln w="28575">
            <a:solidFill>
              <a:srgbClr val="FF0000"/>
            </a:solidFill>
          </a:ln>
        </p:spPr>
        <p:txBody>
          <a:bodyPr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err="1">
              <a:ln>
                <a:noFill/>
              </a:ln>
              <a:solidFill>
                <a:prstClr val="black"/>
              </a:solidFill>
              <a:effectLst/>
              <a:uLnTx/>
              <a:uFillTx/>
              <a:latin typeface="Meiryo UI"/>
              <a:ea typeface="Meiryo UI"/>
              <a:cs typeface="+mn-cs"/>
            </a:endParaRPr>
          </a:p>
        </p:txBody>
      </p:sp>
      <p:cxnSp>
        <p:nvCxnSpPr>
          <p:cNvPr id="6" name="直線矢印コネクタ 5">
            <a:extLst>
              <a:ext uri="{FF2B5EF4-FFF2-40B4-BE49-F238E27FC236}">
                <a16:creationId xmlns:a16="http://schemas.microsoft.com/office/drawing/2014/main" id="{2697E057-BA0F-107F-910A-EF04346E9920}"/>
              </a:ext>
            </a:extLst>
          </p:cNvPr>
          <p:cNvCxnSpPr>
            <a:cxnSpLocks/>
          </p:cNvCxnSpPr>
          <p:nvPr/>
        </p:nvCxnSpPr>
        <p:spPr bwMode="auto">
          <a:xfrm>
            <a:off x="9542001" y="1371600"/>
            <a:ext cx="0" cy="2057400"/>
          </a:xfrm>
          <a:prstGeom prst="straightConnector1">
            <a:avLst/>
          </a:prstGeom>
          <a:solidFill>
            <a:schemeClr val="bg1"/>
          </a:solidFill>
          <a:ln w="9525" cap="flat" cmpd="sng" algn="ctr">
            <a:solidFill>
              <a:srgbClr val="00B050"/>
            </a:solidFill>
            <a:prstDash val="solid"/>
            <a:round/>
            <a:headEnd type="triangle"/>
            <a:tailEnd type="triangle"/>
          </a:ln>
          <a:effectLst/>
        </p:spPr>
      </p:cxnSp>
      <p:sp>
        <p:nvSpPr>
          <p:cNvPr id="7" name="正方形/長方形 6">
            <a:extLst>
              <a:ext uri="{FF2B5EF4-FFF2-40B4-BE49-F238E27FC236}">
                <a16:creationId xmlns:a16="http://schemas.microsoft.com/office/drawing/2014/main" id="{94B7FE0A-9CAE-40D8-7B80-084B98EA84DC}"/>
              </a:ext>
            </a:extLst>
          </p:cNvPr>
          <p:cNvSpPr/>
          <p:nvPr/>
        </p:nvSpPr>
        <p:spPr>
          <a:xfrm>
            <a:off x="9276140" y="2041987"/>
            <a:ext cx="265861" cy="978851"/>
          </a:xfrm>
          <a:prstGeom prst="rect">
            <a:avLst/>
          </a:prstGeom>
          <a:solidFill>
            <a:schemeClr val="accent3">
              <a:lumMod val="20000"/>
              <a:lumOff val="80000"/>
            </a:schemeClr>
          </a:solidFill>
          <a:ln>
            <a:solidFill>
              <a:srgbClr val="00B050"/>
            </a:solid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統計</a:t>
            </a:r>
          </a:p>
        </p:txBody>
      </p:sp>
      <p:cxnSp>
        <p:nvCxnSpPr>
          <p:cNvPr id="11" name="直線矢印コネクタ 10">
            <a:extLst>
              <a:ext uri="{FF2B5EF4-FFF2-40B4-BE49-F238E27FC236}">
                <a16:creationId xmlns:a16="http://schemas.microsoft.com/office/drawing/2014/main" id="{34D27E4A-8E79-6735-3A51-9360E7F9F2DD}"/>
              </a:ext>
            </a:extLst>
          </p:cNvPr>
          <p:cNvCxnSpPr>
            <a:cxnSpLocks/>
          </p:cNvCxnSpPr>
          <p:nvPr/>
        </p:nvCxnSpPr>
        <p:spPr bwMode="auto">
          <a:xfrm>
            <a:off x="9542001" y="3837163"/>
            <a:ext cx="0" cy="2193010"/>
          </a:xfrm>
          <a:prstGeom prst="straightConnector1">
            <a:avLst/>
          </a:prstGeom>
          <a:solidFill>
            <a:schemeClr val="bg1"/>
          </a:solidFill>
          <a:ln w="9525" cap="flat" cmpd="sng" algn="ctr">
            <a:solidFill>
              <a:srgbClr val="00B050"/>
            </a:solidFill>
            <a:prstDash val="solid"/>
            <a:round/>
            <a:headEnd type="triangle"/>
            <a:tailEnd type="triangle"/>
          </a:ln>
          <a:effectLst/>
        </p:spPr>
      </p:cxnSp>
      <p:sp>
        <p:nvSpPr>
          <p:cNvPr id="12" name="正方形/長方形 11">
            <a:extLst>
              <a:ext uri="{FF2B5EF4-FFF2-40B4-BE49-F238E27FC236}">
                <a16:creationId xmlns:a16="http://schemas.microsoft.com/office/drawing/2014/main" id="{4FEBC2CA-D99A-7581-DDD7-517659B14E25}"/>
              </a:ext>
            </a:extLst>
          </p:cNvPr>
          <p:cNvSpPr/>
          <p:nvPr/>
        </p:nvSpPr>
        <p:spPr>
          <a:xfrm>
            <a:off x="9276140" y="4507550"/>
            <a:ext cx="265861" cy="978851"/>
          </a:xfrm>
          <a:prstGeom prst="rect">
            <a:avLst/>
          </a:prstGeom>
          <a:solidFill>
            <a:schemeClr val="accent3">
              <a:lumMod val="20000"/>
              <a:lumOff val="80000"/>
            </a:schemeClr>
          </a:solidFill>
          <a:ln>
            <a:solidFill>
              <a:srgbClr val="00B050"/>
            </a:solid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ログ</a:t>
            </a:r>
          </a:p>
        </p:txBody>
      </p:sp>
      <p:sp>
        <p:nvSpPr>
          <p:cNvPr id="8" name="正方形/長方形 7">
            <a:extLst>
              <a:ext uri="{FF2B5EF4-FFF2-40B4-BE49-F238E27FC236}">
                <a16:creationId xmlns:a16="http://schemas.microsoft.com/office/drawing/2014/main" id="{B98341D5-33A4-1D27-83FB-0FC813B5EA96}"/>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(DX</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機構資料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10417812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9733D-CFD4-EBE7-EE88-E56603ADFA5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3F4DD1F-85B3-C5FD-8BB5-D226E5E8E603}"/>
              </a:ext>
            </a:extLst>
          </p:cNvPr>
          <p:cNvSpPr>
            <a:spLocks noGrp="1"/>
          </p:cNvSpPr>
          <p:nvPr>
            <p:ph type="title"/>
          </p:nvPr>
        </p:nvSpPr>
        <p:spPr/>
        <p:txBody>
          <a:bodyPr>
            <a:normAutofit fontScale="90000"/>
          </a:bodyPr>
          <a:lstStyle/>
          <a:p>
            <a:r>
              <a:rPr lang="ja-JP" altLang="en-US"/>
              <a:t>５</a:t>
            </a:r>
            <a:r>
              <a:rPr lang="en-US" altLang="ja-JP"/>
              <a:t>．</a:t>
            </a:r>
            <a:r>
              <a:rPr lang="en-US" altLang="ja-JP" err="1"/>
              <a:t>文書情報</a:t>
            </a:r>
            <a:r>
              <a:rPr lang="ja-JP" altLang="en-US"/>
              <a:t>の介護連携：ログ統計機能に係る改修内容の確認</a:t>
            </a:r>
            <a:br>
              <a:rPr lang="en-US" altLang="ja-JP"/>
            </a:br>
            <a:r>
              <a:rPr lang="ja-JP" altLang="en-US"/>
              <a:t>補足２：既存機能のアウトプット・介護向け改修案（月次・年次）</a:t>
            </a:r>
            <a:endParaRPr kumimoji="1" lang="ja-JP" altLang="en-US" b="0"/>
          </a:p>
        </p:txBody>
      </p:sp>
      <p:graphicFrame>
        <p:nvGraphicFramePr>
          <p:cNvPr id="4" name="表 3">
            <a:extLst>
              <a:ext uri="{FF2B5EF4-FFF2-40B4-BE49-F238E27FC236}">
                <a16:creationId xmlns:a16="http://schemas.microsoft.com/office/drawing/2014/main" id="{C13FDCFF-EC44-ED5E-CB09-F481AD74DB7F}"/>
              </a:ext>
            </a:extLst>
          </p:cNvPr>
          <p:cNvGraphicFramePr>
            <a:graphicFrameLocks noGrp="1"/>
          </p:cNvGraphicFramePr>
          <p:nvPr/>
        </p:nvGraphicFramePr>
        <p:xfrm>
          <a:off x="114137" y="861327"/>
          <a:ext cx="9542837" cy="2209800"/>
        </p:xfrm>
        <a:graphic>
          <a:graphicData uri="http://schemas.openxmlformats.org/drawingml/2006/table">
            <a:tbl>
              <a:tblPr firstRow="1" bandRow="1">
                <a:tableStyleId>{5C22544A-7EE6-4342-B048-85BDC9FD1C3A}</a:tableStyleId>
              </a:tblPr>
              <a:tblGrid>
                <a:gridCol w="289723">
                  <a:extLst>
                    <a:ext uri="{9D8B030D-6E8A-4147-A177-3AD203B41FA5}">
                      <a16:colId xmlns:a16="http://schemas.microsoft.com/office/drawing/2014/main" val="3360174825"/>
                    </a:ext>
                  </a:extLst>
                </a:gridCol>
                <a:gridCol w="1562100">
                  <a:extLst>
                    <a:ext uri="{9D8B030D-6E8A-4147-A177-3AD203B41FA5}">
                      <a16:colId xmlns:a16="http://schemas.microsoft.com/office/drawing/2014/main" val="4059940852"/>
                    </a:ext>
                  </a:extLst>
                </a:gridCol>
                <a:gridCol w="1630680">
                  <a:extLst>
                    <a:ext uri="{9D8B030D-6E8A-4147-A177-3AD203B41FA5}">
                      <a16:colId xmlns:a16="http://schemas.microsoft.com/office/drawing/2014/main" val="1393460513"/>
                    </a:ext>
                  </a:extLst>
                </a:gridCol>
                <a:gridCol w="4704801">
                  <a:extLst>
                    <a:ext uri="{9D8B030D-6E8A-4147-A177-3AD203B41FA5}">
                      <a16:colId xmlns:a16="http://schemas.microsoft.com/office/drawing/2014/main" val="2476254943"/>
                    </a:ext>
                  </a:extLst>
                </a:gridCol>
                <a:gridCol w="1355533">
                  <a:extLst>
                    <a:ext uri="{9D8B030D-6E8A-4147-A177-3AD203B41FA5}">
                      <a16:colId xmlns:a16="http://schemas.microsoft.com/office/drawing/2014/main" val="1692457282"/>
                    </a:ext>
                  </a:extLst>
                </a:gridCol>
              </a:tblGrid>
              <a:tr h="122446">
                <a:tc>
                  <a:txBody>
                    <a:bodyPr/>
                    <a:lstStyle/>
                    <a:p>
                      <a:pPr algn="ctr"/>
                      <a:r>
                        <a:rPr kumimoji="1" lang="ja-JP" altLang="en-US" sz="1200"/>
                        <a:t>#</a:t>
                      </a:r>
                      <a:endParaRPr kumimoji="1" lang="en-US" altLang="ja-JP" sz="1200"/>
                    </a:p>
                  </a:txBody>
                  <a:tcPr>
                    <a:solidFill>
                      <a:srgbClr val="1CADE4"/>
                    </a:solidFill>
                  </a:tcPr>
                </a:tc>
                <a:tc>
                  <a:txBody>
                    <a:bodyPr/>
                    <a:lstStyle/>
                    <a:p>
                      <a:pPr algn="ctr"/>
                      <a:r>
                        <a:rPr kumimoji="1" lang="ja-JP" altLang="en-US" sz="1200"/>
                        <a:t>ファイル名</a:t>
                      </a:r>
                      <a:endParaRPr kumimoji="1" lang="en-US" altLang="ja-JP" sz="1200"/>
                    </a:p>
                  </a:txBody>
                  <a:tcPr>
                    <a:solidFill>
                      <a:srgbClr val="1CADE4"/>
                    </a:solidFill>
                  </a:tcPr>
                </a:tc>
                <a:tc>
                  <a:txBody>
                    <a:bodyPr/>
                    <a:lstStyle/>
                    <a:p>
                      <a:pPr algn="ctr"/>
                      <a:r>
                        <a:rPr kumimoji="1" lang="ja-JP" altLang="en-US" sz="1200"/>
                        <a:t>統計内容</a:t>
                      </a:r>
                    </a:p>
                  </a:txBody>
                  <a:tcPr>
                    <a:solidFill>
                      <a:srgbClr val="1CADE4"/>
                    </a:solidFill>
                  </a:tcPr>
                </a:tc>
                <a:tc>
                  <a:txBody>
                    <a:bodyPr/>
                    <a:lstStyle/>
                    <a:p>
                      <a:pPr algn="ctr"/>
                      <a:r>
                        <a:rPr kumimoji="1" lang="ja-JP" altLang="en-US" sz="1200"/>
                        <a:t>主な集計項目</a:t>
                      </a:r>
                    </a:p>
                  </a:txBody>
                  <a:tcPr>
                    <a:solidFill>
                      <a:srgbClr val="1CADE4"/>
                    </a:solidFill>
                  </a:tcPr>
                </a:tc>
                <a:tc>
                  <a:txBody>
                    <a:bodyPr/>
                    <a:lstStyle/>
                    <a:p>
                      <a:pPr algn="ctr"/>
                      <a:r>
                        <a:rPr kumimoji="1" lang="ja-JP" altLang="en-US" sz="1200"/>
                        <a:t>介護向け改修案</a:t>
                      </a:r>
                    </a:p>
                  </a:txBody>
                  <a:tcPr>
                    <a:solidFill>
                      <a:srgbClr val="1CADE4"/>
                    </a:solidFill>
                  </a:tcPr>
                </a:tc>
                <a:extLst>
                  <a:ext uri="{0D108BD9-81ED-4DB2-BD59-A6C34878D82A}">
                    <a16:rowId xmlns:a16="http://schemas.microsoft.com/office/drawing/2014/main" val="3902118742"/>
                  </a:ext>
                </a:extLst>
              </a:tr>
              <a:tr h="217699">
                <a:tc>
                  <a:txBody>
                    <a:bodyPr/>
                    <a:lstStyle/>
                    <a:p>
                      <a:r>
                        <a:rPr kumimoji="1" lang="en-US" altLang="ja-JP" sz="900"/>
                        <a:t>1</a:t>
                      </a:r>
                      <a:endParaRPr kumimoji="1" lang="ja-JP" altLang="en-US" sz="900"/>
                    </a:p>
                  </a:txBody>
                  <a:tcPr>
                    <a:solidFill>
                      <a:srgbClr val="CCE3F5"/>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900" b="0" i="0" kern="1200">
                          <a:solidFill>
                            <a:schemeClr val="dk1"/>
                          </a:solidFill>
                          <a:effectLst/>
                          <a:latin typeface="+mn-lt"/>
                          <a:ea typeface="+mn-ea"/>
                          <a:cs typeface="+mn-cs"/>
                        </a:rPr>
                        <a:t>文書情報</a:t>
                      </a:r>
                      <a:r>
                        <a:rPr kumimoji="1" lang="en-US" altLang="ja-JP" sz="900" b="0" i="0" kern="1200">
                          <a:solidFill>
                            <a:schemeClr val="dk1"/>
                          </a:solidFill>
                          <a:effectLst/>
                          <a:latin typeface="+mn-lt"/>
                          <a:ea typeface="+mn-ea"/>
                          <a:cs typeface="+mn-cs"/>
                        </a:rPr>
                        <a:t>_</a:t>
                      </a:r>
                      <a:r>
                        <a:rPr kumimoji="1" lang="ja-JP" altLang="en-US" sz="900" b="0" i="0" kern="1200">
                          <a:solidFill>
                            <a:schemeClr val="dk1"/>
                          </a:solidFill>
                          <a:effectLst/>
                          <a:latin typeface="+mn-lt"/>
                          <a:ea typeface="+mn-ea"/>
                          <a:cs typeface="+mn-cs"/>
                        </a:rPr>
                        <a:t>登録・取得実績月次統計(医療機関等別)ファイル</a:t>
                      </a:r>
                      <a:endParaRPr kumimoji="1" lang="ja-JP" altLang="ja-JP" sz="900" b="0" i="0" kern="1200">
                        <a:solidFill>
                          <a:schemeClr val="dk1"/>
                        </a:solidFill>
                        <a:effectLst/>
                        <a:latin typeface="+mn-lt"/>
                        <a:ea typeface="+mn-ea"/>
                        <a:cs typeface="+mn-cs"/>
                      </a:endParaRPr>
                    </a:p>
                  </a:txBody>
                  <a:tcPr>
                    <a:solidFill>
                      <a:srgbClr val="CCE3F5"/>
                    </a:solidFill>
                  </a:tcPr>
                </a:tc>
                <a:tc>
                  <a:txBody>
                    <a:bodyPr/>
                    <a:lstStyle/>
                    <a:p>
                      <a:r>
                        <a:rPr kumimoji="1" lang="ja-JP" altLang="en-US" sz="900"/>
                        <a:t>登録元医療機関(名称、点数表、規模区分、地域等)、処理経路ごとに、登録件数等を集計</a:t>
                      </a:r>
                    </a:p>
                  </a:txBody>
                  <a:tcPr>
                    <a:solidFill>
                      <a:srgbClr val="CCE3F5"/>
                    </a:solidFill>
                  </a:tcPr>
                </a:tc>
                <a:tc>
                  <a:txBody>
                    <a:bodyPr/>
                    <a:lstStyle/>
                    <a:p>
                      <a:r>
                        <a:rPr kumimoji="1" lang="ja-JP" altLang="en-US" sz="800"/>
                        <a:t>文書登録件数、(添付あり／なし、退院時サマリーあり／なし)、文書登録エラー件数、添付登録件数、添付登録エラー件数、変更件数、変更エラー件数、取消件数、取消エラー件数</a:t>
                      </a:r>
                    </a:p>
                  </a:txBody>
                  <a:tcPr>
                    <a:solidFill>
                      <a:srgbClr val="CCE3F5"/>
                    </a:solidFill>
                  </a:tcPr>
                </a:tc>
                <a:tc>
                  <a:txBody>
                    <a:bodyPr/>
                    <a:lstStyle/>
                    <a:p>
                      <a:r>
                        <a:rPr kumimoji="1" lang="ja-JP" altLang="en-US" sz="800"/>
                        <a:t>・介護分を分離して、文書登録件数等を集計</a:t>
                      </a:r>
                    </a:p>
                  </a:txBody>
                  <a:tcPr>
                    <a:solidFill>
                      <a:srgbClr val="CCE3F5"/>
                    </a:solidFill>
                  </a:tcPr>
                </a:tc>
                <a:extLst>
                  <a:ext uri="{0D108BD9-81ED-4DB2-BD59-A6C34878D82A}">
                    <a16:rowId xmlns:a16="http://schemas.microsoft.com/office/drawing/2014/main" val="2581572791"/>
                  </a:ext>
                </a:extLst>
              </a:tr>
              <a:tr h="217699">
                <a:tc>
                  <a:txBody>
                    <a:bodyPr/>
                    <a:lstStyle/>
                    <a:p>
                      <a:r>
                        <a:rPr kumimoji="1" lang="en-US" altLang="ja-JP" sz="900"/>
                        <a:t>2</a:t>
                      </a:r>
                      <a:endParaRPr kumimoji="1" lang="ja-JP" altLang="en-US" sz="900"/>
                    </a:p>
                  </a:txBody>
                  <a:tcPr>
                    <a:solidFill>
                      <a:srgbClr val="E7F1FA"/>
                    </a:solidFill>
                  </a:tcPr>
                </a:tc>
                <a:tc>
                  <a:txBody>
                    <a:bodyPr/>
                    <a:lstStyle/>
                    <a:p>
                      <a:r>
                        <a:rPr kumimoji="1" lang="ja-JP" altLang="en-US" sz="900" b="0" i="0" kern="1200">
                          <a:solidFill>
                            <a:schemeClr val="dk1"/>
                          </a:solidFill>
                          <a:effectLst/>
                          <a:latin typeface="+mn-lt"/>
                          <a:ea typeface="+mn-ea"/>
                          <a:cs typeface="+mn-cs"/>
                        </a:rPr>
                        <a:t>文書情報</a:t>
                      </a:r>
                      <a:r>
                        <a:rPr kumimoji="1" lang="en-US" altLang="ja-JP" sz="900" b="0" i="0" kern="1200">
                          <a:solidFill>
                            <a:schemeClr val="dk1"/>
                          </a:solidFill>
                          <a:effectLst/>
                          <a:latin typeface="+mn-lt"/>
                          <a:ea typeface="+mn-ea"/>
                          <a:cs typeface="+mn-cs"/>
                        </a:rPr>
                        <a:t>_</a:t>
                      </a:r>
                      <a:r>
                        <a:rPr kumimoji="1" lang="ja-JP" altLang="en-US" sz="900" b="0" i="0" kern="1200">
                          <a:solidFill>
                            <a:schemeClr val="dk1"/>
                          </a:solidFill>
                          <a:effectLst/>
                          <a:latin typeface="+mn-lt"/>
                          <a:ea typeface="+mn-ea"/>
                          <a:cs typeface="+mn-cs"/>
                        </a:rPr>
                        <a:t>登録・取得実績月次統計(保険者別)ファイル</a:t>
                      </a:r>
                      <a:endParaRPr kumimoji="1" lang="ja-JP" altLang="en-US" sz="900"/>
                    </a:p>
                  </a:txBody>
                  <a:tcPr>
                    <a:solidFill>
                      <a:srgbClr val="E7F1FA"/>
                    </a:solidFill>
                  </a:tcPr>
                </a:tc>
                <a:tc>
                  <a:txBody>
                    <a:bodyPr/>
                    <a:lstStyle/>
                    <a:p>
                      <a:r>
                        <a:rPr kumimoji="1" lang="ja-JP" altLang="en-US" sz="900" b="0" i="0" kern="1200">
                          <a:solidFill>
                            <a:schemeClr val="dk1"/>
                          </a:solidFill>
                          <a:effectLst/>
                          <a:latin typeface="+mn-lt"/>
                          <a:ea typeface="+mn-ea"/>
                          <a:cs typeface="+mn-cs"/>
                        </a:rPr>
                        <a:t>医療保険、処理経路ごとに、</a:t>
                      </a:r>
                      <a:r>
                        <a:rPr kumimoji="1" lang="ja-JP" altLang="en-US" sz="900"/>
                        <a:t>登録件数等を集計</a:t>
                      </a:r>
                      <a:endParaRPr kumimoji="1" lang="ja-JP" altLang="ja-JP" sz="900" b="0" i="0" kern="1200">
                        <a:solidFill>
                          <a:schemeClr val="dk1"/>
                        </a:solidFill>
                        <a:effectLst/>
                        <a:latin typeface="+mn-lt"/>
                        <a:ea typeface="+mn-ea"/>
                        <a:cs typeface="+mn-cs"/>
                      </a:endParaRPr>
                    </a:p>
                  </a:txBody>
                  <a:tcPr>
                    <a:solidFill>
                      <a:srgbClr val="E7F1FA"/>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800"/>
                        <a:t>文書登録件数、(添付あり／なし、退院時サマリーあり／なし)、文書登録エラー件数、添付登録件数、添付登録エラー件数、変更件数、変更エラー件数、取消件数、取消エラー件数</a:t>
                      </a:r>
                    </a:p>
                  </a:txBody>
                  <a:tcPr>
                    <a:solidFill>
                      <a:srgbClr val="E7F1FA"/>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Arial"/>
                          <a:ea typeface="Meiryo UI"/>
                          <a:cs typeface="+mn-cs"/>
                        </a:rPr>
                        <a:t>同上</a:t>
                      </a:r>
                    </a:p>
                  </a:txBody>
                  <a:tcPr>
                    <a:solidFill>
                      <a:srgbClr val="E7F1FA"/>
                    </a:solidFill>
                  </a:tcPr>
                </a:tc>
                <a:extLst>
                  <a:ext uri="{0D108BD9-81ED-4DB2-BD59-A6C34878D82A}">
                    <a16:rowId xmlns:a16="http://schemas.microsoft.com/office/drawing/2014/main" val="1948819904"/>
                  </a:ext>
                </a:extLst>
              </a:tr>
              <a:tr h="217699">
                <a:tc>
                  <a:txBody>
                    <a:bodyPr/>
                    <a:lstStyle/>
                    <a:p>
                      <a:r>
                        <a:rPr kumimoji="1" lang="en-US" altLang="ja-JP" sz="900"/>
                        <a:t>3</a:t>
                      </a:r>
                      <a:endParaRPr kumimoji="1" lang="ja-JP" altLang="en-US" sz="900"/>
                    </a:p>
                  </a:txBody>
                  <a:tcPr>
                    <a:solidFill>
                      <a:srgbClr val="CCE3F5"/>
                    </a:solidFill>
                  </a:tcPr>
                </a:tc>
                <a:tc>
                  <a:txBody>
                    <a:bodyPr/>
                    <a:lstStyle/>
                    <a:p>
                      <a:r>
                        <a:rPr kumimoji="1" lang="en-US" altLang="ja-JP" sz="900" b="0" i="0" kern="1200">
                          <a:solidFill>
                            <a:schemeClr val="dk1"/>
                          </a:solidFill>
                          <a:effectLst/>
                          <a:latin typeface="+mn-lt"/>
                          <a:ea typeface="+mn-ea"/>
                          <a:cs typeface="+mn-cs"/>
                        </a:rPr>
                        <a:t>API</a:t>
                      </a:r>
                      <a:r>
                        <a:rPr kumimoji="1" lang="ja-JP" altLang="en-US" sz="900" b="0" i="0" kern="1200">
                          <a:solidFill>
                            <a:schemeClr val="dk1"/>
                          </a:solidFill>
                          <a:effectLst/>
                          <a:latin typeface="+mn-lt"/>
                          <a:ea typeface="+mn-ea"/>
                          <a:cs typeface="+mn-cs"/>
                        </a:rPr>
                        <a:t>実行数月次統計(医療機関等別)ファイル</a:t>
                      </a:r>
                      <a:endParaRPr kumimoji="1" lang="ja-JP" altLang="en-US" sz="900"/>
                    </a:p>
                  </a:txBody>
                  <a:tcPr>
                    <a:solidFill>
                      <a:srgbClr val="CCE3F5"/>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900"/>
                        <a:t>医療機関(名称、点数表、規模区分、地域等)、処理経路ごとに、</a:t>
                      </a:r>
                      <a:r>
                        <a:rPr kumimoji="1" lang="en-US" altLang="ja-JP" sz="900"/>
                        <a:t>API</a:t>
                      </a:r>
                      <a:r>
                        <a:rPr kumimoji="1" lang="ja-JP" altLang="en-US" sz="900"/>
                        <a:t>実行数を集計</a:t>
                      </a:r>
                    </a:p>
                  </a:txBody>
                  <a:tcPr>
                    <a:solidFill>
                      <a:srgbClr val="CCE3F5"/>
                    </a:solidFill>
                  </a:tcPr>
                </a:tc>
                <a:tc>
                  <a:txBody>
                    <a:bodyPr/>
                    <a:lstStyle/>
                    <a:p>
                      <a:r>
                        <a:rPr kumimoji="1" lang="ja-JP" altLang="en-US" sz="800"/>
                        <a:t>文書情報登録機能(正常／エラー)、添付情報登録機能(正常／エラー)、文書情報変更機能(正常／エラー)、文書情報取消機能(正常／エラー)、文書情報取得機能(正常／エラー)、添付情報取得機能(正常／エラー)、文書情報状況照会機能(正常／エラー)、自施設宛文書情報一覧取得機能(正常／エラー)、カルテ臨床情報登録機能(正常／エラー)、カルテ臨床情報変更機能(正常／エラー)、カルテ臨床情報取消機能(正常／エラー)、マスタファイル取得要求機能(正常／エラー)、</a:t>
                      </a:r>
                    </a:p>
                    <a:p>
                      <a:r>
                        <a:rPr kumimoji="1" lang="ja-JP" altLang="en-US" sz="800"/>
                        <a:t>健診文書登録機能(正常／エラー)、健診文書変更機能(正常／エラー)、健診文書取消機能(正常／エラー)、</a:t>
                      </a:r>
                      <a:br>
                        <a:rPr kumimoji="1" lang="en-US" altLang="ja-JP" sz="800"/>
                      </a:br>
                      <a:r>
                        <a:rPr kumimoji="1" lang="ja-JP" altLang="en-US" sz="800"/>
                        <a:t>療養計画書登録機能(正常／エラー)、療養計画書変更機能(正常／エラー)、療養計画書取消機能(正常／エラー)</a:t>
                      </a:r>
                    </a:p>
                  </a:txBody>
                  <a:tcPr>
                    <a:solidFill>
                      <a:srgbClr val="CCE3F5"/>
                    </a:solidFill>
                  </a:tcPr>
                </a:tc>
                <a:tc>
                  <a:txBody>
                    <a:bodyPr/>
                    <a:lstStyle/>
                    <a:p>
                      <a:pPr marL="0" marR="0" lvl="0" indent="0" algn="l" defTabSz="878275" rtl="0" eaLnBrk="1" fontAlgn="auto" latinLnBrk="0" hangingPunct="1">
                        <a:lnSpc>
                          <a:spcPct val="100000"/>
                        </a:lnSpc>
                        <a:spcBef>
                          <a:spcPts val="0"/>
                        </a:spcBef>
                        <a:spcAft>
                          <a:spcPts val="0"/>
                        </a:spcAft>
                        <a:buClrTx/>
                        <a:buSzTx/>
                        <a:buFontTx/>
                        <a:buNone/>
                        <a:tabLst/>
                        <a:defRPr/>
                      </a:pPr>
                      <a:r>
                        <a:rPr kumimoji="1" lang="ja-JP" altLang="en-US" sz="800" b="0" i="0" u="none" strike="noStrike" kern="1200" cap="none" spc="0" normalizeH="0" baseline="0" noProof="0">
                          <a:ln>
                            <a:noFill/>
                          </a:ln>
                          <a:solidFill>
                            <a:prstClr val="black"/>
                          </a:solidFill>
                          <a:effectLst/>
                          <a:uLnTx/>
                          <a:uFillTx/>
                          <a:latin typeface="Arial"/>
                          <a:ea typeface="Meiryo UI"/>
                          <a:cs typeface="+mn-cs"/>
                        </a:rPr>
                        <a:t>同上</a:t>
                      </a:r>
                    </a:p>
                  </a:txBody>
                  <a:tcPr>
                    <a:solidFill>
                      <a:srgbClr val="CCE3F5"/>
                    </a:solidFill>
                  </a:tcPr>
                </a:tc>
                <a:extLst>
                  <a:ext uri="{0D108BD9-81ED-4DB2-BD59-A6C34878D82A}">
                    <a16:rowId xmlns:a16="http://schemas.microsoft.com/office/drawing/2014/main" val="2489846265"/>
                  </a:ext>
                </a:extLst>
              </a:tr>
            </a:tbl>
          </a:graphicData>
        </a:graphic>
      </p:graphicFrame>
      <p:sp>
        <p:nvSpPr>
          <p:cNvPr id="3" name="テキスト ボックス 2">
            <a:extLst>
              <a:ext uri="{FF2B5EF4-FFF2-40B4-BE49-F238E27FC236}">
                <a16:creationId xmlns:a16="http://schemas.microsoft.com/office/drawing/2014/main" id="{BEC5CB10-CBCE-A2E4-1A01-0ADEDC7999CF}"/>
              </a:ext>
            </a:extLst>
          </p:cNvPr>
          <p:cNvSpPr txBox="1"/>
          <p:nvPr/>
        </p:nvSpPr>
        <p:spPr>
          <a:xfrm>
            <a:off x="114137" y="3239758"/>
            <a:ext cx="9657192" cy="360000"/>
          </a:xfrm>
          <a:prstGeom prst="rect">
            <a:avLst/>
          </a:prstGeom>
          <a:noFill/>
        </p:spPr>
        <p:txBody>
          <a:bodyPr wrap="square" rtlCol="0">
            <a:noAutofit/>
          </a:bodyPr>
          <a:lstStyle/>
          <a:p>
            <a:pPr marL="0" marR="0" lvl="0" indent="0" algn="l" defTabSz="977316" rtl="0" eaLnBrk="1" fontAlgn="auto" latinLnBrk="0" hangingPunct="1">
              <a:lnSpc>
                <a:spcPct val="100000"/>
              </a:lnSpc>
              <a:spcBef>
                <a:spcPts val="0"/>
              </a:spcBef>
              <a:spcAft>
                <a:spcPts val="0"/>
              </a:spcAft>
              <a:buClrTx/>
              <a:buSzTx/>
              <a:buFontTx/>
              <a:buNone/>
              <a:tabLst/>
              <a:defRPr/>
            </a:pPr>
            <a:r>
              <a:rPr kumimoji="1" lang="en-US" altLang="ja-JP" sz="1050" b="0" i="0" u="none" strike="noStrike" kern="1200" cap="none" spc="0" normalizeH="0" baseline="0" noProof="0">
                <a:ln>
                  <a:noFill/>
                </a:ln>
                <a:solidFill>
                  <a:prstClr val="black"/>
                </a:solidFill>
                <a:effectLst/>
                <a:uLnTx/>
                <a:uFillTx/>
                <a:latin typeface="Meiryo UI"/>
                <a:ea typeface="Meiryo UI"/>
                <a:cs typeface="+mn-cs"/>
              </a:rPr>
              <a:t>※</a:t>
            </a:r>
            <a:r>
              <a:rPr kumimoji="1" lang="ja-JP" altLang="en-US" sz="1050" b="0" i="0" u="none" strike="noStrike" kern="1200" cap="none" spc="0" normalizeH="0" baseline="0" noProof="0">
                <a:ln>
                  <a:noFill/>
                </a:ln>
                <a:solidFill>
                  <a:prstClr val="black"/>
                </a:solidFill>
                <a:effectLst/>
                <a:uLnTx/>
                <a:uFillTx/>
                <a:latin typeface="Meiryo UI"/>
                <a:ea typeface="Meiryo UI"/>
                <a:cs typeface="+mn-cs"/>
              </a:rPr>
              <a:t>年次統計は、集計単位が年次になることと、ファイル名が「○○年次統計○○ファイル」に変わるだけで、統計内容、集計項目は同じ</a:t>
            </a:r>
            <a:endParaRPr kumimoji="1" lang="en-US" altLang="ja-JP" sz="1050" b="0" i="0" u="none" strike="noStrike" kern="1200" cap="none" spc="0" normalizeH="0" baseline="0" noProof="0">
              <a:ln>
                <a:noFill/>
              </a:ln>
              <a:solidFill>
                <a:prstClr val="black"/>
              </a:solidFill>
              <a:effectLst/>
              <a:uLnTx/>
              <a:uFillTx/>
              <a:latin typeface="Meiryo UI"/>
              <a:ea typeface="Meiryo UI"/>
              <a:cs typeface="+mn-cs"/>
            </a:endParaRPr>
          </a:p>
        </p:txBody>
      </p:sp>
      <p:sp>
        <p:nvSpPr>
          <p:cNvPr id="6" name="正方形/長方形 5">
            <a:extLst>
              <a:ext uri="{FF2B5EF4-FFF2-40B4-BE49-F238E27FC236}">
                <a16:creationId xmlns:a16="http://schemas.microsoft.com/office/drawing/2014/main" id="{B246FA99-6B68-8705-11AB-7F5D75043F9B}"/>
              </a:ext>
            </a:extLst>
          </p:cNvPr>
          <p:cNvSpPr/>
          <p:nvPr/>
        </p:nvSpPr>
        <p:spPr>
          <a:xfrm>
            <a:off x="8318501" y="861327"/>
            <a:ext cx="1338474" cy="2151294"/>
          </a:xfrm>
          <a:prstGeom prst="rect">
            <a:avLst/>
          </a:prstGeom>
          <a:noFill/>
          <a:ln w="28575">
            <a:solidFill>
              <a:srgbClr val="FF0000"/>
            </a:solidFill>
          </a:ln>
        </p:spPr>
        <p:txBody>
          <a:bodyPr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err="1">
              <a:ln>
                <a:noFill/>
              </a:ln>
              <a:solidFill>
                <a:prstClr val="black"/>
              </a:solidFill>
              <a:effectLst/>
              <a:uLnTx/>
              <a:uFillTx/>
              <a:latin typeface="Meiryo UI"/>
              <a:ea typeface="Meiryo UI"/>
              <a:cs typeface="+mn-cs"/>
            </a:endParaRPr>
          </a:p>
        </p:txBody>
      </p:sp>
      <p:cxnSp>
        <p:nvCxnSpPr>
          <p:cNvPr id="5" name="直線矢印コネクタ 4">
            <a:extLst>
              <a:ext uri="{FF2B5EF4-FFF2-40B4-BE49-F238E27FC236}">
                <a16:creationId xmlns:a16="http://schemas.microsoft.com/office/drawing/2014/main" id="{6598575E-67D9-270C-46A0-E4EEB9ADAE29}"/>
              </a:ext>
            </a:extLst>
          </p:cNvPr>
          <p:cNvCxnSpPr>
            <a:cxnSpLocks/>
          </p:cNvCxnSpPr>
          <p:nvPr/>
        </p:nvCxnSpPr>
        <p:spPr bwMode="auto">
          <a:xfrm>
            <a:off x="9524044" y="1316889"/>
            <a:ext cx="0" cy="1649238"/>
          </a:xfrm>
          <a:prstGeom prst="straightConnector1">
            <a:avLst/>
          </a:prstGeom>
          <a:solidFill>
            <a:schemeClr val="bg1"/>
          </a:solidFill>
          <a:ln w="9525" cap="flat" cmpd="sng" algn="ctr">
            <a:solidFill>
              <a:srgbClr val="00B050"/>
            </a:solidFill>
            <a:prstDash val="solid"/>
            <a:round/>
            <a:headEnd type="triangle"/>
            <a:tailEnd type="triangle"/>
          </a:ln>
          <a:effectLst/>
        </p:spPr>
      </p:cxnSp>
      <p:sp>
        <p:nvSpPr>
          <p:cNvPr id="7" name="正方形/長方形 6">
            <a:extLst>
              <a:ext uri="{FF2B5EF4-FFF2-40B4-BE49-F238E27FC236}">
                <a16:creationId xmlns:a16="http://schemas.microsoft.com/office/drawing/2014/main" id="{8A4F2AC4-7D5A-48A9-7079-F9B3F02A4328}"/>
              </a:ext>
            </a:extLst>
          </p:cNvPr>
          <p:cNvSpPr/>
          <p:nvPr/>
        </p:nvSpPr>
        <p:spPr>
          <a:xfrm>
            <a:off x="9258183" y="1708307"/>
            <a:ext cx="265861" cy="978851"/>
          </a:xfrm>
          <a:prstGeom prst="rect">
            <a:avLst/>
          </a:prstGeom>
          <a:solidFill>
            <a:schemeClr val="accent3">
              <a:lumMod val="20000"/>
              <a:lumOff val="80000"/>
            </a:schemeClr>
          </a:solidFill>
          <a:ln>
            <a:solidFill>
              <a:srgbClr val="00B050"/>
            </a:solid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400" b="0" i="0" u="none" strike="noStrike" kern="1200" cap="none" spc="0" normalizeH="0" baseline="0" noProof="0">
                <a:ln>
                  <a:noFill/>
                </a:ln>
                <a:solidFill>
                  <a:prstClr val="black"/>
                </a:solidFill>
                <a:effectLst/>
                <a:uLnTx/>
                <a:uFillTx/>
                <a:latin typeface="Meiryo UI"/>
                <a:ea typeface="Meiryo UI"/>
                <a:cs typeface="+mn-cs"/>
              </a:rPr>
              <a:t>統計</a:t>
            </a:r>
          </a:p>
        </p:txBody>
      </p:sp>
      <p:sp>
        <p:nvSpPr>
          <p:cNvPr id="9" name="正方形/長方形 8">
            <a:extLst>
              <a:ext uri="{FF2B5EF4-FFF2-40B4-BE49-F238E27FC236}">
                <a16:creationId xmlns:a16="http://schemas.microsoft.com/office/drawing/2014/main" id="{937C1887-6166-E1C7-76EC-57EE76380B27}"/>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(DX</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機構資料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19717471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8A97E-29D4-0987-D197-D01DBBE86FB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A6E5AE9-DB38-A5E9-E6B7-77ADCEA2B04F}"/>
              </a:ext>
            </a:extLst>
          </p:cNvPr>
          <p:cNvSpPr>
            <a:spLocks noGrp="1"/>
          </p:cNvSpPr>
          <p:nvPr>
            <p:ph type="title"/>
          </p:nvPr>
        </p:nvSpPr>
        <p:spPr/>
        <p:txBody>
          <a:bodyPr/>
          <a:lstStyle/>
          <a:p>
            <a:r>
              <a:rPr lang="ja-JP" altLang="en-US"/>
              <a:t>厚労省側付議事項</a:t>
            </a:r>
            <a:endParaRPr kumimoji="1" lang="ja-JP" altLang="en-US"/>
          </a:p>
        </p:txBody>
      </p:sp>
      <p:sp>
        <p:nvSpPr>
          <p:cNvPr id="3" name="コンテンツ プレースホルダー 2">
            <a:extLst>
              <a:ext uri="{FF2B5EF4-FFF2-40B4-BE49-F238E27FC236}">
                <a16:creationId xmlns:a16="http://schemas.microsoft.com/office/drawing/2014/main" id="{A0CD0069-7296-5C95-4100-5FD1F67D4FDE}"/>
              </a:ext>
            </a:extLst>
          </p:cNvPr>
          <p:cNvSpPr>
            <a:spLocks noGrp="1"/>
          </p:cNvSpPr>
          <p:nvPr>
            <p:ph idx="1"/>
          </p:nvPr>
        </p:nvSpPr>
        <p:spPr>
          <a:xfrm>
            <a:off x="509729" y="692695"/>
            <a:ext cx="8888736" cy="2619999"/>
          </a:xfrm>
        </p:spPr>
        <p:txBody>
          <a:bodyPr/>
          <a:lstStyle/>
          <a:p>
            <a:r>
              <a:rPr lang="en-US" altLang="ja-JP">
                <a:latin typeface="Meiryo UI" panose="020B0604030504040204" pitchFamily="50" charset="-128"/>
                <a:ea typeface="Meiryo UI" panose="020B0604030504040204" pitchFamily="50" charset="-128"/>
              </a:rPr>
              <a:t>1</a:t>
            </a:r>
            <a:r>
              <a:rPr lang="ja-JP" altLang="en-US">
                <a:latin typeface="Meiryo UI" panose="020B0604030504040204" pitchFamily="50" charset="-128"/>
                <a:ea typeface="Meiryo UI" panose="020B0604030504040204" pitchFamily="50" charset="-128"/>
              </a:rPr>
              <a:t>．「</a:t>
            </a:r>
            <a:r>
              <a:rPr lang="en-US" altLang="ja-JP">
                <a:latin typeface="Meiryo UI" panose="020B0604030504040204" pitchFamily="50" charset="-128"/>
                <a:ea typeface="Meiryo UI" panose="020B0604030504040204" pitchFamily="50" charset="-128"/>
              </a:rPr>
              <a:t>TODO1216_</a:t>
            </a:r>
            <a:r>
              <a:rPr lang="ja-JP" altLang="en-US">
                <a:latin typeface="Meiryo UI" panose="020B0604030504040204" pitchFamily="50" charset="-128"/>
                <a:ea typeface="Meiryo UI" panose="020B0604030504040204" pitchFamily="50" charset="-128"/>
              </a:rPr>
              <a:t>医介連携におけるランニングコスト按分のための統計ログ出力機能の検討」の結果共有</a:t>
            </a:r>
            <a:endParaRPr lang="en-US" altLang="ja-JP">
              <a:latin typeface="Meiryo UI" panose="020B0604030504040204" pitchFamily="50" charset="-128"/>
              <a:ea typeface="Meiryo UI" panose="020B0604030504040204" pitchFamily="50" charset="-128"/>
            </a:endParaRPr>
          </a:p>
          <a:p>
            <a:r>
              <a:rPr lang="en-US" altLang="ja-JP">
                <a:latin typeface="Meiryo UI" panose="020B0604030504040204" pitchFamily="50" charset="-128"/>
                <a:ea typeface="Meiryo UI" panose="020B0604030504040204" pitchFamily="50" charset="-128"/>
              </a:rPr>
              <a:t>2. </a:t>
            </a:r>
            <a:r>
              <a:rPr lang="ja-JP" altLang="en-US">
                <a:latin typeface="Meiryo UI" panose="020B0604030504040204" pitchFamily="50" charset="-128"/>
                <a:ea typeface="Meiryo UI" panose="020B0604030504040204" pitchFamily="50" charset="-128"/>
              </a:rPr>
              <a:t> 令和</a:t>
            </a:r>
            <a:r>
              <a:rPr lang="en-US" altLang="ja-JP">
                <a:latin typeface="Meiryo UI" panose="020B0604030504040204" pitchFamily="50" charset="-128"/>
                <a:ea typeface="Meiryo UI" panose="020B0604030504040204" pitchFamily="50" charset="-128"/>
              </a:rPr>
              <a:t>9</a:t>
            </a:r>
            <a:r>
              <a:rPr lang="ja-JP" altLang="en-US">
                <a:latin typeface="Meiryo UI" panose="020B0604030504040204" pitchFamily="50" charset="-128"/>
                <a:ea typeface="Meiryo UI" panose="020B0604030504040204" pitchFamily="50" charset="-128"/>
              </a:rPr>
              <a:t>年度案件について</a:t>
            </a:r>
            <a:br>
              <a:rPr lang="en-US" altLang="ja-JP">
                <a:latin typeface="Meiryo UI" panose="020B0604030504040204" pitchFamily="50" charset="-128"/>
                <a:ea typeface="Meiryo UI" panose="020B0604030504040204" pitchFamily="50" charset="-128"/>
              </a:rPr>
            </a:br>
            <a:r>
              <a:rPr lang="en-US" altLang="ja-JP">
                <a:latin typeface="Meiryo UI" panose="020B0604030504040204" pitchFamily="50" charset="-128"/>
                <a:ea typeface="Meiryo UI" panose="020B0604030504040204" pitchFamily="50" charset="-128"/>
              </a:rPr>
              <a:t>3.</a:t>
            </a:r>
            <a:r>
              <a:rPr lang="ja-JP" altLang="en-US">
                <a:latin typeface="Meiryo UI" panose="020B0604030504040204" pitchFamily="50" charset="-128"/>
                <a:ea typeface="Meiryo UI" panose="020B0604030504040204" pitchFamily="50" charset="-128"/>
              </a:rPr>
              <a:t>  案件台帳の更新箇所の報告（</a:t>
            </a:r>
            <a:r>
              <a:rPr lang="en-US" altLang="ja-JP">
                <a:latin typeface="Meiryo UI" panose="020B0604030504040204" pitchFamily="50" charset="-128"/>
                <a:ea typeface="Meiryo UI" panose="020B0604030504040204" pitchFamily="50" charset="-128"/>
              </a:rPr>
              <a:t>1005</a:t>
            </a:r>
            <a:r>
              <a:rPr lang="ja-JP" altLang="en-US">
                <a:latin typeface="Meiryo UI" panose="020B0604030504040204" pitchFamily="50" charset="-128"/>
                <a:ea typeface="Meiryo UI" panose="020B0604030504040204" pitchFamily="50" charset="-128"/>
              </a:rPr>
              <a:t>断面）</a:t>
            </a:r>
            <a:endParaRPr lang="en-US" altLang="ja-JP">
              <a:latin typeface="Meiryo UI" panose="020B0604030504040204" pitchFamily="50" charset="-128"/>
              <a:ea typeface="Meiryo UI" panose="020B0604030504040204" pitchFamily="50" charset="-128"/>
            </a:endParaRPr>
          </a:p>
          <a:p>
            <a:pPr lvl="1" indent="0">
              <a:buNone/>
            </a:pPr>
            <a:br>
              <a:rPr lang="en-US" altLang="ja-JP" sz="1200">
                <a:latin typeface="Meiryo UI" panose="020B0604030504040204" pitchFamily="50" charset="-128"/>
                <a:ea typeface="Meiryo UI" panose="020B0604030504040204" pitchFamily="50" charset="-128"/>
              </a:rPr>
            </a:br>
            <a:endParaRPr lang="en-US" altLang="ja-JP" sz="1200">
              <a:latin typeface="Meiryo UI" panose="020B0604030504040204" pitchFamily="50" charset="-128"/>
              <a:ea typeface="Meiryo UI" panose="020B0604030504040204" pitchFamily="50" charset="-128"/>
            </a:endParaRPr>
          </a:p>
          <a:p>
            <a:pPr marL="342900" indent="-342900">
              <a:buFont typeface="+mj-lt"/>
              <a:buAutoNum type="arabicPeriod" startAt="2"/>
            </a:pPr>
            <a:endParaRPr lang="en-US" altLang="ja-JP">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54621D78-E202-7223-B439-128FFBBD665C}"/>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5958832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1FADA94-C5AC-1C2A-2FD3-C11DEFFE2D1E}"/>
              </a:ext>
            </a:extLst>
          </p:cNvPr>
          <p:cNvSpPr>
            <a:spLocks noGrp="1"/>
          </p:cNvSpPr>
          <p:nvPr>
            <p:ph type="title"/>
          </p:nvPr>
        </p:nvSpPr>
        <p:spPr/>
        <p:txBody>
          <a:bodyPr/>
          <a:lstStyle/>
          <a:p>
            <a:r>
              <a:rPr lang="en-US" altLang="ja-JP">
                <a:latin typeface="Meiryo UI" panose="020B0604030504040204" pitchFamily="50" charset="-128"/>
                <a:ea typeface="Meiryo UI" panose="020B0604030504040204" pitchFamily="50" charset="-128"/>
              </a:rPr>
              <a:t>1</a:t>
            </a:r>
            <a:r>
              <a:rPr lang="ja-JP" altLang="en-US">
                <a:latin typeface="Meiryo UI" panose="020B0604030504040204" pitchFamily="50" charset="-128"/>
                <a:ea typeface="Meiryo UI" panose="020B0604030504040204" pitchFamily="50" charset="-128"/>
              </a:rPr>
              <a:t>．「</a:t>
            </a:r>
            <a:r>
              <a:rPr lang="en-US" altLang="ja-JP">
                <a:latin typeface="Meiryo UI" panose="020B0604030504040204" pitchFamily="50" charset="-128"/>
                <a:ea typeface="Meiryo UI" panose="020B0604030504040204" pitchFamily="50" charset="-128"/>
              </a:rPr>
              <a:t>TODO1216_</a:t>
            </a:r>
            <a:r>
              <a:rPr lang="ja-JP" altLang="en-US">
                <a:latin typeface="Meiryo UI" panose="020B0604030504040204" pitchFamily="50" charset="-128"/>
                <a:ea typeface="Meiryo UI" panose="020B0604030504040204" pitchFamily="50" charset="-128"/>
              </a:rPr>
              <a:t>医介連携におけるランニングコスト按分のための統計ログ出力機能の検討」の結果共有</a:t>
            </a:r>
            <a:endParaRPr lang="en-US" altLang="ja-JP">
              <a:latin typeface="Meiryo UI" panose="020B0604030504040204" pitchFamily="50" charset="-128"/>
              <a:ea typeface="Meiryo UI" panose="020B0604030504040204" pitchFamily="50" charset="-128"/>
            </a:endParaRPr>
          </a:p>
        </p:txBody>
      </p:sp>
      <p:sp>
        <p:nvSpPr>
          <p:cNvPr id="9" name="コンテンツ プレースホルダー 2">
            <a:extLst>
              <a:ext uri="{FF2B5EF4-FFF2-40B4-BE49-F238E27FC236}">
                <a16:creationId xmlns:a16="http://schemas.microsoft.com/office/drawing/2014/main" id="{E92F54AB-4221-0B18-73D5-32D5F5B06CB3}"/>
              </a:ext>
            </a:extLst>
          </p:cNvPr>
          <p:cNvSpPr txBox="1">
            <a:spLocks/>
          </p:cNvSpPr>
          <p:nvPr/>
        </p:nvSpPr>
        <p:spPr>
          <a:xfrm>
            <a:off x="360908" y="774374"/>
            <a:ext cx="9037755" cy="729450"/>
          </a:xfrm>
          <a:prstGeom prst="rect">
            <a:avLst/>
          </a:prstGeom>
        </p:spPr>
        <p:txBody>
          <a:bodyPr/>
          <a:lstStyle>
            <a:lvl1pPr marL="0" indent="0" algn="l" rtl="0" eaLnBrk="1" fontAlgn="base" hangingPunct="1">
              <a:spcBef>
                <a:spcPct val="20000"/>
              </a:spcBef>
              <a:spcAft>
                <a:spcPct val="0"/>
              </a:spcAft>
              <a:buFont typeface="Meiryo UI" panose="020B0604020202020204" pitchFamily="34" charset="0"/>
              <a:buNone/>
              <a:defRPr kumimoji="1" sz="1462" noProof="1">
                <a:solidFill>
                  <a:schemeClr val="tx1"/>
                </a:solidFill>
                <a:latin typeface="+mj-ea"/>
                <a:ea typeface="+mj-ea"/>
                <a:cs typeface="+mn-cs"/>
              </a:defRPr>
            </a:lvl1pPr>
            <a:lvl2pPr marL="216687" indent="-14187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2pPr>
            <a:lvl3pPr marL="291495" indent="-14316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3pPr>
            <a:lvl4pPr marL="365015" indent="-148328"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4pPr>
            <a:lvl5pPr marL="439824" indent="-148328" algn="l" rtl="0" eaLnBrk="1" fontAlgn="base" hangingPunct="1">
              <a:spcBef>
                <a:spcPct val="20000"/>
              </a:spcBef>
              <a:spcAft>
                <a:spcPct val="0"/>
              </a:spcAft>
              <a:buFont typeface="Meiryo UI" panose="020B0604020202020204" pitchFamily="34" charset="0"/>
              <a:buChar char="•"/>
              <a:tabLst>
                <a:tab pos="439824" algn="l"/>
              </a:tabLst>
              <a:defRPr kumimoji="1" sz="1462" noProof="1">
                <a:solidFill>
                  <a:schemeClr val="tx1"/>
                </a:solidFill>
                <a:latin typeface="Meiryo UI" pitchFamily="18" charset="0"/>
                <a:ea typeface="+mn-ea"/>
              </a:defRPr>
            </a:lvl5pPr>
            <a:lvl6pPr marL="1885600"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6pPr>
            <a:lvl7pPr marL="2228436"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7pPr>
            <a:lvl8pPr marL="2571271"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8pPr>
            <a:lvl9pPr marL="2914107"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9pPr>
          </a:lstStyle>
          <a:p>
            <a:pPr marL="285750" marR="0" lvl="0" indent="-285750" algn="l" defTabSz="914400" rtl="0" eaLnBrk="1" fontAlgn="base" latinLnBrk="0" hangingPunct="1">
              <a:lnSpc>
                <a:spcPct val="100000"/>
              </a:lnSpc>
              <a:spcBef>
                <a:spcPct val="20000"/>
              </a:spcBef>
              <a:spcAft>
                <a:spcPct val="0"/>
              </a:spcAft>
              <a:buClrTx/>
              <a:buSzTx/>
              <a:buFont typeface="Meiryo UI" panose="020B0604030504040204" pitchFamily="50" charset="-128"/>
              <a:buChar char="○"/>
              <a:tabLst/>
              <a:defRPr/>
            </a:pP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医療介護連携において、医療側と介護側の費用按分のために、電子カルテ情報共有サービス基盤で行われている処理のうち、医療向け・介護向けの割合を算出できるように統計ログを取得する必要がある。</a:t>
            </a:r>
            <a:endParaRPr kumimoji="1" lang="en-US" altLang="ja-JP" sz="1200" b="0" i="0" u="none" strike="noStrike" kern="1200" cap="none" spc="0" normalizeH="0" baseline="0" noProof="1">
              <a:ln>
                <a:noFill/>
              </a:ln>
              <a:solidFill>
                <a:prstClr val="black"/>
              </a:solidFill>
              <a:effectLst/>
              <a:uLnTx/>
              <a:uFillTx/>
              <a:latin typeface="Meiryo UI"/>
              <a:ea typeface="Meiryo UI"/>
              <a:cs typeface="+mn-cs"/>
            </a:endParaRPr>
          </a:p>
          <a:p>
            <a:pPr marL="285750" marR="0" lvl="0" indent="-285750" algn="l" defTabSz="914400" rtl="0" eaLnBrk="1" fontAlgn="base" latinLnBrk="0" hangingPunct="1">
              <a:lnSpc>
                <a:spcPct val="100000"/>
              </a:lnSpc>
              <a:spcBef>
                <a:spcPct val="20000"/>
              </a:spcBef>
              <a:spcAft>
                <a:spcPct val="0"/>
              </a:spcAft>
              <a:buClrTx/>
              <a:buSzTx/>
              <a:buFont typeface="Meiryo UI" panose="020B0604030504040204" pitchFamily="50" charset="-128"/>
              <a:buChar char="○"/>
              <a:tabLst/>
              <a:defRPr/>
            </a:pP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9/28</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 開発課題検討会にて</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DX</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機構より、「</a:t>
            </a:r>
            <a:r>
              <a:rPr kumimoji="1" lang="ja-JP" altLang="en-US" sz="1200"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rPr>
              <a:t>医介連携におけるランニングコスト按分のための統計ログ出力機能</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」の改修を検討するにあたり、文書</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IF</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受付と連動した資格確認処理のログ</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 「医療機関向け機能（既存）」に関し、資格確認を何人分行ったかを集計したログ</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を取得するためには、既存機能に関して相当数の機能に改修を行う必要があることが判明したことを報告いただいた。</a:t>
            </a:r>
            <a:endParaRPr kumimoji="1" lang="en-US" altLang="ja-JP" sz="1200" b="0" i="0" u="none" strike="noStrike" kern="1200" cap="none" spc="0" normalizeH="0" baseline="0" noProof="1">
              <a:ln>
                <a:noFill/>
              </a:ln>
              <a:solidFill>
                <a:prstClr val="black"/>
              </a:solidFill>
              <a:effectLst/>
              <a:uLnTx/>
              <a:uFillTx/>
              <a:latin typeface="Meiryo UI"/>
              <a:ea typeface="Meiryo UI"/>
              <a:cs typeface="+mn-cs"/>
            </a:endParaRPr>
          </a:p>
          <a:p>
            <a:pPr marL="285750" marR="0" lvl="0" indent="-285750" algn="l" defTabSz="914400" rtl="0" eaLnBrk="1" fontAlgn="base" latinLnBrk="0" hangingPunct="1">
              <a:lnSpc>
                <a:spcPct val="100000"/>
              </a:lnSpc>
              <a:spcBef>
                <a:spcPct val="20000"/>
              </a:spcBef>
              <a:spcAft>
                <a:spcPct val="0"/>
              </a:spcAft>
              <a:buClrTx/>
              <a:buSzTx/>
              <a:buFont typeface="Meiryo UI" panose="020B0604030504040204" pitchFamily="50" charset="-128"/>
              <a:buChar char="○"/>
              <a:tabLst/>
              <a:defRPr/>
            </a:pP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省内検討の結果、文書</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IF</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自体の受付・処理のみの割合だけでも医療側と介護側の費用按分の概算は可能であるため、要求事項１</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文書</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IF</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自体の受付・処理</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の統計ログを取得いただきたい。</a:t>
            </a:r>
          </a:p>
        </p:txBody>
      </p:sp>
      <p:pic>
        <p:nvPicPr>
          <p:cNvPr id="4" name="図 3">
            <a:extLst>
              <a:ext uri="{FF2B5EF4-FFF2-40B4-BE49-F238E27FC236}">
                <a16:creationId xmlns:a16="http://schemas.microsoft.com/office/drawing/2014/main" id="{F6873A4B-9BCD-BAD2-4352-20AB9ED41253}"/>
              </a:ext>
            </a:extLst>
          </p:cNvPr>
          <p:cNvPicPr>
            <a:picLocks noChangeAspect="1"/>
          </p:cNvPicPr>
          <p:nvPr/>
        </p:nvPicPr>
        <p:blipFill>
          <a:blip r:embed="rId2"/>
          <a:srcRect b="41872"/>
          <a:stretch>
            <a:fillRect/>
          </a:stretch>
        </p:blipFill>
        <p:spPr>
          <a:xfrm>
            <a:off x="360908" y="4386629"/>
            <a:ext cx="5870693" cy="2055309"/>
          </a:xfrm>
          <a:prstGeom prst="rect">
            <a:avLst/>
          </a:prstGeom>
          <a:ln>
            <a:solidFill>
              <a:schemeClr val="tx1"/>
            </a:solidFill>
          </a:ln>
        </p:spPr>
      </p:pic>
      <p:sp>
        <p:nvSpPr>
          <p:cNvPr id="3" name="コンテンツ プレースホルダー 2">
            <a:extLst>
              <a:ext uri="{FF2B5EF4-FFF2-40B4-BE49-F238E27FC236}">
                <a16:creationId xmlns:a16="http://schemas.microsoft.com/office/drawing/2014/main" id="{5A58580F-8ABC-3061-18E6-1602A06E91FB}"/>
              </a:ext>
            </a:extLst>
          </p:cNvPr>
          <p:cNvSpPr txBox="1">
            <a:spLocks/>
          </p:cNvSpPr>
          <p:nvPr/>
        </p:nvSpPr>
        <p:spPr>
          <a:xfrm>
            <a:off x="6488816" y="4486868"/>
            <a:ext cx="3226684" cy="809953"/>
          </a:xfrm>
          <a:prstGeom prst="rect">
            <a:avLst/>
          </a:prstGeom>
          <a:ln w="28575">
            <a:solidFill>
              <a:srgbClr val="FF0000"/>
            </a:solidFill>
          </a:ln>
        </p:spPr>
        <p:txBody>
          <a:bodyPr/>
          <a:lstStyle>
            <a:lvl1pPr marL="0" indent="0" algn="l" rtl="0" eaLnBrk="1" fontAlgn="base" hangingPunct="1">
              <a:spcBef>
                <a:spcPct val="20000"/>
              </a:spcBef>
              <a:spcAft>
                <a:spcPct val="0"/>
              </a:spcAft>
              <a:buFont typeface="Meiryo UI" panose="020B0604020202020204" pitchFamily="34" charset="0"/>
              <a:buNone/>
              <a:defRPr kumimoji="1" sz="1462" noProof="1">
                <a:solidFill>
                  <a:schemeClr val="tx1"/>
                </a:solidFill>
                <a:latin typeface="+mj-ea"/>
                <a:ea typeface="+mj-ea"/>
                <a:cs typeface="+mn-cs"/>
              </a:defRPr>
            </a:lvl1pPr>
            <a:lvl2pPr marL="216687" indent="-14187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2pPr>
            <a:lvl3pPr marL="291495" indent="-14316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3pPr>
            <a:lvl4pPr marL="365015" indent="-148328"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4pPr>
            <a:lvl5pPr marL="439824" indent="-148328" algn="l" rtl="0" eaLnBrk="1" fontAlgn="base" hangingPunct="1">
              <a:spcBef>
                <a:spcPct val="20000"/>
              </a:spcBef>
              <a:spcAft>
                <a:spcPct val="0"/>
              </a:spcAft>
              <a:buFont typeface="Meiryo UI" panose="020B0604020202020204" pitchFamily="34" charset="0"/>
              <a:buChar char="•"/>
              <a:tabLst>
                <a:tab pos="439824" algn="l"/>
              </a:tabLst>
              <a:defRPr kumimoji="1" sz="1462" noProof="1">
                <a:solidFill>
                  <a:schemeClr val="tx1"/>
                </a:solidFill>
                <a:latin typeface="Meiryo UI" pitchFamily="18" charset="0"/>
                <a:ea typeface="+mn-ea"/>
              </a:defRPr>
            </a:lvl5pPr>
            <a:lvl6pPr marL="1885600"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6pPr>
            <a:lvl7pPr marL="2228436"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7pPr>
            <a:lvl8pPr marL="2571271"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8pPr>
            <a:lvl9pPr marL="2914107"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9pPr>
          </a:lstStyle>
          <a:p>
            <a:pPr marL="0" marR="0" lvl="0" indent="0" algn="l" defTabSz="914400" rtl="0" eaLnBrk="1" fontAlgn="base" latinLnBrk="0" hangingPunct="1">
              <a:lnSpc>
                <a:spcPct val="100000"/>
              </a:lnSpc>
              <a:spcBef>
                <a:spcPct val="20000"/>
              </a:spcBef>
              <a:spcAft>
                <a:spcPct val="0"/>
              </a:spcAft>
              <a:buClrTx/>
              <a:buSzTx/>
              <a:buFont typeface="Meiryo UI" panose="020B0604020202020204" pitchFamily="34" charset="0"/>
              <a:buNone/>
              <a:tabLst/>
              <a:defRPr/>
            </a:pPr>
            <a:r>
              <a:rPr kumimoji="1" lang="en-US" altLang="ja-JP" sz="1200" b="1" i="0" u="sng" strike="noStrike" kern="1200" cap="none" spc="0" normalizeH="0" baseline="0" noProof="1">
                <a:ln>
                  <a:noFill/>
                </a:ln>
                <a:solidFill>
                  <a:prstClr val="black"/>
                </a:solidFill>
                <a:effectLst/>
                <a:uLnTx/>
                <a:uFillTx/>
                <a:latin typeface="Meiryo UI"/>
                <a:ea typeface="Meiryo UI"/>
                <a:cs typeface="+mn-cs"/>
              </a:rPr>
              <a:t>【</a:t>
            </a:r>
            <a:r>
              <a:rPr kumimoji="1" lang="ja-JP" altLang="en-US" sz="1200" b="1" i="0" u="sng" strike="noStrike" kern="1200" cap="none" spc="0" normalizeH="0" baseline="0" noProof="1">
                <a:ln>
                  <a:noFill/>
                </a:ln>
                <a:solidFill>
                  <a:prstClr val="black"/>
                </a:solidFill>
                <a:effectLst/>
                <a:uLnTx/>
                <a:uFillTx/>
                <a:latin typeface="Meiryo UI"/>
                <a:ea typeface="Meiryo UI"/>
                <a:cs typeface="+mn-cs"/>
              </a:rPr>
              <a:t>要求１</a:t>
            </a:r>
            <a:r>
              <a:rPr kumimoji="1" lang="en-US" altLang="ja-JP" sz="1200" b="1" i="0" u="sng" strike="noStrike" kern="1200" cap="none" spc="0" normalizeH="0" baseline="0" noProof="1">
                <a:ln>
                  <a:noFill/>
                </a:ln>
                <a:solidFill>
                  <a:prstClr val="black"/>
                </a:solidFill>
                <a:effectLst/>
                <a:uLnTx/>
                <a:uFillTx/>
                <a:latin typeface="Meiryo UI"/>
                <a:ea typeface="Meiryo UI"/>
                <a:cs typeface="+mn-cs"/>
              </a:rPr>
              <a:t>】</a:t>
            </a:r>
            <a:r>
              <a:rPr kumimoji="1" lang="ja-JP" altLang="en-US" sz="1200" b="1" i="0" u="sng" strike="noStrike" kern="1200" cap="none" spc="0" normalizeH="0" baseline="0" noProof="1">
                <a:ln>
                  <a:noFill/>
                </a:ln>
                <a:solidFill>
                  <a:prstClr val="black"/>
                </a:solidFill>
                <a:effectLst/>
                <a:uLnTx/>
                <a:uFillTx/>
                <a:latin typeface="Meiryo UI"/>
                <a:ea typeface="Meiryo UI"/>
                <a:cs typeface="+mn-cs"/>
              </a:rPr>
              <a:t>文書</a:t>
            </a:r>
            <a:r>
              <a:rPr kumimoji="1" lang="en-US" altLang="ja-JP" sz="1200" b="1" i="0" u="sng" strike="noStrike" kern="1200" cap="none" spc="0" normalizeH="0" baseline="0" noProof="1">
                <a:ln>
                  <a:noFill/>
                </a:ln>
                <a:solidFill>
                  <a:prstClr val="black"/>
                </a:solidFill>
                <a:effectLst/>
                <a:uLnTx/>
                <a:uFillTx/>
                <a:latin typeface="Meiryo UI"/>
                <a:ea typeface="Meiryo UI"/>
                <a:cs typeface="+mn-cs"/>
              </a:rPr>
              <a:t>IF</a:t>
            </a:r>
            <a:r>
              <a:rPr kumimoji="1" lang="ja-JP" altLang="en-US" sz="1200" b="1" i="0" u="sng" strike="noStrike" kern="1200" cap="none" spc="0" normalizeH="0" baseline="0" noProof="1">
                <a:ln>
                  <a:noFill/>
                </a:ln>
                <a:solidFill>
                  <a:prstClr val="black"/>
                </a:solidFill>
                <a:effectLst/>
                <a:uLnTx/>
                <a:uFillTx/>
                <a:latin typeface="Meiryo UI"/>
                <a:ea typeface="Meiryo UI"/>
                <a:cs typeface="+mn-cs"/>
              </a:rPr>
              <a:t>自体の受付・処理</a:t>
            </a:r>
            <a:br>
              <a:rPr kumimoji="1" lang="en-US" altLang="ja-JP" sz="1200" b="1" i="0" u="sng" strike="noStrike" kern="1200" cap="none" spc="0" normalizeH="0" baseline="0" noProof="1">
                <a:ln>
                  <a:noFill/>
                </a:ln>
                <a:solidFill>
                  <a:prstClr val="black"/>
                </a:solidFill>
                <a:effectLst/>
                <a:uLnTx/>
                <a:uFillTx/>
                <a:latin typeface="Meiryo UI"/>
                <a:ea typeface="Meiryo UI"/>
                <a:cs typeface="+mn-cs"/>
              </a:rPr>
            </a:b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文書の登録・更新・削除に係る</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IF</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について、医療向け</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IF</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か介護向け</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IF</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かを区別して</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IF</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受付回数をカウントする。</a:t>
            </a:r>
          </a:p>
        </p:txBody>
      </p:sp>
      <p:sp>
        <p:nvSpPr>
          <p:cNvPr id="14" name="コンテンツ プレースホルダー 2">
            <a:extLst>
              <a:ext uri="{FF2B5EF4-FFF2-40B4-BE49-F238E27FC236}">
                <a16:creationId xmlns:a16="http://schemas.microsoft.com/office/drawing/2014/main" id="{0CCE0524-6257-6877-56CB-FCD2F6CB2B22}"/>
              </a:ext>
            </a:extLst>
          </p:cNvPr>
          <p:cNvSpPr txBox="1">
            <a:spLocks/>
          </p:cNvSpPr>
          <p:nvPr/>
        </p:nvSpPr>
        <p:spPr>
          <a:xfrm>
            <a:off x="507000" y="5445776"/>
            <a:ext cx="5474700" cy="371057"/>
          </a:xfrm>
          <a:prstGeom prst="rect">
            <a:avLst/>
          </a:prstGeom>
          <a:ln>
            <a:solidFill>
              <a:schemeClr val="tx1"/>
            </a:solidFill>
          </a:ln>
        </p:spPr>
        <p:txBody>
          <a:bodyPr/>
          <a:lstStyle>
            <a:lvl1pPr marL="0" indent="0" algn="l" rtl="0" eaLnBrk="1" fontAlgn="base" hangingPunct="1">
              <a:spcBef>
                <a:spcPct val="20000"/>
              </a:spcBef>
              <a:spcAft>
                <a:spcPct val="0"/>
              </a:spcAft>
              <a:buFont typeface="Meiryo UI" panose="020B0604020202020204" pitchFamily="34" charset="0"/>
              <a:buNone/>
              <a:defRPr kumimoji="1" sz="1462" noProof="1">
                <a:solidFill>
                  <a:schemeClr val="tx1"/>
                </a:solidFill>
                <a:latin typeface="+mj-ea"/>
                <a:ea typeface="+mj-ea"/>
                <a:cs typeface="+mn-cs"/>
              </a:defRPr>
            </a:lvl1pPr>
            <a:lvl2pPr marL="216687" indent="-14187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2pPr>
            <a:lvl3pPr marL="291495" indent="-14316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3pPr>
            <a:lvl4pPr marL="365015" indent="-148328"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4pPr>
            <a:lvl5pPr marL="439824" indent="-148328" algn="l" rtl="0" eaLnBrk="1" fontAlgn="base" hangingPunct="1">
              <a:spcBef>
                <a:spcPct val="20000"/>
              </a:spcBef>
              <a:spcAft>
                <a:spcPct val="0"/>
              </a:spcAft>
              <a:buFont typeface="Meiryo UI" panose="020B0604020202020204" pitchFamily="34" charset="0"/>
              <a:buChar char="•"/>
              <a:tabLst>
                <a:tab pos="439824" algn="l"/>
              </a:tabLst>
              <a:defRPr kumimoji="1" sz="1462" noProof="1">
                <a:solidFill>
                  <a:schemeClr val="tx1"/>
                </a:solidFill>
                <a:latin typeface="Meiryo UI" pitchFamily="18" charset="0"/>
                <a:ea typeface="+mn-ea"/>
              </a:defRPr>
            </a:lvl5pPr>
            <a:lvl6pPr marL="1885600"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6pPr>
            <a:lvl7pPr marL="2228436"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7pPr>
            <a:lvl8pPr marL="2571271"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8pPr>
            <a:lvl9pPr marL="2914107"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9pPr>
          </a:lstStyle>
          <a:p>
            <a:pPr marL="0" marR="0" lvl="0" indent="0" algn="l" defTabSz="914400" rtl="0" eaLnBrk="1" fontAlgn="base" latinLnBrk="0" hangingPunct="1">
              <a:lnSpc>
                <a:spcPct val="100000"/>
              </a:lnSpc>
              <a:spcBef>
                <a:spcPct val="20000"/>
              </a:spcBef>
              <a:spcAft>
                <a:spcPct val="0"/>
              </a:spcAft>
              <a:buClrTx/>
              <a:buSzTx/>
              <a:buFont typeface="Meiryo UI" panose="020B0604020202020204" pitchFamily="34" charset="0"/>
              <a:buNone/>
              <a:tabLst/>
              <a:defRPr/>
            </a:pPr>
            <a:endParaRPr kumimoji="1" lang="ja-JP" altLang="en-US" sz="1600" b="0" i="0" u="none" strike="noStrike" kern="1200" cap="none" spc="0" normalizeH="0" baseline="0" noProof="1">
              <a:ln>
                <a:noFill/>
              </a:ln>
              <a:solidFill>
                <a:prstClr val="black"/>
              </a:solidFill>
              <a:effectLst/>
              <a:uLnTx/>
              <a:uFillTx/>
              <a:latin typeface="Meiryo UI"/>
              <a:ea typeface="Meiryo UI"/>
              <a:cs typeface="+mn-cs"/>
            </a:endParaRPr>
          </a:p>
        </p:txBody>
      </p:sp>
      <p:sp>
        <p:nvSpPr>
          <p:cNvPr id="17" name="コンテンツ プレースホルダー 2">
            <a:extLst>
              <a:ext uri="{FF2B5EF4-FFF2-40B4-BE49-F238E27FC236}">
                <a16:creationId xmlns:a16="http://schemas.microsoft.com/office/drawing/2014/main" id="{1392F465-2D9E-C819-9DE5-1F6D7E6900B3}"/>
              </a:ext>
            </a:extLst>
          </p:cNvPr>
          <p:cNvSpPr txBox="1">
            <a:spLocks/>
          </p:cNvSpPr>
          <p:nvPr/>
        </p:nvSpPr>
        <p:spPr>
          <a:xfrm>
            <a:off x="507000" y="5958571"/>
            <a:ext cx="5474700" cy="371057"/>
          </a:xfrm>
          <a:prstGeom prst="rect">
            <a:avLst/>
          </a:prstGeom>
          <a:ln>
            <a:solidFill>
              <a:schemeClr val="tx1"/>
            </a:solidFill>
          </a:ln>
        </p:spPr>
        <p:txBody>
          <a:bodyPr/>
          <a:lstStyle>
            <a:lvl1pPr marL="0" indent="0" algn="l" rtl="0" eaLnBrk="1" fontAlgn="base" hangingPunct="1">
              <a:spcBef>
                <a:spcPct val="20000"/>
              </a:spcBef>
              <a:spcAft>
                <a:spcPct val="0"/>
              </a:spcAft>
              <a:buFont typeface="Meiryo UI" panose="020B0604020202020204" pitchFamily="34" charset="0"/>
              <a:buNone/>
              <a:defRPr kumimoji="1" sz="1462" noProof="1">
                <a:solidFill>
                  <a:schemeClr val="tx1"/>
                </a:solidFill>
                <a:latin typeface="+mj-ea"/>
                <a:ea typeface="+mj-ea"/>
                <a:cs typeface="+mn-cs"/>
              </a:defRPr>
            </a:lvl1pPr>
            <a:lvl2pPr marL="216687" indent="-14187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2pPr>
            <a:lvl3pPr marL="291495" indent="-14316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3pPr>
            <a:lvl4pPr marL="365015" indent="-148328"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4pPr>
            <a:lvl5pPr marL="439824" indent="-148328" algn="l" rtl="0" eaLnBrk="1" fontAlgn="base" hangingPunct="1">
              <a:spcBef>
                <a:spcPct val="20000"/>
              </a:spcBef>
              <a:spcAft>
                <a:spcPct val="0"/>
              </a:spcAft>
              <a:buFont typeface="Meiryo UI" panose="020B0604020202020204" pitchFamily="34" charset="0"/>
              <a:buChar char="•"/>
              <a:tabLst>
                <a:tab pos="439824" algn="l"/>
              </a:tabLst>
              <a:defRPr kumimoji="1" sz="1462" noProof="1">
                <a:solidFill>
                  <a:schemeClr val="tx1"/>
                </a:solidFill>
                <a:latin typeface="Meiryo UI" pitchFamily="18" charset="0"/>
                <a:ea typeface="+mn-ea"/>
              </a:defRPr>
            </a:lvl5pPr>
            <a:lvl6pPr marL="1885600"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6pPr>
            <a:lvl7pPr marL="2228436"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7pPr>
            <a:lvl8pPr marL="2571271"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8pPr>
            <a:lvl9pPr marL="2914107"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9pPr>
          </a:lstStyle>
          <a:p>
            <a:pPr marL="0" marR="0" lvl="0" indent="0" algn="l" defTabSz="914400" rtl="0" eaLnBrk="1" fontAlgn="base" latinLnBrk="0" hangingPunct="1">
              <a:lnSpc>
                <a:spcPct val="100000"/>
              </a:lnSpc>
              <a:spcBef>
                <a:spcPct val="20000"/>
              </a:spcBef>
              <a:spcAft>
                <a:spcPct val="0"/>
              </a:spcAft>
              <a:buClrTx/>
              <a:buSzTx/>
              <a:buFont typeface="Meiryo UI" panose="020B0604020202020204" pitchFamily="34" charset="0"/>
              <a:buNone/>
              <a:tabLst/>
              <a:defRPr/>
            </a:pPr>
            <a:endParaRPr kumimoji="1" lang="ja-JP" altLang="en-US" sz="1600" b="0" i="0" u="none" strike="noStrike" kern="1200" cap="none" spc="0" normalizeH="0" baseline="0" noProof="1">
              <a:ln>
                <a:noFill/>
              </a:ln>
              <a:solidFill>
                <a:prstClr val="black"/>
              </a:solidFill>
              <a:effectLst/>
              <a:uLnTx/>
              <a:uFillTx/>
              <a:latin typeface="Meiryo UI"/>
              <a:ea typeface="Meiryo UI"/>
              <a:cs typeface="+mn-cs"/>
            </a:endParaRPr>
          </a:p>
        </p:txBody>
      </p:sp>
      <p:sp>
        <p:nvSpPr>
          <p:cNvPr id="5" name="コンテンツ プレースホルダー 2">
            <a:extLst>
              <a:ext uri="{FF2B5EF4-FFF2-40B4-BE49-F238E27FC236}">
                <a16:creationId xmlns:a16="http://schemas.microsoft.com/office/drawing/2014/main" id="{79EF3398-F511-EF6C-6471-1122A9AEBC0E}"/>
              </a:ext>
            </a:extLst>
          </p:cNvPr>
          <p:cNvSpPr txBox="1">
            <a:spLocks/>
          </p:cNvSpPr>
          <p:nvPr/>
        </p:nvSpPr>
        <p:spPr>
          <a:xfrm>
            <a:off x="6488816" y="5337071"/>
            <a:ext cx="3226684" cy="1283861"/>
          </a:xfrm>
          <a:prstGeom prst="rect">
            <a:avLst/>
          </a:prstGeom>
          <a:solidFill>
            <a:schemeClr val="bg1">
              <a:lumMod val="85000"/>
            </a:schemeClr>
          </a:solidFill>
          <a:ln>
            <a:solidFill>
              <a:schemeClr val="tx1"/>
            </a:solidFill>
          </a:ln>
        </p:spPr>
        <p:txBody>
          <a:bodyPr/>
          <a:lstStyle>
            <a:lvl1pPr marL="0" indent="0" algn="l" rtl="0" eaLnBrk="1" fontAlgn="base" hangingPunct="1">
              <a:spcBef>
                <a:spcPct val="20000"/>
              </a:spcBef>
              <a:spcAft>
                <a:spcPct val="0"/>
              </a:spcAft>
              <a:buFont typeface="Meiryo UI" panose="020B0604020202020204" pitchFamily="34" charset="0"/>
              <a:buNone/>
              <a:defRPr kumimoji="1" sz="1462" noProof="1">
                <a:solidFill>
                  <a:schemeClr val="tx1"/>
                </a:solidFill>
                <a:latin typeface="+mj-ea"/>
                <a:ea typeface="+mj-ea"/>
                <a:cs typeface="+mn-cs"/>
              </a:defRPr>
            </a:lvl1pPr>
            <a:lvl2pPr marL="216687" indent="-14187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2pPr>
            <a:lvl3pPr marL="291495" indent="-14316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3pPr>
            <a:lvl4pPr marL="365015" indent="-148328"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4pPr>
            <a:lvl5pPr marL="439824" indent="-148328" algn="l" rtl="0" eaLnBrk="1" fontAlgn="base" hangingPunct="1">
              <a:spcBef>
                <a:spcPct val="20000"/>
              </a:spcBef>
              <a:spcAft>
                <a:spcPct val="0"/>
              </a:spcAft>
              <a:buFont typeface="Meiryo UI" panose="020B0604020202020204" pitchFamily="34" charset="0"/>
              <a:buChar char="•"/>
              <a:tabLst>
                <a:tab pos="439824" algn="l"/>
              </a:tabLst>
              <a:defRPr kumimoji="1" sz="1462" noProof="1">
                <a:solidFill>
                  <a:schemeClr val="tx1"/>
                </a:solidFill>
                <a:latin typeface="Meiryo UI" pitchFamily="18" charset="0"/>
                <a:ea typeface="+mn-ea"/>
              </a:defRPr>
            </a:lvl5pPr>
            <a:lvl6pPr marL="1885600"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6pPr>
            <a:lvl7pPr marL="2228436"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7pPr>
            <a:lvl8pPr marL="2571271"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8pPr>
            <a:lvl9pPr marL="2914107"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9pPr>
          </a:lstStyle>
          <a:p>
            <a:pPr marL="0" marR="0" lvl="0" indent="0" algn="l" defTabSz="914400" rtl="0" eaLnBrk="1" fontAlgn="base" latinLnBrk="0" hangingPunct="1">
              <a:lnSpc>
                <a:spcPct val="100000"/>
              </a:lnSpc>
              <a:spcBef>
                <a:spcPct val="20000"/>
              </a:spcBef>
              <a:spcAft>
                <a:spcPct val="0"/>
              </a:spcAft>
              <a:buClrTx/>
              <a:buSzTx/>
              <a:buFont typeface="Meiryo UI" panose="020B0604020202020204" pitchFamily="34" charset="0"/>
              <a:buNone/>
              <a:tabLst/>
              <a:defRPr/>
            </a:pPr>
            <a:r>
              <a:rPr kumimoji="1" lang="en-US" altLang="ja-JP" sz="1200" b="1" i="0" u="sng" strike="noStrike" kern="1200" cap="none" spc="0" normalizeH="0" baseline="0" noProof="1">
                <a:ln>
                  <a:noFill/>
                </a:ln>
                <a:solidFill>
                  <a:prstClr val="black"/>
                </a:solidFill>
                <a:effectLst/>
                <a:uLnTx/>
                <a:uFillTx/>
                <a:latin typeface="Meiryo UI"/>
                <a:ea typeface="Meiryo UI"/>
                <a:cs typeface="+mn-cs"/>
              </a:rPr>
              <a:t>【</a:t>
            </a:r>
            <a:r>
              <a:rPr kumimoji="1" lang="ja-JP" altLang="en-US" sz="1200" b="1" i="0" u="sng" strike="noStrike" kern="1200" cap="none" spc="0" normalizeH="0" baseline="0" noProof="1">
                <a:ln>
                  <a:noFill/>
                </a:ln>
                <a:solidFill>
                  <a:prstClr val="black"/>
                </a:solidFill>
                <a:effectLst/>
                <a:uLnTx/>
                <a:uFillTx/>
                <a:latin typeface="Meiryo UI"/>
                <a:ea typeface="Meiryo UI"/>
                <a:cs typeface="+mn-cs"/>
              </a:rPr>
              <a:t>要求２</a:t>
            </a:r>
            <a:r>
              <a:rPr kumimoji="1" lang="en-US" altLang="ja-JP" sz="1200" b="1" i="0" u="sng" strike="noStrike" kern="1200" cap="none" spc="0" normalizeH="0" baseline="0" noProof="1">
                <a:ln>
                  <a:noFill/>
                </a:ln>
                <a:solidFill>
                  <a:prstClr val="black"/>
                </a:solidFill>
                <a:effectLst/>
                <a:uLnTx/>
                <a:uFillTx/>
                <a:latin typeface="Meiryo UI"/>
                <a:ea typeface="Meiryo UI"/>
                <a:cs typeface="+mn-cs"/>
              </a:rPr>
              <a:t>】</a:t>
            </a:r>
            <a:r>
              <a:rPr kumimoji="1" lang="ja-JP" altLang="en-US" sz="1200" b="1" i="0" u="sng" strike="noStrike" kern="1200" cap="none" spc="0" normalizeH="0" baseline="0" noProof="1">
                <a:ln>
                  <a:noFill/>
                </a:ln>
                <a:solidFill>
                  <a:prstClr val="black"/>
                </a:solidFill>
                <a:effectLst/>
                <a:uLnTx/>
                <a:uFillTx/>
                <a:latin typeface="Meiryo UI"/>
                <a:ea typeface="Meiryo UI"/>
                <a:cs typeface="+mn-cs"/>
              </a:rPr>
              <a:t>文書</a:t>
            </a:r>
            <a:r>
              <a:rPr kumimoji="1" lang="en-US" altLang="ja-JP" sz="1200" b="1" i="0" u="sng" strike="noStrike" kern="1200" cap="none" spc="0" normalizeH="0" baseline="0" noProof="1">
                <a:ln>
                  <a:noFill/>
                </a:ln>
                <a:solidFill>
                  <a:prstClr val="black"/>
                </a:solidFill>
                <a:effectLst/>
                <a:uLnTx/>
                <a:uFillTx/>
                <a:latin typeface="Meiryo UI"/>
                <a:ea typeface="Meiryo UI"/>
                <a:cs typeface="+mn-cs"/>
              </a:rPr>
              <a:t>IF</a:t>
            </a:r>
            <a:r>
              <a:rPr kumimoji="1" lang="ja-JP" altLang="en-US" sz="1200" b="1" i="0" u="sng" strike="noStrike" kern="1200" cap="none" spc="0" normalizeH="0" baseline="0" noProof="1">
                <a:ln>
                  <a:noFill/>
                </a:ln>
                <a:solidFill>
                  <a:prstClr val="black"/>
                </a:solidFill>
                <a:effectLst/>
                <a:uLnTx/>
                <a:uFillTx/>
                <a:latin typeface="Meiryo UI"/>
                <a:ea typeface="Meiryo UI"/>
                <a:cs typeface="+mn-cs"/>
              </a:rPr>
              <a:t>受付と連動した資格確認処理</a:t>
            </a:r>
            <a:br>
              <a:rPr kumimoji="1" lang="en-US" altLang="ja-JP" sz="1200" b="1" i="0" u="sng" strike="noStrike" kern="1200" cap="none" spc="0" normalizeH="0" baseline="0" noProof="1">
                <a:ln>
                  <a:noFill/>
                </a:ln>
                <a:solidFill>
                  <a:prstClr val="black"/>
                </a:solidFill>
                <a:effectLst/>
                <a:uLnTx/>
                <a:uFillTx/>
                <a:latin typeface="Meiryo UI"/>
                <a:ea typeface="Meiryo UI"/>
                <a:cs typeface="+mn-cs"/>
              </a:rPr>
            </a:b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文書の登録・更新・削除などの</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IF</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を利用した際の基盤内部の処理として資格確認があるため、当該資格確認が医療向け文書</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IF</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か介護向け文書</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IF</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のいずれの由来で行われたかを区別してカウントする。</a:t>
            </a:r>
          </a:p>
        </p:txBody>
      </p:sp>
      <p:cxnSp>
        <p:nvCxnSpPr>
          <p:cNvPr id="19" name="直線コネクタ 18">
            <a:extLst>
              <a:ext uri="{FF2B5EF4-FFF2-40B4-BE49-F238E27FC236}">
                <a16:creationId xmlns:a16="http://schemas.microsoft.com/office/drawing/2014/main" id="{C72BFB26-7518-A763-6AEF-21F03FC3E8F7}"/>
              </a:ext>
            </a:extLst>
          </p:cNvPr>
          <p:cNvCxnSpPr>
            <a:cxnSpLocks/>
            <a:stCxn id="14" idx="3"/>
            <a:endCxn id="3" idx="1"/>
          </p:cNvCxnSpPr>
          <p:nvPr/>
        </p:nvCxnSpPr>
        <p:spPr bwMode="auto">
          <a:xfrm flipV="1">
            <a:off x="5981700" y="4891845"/>
            <a:ext cx="507116" cy="739460"/>
          </a:xfrm>
          <a:prstGeom prst="line">
            <a:avLst/>
          </a:prstGeom>
          <a:solidFill>
            <a:schemeClr val="bg1"/>
          </a:solidFill>
          <a:ln w="9525" cap="flat" cmpd="sng" algn="ctr">
            <a:solidFill>
              <a:schemeClr val="tx1"/>
            </a:solidFill>
            <a:prstDash val="solid"/>
            <a:round/>
            <a:headEnd type="none" w="med" len="med"/>
            <a:tailEnd type="none" w="med" len="med"/>
          </a:ln>
          <a:effectLst/>
        </p:spPr>
      </p:cxnSp>
      <p:cxnSp>
        <p:nvCxnSpPr>
          <p:cNvPr id="20" name="直線コネクタ 19">
            <a:extLst>
              <a:ext uri="{FF2B5EF4-FFF2-40B4-BE49-F238E27FC236}">
                <a16:creationId xmlns:a16="http://schemas.microsoft.com/office/drawing/2014/main" id="{7A165CCC-50C1-2D02-7BB2-DBF1E9249C5E}"/>
              </a:ext>
            </a:extLst>
          </p:cNvPr>
          <p:cNvCxnSpPr>
            <a:cxnSpLocks/>
            <a:endCxn id="5" idx="1"/>
          </p:cNvCxnSpPr>
          <p:nvPr/>
        </p:nvCxnSpPr>
        <p:spPr bwMode="auto">
          <a:xfrm flipV="1">
            <a:off x="5981700" y="5979002"/>
            <a:ext cx="507116" cy="142701"/>
          </a:xfrm>
          <a:prstGeom prst="line">
            <a:avLst/>
          </a:prstGeom>
          <a:solidFill>
            <a:schemeClr val="bg1"/>
          </a:solidFill>
          <a:ln w="9525" cap="flat" cmpd="sng" algn="ctr">
            <a:solidFill>
              <a:schemeClr val="tx1"/>
            </a:solidFill>
            <a:prstDash val="solid"/>
            <a:round/>
            <a:headEnd type="none" w="med" len="med"/>
            <a:tailEnd type="none" w="med" len="med"/>
          </a:ln>
          <a:effectLst/>
        </p:spPr>
      </p:cxnSp>
      <p:sp>
        <p:nvSpPr>
          <p:cNvPr id="23" name="コンテンツ プレースホルダー 2">
            <a:extLst>
              <a:ext uri="{FF2B5EF4-FFF2-40B4-BE49-F238E27FC236}">
                <a16:creationId xmlns:a16="http://schemas.microsoft.com/office/drawing/2014/main" id="{47281797-B3AB-FFD5-571C-6846CE495B93}"/>
              </a:ext>
            </a:extLst>
          </p:cNvPr>
          <p:cNvSpPr txBox="1">
            <a:spLocks/>
          </p:cNvSpPr>
          <p:nvPr/>
        </p:nvSpPr>
        <p:spPr>
          <a:xfrm>
            <a:off x="341832" y="2815651"/>
            <a:ext cx="9056831" cy="507996"/>
          </a:xfrm>
          <a:prstGeom prst="rect">
            <a:avLst/>
          </a:prstGeom>
          <a:solidFill>
            <a:schemeClr val="bg1">
              <a:lumMod val="95000"/>
            </a:schemeClr>
          </a:solidFill>
          <a:ln>
            <a:solidFill>
              <a:schemeClr val="tx1"/>
            </a:solidFill>
          </a:ln>
        </p:spPr>
        <p:txBody>
          <a:bodyPr/>
          <a:lstStyle>
            <a:lvl1pPr marL="0" indent="0" algn="l" rtl="0" eaLnBrk="1" fontAlgn="base" hangingPunct="1">
              <a:spcBef>
                <a:spcPct val="20000"/>
              </a:spcBef>
              <a:spcAft>
                <a:spcPct val="0"/>
              </a:spcAft>
              <a:buFont typeface="Meiryo UI" panose="020B0604020202020204" pitchFamily="34" charset="0"/>
              <a:buNone/>
              <a:defRPr kumimoji="1" sz="1462" noProof="1">
                <a:solidFill>
                  <a:schemeClr val="tx1"/>
                </a:solidFill>
                <a:latin typeface="+mj-ea"/>
                <a:ea typeface="+mj-ea"/>
                <a:cs typeface="+mn-cs"/>
              </a:defRPr>
            </a:lvl1pPr>
            <a:lvl2pPr marL="216687" indent="-14187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2pPr>
            <a:lvl3pPr marL="291495" indent="-14316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3pPr>
            <a:lvl4pPr marL="365015" indent="-148328"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4pPr>
            <a:lvl5pPr marL="439824" indent="-148328" algn="l" rtl="0" eaLnBrk="1" fontAlgn="base" hangingPunct="1">
              <a:spcBef>
                <a:spcPct val="20000"/>
              </a:spcBef>
              <a:spcAft>
                <a:spcPct val="0"/>
              </a:spcAft>
              <a:buFont typeface="Meiryo UI" panose="020B0604020202020204" pitchFamily="34" charset="0"/>
              <a:buChar char="•"/>
              <a:tabLst>
                <a:tab pos="439824" algn="l"/>
              </a:tabLst>
              <a:defRPr kumimoji="1" sz="1462" noProof="1">
                <a:solidFill>
                  <a:schemeClr val="tx1"/>
                </a:solidFill>
                <a:latin typeface="Meiryo UI" pitchFamily="18" charset="0"/>
                <a:ea typeface="+mn-ea"/>
              </a:defRPr>
            </a:lvl5pPr>
            <a:lvl6pPr marL="1885600"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6pPr>
            <a:lvl7pPr marL="2228436"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7pPr>
            <a:lvl8pPr marL="2571271"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8pPr>
            <a:lvl9pPr marL="2914107"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9pPr>
          </a:lstStyle>
          <a:p>
            <a:pPr marL="0" marR="0" lvl="0" indent="0" algn="l" defTabSz="914400" rtl="0" eaLnBrk="1" fontAlgn="base" latinLnBrk="0" hangingPunct="1">
              <a:lnSpc>
                <a:spcPct val="100000"/>
              </a:lnSpc>
              <a:spcBef>
                <a:spcPct val="20000"/>
              </a:spcBef>
              <a:spcAft>
                <a:spcPct val="0"/>
              </a:spcAft>
              <a:buClrTx/>
              <a:buSzTx/>
              <a:buFont typeface="Meiryo UI" panose="020B0604020202020204" pitchFamily="34" charset="0"/>
              <a:buNone/>
              <a:tabLst/>
              <a:defRPr/>
            </a:pP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統計ログ改修の目的</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a:t>
            </a:r>
            <a:br>
              <a:rPr kumimoji="1" lang="en-US" altLang="ja-JP" sz="1200" b="0" i="0" u="none" strike="noStrike" kern="1200" cap="none" spc="0" normalizeH="0" baseline="0" noProof="1">
                <a:ln>
                  <a:noFill/>
                </a:ln>
                <a:solidFill>
                  <a:prstClr val="black"/>
                </a:solidFill>
                <a:effectLst/>
                <a:uLnTx/>
                <a:uFillTx/>
                <a:latin typeface="Meiryo UI"/>
                <a:ea typeface="Meiryo UI"/>
                <a:cs typeface="+mn-cs"/>
              </a:rPr>
            </a:b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費用按分の参考とするため、電子カルテ情報共有サービス基盤で行われている処理のうち、医療向け・介護向けの割合を算出できるようにしたい</a:t>
            </a:r>
          </a:p>
        </p:txBody>
      </p:sp>
      <p:sp>
        <p:nvSpPr>
          <p:cNvPr id="24" name="二等辺三角形 23">
            <a:extLst>
              <a:ext uri="{FF2B5EF4-FFF2-40B4-BE49-F238E27FC236}">
                <a16:creationId xmlns:a16="http://schemas.microsoft.com/office/drawing/2014/main" id="{13F2D47E-51AA-CEAD-8452-3A5B51F3CB8D}"/>
              </a:ext>
            </a:extLst>
          </p:cNvPr>
          <p:cNvSpPr/>
          <p:nvPr/>
        </p:nvSpPr>
        <p:spPr>
          <a:xfrm rot="5400000">
            <a:off x="299103" y="3584963"/>
            <a:ext cx="410198" cy="324740"/>
          </a:xfrm>
          <a:prstGeom prst="triangle">
            <a:avLst/>
          </a:prstGeom>
          <a:solidFill>
            <a:schemeClr val="bg1">
              <a:lumMod val="85000"/>
            </a:schemeClr>
          </a:solidFill>
          <a:ln>
            <a:noFill/>
          </a:ln>
        </p:spPr>
        <p:txBody>
          <a:bodyPr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err="1">
              <a:ln>
                <a:noFill/>
              </a:ln>
              <a:solidFill>
                <a:prstClr val="black"/>
              </a:solidFill>
              <a:effectLst/>
              <a:uLnTx/>
              <a:uFillTx/>
              <a:latin typeface="Meiryo UI"/>
              <a:ea typeface="Meiryo UI"/>
              <a:cs typeface="+mn-cs"/>
            </a:endParaRPr>
          </a:p>
        </p:txBody>
      </p:sp>
      <p:sp>
        <p:nvSpPr>
          <p:cNvPr id="26" name="コンテンツ プレースホルダー 2">
            <a:extLst>
              <a:ext uri="{FF2B5EF4-FFF2-40B4-BE49-F238E27FC236}">
                <a16:creationId xmlns:a16="http://schemas.microsoft.com/office/drawing/2014/main" id="{3D916D82-5CF6-535F-4041-DEFCFF9A8AF8}"/>
              </a:ext>
            </a:extLst>
          </p:cNvPr>
          <p:cNvSpPr txBox="1">
            <a:spLocks/>
          </p:cNvSpPr>
          <p:nvPr/>
        </p:nvSpPr>
        <p:spPr>
          <a:xfrm>
            <a:off x="717846" y="3457097"/>
            <a:ext cx="8846321" cy="507996"/>
          </a:xfrm>
          <a:prstGeom prst="rect">
            <a:avLst/>
          </a:prstGeom>
          <a:solidFill>
            <a:schemeClr val="bg1">
              <a:lumMod val="95000"/>
            </a:schemeClr>
          </a:solidFill>
          <a:ln>
            <a:solidFill>
              <a:schemeClr val="tx1"/>
            </a:solidFill>
          </a:ln>
        </p:spPr>
        <p:txBody>
          <a:bodyPr/>
          <a:lstStyle>
            <a:lvl1pPr marL="0" indent="0" algn="l" rtl="0" eaLnBrk="1" fontAlgn="base" hangingPunct="1">
              <a:spcBef>
                <a:spcPct val="20000"/>
              </a:spcBef>
              <a:spcAft>
                <a:spcPct val="0"/>
              </a:spcAft>
              <a:buFont typeface="Meiryo UI" panose="020B0604020202020204" pitchFamily="34" charset="0"/>
              <a:buNone/>
              <a:defRPr kumimoji="1" sz="1462" noProof="1">
                <a:solidFill>
                  <a:schemeClr val="tx1"/>
                </a:solidFill>
                <a:latin typeface="+mj-ea"/>
                <a:ea typeface="+mj-ea"/>
                <a:cs typeface="+mn-cs"/>
              </a:defRPr>
            </a:lvl1pPr>
            <a:lvl2pPr marL="216687" indent="-14187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2pPr>
            <a:lvl3pPr marL="291495" indent="-14316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3pPr>
            <a:lvl4pPr marL="365015" indent="-148328"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4pPr>
            <a:lvl5pPr marL="439824" indent="-148328" algn="l" rtl="0" eaLnBrk="1" fontAlgn="base" hangingPunct="1">
              <a:spcBef>
                <a:spcPct val="20000"/>
              </a:spcBef>
              <a:spcAft>
                <a:spcPct val="0"/>
              </a:spcAft>
              <a:buFont typeface="Meiryo UI" panose="020B0604020202020204" pitchFamily="34" charset="0"/>
              <a:buChar char="•"/>
              <a:tabLst>
                <a:tab pos="439824" algn="l"/>
              </a:tabLst>
              <a:defRPr kumimoji="1" sz="1462" noProof="1">
                <a:solidFill>
                  <a:schemeClr val="tx1"/>
                </a:solidFill>
                <a:latin typeface="Meiryo UI" pitchFamily="18" charset="0"/>
                <a:ea typeface="+mn-ea"/>
              </a:defRPr>
            </a:lvl5pPr>
            <a:lvl6pPr marL="1885600"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6pPr>
            <a:lvl7pPr marL="2228436"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7pPr>
            <a:lvl8pPr marL="2571271"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8pPr>
            <a:lvl9pPr marL="2914107"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9pPr>
          </a:lstStyle>
          <a:p>
            <a:pPr marL="0" marR="0" lvl="0" indent="0" algn="l" defTabSz="914400" rtl="0" eaLnBrk="1" fontAlgn="base" latinLnBrk="0" hangingPunct="1">
              <a:lnSpc>
                <a:spcPct val="100000"/>
              </a:lnSpc>
              <a:spcBef>
                <a:spcPct val="20000"/>
              </a:spcBef>
              <a:spcAft>
                <a:spcPct val="0"/>
              </a:spcAft>
              <a:buClrTx/>
              <a:buSzTx/>
              <a:buFont typeface="Meiryo UI" panose="020B0604020202020204" pitchFamily="34" charset="0"/>
              <a:buNone/>
              <a:tabLst/>
              <a:defRPr/>
            </a:pP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要求事項</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a:t>
            </a:r>
          </a:p>
          <a:p>
            <a:pPr marL="0" marR="0" lvl="0" indent="0" algn="l" defTabSz="914400" rtl="0" eaLnBrk="1" fontAlgn="base" latinLnBrk="0" hangingPunct="1">
              <a:lnSpc>
                <a:spcPct val="100000"/>
              </a:lnSpc>
              <a:spcBef>
                <a:spcPct val="20000"/>
              </a:spcBef>
              <a:spcAft>
                <a:spcPct val="0"/>
              </a:spcAft>
              <a:buClrTx/>
              <a:buSzTx/>
              <a:buFont typeface="Meiryo UI" panose="020B0604020202020204" pitchFamily="34" charset="0"/>
              <a:buNone/>
              <a:tabLst/>
              <a:defRPr/>
            </a:pPr>
            <a:r>
              <a:rPr kumimoji="1" lang="ja-JP" altLang="en-US" sz="1200" b="1" i="0" u="sng" strike="noStrike" kern="1200" cap="none" spc="0" normalizeH="0" baseline="0" noProof="1">
                <a:ln>
                  <a:noFill/>
                </a:ln>
                <a:solidFill>
                  <a:prstClr val="black"/>
                </a:solidFill>
                <a:effectLst/>
                <a:uLnTx/>
                <a:uFillTx/>
                <a:latin typeface="Meiryo UI"/>
                <a:ea typeface="Meiryo UI"/>
                <a:cs typeface="+mn-cs"/>
              </a:rPr>
              <a:t>文書についての処理量が算出可能な前提で、文書についての処理</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のうち、医療向け・介護向けの処理の割合を算出してほしい旨要求していた。</a:t>
            </a:r>
          </a:p>
        </p:txBody>
      </p:sp>
      <p:cxnSp>
        <p:nvCxnSpPr>
          <p:cNvPr id="21" name="直線コネクタ 20">
            <a:extLst>
              <a:ext uri="{FF2B5EF4-FFF2-40B4-BE49-F238E27FC236}">
                <a16:creationId xmlns:a16="http://schemas.microsoft.com/office/drawing/2014/main" id="{5A1FA77F-05E6-4F92-B282-AC169F92E88F}"/>
              </a:ext>
            </a:extLst>
          </p:cNvPr>
          <p:cNvCxnSpPr/>
          <p:nvPr/>
        </p:nvCxnSpPr>
        <p:spPr bwMode="auto">
          <a:xfrm>
            <a:off x="6488816" y="5296821"/>
            <a:ext cx="3226684" cy="1311624"/>
          </a:xfrm>
          <a:prstGeom prst="line">
            <a:avLst/>
          </a:prstGeom>
          <a:solidFill>
            <a:schemeClr val="bg1"/>
          </a:solidFill>
          <a:ln w="9525" cap="flat" cmpd="sng" algn="ctr">
            <a:solidFill>
              <a:schemeClr val="tx1"/>
            </a:solidFill>
            <a:prstDash val="solid"/>
            <a:round/>
            <a:headEnd type="none" w="med" len="med"/>
            <a:tailEnd type="none" w="med" len="med"/>
          </a:ln>
          <a:effectLst/>
        </p:spPr>
      </p:cxnSp>
      <p:sp>
        <p:nvSpPr>
          <p:cNvPr id="7" name="コンテンツ プレースホルダー 2">
            <a:extLst>
              <a:ext uri="{FF2B5EF4-FFF2-40B4-BE49-F238E27FC236}">
                <a16:creationId xmlns:a16="http://schemas.microsoft.com/office/drawing/2014/main" id="{7429CCAE-09E4-2DF7-33EF-E5508BA23A91}"/>
              </a:ext>
            </a:extLst>
          </p:cNvPr>
          <p:cNvSpPr txBox="1">
            <a:spLocks/>
          </p:cNvSpPr>
          <p:nvPr/>
        </p:nvSpPr>
        <p:spPr>
          <a:xfrm>
            <a:off x="1383415" y="2236785"/>
            <a:ext cx="4979285" cy="507997"/>
          </a:xfrm>
          <a:prstGeom prst="rect">
            <a:avLst/>
          </a:prstGeom>
          <a:ln w="28575">
            <a:solidFill>
              <a:srgbClr val="FF0000"/>
            </a:solidFill>
          </a:ln>
        </p:spPr>
        <p:txBody>
          <a:bodyPr/>
          <a:lstStyle>
            <a:lvl1pPr marL="0" indent="0" algn="l" rtl="0" eaLnBrk="1" fontAlgn="base" hangingPunct="1">
              <a:spcBef>
                <a:spcPct val="20000"/>
              </a:spcBef>
              <a:spcAft>
                <a:spcPct val="0"/>
              </a:spcAft>
              <a:buFont typeface="Meiryo UI" panose="020B0604020202020204" pitchFamily="34" charset="0"/>
              <a:buNone/>
              <a:defRPr kumimoji="1" sz="1462" noProof="1">
                <a:solidFill>
                  <a:schemeClr val="tx1"/>
                </a:solidFill>
                <a:latin typeface="+mj-ea"/>
                <a:ea typeface="+mj-ea"/>
                <a:cs typeface="+mn-cs"/>
              </a:defRPr>
            </a:lvl1pPr>
            <a:lvl2pPr marL="216687" indent="-14187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2pPr>
            <a:lvl3pPr marL="291495" indent="-143169"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3pPr>
            <a:lvl4pPr marL="365015" indent="-148328" algn="l" rtl="0" eaLnBrk="1" fontAlgn="base" hangingPunct="1">
              <a:spcBef>
                <a:spcPct val="20000"/>
              </a:spcBef>
              <a:spcAft>
                <a:spcPct val="0"/>
              </a:spcAft>
              <a:buFont typeface="Meiryo UI" panose="020B0604020202020204" pitchFamily="34" charset="0"/>
              <a:buChar char="•"/>
              <a:defRPr kumimoji="1" sz="1462" noProof="1">
                <a:solidFill>
                  <a:schemeClr val="tx1"/>
                </a:solidFill>
                <a:latin typeface="Meiryo UI" pitchFamily="18" charset="0"/>
                <a:ea typeface="+mn-ea"/>
              </a:defRPr>
            </a:lvl4pPr>
            <a:lvl5pPr marL="439824" indent="-148328" algn="l" rtl="0" eaLnBrk="1" fontAlgn="base" hangingPunct="1">
              <a:spcBef>
                <a:spcPct val="20000"/>
              </a:spcBef>
              <a:spcAft>
                <a:spcPct val="0"/>
              </a:spcAft>
              <a:buFont typeface="Meiryo UI" panose="020B0604020202020204" pitchFamily="34" charset="0"/>
              <a:buChar char="•"/>
              <a:tabLst>
                <a:tab pos="439824" algn="l"/>
              </a:tabLst>
              <a:defRPr kumimoji="1" sz="1462" noProof="1">
                <a:solidFill>
                  <a:schemeClr val="tx1"/>
                </a:solidFill>
                <a:latin typeface="Meiryo UI" pitchFamily="18" charset="0"/>
                <a:ea typeface="+mn-ea"/>
              </a:defRPr>
            </a:lvl5pPr>
            <a:lvl6pPr marL="1885600"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6pPr>
            <a:lvl7pPr marL="2228436"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7pPr>
            <a:lvl8pPr marL="2571271"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8pPr>
            <a:lvl9pPr marL="2914107" indent="-171418" algn="l" rtl="0" eaLnBrk="1" fontAlgn="base" hangingPunct="1">
              <a:spcBef>
                <a:spcPct val="20000"/>
              </a:spcBef>
              <a:spcAft>
                <a:spcPct val="0"/>
              </a:spcAft>
              <a:buChar char="»"/>
              <a:defRPr kumimoji="1" sz="1500" noProof="1">
                <a:solidFill>
                  <a:schemeClr val="tx1"/>
                </a:solidFill>
                <a:latin typeface="Meiryo UI" pitchFamily="18" charset="0"/>
                <a:ea typeface="+mn-ea"/>
              </a:defRPr>
            </a:lvl9pPr>
          </a:lstStyle>
          <a:p>
            <a:pPr marL="0" marR="0" lvl="0" indent="0" algn="l" defTabSz="914400" rtl="0" eaLnBrk="1" fontAlgn="base" latinLnBrk="0" hangingPunct="1">
              <a:lnSpc>
                <a:spcPct val="100000"/>
              </a:lnSpc>
              <a:spcBef>
                <a:spcPct val="20000"/>
              </a:spcBef>
              <a:spcAft>
                <a:spcPct val="0"/>
              </a:spcAft>
              <a:buClrTx/>
              <a:buSzTx/>
              <a:buFont typeface="Meiryo UI" panose="020B0604020202020204" pitchFamily="34" charset="0"/>
              <a:buNone/>
              <a:tabLst/>
              <a:defRPr/>
            </a:pPr>
            <a:r>
              <a:rPr kumimoji="1" lang="en-US" altLang="ja-JP" sz="1200" b="1" i="0" u="sng" strike="noStrike" kern="1200" cap="none" spc="0" normalizeH="0" baseline="0" noProof="1">
                <a:ln>
                  <a:noFill/>
                </a:ln>
                <a:solidFill>
                  <a:prstClr val="black"/>
                </a:solidFill>
                <a:effectLst/>
                <a:uLnTx/>
                <a:uFillTx/>
                <a:latin typeface="Meiryo UI"/>
                <a:ea typeface="Meiryo UI"/>
                <a:cs typeface="+mn-cs"/>
              </a:rPr>
              <a:t>【</a:t>
            </a:r>
            <a:r>
              <a:rPr kumimoji="1" lang="ja-JP" altLang="en-US" sz="1200" b="1" i="0" u="sng" strike="noStrike" kern="1200" cap="none" spc="0" normalizeH="0" baseline="0" noProof="1">
                <a:ln>
                  <a:noFill/>
                </a:ln>
                <a:solidFill>
                  <a:prstClr val="black"/>
                </a:solidFill>
                <a:effectLst/>
                <a:uLnTx/>
                <a:uFillTx/>
                <a:latin typeface="Meiryo UI"/>
                <a:ea typeface="Meiryo UI"/>
                <a:cs typeface="+mn-cs"/>
              </a:rPr>
              <a:t>前提確認</a:t>
            </a:r>
            <a:r>
              <a:rPr kumimoji="1" lang="en-US" altLang="ja-JP" sz="1200" b="1" i="0" u="sng" strike="noStrike" kern="1200" cap="none" spc="0" normalizeH="0" baseline="0" noProof="1">
                <a:ln>
                  <a:noFill/>
                </a:ln>
                <a:solidFill>
                  <a:prstClr val="black"/>
                </a:solidFill>
                <a:effectLst/>
                <a:uLnTx/>
                <a:uFillTx/>
                <a:latin typeface="Meiryo UI"/>
                <a:ea typeface="Meiryo UI"/>
                <a:cs typeface="+mn-cs"/>
              </a:rPr>
              <a:t>】</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前提として、電カル共有基盤の処理のうち、文書についての処理量は算出可能</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であっているか。（</a:t>
            </a:r>
            <a:r>
              <a:rPr kumimoji="1" lang="en-US" altLang="ja-JP" sz="1200" b="0" i="0" u="none" strike="noStrike" kern="1200" cap="none" spc="0" normalizeH="0" baseline="0" noProof="1">
                <a:ln>
                  <a:noFill/>
                </a:ln>
                <a:solidFill>
                  <a:prstClr val="black"/>
                </a:solidFill>
                <a:effectLst/>
                <a:uLnTx/>
                <a:uFillTx/>
                <a:latin typeface="Meiryo UI"/>
                <a:ea typeface="Meiryo UI"/>
                <a:cs typeface="+mn-cs"/>
              </a:rPr>
              <a:t>※</a:t>
            </a:r>
            <a:r>
              <a:rPr kumimoji="1" lang="ja-JP" altLang="en-US" sz="1200" b="0" i="0" u="none" strike="noStrike" kern="1200" cap="none" spc="0" normalizeH="0" baseline="0" noProof="1">
                <a:ln>
                  <a:noFill/>
                </a:ln>
                <a:solidFill>
                  <a:prstClr val="black"/>
                </a:solidFill>
                <a:effectLst/>
                <a:uLnTx/>
                <a:uFillTx/>
                <a:latin typeface="Meiryo UI"/>
                <a:ea typeface="Meiryo UI"/>
                <a:cs typeface="+mn-cs"/>
              </a:rPr>
              <a:t>おおよそ何割といった概算レベルも含める）</a:t>
            </a:r>
          </a:p>
        </p:txBody>
      </p:sp>
      <p:cxnSp>
        <p:nvCxnSpPr>
          <p:cNvPr id="8" name="直線コネクタ 7">
            <a:extLst>
              <a:ext uri="{FF2B5EF4-FFF2-40B4-BE49-F238E27FC236}">
                <a16:creationId xmlns:a16="http://schemas.microsoft.com/office/drawing/2014/main" id="{B547B848-1ECD-3A05-1863-F78E3A559131}"/>
              </a:ext>
            </a:extLst>
          </p:cNvPr>
          <p:cNvCxnSpPr>
            <a:cxnSpLocks/>
          </p:cNvCxnSpPr>
          <p:nvPr/>
        </p:nvCxnSpPr>
        <p:spPr bwMode="auto">
          <a:xfrm flipH="1" flipV="1">
            <a:off x="1977776" y="2688054"/>
            <a:ext cx="117724" cy="1059279"/>
          </a:xfrm>
          <a:prstGeom prst="line">
            <a:avLst/>
          </a:prstGeom>
          <a:solidFill>
            <a:schemeClr val="bg1"/>
          </a:solidFill>
          <a:ln w="9525" cap="flat" cmpd="sng" algn="ctr">
            <a:solidFill>
              <a:schemeClr val="tx1"/>
            </a:solidFill>
            <a:prstDash val="solid"/>
            <a:round/>
            <a:headEnd type="none" w="med" len="med"/>
            <a:tailEnd type="none" w="med" len="med"/>
          </a:ln>
          <a:effectLst/>
        </p:spPr>
      </p:cxnSp>
      <p:sp>
        <p:nvSpPr>
          <p:cNvPr id="10" name="正方形/長方形 9">
            <a:extLst>
              <a:ext uri="{FF2B5EF4-FFF2-40B4-BE49-F238E27FC236}">
                <a16:creationId xmlns:a16="http://schemas.microsoft.com/office/drawing/2014/main" id="{A4113EA5-7059-79D6-A51C-97BF7907B30B}"/>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858085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C8F3C-4887-7793-05ED-EBEF230E8F7D}"/>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18F68BB6-CD73-42A0-95A4-281770E0EB44}"/>
              </a:ext>
            </a:extLst>
          </p:cNvPr>
          <p:cNvSpPr>
            <a:spLocks noGrp="1"/>
          </p:cNvSpPr>
          <p:nvPr>
            <p:ph idx="1"/>
          </p:nvPr>
        </p:nvSpPr>
        <p:spPr>
          <a:xfrm>
            <a:off x="493582" y="750546"/>
            <a:ext cx="8919900" cy="1588794"/>
          </a:xfrm>
        </p:spPr>
        <p:txBody>
          <a:bodyPr/>
          <a:lstStyle/>
          <a:p>
            <a:pPr marL="285750" indent="-285750">
              <a:buFont typeface="Arial" panose="020B0604020202020204" pitchFamily="34" charset="0"/>
              <a:buChar char="•"/>
            </a:pPr>
            <a:r>
              <a:rPr lang="ja-JP" altLang="en-US" sz="1200" noProof="1"/>
              <a:t>９</a:t>
            </a:r>
            <a:r>
              <a:rPr lang="en-US" altLang="ja-JP" sz="1200" noProof="1"/>
              <a:t>/28</a:t>
            </a:r>
            <a:r>
              <a:rPr lang="ja-JP" altLang="en-US" sz="1200" noProof="1"/>
              <a:t>開発課題検討会にて報告のように、</a:t>
            </a:r>
            <a:r>
              <a:rPr kumimoji="1" lang="en-US" altLang="ja-JP" sz="1200" noProof="1"/>
              <a:t>10/20</a:t>
            </a:r>
            <a:r>
              <a:rPr kumimoji="1" lang="ja-JP" altLang="en-US" sz="1200" noProof="1"/>
              <a:t>の調達委員会時点で案件内容詳細が確定しきれないが、概要レベルで案件内容を提示可能なものについては全件案件概要を起票する。</a:t>
            </a:r>
            <a:endParaRPr kumimoji="1" lang="en-US" altLang="ja-JP" sz="1200" noProof="1"/>
          </a:p>
          <a:p>
            <a:pPr marL="285750" indent="-285750">
              <a:buFont typeface="Arial" panose="020B0604020202020204" pitchFamily="34" charset="0"/>
              <a:buChar char="•"/>
            </a:pPr>
            <a:r>
              <a:rPr lang="ja-JP" altLang="en-US" sz="1200" noProof="1"/>
              <a:t>なお、案件内容詳細の詰まり具合等により、</a:t>
            </a:r>
            <a:r>
              <a:rPr kumimoji="1" lang="ja-JP" altLang="en-US" sz="1200" noProof="1"/>
              <a:t>要件定義の優先度をつけて提示させていただくため、</a:t>
            </a:r>
            <a:r>
              <a:rPr lang="ja-JP" altLang="en-US" sz="1200" noProof="1"/>
              <a:t>要件定義の優先度「低」については開発事業者における要件定義フェーズの中で、着手の順番を後ろにする等は実施いただいてもよい。</a:t>
            </a:r>
            <a:endParaRPr lang="en-US" altLang="ja-JP" sz="1200" noProof="1"/>
          </a:p>
        </p:txBody>
      </p:sp>
      <p:sp>
        <p:nvSpPr>
          <p:cNvPr id="3" name="タイトル 2">
            <a:extLst>
              <a:ext uri="{FF2B5EF4-FFF2-40B4-BE49-F238E27FC236}">
                <a16:creationId xmlns:a16="http://schemas.microsoft.com/office/drawing/2014/main" id="{F96A251A-4BD2-9CE9-2B64-AB4357A740ED}"/>
              </a:ext>
            </a:extLst>
          </p:cNvPr>
          <p:cNvSpPr>
            <a:spLocks noGrp="1"/>
          </p:cNvSpPr>
          <p:nvPr>
            <p:ph type="title"/>
          </p:nvPr>
        </p:nvSpPr>
        <p:spPr/>
        <p:txBody>
          <a:bodyPr>
            <a:normAutofit fontScale="90000"/>
          </a:bodyPr>
          <a:lstStyle/>
          <a:p>
            <a:r>
              <a:rPr lang="en-US" altLang="ja-JP"/>
              <a:t>2</a:t>
            </a:r>
            <a:r>
              <a:rPr kumimoji="1" lang="ja-JP" altLang="en-US"/>
              <a:t>．令和</a:t>
            </a:r>
            <a:r>
              <a:rPr kumimoji="1" lang="en-US" altLang="ja-JP"/>
              <a:t>9</a:t>
            </a:r>
            <a:r>
              <a:rPr kumimoji="1" lang="ja-JP" altLang="en-US"/>
              <a:t>年度案件について</a:t>
            </a:r>
            <a:br>
              <a:rPr kumimoji="1" lang="en-US" altLang="ja-JP"/>
            </a:br>
            <a:r>
              <a:rPr kumimoji="1" lang="ja-JP" altLang="en-US"/>
              <a:t>前提事項</a:t>
            </a:r>
          </a:p>
        </p:txBody>
      </p:sp>
      <p:pic>
        <p:nvPicPr>
          <p:cNvPr id="7" name="図 6">
            <a:extLst>
              <a:ext uri="{FF2B5EF4-FFF2-40B4-BE49-F238E27FC236}">
                <a16:creationId xmlns:a16="http://schemas.microsoft.com/office/drawing/2014/main" id="{D8EDCFB8-0CC2-A77A-9EAF-145349591133}"/>
              </a:ext>
            </a:extLst>
          </p:cNvPr>
          <p:cNvPicPr>
            <a:picLocks noChangeAspect="1"/>
          </p:cNvPicPr>
          <p:nvPr/>
        </p:nvPicPr>
        <p:blipFill>
          <a:blip r:embed="rId2"/>
          <a:stretch>
            <a:fillRect/>
          </a:stretch>
        </p:blipFill>
        <p:spPr>
          <a:xfrm>
            <a:off x="1834492" y="2181031"/>
            <a:ext cx="6237015" cy="4317935"/>
          </a:xfrm>
          <a:prstGeom prst="rect">
            <a:avLst/>
          </a:prstGeom>
          <a:ln>
            <a:solidFill>
              <a:schemeClr val="bg1">
                <a:lumMod val="50000"/>
              </a:schemeClr>
            </a:solidFill>
          </a:ln>
        </p:spPr>
      </p:pic>
      <p:sp>
        <p:nvSpPr>
          <p:cNvPr id="5" name="正方形/長方形 4">
            <a:extLst>
              <a:ext uri="{FF2B5EF4-FFF2-40B4-BE49-F238E27FC236}">
                <a16:creationId xmlns:a16="http://schemas.microsoft.com/office/drawing/2014/main" id="{B88F2C2E-1520-AB11-AFA5-EBB598178513}"/>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40926866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03233-E09D-5C4B-7325-F5C3EEE7CF6D}"/>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3D6EE0B0-4816-3938-BA3A-7A779637416F}"/>
              </a:ext>
            </a:extLst>
          </p:cNvPr>
          <p:cNvSpPr>
            <a:spLocks noGrp="1"/>
          </p:cNvSpPr>
          <p:nvPr>
            <p:ph idx="1"/>
          </p:nvPr>
        </p:nvSpPr>
        <p:spPr>
          <a:xfrm>
            <a:off x="493582" y="750546"/>
            <a:ext cx="8919900" cy="1588794"/>
          </a:xfrm>
        </p:spPr>
        <p:txBody>
          <a:bodyPr/>
          <a:lstStyle/>
          <a:p>
            <a:pPr marL="285750" indent="-285750">
              <a:buFont typeface="Arial" panose="020B0604020202020204" pitchFamily="34" charset="0"/>
              <a:buChar char="•"/>
            </a:pPr>
            <a:r>
              <a:rPr lang="en-US" altLang="ja-JP" sz="1200" noProof="1"/>
              <a:t>10/5</a:t>
            </a:r>
            <a:r>
              <a:rPr lang="ja-JP" altLang="en-US" sz="1200" noProof="1"/>
              <a:t>時点、令和</a:t>
            </a:r>
            <a:r>
              <a:rPr lang="en-US" altLang="ja-JP" sz="1200" noProof="1"/>
              <a:t>9</a:t>
            </a:r>
            <a:r>
              <a:rPr lang="ja-JP" altLang="en-US" sz="1200" noProof="1"/>
              <a:t>年度案件は全</a:t>
            </a:r>
            <a:r>
              <a:rPr lang="en-US" altLang="ja-JP" sz="1200" noProof="1"/>
              <a:t>19</a:t>
            </a:r>
            <a:r>
              <a:rPr lang="ja-JP" altLang="en-US" sz="1200" noProof="1"/>
              <a:t>件（うち、「優先度　高：</a:t>
            </a:r>
            <a:r>
              <a:rPr lang="en-US" altLang="ja-JP" sz="1200" noProof="1"/>
              <a:t>8</a:t>
            </a:r>
            <a:r>
              <a:rPr lang="ja-JP" altLang="en-US" sz="1200" noProof="1"/>
              <a:t>件、中：</a:t>
            </a:r>
            <a:r>
              <a:rPr lang="en-US" altLang="ja-JP" sz="1200" noProof="1"/>
              <a:t>4</a:t>
            </a:r>
            <a:r>
              <a:rPr lang="ja-JP" altLang="en-US" sz="1200" noProof="1"/>
              <a:t>件、低：</a:t>
            </a:r>
            <a:r>
              <a:rPr lang="en-US" altLang="ja-JP" sz="1200" noProof="1"/>
              <a:t>7</a:t>
            </a:r>
            <a:r>
              <a:rPr lang="ja-JP" altLang="en-US" sz="1200" noProof="1"/>
              <a:t>件」）を登録した。</a:t>
            </a:r>
            <a:endParaRPr lang="en-US" altLang="ja-JP" sz="1200" noProof="1"/>
          </a:p>
          <a:p>
            <a:pPr marL="285750" indent="-285750">
              <a:buFont typeface="Arial" panose="020B0604020202020204" pitchFamily="34" charset="0"/>
              <a:buChar char="•"/>
            </a:pPr>
            <a:r>
              <a:rPr lang="en-US" altLang="ja-JP" sz="1200" noProof="1"/>
              <a:t>10/20</a:t>
            </a:r>
            <a:r>
              <a:rPr lang="ja-JP" altLang="en-US" sz="1200" noProof="1"/>
              <a:t>の調達委員会に向けて要件定義フェーズの調達を進めていただきたい。</a:t>
            </a:r>
            <a:endParaRPr lang="en-US" altLang="ja-JP" sz="1200" noProof="1"/>
          </a:p>
        </p:txBody>
      </p:sp>
      <p:sp>
        <p:nvSpPr>
          <p:cNvPr id="3" name="タイトル 2">
            <a:extLst>
              <a:ext uri="{FF2B5EF4-FFF2-40B4-BE49-F238E27FC236}">
                <a16:creationId xmlns:a16="http://schemas.microsoft.com/office/drawing/2014/main" id="{2D7F328C-9BE2-CCEC-7F77-276534CD476A}"/>
              </a:ext>
            </a:extLst>
          </p:cNvPr>
          <p:cNvSpPr>
            <a:spLocks noGrp="1"/>
          </p:cNvSpPr>
          <p:nvPr>
            <p:ph type="title"/>
          </p:nvPr>
        </p:nvSpPr>
        <p:spPr/>
        <p:txBody>
          <a:bodyPr>
            <a:normAutofit fontScale="90000"/>
          </a:bodyPr>
          <a:lstStyle/>
          <a:p>
            <a:r>
              <a:rPr lang="en-US" altLang="ja-JP"/>
              <a:t>2</a:t>
            </a:r>
            <a:r>
              <a:rPr kumimoji="1" lang="ja-JP" altLang="en-US"/>
              <a:t>．令和</a:t>
            </a:r>
            <a:r>
              <a:rPr kumimoji="1" lang="en-US" altLang="ja-JP"/>
              <a:t>9</a:t>
            </a:r>
            <a:r>
              <a:rPr kumimoji="1" lang="ja-JP" altLang="en-US"/>
              <a:t>年度案件について</a:t>
            </a:r>
            <a:br>
              <a:rPr kumimoji="1" lang="en-US" altLang="ja-JP"/>
            </a:br>
            <a:r>
              <a:rPr kumimoji="1" lang="ja-JP" altLang="en-US"/>
              <a:t>一覧</a:t>
            </a:r>
            <a:r>
              <a:rPr kumimoji="1" lang="en-US" altLang="ja-JP"/>
              <a:t>(1/2)</a:t>
            </a:r>
            <a:endParaRPr kumimoji="1" lang="ja-JP" altLang="en-US"/>
          </a:p>
        </p:txBody>
      </p:sp>
      <p:graphicFrame>
        <p:nvGraphicFramePr>
          <p:cNvPr id="5" name="表 4">
            <a:extLst>
              <a:ext uri="{FF2B5EF4-FFF2-40B4-BE49-F238E27FC236}">
                <a16:creationId xmlns:a16="http://schemas.microsoft.com/office/drawing/2014/main" id="{964DDEF4-0176-B51F-0DA7-E4F6CF28717F}"/>
              </a:ext>
            </a:extLst>
          </p:cNvPr>
          <p:cNvGraphicFramePr>
            <a:graphicFrameLocks noGrp="1"/>
          </p:cNvGraphicFramePr>
          <p:nvPr/>
        </p:nvGraphicFramePr>
        <p:xfrm>
          <a:off x="137258" y="1338823"/>
          <a:ext cx="9654888" cy="5349240"/>
        </p:xfrm>
        <a:graphic>
          <a:graphicData uri="http://schemas.openxmlformats.org/drawingml/2006/table">
            <a:tbl>
              <a:tblPr/>
              <a:tblGrid>
                <a:gridCol w="252000">
                  <a:extLst>
                    <a:ext uri="{9D8B030D-6E8A-4147-A177-3AD203B41FA5}">
                      <a16:colId xmlns:a16="http://schemas.microsoft.com/office/drawing/2014/main" val="1697557401"/>
                    </a:ext>
                  </a:extLst>
                </a:gridCol>
                <a:gridCol w="432000">
                  <a:extLst>
                    <a:ext uri="{9D8B030D-6E8A-4147-A177-3AD203B41FA5}">
                      <a16:colId xmlns:a16="http://schemas.microsoft.com/office/drawing/2014/main" val="3768795638"/>
                    </a:ext>
                  </a:extLst>
                </a:gridCol>
                <a:gridCol w="792000">
                  <a:extLst>
                    <a:ext uri="{9D8B030D-6E8A-4147-A177-3AD203B41FA5}">
                      <a16:colId xmlns:a16="http://schemas.microsoft.com/office/drawing/2014/main" val="962610010"/>
                    </a:ext>
                  </a:extLst>
                </a:gridCol>
                <a:gridCol w="2412000">
                  <a:extLst>
                    <a:ext uri="{9D8B030D-6E8A-4147-A177-3AD203B41FA5}">
                      <a16:colId xmlns:a16="http://schemas.microsoft.com/office/drawing/2014/main" val="3941572843"/>
                    </a:ext>
                  </a:extLst>
                </a:gridCol>
                <a:gridCol w="3633669">
                  <a:extLst>
                    <a:ext uri="{9D8B030D-6E8A-4147-A177-3AD203B41FA5}">
                      <a16:colId xmlns:a16="http://schemas.microsoft.com/office/drawing/2014/main" val="2246884476"/>
                    </a:ext>
                  </a:extLst>
                </a:gridCol>
                <a:gridCol w="486033">
                  <a:extLst>
                    <a:ext uri="{9D8B030D-6E8A-4147-A177-3AD203B41FA5}">
                      <a16:colId xmlns:a16="http://schemas.microsoft.com/office/drawing/2014/main" val="3722656275"/>
                    </a:ext>
                  </a:extLst>
                </a:gridCol>
                <a:gridCol w="1647186">
                  <a:extLst>
                    <a:ext uri="{9D8B030D-6E8A-4147-A177-3AD203B41FA5}">
                      <a16:colId xmlns:a16="http://schemas.microsoft.com/office/drawing/2014/main" val="32323729"/>
                    </a:ext>
                  </a:extLst>
                </a:gridCol>
              </a:tblGrid>
              <a:tr h="201564">
                <a:tc>
                  <a:txBody>
                    <a:bodyPr/>
                    <a:lstStyle/>
                    <a:p>
                      <a:pPr algn="ctr" fontAlgn="t">
                        <a:buNone/>
                      </a:pPr>
                      <a:r>
                        <a:rPr lang="ja-JP" sz="900" b="1" i="0" u="none" strike="noStrike">
                          <a:solidFill>
                            <a:srgbClr val="FFFFFF"/>
                          </a:solidFill>
                          <a:effectLst/>
                          <a:latin typeface="Meiryo UI" panose="020B0604030504040204" pitchFamily="50" charset="-128"/>
                          <a:ea typeface="Meiryo UI" panose="020B0604030504040204" pitchFamily="50" charset="-128"/>
                        </a:rPr>
                        <a:t>＃</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t">
                        <a:buNone/>
                      </a:pPr>
                      <a:r>
                        <a:rPr lang="ja-JP" sz="900" b="1" i="0" u="none" strike="noStrike">
                          <a:solidFill>
                            <a:srgbClr val="FFFFFF"/>
                          </a:solidFill>
                          <a:effectLst/>
                          <a:latin typeface="Meiryo UI" panose="020B0604030504040204" pitchFamily="50" charset="-128"/>
                          <a:ea typeface="Meiryo UI" panose="020B0604030504040204" pitchFamily="50" charset="-128"/>
                        </a:rPr>
                        <a:t>案件ID</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t">
                        <a:buNone/>
                      </a:pPr>
                      <a:r>
                        <a:rPr lang="ja-JP" sz="900" b="1" i="0" u="none" strike="noStrike">
                          <a:solidFill>
                            <a:srgbClr val="FFFFFF"/>
                          </a:solidFill>
                          <a:effectLst/>
                          <a:latin typeface="Meiryo UI" panose="020B0604030504040204" pitchFamily="50" charset="-128"/>
                          <a:ea typeface="Meiryo UI" panose="020B0604030504040204" pitchFamily="50" charset="-128"/>
                        </a:rPr>
                        <a:t>案件区分</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t">
                        <a:buNone/>
                      </a:pPr>
                      <a:r>
                        <a:rPr lang="ja-JP" sz="900" b="1" i="0" u="none" strike="noStrike">
                          <a:solidFill>
                            <a:srgbClr val="FFFFFF"/>
                          </a:solidFill>
                          <a:effectLst/>
                          <a:latin typeface="Meiryo UI" panose="020B0604030504040204" pitchFamily="50" charset="-128"/>
                          <a:ea typeface="Meiryo UI" panose="020B0604030504040204" pitchFamily="50" charset="-128"/>
                        </a:rPr>
                        <a:t>案件名称</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t">
                        <a:buNone/>
                      </a:pPr>
                      <a:r>
                        <a:rPr lang="ja-JP" sz="900" b="1" i="0" u="none" strike="noStrike">
                          <a:solidFill>
                            <a:srgbClr val="FFFFFF"/>
                          </a:solidFill>
                          <a:effectLst/>
                          <a:latin typeface="Meiryo UI" panose="020B0604030504040204" pitchFamily="50" charset="-128"/>
                          <a:ea typeface="Meiryo UI" panose="020B0604030504040204" pitchFamily="50" charset="-128"/>
                        </a:rPr>
                        <a:t>案件概要</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t">
                        <a:buNone/>
                      </a:pPr>
                      <a:r>
                        <a:rPr lang="ja-JP" sz="900" b="1" i="0" u="none" strike="noStrike">
                          <a:solidFill>
                            <a:srgbClr val="FFFFFF"/>
                          </a:solidFill>
                          <a:effectLst/>
                          <a:latin typeface="Meiryo UI" panose="020B0604030504040204" pitchFamily="50" charset="-128"/>
                          <a:ea typeface="Meiryo UI" panose="020B0604030504040204" pitchFamily="50" charset="-128"/>
                        </a:rPr>
                        <a:t>優先度</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t">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備考</a:t>
                      </a:r>
                      <a:endParaRPr lang="ja-JP" sz="900" b="1" i="0" u="none" strike="noStrike">
                        <a:solidFill>
                          <a:srgbClr val="FFFFFF"/>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323051007"/>
                  </a:ext>
                </a:extLst>
              </a:tr>
              <a:tr h="125978">
                <a:tc>
                  <a:txBody>
                    <a:bodyPr/>
                    <a:lstStyle/>
                    <a:p>
                      <a:pPr algn="r"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1</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011</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健診文書</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健診PDF帳票の表示件数の拡張</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健診PDF帳票の表示上限を5回分から５年分(回数上限なし)に変更する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低</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kumimoji="1" lang="ja-JP"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ー</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54295213"/>
                  </a:ext>
                </a:extLst>
              </a:tr>
              <a:tr h="201564">
                <a:tc>
                  <a:txBody>
                    <a:bodyPr/>
                    <a:lstStyle/>
                    <a:p>
                      <a:pPr algn="r" fontAlgn="ctr">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2</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059</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マイナポ連携</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医療機関等検索の検索キーの追加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マイナポータルにおいて医療機関検索の拡充（医療機関名（カナ）の項目追加、都道府県入力必須の解除）</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中</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kumimoji="1" lang="ja-JP"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ー</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22519823"/>
                  </a:ext>
                </a:extLst>
              </a:tr>
              <a:tr h="277151">
                <a:tc>
                  <a:txBody>
                    <a:bodyPr/>
                    <a:lstStyle/>
                    <a:p>
                      <a:pPr algn="r" fontAlgn="ctr">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3</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148</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臨床情報(全般)</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本サービス対象施設種別の追加（訪問看護ステーションによる健診文書・臨床情報閲覧）</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訪問看護ステーションで健診文書の取得・閲覧、臨床情報の取得・閲覧ができるようにする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中</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kumimoji="1" lang="ja-JP"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ー</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93972938"/>
                  </a:ext>
                </a:extLst>
              </a:tr>
              <a:tr h="277151">
                <a:tc>
                  <a:txBody>
                    <a:bodyPr/>
                    <a:lstStyle/>
                    <a:p>
                      <a:pPr algn="r" fontAlgn="ctr">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4</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149</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サービスデザイン</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「職域診療所」へのサービス導入</a:t>
                      </a:r>
                      <a:br>
                        <a:rPr lang="ja-JP" sz="900" b="0" i="0" u="none" strike="noStrike">
                          <a:solidFill>
                            <a:srgbClr val="000000"/>
                          </a:solidFill>
                          <a:effectLst/>
                          <a:latin typeface="Meiryo UI" panose="020B0604030504040204" pitchFamily="50" charset="-128"/>
                          <a:ea typeface="Meiryo UI" panose="020B0604030504040204" pitchFamily="50" charset="-128"/>
                        </a:rPr>
                      </a:br>
                      <a:r>
                        <a:rPr lang="ja-JP" sz="900" b="0" i="0" u="none" strike="noStrike">
                          <a:solidFill>
                            <a:srgbClr val="000000"/>
                          </a:solidFill>
                          <a:effectLst/>
                          <a:latin typeface="Meiryo UI" panose="020B0604030504040204" pitchFamily="50" charset="-128"/>
                          <a:ea typeface="Meiryo UI" panose="020B0604030504040204" pitchFamily="50" charset="-128"/>
                        </a:rPr>
                        <a:t>(3文書6情報/2文書6情報の登録・閲覧）</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職域診療所も、保険医療機関（医科）と同様の取り扱いで、本サービスの利用ができるようにする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ja-JP" sz="900" b="0" i="0" u="none" strike="noStrike">
                          <a:solidFill>
                            <a:srgbClr val="000000"/>
                          </a:solidFill>
                          <a:effectLst/>
                          <a:latin typeface="Meiryo UI" panose="020B0604030504040204" pitchFamily="50" charset="-128"/>
                          <a:ea typeface="Meiryo UI" panose="020B0604030504040204" pitchFamily="50" charset="-128"/>
                        </a:rPr>
                        <a:t>低</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kumimoji="1" lang="ja-JP"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ー</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96493176"/>
                  </a:ext>
                </a:extLst>
              </a:tr>
              <a:tr h="201564">
                <a:tc>
                  <a:txBody>
                    <a:bodyPr/>
                    <a:lstStyle/>
                    <a:p>
                      <a:pPr algn="r" fontAlgn="ctr">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5</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159</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サービスデザイン</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「健診実施機関(単独)」へのサービス導入</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健診実施機関(単独)も、健診文書の登録</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および「薬剤情報等・特定健診情報・臨床情報」の取得・閲覧をできるようにする。</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中</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kumimoji="1" lang="ja-JP"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ー</a:t>
                      </a:r>
                      <a:endParaRPr lang="ja-JP" sz="900" b="1"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974572"/>
                  </a:ext>
                </a:extLst>
              </a:tr>
              <a:tr h="201564">
                <a:tc>
                  <a:txBody>
                    <a:bodyPr/>
                    <a:lstStyle/>
                    <a:p>
                      <a:pPr algn="r" fontAlgn="ctr">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6</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178</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3文書6情報+患者サマリ</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文書・臨床情報・患者サマリーの保存期間の延長</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文書臨床情報・患者サマリーの閲覧可能期間を現行仕様から延長する。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低</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kumimoji="1" lang="ja-JP"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ー</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5892404"/>
                  </a:ext>
                </a:extLst>
              </a:tr>
              <a:tr h="277151">
                <a:tc>
                  <a:txBody>
                    <a:bodyPr/>
                    <a:lstStyle/>
                    <a:p>
                      <a:pPr algn="r" fontAlgn="ctr">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7</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207</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患者サマリー</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自己情報提供不可フラグ設定した患者に対する患者サマリーの登録時のエラーのアドオンチェック</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自己情報提供不可フラグが設定されている患者に対して、患者サマリーを登録しようとすると、アドオンチェックで登録エラーとする。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高</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kumimoji="1" lang="ja-JP"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ー</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50307923"/>
                  </a:ext>
                </a:extLst>
              </a:tr>
              <a:tr h="277151">
                <a:tc>
                  <a:txBody>
                    <a:bodyPr/>
                    <a:lstStyle/>
                    <a:p>
                      <a:pPr algn="r" fontAlgn="ctr">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8</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211</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標準マスタ</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標準マスタにおける1つのコードに対するdisplay値変更時における経過措置期間の設定機能の追加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全国運用開始後に1コードに対するdisplay値の変更が発生した場合でも、旧display値による登録がエラーとならないよう改修する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中</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kumimoji="1" lang="ja-JP"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ー</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71488370"/>
                  </a:ext>
                </a:extLst>
              </a:tr>
              <a:tr h="125978">
                <a:tc>
                  <a:txBody>
                    <a:bodyPr/>
                    <a:lstStyle/>
                    <a:p>
                      <a:pPr algn="r" fontAlgn="ctr">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9</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214</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健診文書</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健診項目の拡充</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健診項目を拡充する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低</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kumimoji="1" lang="ja-JP"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ー</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1422555"/>
                  </a:ext>
                </a:extLst>
              </a:tr>
              <a:tr h="201564">
                <a:tc>
                  <a:txBody>
                    <a:bodyPr/>
                    <a:lstStyle/>
                    <a:p>
                      <a:pPr algn="r" fontAlgn="ctr">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10</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215</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3文書6情報</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保険医療機関（歯科）の診療情報提供書</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保険医療機関（歯科）も、保険医療機関（医科）と同様に診療情報提供書の利用ができるようにする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高</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ー</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21864056"/>
                  </a:ext>
                </a:extLst>
              </a:tr>
              <a:tr h="201564">
                <a:tc>
                  <a:txBody>
                    <a:bodyPr/>
                    <a:lstStyle/>
                    <a:p>
                      <a:pPr algn="r" fontAlgn="ctr">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11</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216</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全体</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サポートするプロファイルバージョンの終了(令和</a:t>
                      </a:r>
                      <a:r>
                        <a:rPr lang="en-US" altLang="ja-JP" sz="900" b="0" i="0" u="none" strike="noStrike">
                          <a:solidFill>
                            <a:srgbClr val="000000"/>
                          </a:solidFill>
                          <a:effectLst/>
                          <a:latin typeface="Meiryo UI" panose="020B0604030504040204" pitchFamily="50" charset="-128"/>
                          <a:ea typeface="Meiryo UI" panose="020B0604030504040204" pitchFamily="50" charset="-128"/>
                        </a:rPr>
                        <a:t>9</a:t>
                      </a:r>
                      <a:r>
                        <a:rPr lang="ja-JP" sz="900" b="0" i="0" u="none" strike="noStrike">
                          <a:solidFill>
                            <a:srgbClr val="000000"/>
                          </a:solidFill>
                          <a:effectLst/>
                          <a:latin typeface="Meiryo UI" panose="020B0604030504040204" pitchFamily="50" charset="-128"/>
                          <a:ea typeface="Meiryo UI" panose="020B0604030504040204" pitchFamily="50" charset="-128"/>
                        </a:rPr>
                        <a:t>年)</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CLINS1.12.0版をシステム的に利用できないようにする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高</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ー</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7375358"/>
                  </a:ext>
                </a:extLst>
              </a:tr>
              <a:tr h="277151">
                <a:tc>
                  <a:txBody>
                    <a:bodyPr/>
                    <a:lstStyle/>
                    <a:p>
                      <a:pPr algn="r" fontAlgn="ctr">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12</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217</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健診文書</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健診文書の登録について保険者へ連携する同意がなくても登録可能とする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健診文書について、患者が保険者への連携することに同意がない場合においても、中央基盤へ送れるようにし、患者本人や患者本人が同意した医療機関にて健診結果を閲覧できるようにする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高</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ー</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23371408"/>
                  </a:ext>
                </a:extLst>
              </a:tr>
              <a:tr h="201564">
                <a:tc>
                  <a:txBody>
                    <a:bodyPr/>
                    <a:lstStyle/>
                    <a:p>
                      <a:pPr algn="r" fontAlgn="ctr">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13</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218</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臨床情報：感染症・検査</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検査・感染症の検査結果に対する注意事項の追記</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検査・感染症の検査結果において「検出せず」の場合においても、検査結果「０」で登録されるケースがある旨をPDF上に表示する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高</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ー</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8975883"/>
                  </a:ext>
                </a:extLst>
              </a:tr>
              <a:tr h="352737">
                <a:tc>
                  <a:txBody>
                    <a:bodyPr/>
                    <a:lstStyle/>
                    <a:p>
                      <a:pPr algn="r" fontAlgn="ctr">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14</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219</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患者サマリー</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医療機関の承継が発生した際における患者サマリーのマイナポでの処方情報・検査情報の表示対象範囲の正規化</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承継後の医療機関にて登録された患者サマリについて、承継元医療機関として登録した処方情報・検査情報も含めた指導日から30日間分の処方情報・検査情報を抽出・表示する仕様とする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高</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ー</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5393305"/>
                  </a:ext>
                </a:extLst>
              </a:tr>
            </a:tbl>
          </a:graphicData>
        </a:graphic>
      </p:graphicFrame>
      <p:sp>
        <p:nvSpPr>
          <p:cNvPr id="6" name="正方形/長方形 5">
            <a:extLst>
              <a:ext uri="{FF2B5EF4-FFF2-40B4-BE49-F238E27FC236}">
                <a16:creationId xmlns:a16="http://schemas.microsoft.com/office/drawing/2014/main" id="{A9FE3D13-D994-16C9-A33D-39C63A7E41ED}"/>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2821827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A3349-355E-640C-B2C8-CBDAF71755F1}"/>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70B1909C-7CAF-3FC6-512E-7F27E20C1299}"/>
              </a:ext>
            </a:extLst>
          </p:cNvPr>
          <p:cNvSpPr>
            <a:spLocks noGrp="1"/>
          </p:cNvSpPr>
          <p:nvPr>
            <p:ph idx="1"/>
          </p:nvPr>
        </p:nvSpPr>
        <p:spPr>
          <a:xfrm>
            <a:off x="493582" y="750546"/>
            <a:ext cx="8919900" cy="1588794"/>
          </a:xfrm>
        </p:spPr>
        <p:txBody>
          <a:bodyPr/>
          <a:lstStyle/>
          <a:p>
            <a:pPr marL="285750" indent="-285750">
              <a:buFont typeface="Arial" panose="020B0604020202020204" pitchFamily="34" charset="0"/>
              <a:buChar char="•"/>
            </a:pPr>
            <a:r>
              <a:rPr lang="ja-JP" altLang="en-US" sz="1200" noProof="1"/>
              <a:t>前のページのつづき</a:t>
            </a:r>
            <a:endParaRPr lang="en-US" altLang="ja-JP" sz="1200" noProof="1"/>
          </a:p>
        </p:txBody>
      </p:sp>
      <p:sp>
        <p:nvSpPr>
          <p:cNvPr id="3" name="タイトル 2">
            <a:extLst>
              <a:ext uri="{FF2B5EF4-FFF2-40B4-BE49-F238E27FC236}">
                <a16:creationId xmlns:a16="http://schemas.microsoft.com/office/drawing/2014/main" id="{AD3B3F09-6FC6-927E-6737-7E0A9C5B08B7}"/>
              </a:ext>
            </a:extLst>
          </p:cNvPr>
          <p:cNvSpPr>
            <a:spLocks noGrp="1"/>
          </p:cNvSpPr>
          <p:nvPr>
            <p:ph type="title"/>
          </p:nvPr>
        </p:nvSpPr>
        <p:spPr/>
        <p:txBody>
          <a:bodyPr>
            <a:normAutofit fontScale="90000"/>
          </a:bodyPr>
          <a:lstStyle/>
          <a:p>
            <a:r>
              <a:rPr lang="en-US" altLang="ja-JP"/>
              <a:t>2</a:t>
            </a:r>
            <a:r>
              <a:rPr kumimoji="1" lang="ja-JP" altLang="en-US"/>
              <a:t>．令和</a:t>
            </a:r>
            <a:r>
              <a:rPr kumimoji="1" lang="en-US" altLang="ja-JP"/>
              <a:t>9</a:t>
            </a:r>
            <a:r>
              <a:rPr kumimoji="1" lang="ja-JP" altLang="en-US"/>
              <a:t>年度案件について</a:t>
            </a:r>
            <a:br>
              <a:rPr kumimoji="1" lang="en-US" altLang="ja-JP"/>
            </a:br>
            <a:r>
              <a:rPr kumimoji="1" lang="ja-JP" altLang="en-US"/>
              <a:t>一覧</a:t>
            </a:r>
            <a:r>
              <a:rPr kumimoji="1" lang="en-US" altLang="ja-JP"/>
              <a:t>(2/2)</a:t>
            </a:r>
            <a:endParaRPr kumimoji="1" lang="ja-JP" altLang="en-US"/>
          </a:p>
        </p:txBody>
      </p:sp>
      <p:graphicFrame>
        <p:nvGraphicFramePr>
          <p:cNvPr id="5" name="表 4">
            <a:extLst>
              <a:ext uri="{FF2B5EF4-FFF2-40B4-BE49-F238E27FC236}">
                <a16:creationId xmlns:a16="http://schemas.microsoft.com/office/drawing/2014/main" id="{B51264AE-7DB4-318A-947D-B9D9EC87CC53}"/>
              </a:ext>
            </a:extLst>
          </p:cNvPr>
          <p:cNvGraphicFramePr>
            <a:graphicFrameLocks noGrp="1"/>
          </p:cNvGraphicFramePr>
          <p:nvPr/>
        </p:nvGraphicFramePr>
        <p:xfrm>
          <a:off x="137258" y="1429441"/>
          <a:ext cx="9654888" cy="2468880"/>
        </p:xfrm>
        <a:graphic>
          <a:graphicData uri="http://schemas.openxmlformats.org/drawingml/2006/table">
            <a:tbl>
              <a:tblPr/>
              <a:tblGrid>
                <a:gridCol w="252000">
                  <a:extLst>
                    <a:ext uri="{9D8B030D-6E8A-4147-A177-3AD203B41FA5}">
                      <a16:colId xmlns:a16="http://schemas.microsoft.com/office/drawing/2014/main" val="1697557401"/>
                    </a:ext>
                  </a:extLst>
                </a:gridCol>
                <a:gridCol w="432000">
                  <a:extLst>
                    <a:ext uri="{9D8B030D-6E8A-4147-A177-3AD203B41FA5}">
                      <a16:colId xmlns:a16="http://schemas.microsoft.com/office/drawing/2014/main" val="3768795638"/>
                    </a:ext>
                  </a:extLst>
                </a:gridCol>
                <a:gridCol w="792000">
                  <a:extLst>
                    <a:ext uri="{9D8B030D-6E8A-4147-A177-3AD203B41FA5}">
                      <a16:colId xmlns:a16="http://schemas.microsoft.com/office/drawing/2014/main" val="962610010"/>
                    </a:ext>
                  </a:extLst>
                </a:gridCol>
                <a:gridCol w="2412000">
                  <a:extLst>
                    <a:ext uri="{9D8B030D-6E8A-4147-A177-3AD203B41FA5}">
                      <a16:colId xmlns:a16="http://schemas.microsoft.com/office/drawing/2014/main" val="3941572843"/>
                    </a:ext>
                  </a:extLst>
                </a:gridCol>
                <a:gridCol w="3633669">
                  <a:extLst>
                    <a:ext uri="{9D8B030D-6E8A-4147-A177-3AD203B41FA5}">
                      <a16:colId xmlns:a16="http://schemas.microsoft.com/office/drawing/2014/main" val="2246884476"/>
                    </a:ext>
                  </a:extLst>
                </a:gridCol>
                <a:gridCol w="486033">
                  <a:extLst>
                    <a:ext uri="{9D8B030D-6E8A-4147-A177-3AD203B41FA5}">
                      <a16:colId xmlns:a16="http://schemas.microsoft.com/office/drawing/2014/main" val="3722656275"/>
                    </a:ext>
                  </a:extLst>
                </a:gridCol>
                <a:gridCol w="1647186">
                  <a:extLst>
                    <a:ext uri="{9D8B030D-6E8A-4147-A177-3AD203B41FA5}">
                      <a16:colId xmlns:a16="http://schemas.microsoft.com/office/drawing/2014/main" val="32323729"/>
                    </a:ext>
                  </a:extLst>
                </a:gridCol>
              </a:tblGrid>
              <a:tr h="201564">
                <a:tc>
                  <a:txBody>
                    <a:bodyPr/>
                    <a:lstStyle/>
                    <a:p>
                      <a:pPr algn="ctr" fontAlgn="t">
                        <a:buNone/>
                      </a:pPr>
                      <a:r>
                        <a:rPr lang="ja-JP" sz="900" b="1" i="0" u="none" strike="noStrike">
                          <a:solidFill>
                            <a:srgbClr val="FFFFFF"/>
                          </a:solidFill>
                          <a:effectLst/>
                          <a:latin typeface="Meiryo UI" panose="020B0604030504040204" pitchFamily="50" charset="-128"/>
                          <a:ea typeface="Meiryo UI" panose="020B0604030504040204" pitchFamily="50" charset="-128"/>
                        </a:rPr>
                        <a:t>＃</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t">
                        <a:buNone/>
                      </a:pPr>
                      <a:r>
                        <a:rPr lang="ja-JP" sz="900" b="1" i="0" u="none" strike="noStrike">
                          <a:solidFill>
                            <a:srgbClr val="FFFFFF"/>
                          </a:solidFill>
                          <a:effectLst/>
                          <a:latin typeface="Meiryo UI" panose="020B0604030504040204" pitchFamily="50" charset="-128"/>
                          <a:ea typeface="Meiryo UI" panose="020B0604030504040204" pitchFamily="50" charset="-128"/>
                        </a:rPr>
                        <a:t>案件ID</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t">
                        <a:buNone/>
                      </a:pPr>
                      <a:r>
                        <a:rPr lang="ja-JP" sz="900" b="1" i="0" u="none" strike="noStrike">
                          <a:solidFill>
                            <a:srgbClr val="FFFFFF"/>
                          </a:solidFill>
                          <a:effectLst/>
                          <a:latin typeface="Meiryo UI" panose="020B0604030504040204" pitchFamily="50" charset="-128"/>
                          <a:ea typeface="Meiryo UI" panose="020B0604030504040204" pitchFamily="50" charset="-128"/>
                        </a:rPr>
                        <a:t>案件区分</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t">
                        <a:buNone/>
                      </a:pPr>
                      <a:r>
                        <a:rPr lang="ja-JP" sz="900" b="1" i="0" u="none" strike="noStrike">
                          <a:solidFill>
                            <a:srgbClr val="FFFFFF"/>
                          </a:solidFill>
                          <a:effectLst/>
                          <a:latin typeface="Meiryo UI" panose="020B0604030504040204" pitchFamily="50" charset="-128"/>
                          <a:ea typeface="Meiryo UI" panose="020B0604030504040204" pitchFamily="50" charset="-128"/>
                        </a:rPr>
                        <a:t>案件名称</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t">
                        <a:buNone/>
                      </a:pPr>
                      <a:r>
                        <a:rPr lang="ja-JP" sz="900" b="1" i="0" u="none" strike="noStrike">
                          <a:solidFill>
                            <a:srgbClr val="FFFFFF"/>
                          </a:solidFill>
                          <a:effectLst/>
                          <a:latin typeface="Meiryo UI" panose="020B0604030504040204" pitchFamily="50" charset="-128"/>
                          <a:ea typeface="Meiryo UI" panose="020B0604030504040204" pitchFamily="50" charset="-128"/>
                        </a:rPr>
                        <a:t>案件概要</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t">
                        <a:buNone/>
                      </a:pPr>
                      <a:r>
                        <a:rPr lang="ja-JP" sz="900" b="1" i="0" u="none" strike="noStrike">
                          <a:solidFill>
                            <a:srgbClr val="FFFFFF"/>
                          </a:solidFill>
                          <a:effectLst/>
                          <a:latin typeface="Meiryo UI" panose="020B0604030504040204" pitchFamily="50" charset="-128"/>
                          <a:ea typeface="Meiryo UI" panose="020B0604030504040204" pitchFamily="50" charset="-128"/>
                        </a:rPr>
                        <a:t>優先度</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t">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備考</a:t>
                      </a:r>
                      <a:endParaRPr lang="ja-JP" sz="900" b="1" i="0" u="none" strike="noStrike">
                        <a:solidFill>
                          <a:srgbClr val="FFFFFF"/>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323051007"/>
                  </a:ext>
                </a:extLst>
              </a:tr>
              <a:tr h="277151">
                <a:tc>
                  <a:txBody>
                    <a:bodyPr/>
                    <a:lstStyle/>
                    <a:p>
                      <a:pPr algn="r" fontAlgn="ctr">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15</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220</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患者サマリー</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kumimoji="0" lang="ja-JP" altLang="en-US" sz="900" b="0" i="0" u="none" strike="noStrike" kern="0" cap="none" spc="0" normalizeH="0" baseline="0" noProof="0">
                          <a:ln>
                            <a:noFill/>
                          </a:ln>
                          <a:solidFill>
                            <a:srgbClr val="000000"/>
                          </a:solidFill>
                          <a:effectLst/>
                          <a:uLnTx/>
                          <a:uFillTx/>
                          <a:latin typeface="+mn-ea"/>
                          <a:ea typeface="+mn-ea"/>
                          <a:cs typeface="+mn-cs"/>
                        </a:rPr>
                        <a:t>承継申請に基づく医療機関コードの変換処理における旧医療機関発行した患者サマリーの挙動の変更</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指導日が承継日より前の患者サマリーの登録(更新処理の一環としての登録)の場合には、医療機関名・医療機関コードを承継先医療機関に変換する処理の対象外とする。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低</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ー</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25619822"/>
                  </a:ext>
                </a:extLst>
              </a:tr>
              <a:tr h="201564">
                <a:tc>
                  <a:txBody>
                    <a:bodyPr/>
                    <a:lstStyle/>
                    <a:p>
                      <a:pPr algn="r" fontAlgn="ctr">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16</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226</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rtl="0"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患者サマリ</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患者サマリへのPDFの添付機能</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患者サマリへPDFを添付できるようなアドオン機能を搭載する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低</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b="0" i="0" u="none" strike="noStrike">
                          <a:solidFill>
                            <a:srgbClr val="000000"/>
                          </a:solidFill>
                          <a:effectLst/>
                          <a:latin typeface="Meiryo UI" panose="020B0604030504040204" pitchFamily="50" charset="-128"/>
                          <a:ea typeface="Meiryo UI" panose="020B0604030504040204" pitchFamily="50" charset="-128"/>
                        </a:rPr>
                        <a:t>案件の改修要否の決定は</a:t>
                      </a:r>
                      <a:r>
                        <a:rPr lang="en-US" altLang="ja-JP" sz="900" b="0" i="0" u="none" strike="noStrike">
                          <a:solidFill>
                            <a:srgbClr val="000000"/>
                          </a:solidFill>
                          <a:effectLst/>
                          <a:latin typeface="Meiryo UI" panose="020B0604030504040204" pitchFamily="50" charset="-128"/>
                          <a:ea typeface="Meiryo UI" panose="020B0604030504040204" pitchFamily="50" charset="-128"/>
                        </a:rPr>
                        <a:t>10/9</a:t>
                      </a:r>
                      <a:r>
                        <a:rPr lang="ja-JP" altLang="en-US" sz="900" b="0" i="0" u="none" strike="noStrike">
                          <a:solidFill>
                            <a:srgbClr val="000000"/>
                          </a:solidFill>
                          <a:effectLst/>
                          <a:latin typeface="Meiryo UI" panose="020B0604030504040204" pitchFamily="50" charset="-128"/>
                          <a:ea typeface="Meiryo UI" panose="020B0604030504040204" pitchFamily="50" charset="-128"/>
                        </a:rPr>
                        <a:t>を想定</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35142687"/>
                  </a:ext>
                </a:extLst>
              </a:tr>
              <a:tr h="201564">
                <a:tc>
                  <a:txBody>
                    <a:bodyPr/>
                    <a:lstStyle/>
                    <a:p>
                      <a:pPr algn="r" fontAlgn="ctr">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17</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222</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rtl="0"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全体</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臨床情報等の</a:t>
                      </a:r>
                      <a:r>
                        <a:rPr lang="en-US" altLang="ja-JP" sz="900" b="0" i="0" u="none" strike="noStrike">
                          <a:solidFill>
                            <a:srgbClr val="000000"/>
                          </a:solidFill>
                          <a:effectLst/>
                          <a:latin typeface="Meiryo UI" panose="020B0604030504040204" pitchFamily="50" charset="-128"/>
                          <a:ea typeface="Meiryo UI" panose="020B0604030504040204" pitchFamily="50" charset="-128"/>
                        </a:rPr>
                        <a:t>XML</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から出力する文字の黒丸対応</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b="0" i="0" u="none" strike="noStrike">
                          <a:solidFill>
                            <a:srgbClr val="000000"/>
                          </a:solidFill>
                          <a:effectLst/>
                          <a:latin typeface="Meiryo UI" panose="020B0604030504040204" pitchFamily="50" charset="-128"/>
                          <a:ea typeface="Meiryo UI" panose="020B0604030504040204" pitchFamily="50" charset="-128"/>
                        </a:rPr>
                        <a:t>文字コードの固定</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b="0" i="0" u="none" strike="noStrike">
                          <a:solidFill>
                            <a:srgbClr val="000000"/>
                          </a:solidFill>
                          <a:effectLst/>
                          <a:latin typeface="Meiryo UI" panose="020B0604030504040204" pitchFamily="50" charset="-128"/>
                          <a:ea typeface="Meiryo UI" panose="020B0604030504040204" pitchFamily="50" charset="-128"/>
                        </a:rPr>
                        <a:t>拡張</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rtl="0"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臨床情報をXMLで取得する際に</a:t>
                      </a:r>
                      <a:r>
                        <a:rPr lang="ja-JP" altLang="en-US" sz="900" b="0" i="0" u="none" strike="noStrike">
                          <a:solidFill>
                            <a:srgbClr val="000000"/>
                          </a:solidFill>
                          <a:effectLst/>
                          <a:latin typeface="Meiryo UI" panose="020B0604030504040204" pitchFamily="50" charset="-128"/>
                          <a:ea typeface="Meiryo UI" panose="020B0604030504040204" pitchFamily="50" charset="-128"/>
                        </a:rPr>
                        <a:t>黒丸の表示とならないように文字コードに関して改修する</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高</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ja-JP" sz="900" b="0" i="0" u="none" strike="noStrike">
                          <a:solidFill>
                            <a:srgbClr val="000000"/>
                          </a:solidFill>
                          <a:effectLst/>
                          <a:latin typeface="Meiryo UI" panose="020B0604030504040204" pitchFamily="50" charset="-128"/>
                          <a:ea typeface="Meiryo UI" panose="020B0604030504040204" pitchFamily="50" charset="-128"/>
                        </a:rPr>
                        <a:t>ー</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07773257"/>
                  </a:ext>
                </a:extLst>
              </a:tr>
              <a:tr h="201564">
                <a:tc>
                  <a:txBody>
                    <a:bodyPr/>
                    <a:lstStyle/>
                    <a:p>
                      <a:pPr algn="r" fontAlgn="ctr">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18</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223</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843906" rtl="0" eaLnBrk="1" fontAlgn="t" latinLnBrk="0" hangingPunct="1">
                        <a:lnSpc>
                          <a:spcPct val="100000"/>
                        </a:lnSpc>
                        <a:spcBef>
                          <a:spcPts val="0"/>
                        </a:spcBef>
                        <a:spcAft>
                          <a:spcPts val="0"/>
                        </a:spcAft>
                        <a:buClrTx/>
                        <a:buSzTx/>
                        <a:buFontTx/>
                        <a:buNone/>
                        <a:tabLst/>
                        <a:defRPr/>
                      </a:pPr>
                      <a:r>
                        <a:rPr lang="ja-JP" altLang="ja-JP" sz="900" b="0" i="0" u="none" strike="noStrike">
                          <a:solidFill>
                            <a:srgbClr val="000000"/>
                          </a:solidFill>
                          <a:effectLst/>
                          <a:latin typeface="Meiryo UI" panose="020B0604030504040204" pitchFamily="50" charset="-128"/>
                          <a:ea typeface="Meiryo UI" panose="020B0604030504040204" pitchFamily="50" charset="-128"/>
                        </a:rPr>
                        <a:t>全体</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電子署名の危殆化対応</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電子署名</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における危殆化に対応するために、</a:t>
                      </a:r>
                      <a:r>
                        <a:rPr lang="en-US" altLang="ja-JP" sz="900" b="0" i="0" u="none" strike="noStrike">
                          <a:solidFill>
                            <a:srgbClr val="000000"/>
                          </a:solidFill>
                          <a:effectLst/>
                          <a:latin typeface="Meiryo UI" panose="020B0604030504040204" pitchFamily="50" charset="-128"/>
                          <a:ea typeface="Meiryo UI" panose="020B0604030504040204" pitchFamily="50" charset="-128"/>
                        </a:rPr>
                        <a:t>TSA</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のセキュリティを高める。</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高</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altLang="ja-JP" sz="900" b="0" i="0" u="none" strike="noStrike">
                          <a:solidFill>
                            <a:srgbClr val="000000"/>
                          </a:solidFill>
                          <a:effectLst/>
                          <a:latin typeface="Meiryo UI" panose="020B0604030504040204" pitchFamily="50" charset="-128"/>
                          <a:ea typeface="Meiryo UI" panose="020B0604030504040204" pitchFamily="50" charset="-128"/>
                        </a:rPr>
                        <a:t>ー</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7293622"/>
                  </a:ext>
                </a:extLst>
              </a:tr>
              <a:tr h="201564">
                <a:tc>
                  <a:txBody>
                    <a:bodyPr/>
                    <a:lstStyle/>
                    <a:p>
                      <a:pPr algn="r" fontAlgn="ctr">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19</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0"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224</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marL="0" marR="0" lvl="0" indent="0" algn="l" defTabSz="843906" rtl="0" eaLnBrk="1" fontAlgn="t" latinLnBrk="0" hangingPunct="1">
                        <a:lnSpc>
                          <a:spcPct val="100000"/>
                        </a:lnSpc>
                        <a:spcBef>
                          <a:spcPts val="0"/>
                        </a:spcBef>
                        <a:spcAft>
                          <a:spcPts val="0"/>
                        </a:spcAft>
                        <a:buClrTx/>
                        <a:buSzTx/>
                        <a:buFontTx/>
                        <a:buNone/>
                        <a:tabLst/>
                        <a:defRPr/>
                      </a:pPr>
                      <a:r>
                        <a:rPr lang="ja-JP" altLang="en-US" sz="900" b="0" i="0" u="none" strike="noStrike">
                          <a:solidFill>
                            <a:srgbClr val="000000"/>
                          </a:solidFill>
                          <a:effectLst/>
                          <a:latin typeface="Meiryo UI" panose="020B0604030504040204" pitchFamily="50" charset="-128"/>
                          <a:ea typeface="Meiryo UI" panose="020B0604030504040204" pitchFamily="50" charset="-128"/>
                        </a:rPr>
                        <a:t>傷病名</a:t>
                      </a:r>
                      <a:endParaRPr lang="ja-JP" alt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ICD11への移行に伴う傷病名マスタの変更</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ICD11への移行伴い、中央基盤で利用している標準病名マスタに影響がある可能性がある。それに対応する。</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低</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b="0" i="0" u="none" strike="noStrike">
                          <a:solidFill>
                            <a:srgbClr val="000000"/>
                          </a:solidFill>
                          <a:effectLst/>
                          <a:latin typeface="Meiryo UI" panose="020B0604030504040204" pitchFamily="50" charset="-128"/>
                          <a:ea typeface="Meiryo UI" panose="020B0604030504040204" pitchFamily="50" charset="-128"/>
                        </a:rPr>
                        <a:t> レセプト請求側のマスタの仕様が決まっていないため、令和</a:t>
                      </a:r>
                      <a:r>
                        <a:rPr lang="en-US" altLang="ja-JP" sz="900" b="0" i="0" u="none" strike="noStrike">
                          <a:solidFill>
                            <a:srgbClr val="000000"/>
                          </a:solidFill>
                          <a:effectLst/>
                          <a:latin typeface="Meiryo UI" panose="020B0604030504040204" pitchFamily="50" charset="-128"/>
                          <a:ea typeface="Meiryo UI" panose="020B0604030504040204" pitchFamily="50" charset="-128"/>
                        </a:rPr>
                        <a:t>9</a:t>
                      </a:r>
                      <a:r>
                        <a:rPr lang="ja-JP" altLang="en-US" sz="900" b="0" i="0" u="none" strike="noStrike">
                          <a:solidFill>
                            <a:srgbClr val="000000"/>
                          </a:solidFill>
                          <a:effectLst/>
                          <a:latin typeface="Meiryo UI" panose="020B0604030504040204" pitchFamily="50" charset="-128"/>
                          <a:ea typeface="Meiryo UI" panose="020B0604030504040204" pitchFamily="50" charset="-128"/>
                        </a:rPr>
                        <a:t>年度案件で開発は必ず行うが要件定義の優先度は現時点では下げる。</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30025087"/>
                  </a:ext>
                </a:extLst>
              </a:tr>
            </a:tbl>
          </a:graphicData>
        </a:graphic>
      </p:graphicFrame>
      <p:sp>
        <p:nvSpPr>
          <p:cNvPr id="6" name="正方形/長方形 5">
            <a:extLst>
              <a:ext uri="{FF2B5EF4-FFF2-40B4-BE49-F238E27FC236}">
                <a16:creationId xmlns:a16="http://schemas.microsoft.com/office/drawing/2014/main" id="{373715D2-4F08-C61A-78C3-8ECECCB66C97}"/>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25280490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CB958-AF4A-CF5F-96E0-6BD260BFFA2C}"/>
            </a:ext>
          </a:extLst>
        </p:cNvPr>
        <p:cNvGrpSpPr/>
        <p:nvPr/>
      </p:nvGrpSpPr>
      <p:grpSpPr>
        <a:xfrm>
          <a:off x="0" y="0"/>
          <a:ext cx="0" cy="0"/>
          <a:chOff x="0" y="0"/>
          <a:chExt cx="0" cy="0"/>
        </a:xfrm>
      </p:grpSpPr>
      <p:sp>
        <p:nvSpPr>
          <p:cNvPr id="4" name="タイトル 2">
            <a:extLst>
              <a:ext uri="{FF2B5EF4-FFF2-40B4-BE49-F238E27FC236}">
                <a16:creationId xmlns:a16="http://schemas.microsoft.com/office/drawing/2014/main" id="{D582BFBB-664F-D75D-EEC3-44111BAC6189}"/>
              </a:ext>
            </a:extLst>
          </p:cNvPr>
          <p:cNvSpPr>
            <a:spLocks noGrp="1"/>
          </p:cNvSpPr>
          <p:nvPr>
            <p:ph type="title"/>
          </p:nvPr>
        </p:nvSpPr>
        <p:spPr/>
        <p:txBody>
          <a:bodyPr lIns="0" tIns="45720" rIns="0" bIns="45720" anchor="b" anchorCtr="0">
            <a:normAutofit fontScale="90000"/>
          </a:bodyPr>
          <a:lstStyle/>
          <a:p>
            <a:pPr>
              <a:lnSpc>
                <a:spcPct val="90000"/>
              </a:lnSpc>
              <a:tabLst>
                <a:tab pos="1879600" algn="l"/>
                <a:tab pos="2693988" algn="l"/>
              </a:tabLst>
            </a:pPr>
            <a:r>
              <a:rPr lang="en-US" altLang="ja-JP" sz="1800"/>
              <a:t>2</a:t>
            </a:r>
            <a:r>
              <a:rPr lang="ja-JP" altLang="en-US" sz="1800"/>
              <a:t>．令和</a:t>
            </a:r>
            <a:r>
              <a:rPr lang="en-US" altLang="ja-JP" sz="1800"/>
              <a:t>9</a:t>
            </a:r>
            <a:r>
              <a:rPr lang="ja-JP" altLang="en-US" sz="1800"/>
              <a:t>年度案件について</a:t>
            </a:r>
            <a:br>
              <a:rPr lang="en-US" altLang="ja-JP" sz="1800"/>
            </a:br>
            <a:r>
              <a:rPr lang="ja-JP" altLang="en-US" sz="1800"/>
              <a:t>案件</a:t>
            </a:r>
            <a:r>
              <a:rPr lang="en-US" altLang="ja-JP" sz="1800"/>
              <a:t>ID</a:t>
            </a:r>
            <a:r>
              <a:rPr lang="en-US" altLang="ja-JP" sz="1700"/>
              <a:t>011_</a:t>
            </a:r>
            <a:r>
              <a:rPr lang="ja-JP" altLang="en-US" sz="1700"/>
              <a:t>健診</a:t>
            </a:r>
            <a:r>
              <a:rPr lang="en-US" altLang="ja-JP" sz="1700"/>
              <a:t>PDF</a:t>
            </a:r>
            <a:r>
              <a:rPr lang="ja-JP" altLang="en-US" sz="1700"/>
              <a:t>帳票の表示件数の拡張</a:t>
            </a:r>
            <a:endParaRPr lang="en-US" altLang="ja-JP" sz="1700"/>
          </a:p>
        </p:txBody>
      </p:sp>
      <p:graphicFrame>
        <p:nvGraphicFramePr>
          <p:cNvPr id="2" name="表 1">
            <a:extLst>
              <a:ext uri="{FF2B5EF4-FFF2-40B4-BE49-F238E27FC236}">
                <a16:creationId xmlns:a16="http://schemas.microsoft.com/office/drawing/2014/main" id="{5EE022B4-A07C-91A7-A47F-3E29FBE94E22}"/>
              </a:ext>
            </a:extLst>
          </p:cNvPr>
          <p:cNvGraphicFramePr>
            <a:graphicFrameLocks noGrp="1"/>
          </p:cNvGraphicFramePr>
          <p:nvPr/>
        </p:nvGraphicFramePr>
        <p:xfrm>
          <a:off x="495302" y="727616"/>
          <a:ext cx="8755378" cy="2064363"/>
        </p:xfrm>
        <a:graphic>
          <a:graphicData uri="http://schemas.openxmlformats.org/drawingml/2006/table">
            <a:tbl>
              <a:tblPr/>
              <a:tblGrid>
                <a:gridCol w="1107755">
                  <a:extLst>
                    <a:ext uri="{9D8B030D-6E8A-4147-A177-3AD203B41FA5}">
                      <a16:colId xmlns:a16="http://schemas.microsoft.com/office/drawing/2014/main" val="3507052572"/>
                    </a:ext>
                  </a:extLst>
                </a:gridCol>
                <a:gridCol w="7647623">
                  <a:extLst>
                    <a:ext uri="{9D8B030D-6E8A-4147-A177-3AD203B41FA5}">
                      <a16:colId xmlns:a16="http://schemas.microsoft.com/office/drawing/2014/main" val="3506754757"/>
                    </a:ext>
                  </a:extLst>
                </a:gridCol>
              </a:tblGrid>
              <a:tr h="184898">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背景</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lvl="0" rtl="0"/>
                      <a:r>
                        <a:rPr lang="ja-JP" altLang="en-US" sz="1050" b="0" i="0" u="none" strike="noStrike">
                          <a:solidFill>
                            <a:srgbClr val="000000"/>
                          </a:solidFill>
                          <a:effectLst/>
                          <a:latin typeface="Meiryo UI" panose="020B0604030504040204" pitchFamily="50" charset="-128"/>
                          <a:ea typeface="Meiryo UI" panose="020B0604030504040204" pitchFamily="50" charset="-128"/>
                        </a:rPr>
                        <a:t>・</a:t>
                      </a:r>
                      <a:r>
                        <a:rPr lang="ja-JP" altLang="ja-JP" sz="1050"/>
                        <a:t>利活用WGにおいて、健診結果報告書のオン資システムへの保存期間は5年間であると公開している。</a:t>
                      </a:r>
                    </a:p>
                    <a:p>
                      <a:pPr lvl="0" rtl="0"/>
                      <a:r>
                        <a:rPr lang="ja-JP" altLang="en-US" sz="1050"/>
                        <a:t>・</a:t>
                      </a:r>
                      <a:r>
                        <a:rPr lang="ja-JP" altLang="ja-JP" sz="1050"/>
                        <a:t>健診情報については、</a:t>
                      </a:r>
                      <a:r>
                        <a:rPr lang="ja-JP" altLang="en-US" sz="1050"/>
                        <a:t>受診者本人の</a:t>
                      </a:r>
                      <a:r>
                        <a:rPr lang="ja-JP" altLang="ja-JP" sz="1050"/>
                        <a:t>回を追うごとの</a:t>
                      </a:r>
                      <a:r>
                        <a:rPr lang="ja-JP" altLang="en-US" sz="1050"/>
                        <a:t>経時的</a:t>
                      </a:r>
                      <a:r>
                        <a:rPr lang="ja-JP" altLang="ja-JP" sz="1050"/>
                        <a:t>変化を見られたほうが</a:t>
                      </a:r>
                      <a:r>
                        <a:rPr lang="ja-JP" altLang="en-US" sz="1050"/>
                        <a:t>、</a:t>
                      </a:r>
                      <a:r>
                        <a:rPr lang="ja-JP" altLang="ja-JP" sz="1050"/>
                        <a:t>情報活用の観点から好ましい。</a:t>
                      </a: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2394099348"/>
                  </a:ext>
                </a:extLst>
              </a:tr>
              <a:tr h="184898">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課題</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rtl="0"/>
                      <a:r>
                        <a:rPr lang="ja-JP" altLang="en-US" sz="1050"/>
                        <a:t>・</a:t>
                      </a:r>
                      <a:r>
                        <a:rPr lang="ja-JP" altLang="ja-JP" sz="1050"/>
                        <a:t>PDF形式の健診結果報告書については、過去5回分のみが表示対象となっており、閲覧できる対象回数が少ない</a:t>
                      </a:r>
                      <a:r>
                        <a:rPr lang="ja-JP" altLang="en-US" sz="1050" b="0" i="0" u="none" strike="noStrike">
                          <a:solidFill>
                            <a:srgbClr val="000000"/>
                          </a:solidFill>
                          <a:effectLst/>
                          <a:latin typeface="Meiryo UI" panose="020B0604030504040204" pitchFamily="50" charset="-128"/>
                          <a:ea typeface="Meiryo UI" panose="020B0604030504040204" pitchFamily="50" charset="-128"/>
                        </a:rPr>
                        <a:t>。</a:t>
                      </a:r>
                      <a:endParaRPr lang="ja-JP" altLang="ja-JP" sz="1050"/>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808508447"/>
                  </a:ext>
                </a:extLst>
              </a:tr>
              <a:tr h="349413">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目的</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050" b="0" i="0" u="none" strike="noStrike">
                          <a:solidFill>
                            <a:srgbClr val="000000"/>
                          </a:solidFill>
                          <a:effectLst/>
                          <a:latin typeface="Meiryo UI" panose="020B0604030504040204" pitchFamily="50" charset="-128"/>
                          <a:ea typeface="Meiryo UI" panose="020B0604030504040204" pitchFamily="50" charset="-128"/>
                        </a:rPr>
                        <a:t>・</a:t>
                      </a:r>
                      <a:r>
                        <a:rPr lang="ja-JP" altLang="ja-JP" sz="1050"/>
                        <a:t>健診PDF帳票の表示上限を5回分から5年分に変更することで、</a:t>
                      </a:r>
                      <a:r>
                        <a:rPr lang="ja-JP" altLang="en-US" sz="1050"/>
                        <a:t>受診者の健診結果の</a:t>
                      </a:r>
                      <a:r>
                        <a:rPr lang="ja-JP" altLang="ja-JP" sz="1050"/>
                        <a:t>変化をより</a:t>
                      </a:r>
                      <a:r>
                        <a:rPr lang="ja-JP" altLang="en-US" sz="1050"/>
                        <a:t>中期的に</a:t>
                      </a:r>
                      <a:r>
                        <a:rPr lang="ja-JP" altLang="ja-JP" sz="1050"/>
                        <a:t>閲覧できるように</a:t>
                      </a:r>
                      <a:r>
                        <a:rPr lang="ja-JP" altLang="en-US" sz="1050"/>
                        <a:t>することで</a:t>
                      </a:r>
                      <a:r>
                        <a:rPr lang="ja-JP" altLang="ja-JP" sz="1050"/>
                        <a:t>、医療従事者・</a:t>
                      </a:r>
                      <a:r>
                        <a:rPr lang="ja-JP" altLang="en-US" sz="1050"/>
                        <a:t>患者</a:t>
                      </a:r>
                      <a:r>
                        <a:rPr lang="ja-JP" altLang="ja-JP" sz="1050"/>
                        <a:t>に対して閲覧メリットを</a:t>
                      </a:r>
                      <a:r>
                        <a:rPr lang="ja-JP" altLang="en-US" sz="1050"/>
                        <a:t>向上させる</a:t>
                      </a:r>
                      <a:r>
                        <a:rPr lang="ja-JP" altLang="en-US" sz="1050" b="0" i="0" u="none" strike="noStrike">
                          <a:solidFill>
                            <a:srgbClr val="000000"/>
                          </a:solidFill>
                          <a:effectLst/>
                          <a:latin typeface="Meiryo UI" panose="020B0604030504040204" pitchFamily="50" charset="-128"/>
                          <a:ea typeface="Meiryo UI" panose="020B0604030504040204" pitchFamily="50" charset="-128"/>
                        </a:rPr>
                        <a:t>。</a:t>
                      </a:r>
                      <a:endParaRPr lang="en-US" altLang="ja-JP" sz="1050" b="0" i="0" u="none" strike="noStrike">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149341942"/>
                  </a:ext>
                </a:extLst>
              </a:tr>
              <a:tr h="317649">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要求事項</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ja-JP" altLang="en-US" sz="1050" b="0" i="0" u="none" strike="noStrike" kern="1200">
                          <a:solidFill>
                            <a:schemeClr val="tx1"/>
                          </a:solidFill>
                          <a:effectLst/>
                          <a:latin typeface="+mj-ea"/>
                          <a:ea typeface="+mn-ea"/>
                          <a:cs typeface="+mn-cs"/>
                        </a:rPr>
                        <a:t>■機能：</a:t>
                      </a:r>
                      <a:br>
                        <a:rPr kumimoji="1" lang="en-US" altLang="ja-JP" sz="1050" b="0" i="0" u="none" strike="noStrike" kern="1200">
                          <a:solidFill>
                            <a:schemeClr val="tx1"/>
                          </a:solidFill>
                          <a:effectLst/>
                          <a:latin typeface="+mj-ea"/>
                          <a:ea typeface="+mn-ea"/>
                          <a:cs typeface="+mn-cs"/>
                        </a:rPr>
                      </a:br>
                      <a:r>
                        <a:rPr kumimoji="1" lang="ja-JP" altLang="en-US" sz="1050" b="0" i="0" u="none" strike="noStrike" kern="1200">
                          <a:solidFill>
                            <a:schemeClr val="tx1"/>
                          </a:solidFill>
                          <a:effectLst/>
                          <a:latin typeface="+mj-ea"/>
                          <a:ea typeface="+mn-ea"/>
                          <a:cs typeface="+mn-cs"/>
                        </a:rPr>
                        <a:t> 健診結果の</a:t>
                      </a:r>
                      <a:r>
                        <a:rPr kumimoji="1" lang="en-US" altLang="ja-JP" sz="1050" b="0" i="0" u="none" strike="noStrike" kern="1200">
                          <a:solidFill>
                            <a:schemeClr val="tx1"/>
                          </a:solidFill>
                          <a:effectLst/>
                          <a:latin typeface="+mj-ea"/>
                          <a:ea typeface="+mn-ea"/>
                          <a:cs typeface="+mn-cs"/>
                        </a:rPr>
                        <a:t>PDF</a:t>
                      </a:r>
                      <a:r>
                        <a:rPr kumimoji="1" lang="ja-JP" altLang="en-US" sz="1050" b="0" i="0" u="none" strike="noStrike" kern="1200">
                          <a:solidFill>
                            <a:schemeClr val="tx1"/>
                          </a:solidFill>
                          <a:effectLst/>
                          <a:latin typeface="+mj-ea"/>
                          <a:ea typeface="+mn-ea"/>
                          <a:cs typeface="+mn-cs"/>
                        </a:rPr>
                        <a:t>帳票の出力機能</a:t>
                      </a:r>
                      <a:endParaRPr kumimoji="1" lang="en-US" altLang="ja-JP" sz="1050" b="0" i="0" u="none" strike="noStrike" kern="1200">
                        <a:solidFill>
                          <a:schemeClr val="tx1"/>
                        </a:solidFill>
                        <a:effectLst/>
                        <a:latin typeface="+mj-ea"/>
                        <a:ea typeface="+mn-ea"/>
                        <a:cs typeface="+mn-cs"/>
                      </a:endParaRPr>
                    </a:p>
                    <a:p>
                      <a:pPr marL="0" marR="0" lvl="0" indent="0" algn="l" defTabSz="843930" rtl="0" eaLnBrk="1" fontAlgn="ctr" latinLnBrk="0" hangingPunct="1">
                        <a:lnSpc>
                          <a:spcPct val="100000"/>
                        </a:lnSpc>
                        <a:spcBef>
                          <a:spcPts val="0"/>
                        </a:spcBef>
                        <a:spcAft>
                          <a:spcPts val="0"/>
                        </a:spcAft>
                        <a:buClrTx/>
                        <a:buSzTx/>
                        <a:buFontTx/>
                        <a:buNone/>
                        <a:tabLst/>
                        <a:defRPr/>
                      </a:pPr>
                      <a:r>
                        <a:rPr kumimoji="1" lang="ja-JP" altLang="en-US" sz="1050" b="0" i="0" u="none" strike="noStrike" kern="1200">
                          <a:solidFill>
                            <a:schemeClr val="tx1"/>
                          </a:solidFill>
                          <a:effectLst/>
                          <a:latin typeface="+mj-ea"/>
                          <a:ea typeface="+mn-ea"/>
                          <a:cs typeface="+mn-cs"/>
                        </a:rPr>
                        <a:t>■内容</a:t>
                      </a:r>
                      <a:endParaRPr kumimoji="1" lang="en-US" altLang="ja-JP" sz="1050" b="0" i="0" u="none" strike="noStrike" kern="1200">
                        <a:solidFill>
                          <a:schemeClr val="tx1"/>
                        </a:solidFill>
                        <a:effectLst/>
                        <a:latin typeface="+mj-ea"/>
                        <a:ea typeface="+mn-ea"/>
                        <a:cs typeface="+mn-cs"/>
                      </a:endParaRPr>
                    </a:p>
                    <a:p>
                      <a:pPr marL="0" marR="0" lvl="0" indent="0" algn="l" defTabSz="843930" rtl="0" eaLnBrk="1" fontAlgn="ctr" latinLnBrk="0" hangingPunct="1">
                        <a:lnSpc>
                          <a:spcPct val="100000"/>
                        </a:lnSpc>
                        <a:spcBef>
                          <a:spcPts val="0"/>
                        </a:spcBef>
                        <a:spcAft>
                          <a:spcPts val="0"/>
                        </a:spcAft>
                        <a:buClrTx/>
                        <a:buSzTx/>
                        <a:buFontTx/>
                        <a:buNone/>
                        <a:tabLst/>
                        <a:defRPr/>
                      </a:pPr>
                      <a:r>
                        <a:rPr kumimoji="1" lang="ja-JP" altLang="en-US" sz="1050" b="0" i="0" u="none" strike="noStrike" kern="1200">
                          <a:solidFill>
                            <a:schemeClr val="tx1"/>
                          </a:solidFill>
                          <a:effectLst/>
                          <a:latin typeface="+mj-ea"/>
                          <a:ea typeface="+mn-ea"/>
                          <a:cs typeface="+mn-cs"/>
                        </a:rPr>
                        <a:t>　</a:t>
                      </a:r>
                      <a:r>
                        <a:rPr lang="ja-JP" altLang="en-US" sz="1050" b="0" i="0" u="none" strike="noStrike">
                          <a:solidFill>
                            <a:srgbClr val="000000"/>
                          </a:solidFill>
                          <a:effectLst/>
                          <a:latin typeface="Meiryo UI" panose="020B0604030504040204" pitchFamily="50" charset="-128"/>
                          <a:ea typeface="Meiryo UI" panose="020B0604030504040204" pitchFamily="50" charset="-128"/>
                        </a:rPr>
                        <a:t>健診結果の</a:t>
                      </a:r>
                      <a:r>
                        <a:rPr lang="en-US" altLang="ja-JP" sz="1050" b="0" i="0" u="none" strike="noStrike">
                          <a:solidFill>
                            <a:srgbClr val="000000"/>
                          </a:solidFill>
                          <a:effectLst/>
                          <a:latin typeface="Meiryo UI" panose="020B0604030504040204" pitchFamily="50" charset="-128"/>
                          <a:ea typeface="Meiryo UI" panose="020B0604030504040204" pitchFamily="50" charset="-128"/>
                        </a:rPr>
                        <a:t>PDF</a:t>
                      </a:r>
                      <a:r>
                        <a:rPr lang="ja-JP" altLang="en-US" sz="1050" b="0" i="0" u="none" strike="noStrike">
                          <a:solidFill>
                            <a:srgbClr val="000000"/>
                          </a:solidFill>
                          <a:effectLst/>
                          <a:latin typeface="Meiryo UI" panose="020B0604030504040204" pitchFamily="50" charset="-128"/>
                          <a:ea typeface="Meiryo UI" panose="020B0604030504040204" pitchFamily="50" charset="-128"/>
                        </a:rPr>
                        <a:t>帳票の表示上限を</a:t>
                      </a:r>
                      <a:r>
                        <a:rPr lang="en-US" altLang="ja-JP" sz="1050" b="0" i="0" u="none" strike="noStrike">
                          <a:solidFill>
                            <a:srgbClr val="000000"/>
                          </a:solidFill>
                          <a:effectLst/>
                          <a:latin typeface="Meiryo UI" panose="020B0604030504040204" pitchFamily="50" charset="-128"/>
                          <a:ea typeface="Meiryo UI" panose="020B0604030504040204" pitchFamily="50" charset="-128"/>
                        </a:rPr>
                        <a:t>5</a:t>
                      </a:r>
                      <a:r>
                        <a:rPr lang="ja-JP" altLang="en-US" sz="1050" b="0" i="0" u="none" strike="noStrike">
                          <a:solidFill>
                            <a:srgbClr val="000000"/>
                          </a:solidFill>
                          <a:effectLst/>
                          <a:latin typeface="Meiryo UI" panose="020B0604030504040204" pitchFamily="50" charset="-128"/>
                          <a:ea typeface="Meiryo UI" panose="020B0604030504040204" pitchFamily="50" charset="-128"/>
                        </a:rPr>
                        <a:t>回分から５年分に変更する</a:t>
                      </a:r>
                      <a:r>
                        <a:rPr lang="ja-JP" altLang="en-US" sz="1050"/>
                        <a:t>。</a:t>
                      </a:r>
                      <a:endParaRPr kumimoji="1" lang="en-US" altLang="ja-JP" sz="1050" b="0" i="0" u="none" strike="noStrike" kern="1200">
                        <a:solidFill>
                          <a:schemeClr val="tx1"/>
                        </a:solidFill>
                        <a:effectLst/>
                        <a:latin typeface="+mj-ea"/>
                        <a:ea typeface="+mn-ea"/>
                        <a:cs typeface="+mn-cs"/>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3847957461"/>
                  </a:ext>
                </a:extLst>
              </a:tr>
              <a:tr h="317649">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備考</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a:noFill/>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050" b="0" i="0" u="none" strike="noStrike">
                          <a:solidFill>
                            <a:schemeClr val="tx1"/>
                          </a:solidFill>
                          <a:effectLst/>
                          <a:latin typeface="Meiryo UI" panose="020B0604030504040204" pitchFamily="50" charset="-128"/>
                          <a:ea typeface="Meiryo UI" panose="020B0604030504040204" pitchFamily="50" charset="-128"/>
                        </a:rPr>
                        <a:t>最終の開発要否は、要件定義フェーズで作成されたレイアウトイメージを踏まえて決定させていただきたい。</a:t>
                      </a:r>
                      <a:endParaRPr lang="en-US" altLang="ja-JP" sz="105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606374615"/>
                  </a:ext>
                </a:extLst>
              </a:tr>
            </a:tbl>
          </a:graphicData>
        </a:graphic>
      </p:graphicFrame>
      <p:pic>
        <p:nvPicPr>
          <p:cNvPr id="7" name="図 6">
            <a:extLst>
              <a:ext uri="{FF2B5EF4-FFF2-40B4-BE49-F238E27FC236}">
                <a16:creationId xmlns:a16="http://schemas.microsoft.com/office/drawing/2014/main" id="{07E63748-B7C3-2FEE-4752-4F344DD49805}"/>
              </a:ext>
            </a:extLst>
          </p:cNvPr>
          <p:cNvPicPr>
            <a:picLocks noChangeAspect="1"/>
          </p:cNvPicPr>
          <p:nvPr/>
        </p:nvPicPr>
        <p:blipFill>
          <a:blip r:embed="rId3"/>
          <a:stretch>
            <a:fillRect/>
          </a:stretch>
        </p:blipFill>
        <p:spPr>
          <a:xfrm>
            <a:off x="3615654" y="3500267"/>
            <a:ext cx="2674691" cy="2996591"/>
          </a:xfrm>
          <a:prstGeom prst="rect">
            <a:avLst/>
          </a:prstGeom>
          <a:ln>
            <a:solidFill>
              <a:schemeClr val="bg1">
                <a:lumMod val="50000"/>
              </a:schemeClr>
            </a:solidFill>
          </a:ln>
        </p:spPr>
      </p:pic>
      <p:sp>
        <p:nvSpPr>
          <p:cNvPr id="11" name="正方形/長方形 10">
            <a:extLst>
              <a:ext uri="{FF2B5EF4-FFF2-40B4-BE49-F238E27FC236}">
                <a16:creationId xmlns:a16="http://schemas.microsoft.com/office/drawing/2014/main" id="{393180C0-361F-767E-85B6-4207966DE9A1}"/>
              </a:ext>
            </a:extLst>
          </p:cNvPr>
          <p:cNvSpPr/>
          <p:nvPr/>
        </p:nvSpPr>
        <p:spPr>
          <a:xfrm>
            <a:off x="4014425" y="3214708"/>
            <a:ext cx="1877146" cy="233888"/>
          </a:xfrm>
          <a:prstGeom prst="rect">
            <a:avLst/>
          </a:prstGeom>
          <a:noFill/>
          <a:ln w="19050">
            <a:no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a:ln>
                  <a:noFill/>
                </a:ln>
                <a:solidFill>
                  <a:prstClr val="black"/>
                </a:solidFill>
                <a:effectLst/>
                <a:uLnTx/>
                <a:uFillTx/>
                <a:latin typeface="Meiryo UI"/>
                <a:ea typeface="Meiryo UI"/>
                <a:cs typeface="Arial" charset="0"/>
              </a:rPr>
              <a:t>ー修正イメージー</a:t>
            </a:r>
            <a:br>
              <a:rPr kumimoji="1" lang="en-US" altLang="ja-JP" sz="1050" b="0" i="0" u="none" strike="noStrike" kern="1200" cap="none" spc="0" normalizeH="0" baseline="0" noProof="0">
                <a:ln>
                  <a:noFill/>
                </a:ln>
                <a:solidFill>
                  <a:prstClr val="black"/>
                </a:solidFill>
                <a:effectLst/>
                <a:uLnTx/>
                <a:uFillTx/>
                <a:latin typeface="Meiryo UI"/>
                <a:ea typeface="Meiryo UI"/>
                <a:cs typeface="Arial" charset="0"/>
              </a:rPr>
            </a:br>
            <a:r>
              <a:rPr kumimoji="1" lang="en-US" altLang="ja-JP" sz="1050" b="0" i="0" u="none" strike="noStrike" kern="1200" cap="none" spc="0" normalizeH="0" baseline="0" noProof="0">
                <a:ln>
                  <a:noFill/>
                </a:ln>
                <a:solidFill>
                  <a:prstClr val="black"/>
                </a:solidFill>
                <a:effectLst/>
                <a:uLnTx/>
                <a:uFillTx/>
                <a:latin typeface="Meiryo UI"/>
                <a:ea typeface="Meiryo UI"/>
                <a:cs typeface="Arial" charset="0"/>
              </a:rPr>
              <a:t>※</a:t>
            </a:r>
            <a:r>
              <a:rPr kumimoji="1" lang="ja-JP" altLang="en-US" sz="1050" b="0" i="0" u="none" strike="noStrike" kern="1200" cap="none" spc="0" normalizeH="0" baseline="0" noProof="0">
                <a:ln>
                  <a:noFill/>
                </a:ln>
                <a:solidFill>
                  <a:prstClr val="black"/>
                </a:solidFill>
                <a:effectLst/>
                <a:uLnTx/>
                <a:uFillTx/>
                <a:latin typeface="Meiryo UI"/>
                <a:ea typeface="Meiryo UI"/>
                <a:cs typeface="Arial" charset="0"/>
              </a:rPr>
              <a:t>年</a:t>
            </a:r>
            <a:r>
              <a:rPr kumimoji="1" lang="en-US" altLang="ja-JP" sz="1050" b="0" i="0" u="none" strike="noStrike" kern="1200" cap="none" spc="0" normalizeH="0" baseline="0" noProof="0">
                <a:ln>
                  <a:noFill/>
                </a:ln>
                <a:solidFill>
                  <a:prstClr val="black"/>
                </a:solidFill>
                <a:effectLst/>
                <a:uLnTx/>
                <a:uFillTx/>
                <a:latin typeface="Meiryo UI"/>
                <a:ea typeface="Meiryo UI"/>
                <a:cs typeface="Arial" charset="0"/>
              </a:rPr>
              <a:t>2</a:t>
            </a:r>
            <a:r>
              <a:rPr kumimoji="1" lang="ja-JP" altLang="en-US" sz="1050" b="0" i="0" u="none" strike="noStrike" kern="1200" cap="none" spc="0" normalizeH="0" baseline="0" noProof="0">
                <a:ln>
                  <a:noFill/>
                </a:ln>
                <a:solidFill>
                  <a:prstClr val="black"/>
                </a:solidFill>
                <a:effectLst/>
                <a:uLnTx/>
                <a:uFillTx/>
                <a:latin typeface="Meiryo UI"/>
                <a:ea typeface="Meiryo UI"/>
                <a:cs typeface="Arial" charset="0"/>
              </a:rPr>
              <a:t>回健診を受診した場合</a:t>
            </a:r>
            <a:endParaRPr kumimoji="1" lang="en-US" altLang="ja-JP" sz="105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5" name="正方形/長方形 4">
            <a:extLst>
              <a:ext uri="{FF2B5EF4-FFF2-40B4-BE49-F238E27FC236}">
                <a16:creationId xmlns:a16="http://schemas.microsoft.com/office/drawing/2014/main" id="{DD331A52-DD90-E1A3-7938-D51C9B5C878F}"/>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34399364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592BD-041C-CB22-26E3-E0134BCEB78C}"/>
            </a:ext>
          </a:extLst>
        </p:cNvPr>
        <p:cNvGrpSpPr/>
        <p:nvPr/>
      </p:nvGrpSpPr>
      <p:grpSpPr>
        <a:xfrm>
          <a:off x="0" y="0"/>
          <a:ext cx="0" cy="0"/>
          <a:chOff x="0" y="0"/>
          <a:chExt cx="0" cy="0"/>
        </a:xfrm>
      </p:grpSpPr>
      <p:sp>
        <p:nvSpPr>
          <p:cNvPr id="4" name="タイトル 2">
            <a:extLst>
              <a:ext uri="{FF2B5EF4-FFF2-40B4-BE49-F238E27FC236}">
                <a16:creationId xmlns:a16="http://schemas.microsoft.com/office/drawing/2014/main" id="{0AF4F11F-8EE5-3A22-BB1F-1690DCE1DD73}"/>
              </a:ext>
            </a:extLst>
          </p:cNvPr>
          <p:cNvSpPr>
            <a:spLocks noGrp="1"/>
          </p:cNvSpPr>
          <p:nvPr>
            <p:ph type="title"/>
          </p:nvPr>
        </p:nvSpPr>
        <p:spPr/>
        <p:txBody>
          <a:bodyPr lIns="0" tIns="45720" rIns="0" bIns="45720" anchor="b" anchorCtr="0">
            <a:normAutofit fontScale="90000"/>
          </a:bodyPr>
          <a:lstStyle/>
          <a:p>
            <a:pPr>
              <a:tabLst>
                <a:tab pos="2693988" algn="l"/>
              </a:tabLst>
            </a:pPr>
            <a:r>
              <a:rPr lang="en-US" altLang="ja-JP" sz="2000"/>
              <a:t>2</a:t>
            </a:r>
            <a:r>
              <a:rPr lang="ja-JP" altLang="en-US" sz="2000"/>
              <a:t>．令和</a:t>
            </a:r>
            <a:r>
              <a:rPr lang="en-US" altLang="ja-JP" sz="2000"/>
              <a:t>9</a:t>
            </a:r>
            <a:r>
              <a:rPr lang="ja-JP" altLang="en-US" sz="2000"/>
              <a:t>年度案件について</a:t>
            </a:r>
            <a:br>
              <a:rPr lang="en-US" altLang="ja-JP" sz="2000"/>
            </a:br>
            <a:r>
              <a:rPr lang="ja-JP" altLang="en-US" sz="2000"/>
              <a:t>案件</a:t>
            </a:r>
            <a:r>
              <a:rPr lang="en-US" altLang="ja-JP" sz="2000"/>
              <a:t>ID059_</a:t>
            </a:r>
            <a:r>
              <a:rPr lang="ja-JP" altLang="en-US" sz="2000"/>
              <a:t>マイナポータルでの医療機関検索の拡充</a:t>
            </a:r>
          </a:p>
        </p:txBody>
      </p:sp>
      <p:graphicFrame>
        <p:nvGraphicFramePr>
          <p:cNvPr id="3" name="表 2">
            <a:extLst>
              <a:ext uri="{FF2B5EF4-FFF2-40B4-BE49-F238E27FC236}">
                <a16:creationId xmlns:a16="http://schemas.microsoft.com/office/drawing/2014/main" id="{7AD13459-D835-0B81-6492-1BDBBD021AAA}"/>
              </a:ext>
            </a:extLst>
          </p:cNvPr>
          <p:cNvGraphicFramePr>
            <a:graphicFrameLocks noGrp="1"/>
          </p:cNvGraphicFramePr>
          <p:nvPr/>
        </p:nvGraphicFramePr>
        <p:xfrm>
          <a:off x="495302" y="839377"/>
          <a:ext cx="8536012" cy="2481453"/>
        </p:xfrm>
        <a:graphic>
          <a:graphicData uri="http://schemas.openxmlformats.org/drawingml/2006/table">
            <a:tbl>
              <a:tblPr/>
              <a:tblGrid>
                <a:gridCol w="1080000">
                  <a:extLst>
                    <a:ext uri="{9D8B030D-6E8A-4147-A177-3AD203B41FA5}">
                      <a16:colId xmlns:a16="http://schemas.microsoft.com/office/drawing/2014/main" val="3507052572"/>
                    </a:ext>
                  </a:extLst>
                </a:gridCol>
                <a:gridCol w="7456012">
                  <a:extLst>
                    <a:ext uri="{9D8B030D-6E8A-4147-A177-3AD203B41FA5}">
                      <a16:colId xmlns:a16="http://schemas.microsoft.com/office/drawing/2014/main" val="3506754757"/>
                    </a:ext>
                  </a:extLst>
                </a:gridCol>
              </a:tblGrid>
              <a:tr h="184898">
                <a:tc>
                  <a:txBody>
                    <a:bodyPr/>
                    <a:lstStyle/>
                    <a:p>
                      <a:pPr algn="ctr" rtl="0" fontAlgn="ctr"/>
                      <a:r>
                        <a:rPr lang="ja-JP" altLang="en-US" sz="1100" b="1" i="0" u="none" strike="noStrike">
                          <a:solidFill>
                            <a:srgbClr val="FFFFFF"/>
                          </a:solidFill>
                          <a:effectLst/>
                          <a:latin typeface="Meiryo UI" panose="020B0604030504040204" pitchFamily="50" charset="-128"/>
                          <a:ea typeface="Meiryo UI" panose="020B0604030504040204" pitchFamily="50" charset="-128"/>
                        </a:rPr>
                        <a:t>背景</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algn="l" rtl="0"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現行のマイナポータルでは、「医療機関の所在する都道府県」と「医療機関名」を入力して医療機関等の検索を行うことになっている。</a:t>
                      </a:r>
                    </a:p>
                    <a:p>
                      <a:pPr algn="l" rtl="0"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デジタル庁側から、これに加えて、「医療機関名（かな）」や 「所在地」、「電話番号」、「郵便番号」を検索キーに追加することで、より検索の操作性を高めたいという要望を受領。</a:t>
                      </a:r>
                    </a:p>
                    <a:p>
                      <a:pPr algn="l" rtl="0"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また、現行は「医療機関の所在する都道府県」を検索する際には必須で指定する仕様となっているが、これは逆に利便性を落としている側面があるので、任意としたい旨の意見を受領。</a:t>
                      </a: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2394099348"/>
                  </a:ext>
                </a:extLst>
              </a:tr>
              <a:tr h="184898">
                <a:tc>
                  <a:txBody>
                    <a:bodyPr/>
                    <a:lstStyle/>
                    <a:p>
                      <a:pPr algn="ctr" rtl="0" fontAlgn="ctr"/>
                      <a:r>
                        <a:rPr lang="ja-JP" altLang="en-US" sz="1100" b="1" i="0" u="none" strike="noStrike">
                          <a:solidFill>
                            <a:srgbClr val="FFFFFF"/>
                          </a:solidFill>
                          <a:effectLst/>
                          <a:latin typeface="Meiryo UI" panose="020B0604030504040204" pitchFamily="50" charset="-128"/>
                          <a:ea typeface="Meiryo UI" panose="020B0604030504040204" pitchFamily="50" charset="-128"/>
                        </a:rPr>
                        <a:t>課題</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algn="l" rtl="0"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約</a:t>
                      </a:r>
                      <a:r>
                        <a:rPr lang="en-US" altLang="ja-JP" sz="1100" b="0" i="0" u="none" strike="noStrike">
                          <a:solidFill>
                            <a:srgbClr val="000000"/>
                          </a:solidFill>
                          <a:effectLst/>
                          <a:latin typeface="Meiryo UI" panose="020B0604030504040204" pitchFamily="50" charset="-128"/>
                          <a:ea typeface="Meiryo UI" panose="020B0604030504040204" pitchFamily="50" charset="-128"/>
                        </a:rPr>
                        <a:t>10</a:t>
                      </a:r>
                      <a:r>
                        <a:rPr lang="ja-JP" altLang="en-US" sz="1100" b="0" i="0" u="none" strike="noStrike">
                          <a:solidFill>
                            <a:srgbClr val="000000"/>
                          </a:solidFill>
                          <a:effectLst/>
                          <a:latin typeface="Meiryo UI" panose="020B0604030504040204" pitchFamily="50" charset="-128"/>
                          <a:ea typeface="Meiryo UI" panose="020B0604030504040204" pitchFamily="50" charset="-128"/>
                        </a:rPr>
                        <a:t>万施設ある医療機関の検索において、最短で意図する施設を見つけられないと、ユーザー体験としての満足度が損なわれる可能性がある。</a:t>
                      </a: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808508447"/>
                  </a:ext>
                </a:extLst>
              </a:tr>
              <a:tr h="349413">
                <a:tc>
                  <a:txBody>
                    <a:bodyPr/>
                    <a:lstStyle/>
                    <a:p>
                      <a:pPr algn="ctr" rtl="0" fontAlgn="ctr"/>
                      <a:r>
                        <a:rPr lang="ja-JP" altLang="en-US" sz="1100" b="1" i="0" u="none" strike="noStrike">
                          <a:solidFill>
                            <a:srgbClr val="FFFFFF"/>
                          </a:solidFill>
                          <a:effectLst/>
                          <a:latin typeface="Meiryo UI" panose="020B0604030504040204" pitchFamily="50" charset="-128"/>
                          <a:ea typeface="Meiryo UI" panose="020B0604030504040204" pitchFamily="50" charset="-128"/>
                        </a:rPr>
                        <a:t>目的</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algn="l" rtl="0"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マイナポータルでの医療機関検索の拡充による国民の利便性向上</a:t>
                      </a: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149341942"/>
                  </a:ext>
                </a:extLst>
              </a:tr>
              <a:tr h="317649">
                <a:tc>
                  <a:txBody>
                    <a:bodyPr/>
                    <a:lstStyle/>
                    <a:p>
                      <a:pPr algn="ctr" rtl="0" fontAlgn="ctr"/>
                      <a:r>
                        <a:rPr lang="ja-JP" altLang="en-US" sz="1100" b="1" i="0" u="none" strike="noStrike">
                          <a:solidFill>
                            <a:srgbClr val="FFFFFF"/>
                          </a:solidFill>
                          <a:effectLst/>
                          <a:latin typeface="Meiryo UI" panose="020B0604030504040204" pitchFamily="50" charset="-128"/>
                          <a:ea typeface="Meiryo UI" panose="020B0604030504040204" pitchFamily="50" charset="-128"/>
                        </a:rPr>
                        <a:t>要求事項</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algn="l" rtl="0"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機能：医療機関検索機能</a:t>
                      </a:r>
                    </a:p>
                    <a:p>
                      <a:pPr algn="l" rtl="0"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内容：検索キーに、「医療機関名（かな）」と「所在地」を追加する。</a:t>
                      </a: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3847957461"/>
                  </a:ext>
                </a:extLst>
              </a:tr>
              <a:tr h="317649">
                <a:tc>
                  <a:txBody>
                    <a:bodyPr/>
                    <a:lstStyle/>
                    <a:p>
                      <a:pPr algn="ctr" rtl="0" fontAlgn="ctr"/>
                      <a:r>
                        <a:rPr lang="ja-JP" altLang="en-US" sz="1100" b="1" i="0" u="none" strike="noStrike">
                          <a:solidFill>
                            <a:srgbClr val="FFFFFF"/>
                          </a:solidFill>
                          <a:effectLst/>
                          <a:latin typeface="Meiryo UI" panose="020B0604030504040204" pitchFamily="50" charset="-128"/>
                          <a:ea typeface="Meiryo UI" panose="020B0604030504040204" pitchFamily="50" charset="-128"/>
                        </a:rPr>
                        <a:t>備考</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a:noFill/>
                    </a:lnB>
                    <a:solidFill>
                      <a:srgbClr val="1F497D"/>
                    </a:solidFill>
                  </a:tcPr>
                </a:tc>
                <a:tc>
                  <a:txBody>
                    <a:bodyPr/>
                    <a:lstStyle/>
                    <a:p>
                      <a:pPr algn="l" rtl="0"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電話番号は厚生局に届けている番号と医療機関の受付の電話番号が一致しない可能性があるため対象としない。​また、</a:t>
                      </a:r>
                    </a:p>
                    <a:p>
                      <a:pPr algn="l" rtl="0"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郵便番号を覚えている可能性が低く、利用頻度が少ないと思われることから対象としない。</a:t>
                      </a: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2765351339"/>
                  </a:ext>
                </a:extLst>
              </a:tr>
            </a:tbl>
          </a:graphicData>
        </a:graphic>
      </p:graphicFrame>
      <p:pic>
        <p:nvPicPr>
          <p:cNvPr id="5" name="図 4">
            <a:extLst>
              <a:ext uri="{FF2B5EF4-FFF2-40B4-BE49-F238E27FC236}">
                <a16:creationId xmlns:a16="http://schemas.microsoft.com/office/drawing/2014/main" id="{E1CC8764-F08C-9409-0FF9-9BCA701F14CA}"/>
              </a:ext>
            </a:extLst>
          </p:cNvPr>
          <p:cNvPicPr>
            <a:picLocks noChangeAspect="1"/>
          </p:cNvPicPr>
          <p:nvPr/>
        </p:nvPicPr>
        <p:blipFill>
          <a:blip r:embed="rId3"/>
          <a:stretch>
            <a:fillRect/>
          </a:stretch>
        </p:blipFill>
        <p:spPr>
          <a:xfrm>
            <a:off x="962372" y="3890643"/>
            <a:ext cx="1653815" cy="1825556"/>
          </a:xfrm>
          <a:prstGeom prst="rect">
            <a:avLst/>
          </a:prstGeom>
          <a:ln>
            <a:solidFill>
              <a:schemeClr val="bg1">
                <a:lumMod val="50000"/>
              </a:schemeClr>
            </a:solidFill>
          </a:ln>
        </p:spPr>
      </p:pic>
      <p:sp>
        <p:nvSpPr>
          <p:cNvPr id="7" name="正方形/長方形 6">
            <a:extLst>
              <a:ext uri="{FF2B5EF4-FFF2-40B4-BE49-F238E27FC236}">
                <a16:creationId xmlns:a16="http://schemas.microsoft.com/office/drawing/2014/main" id="{2DAB60B7-DAC6-25A9-09CC-482D4479A951}"/>
              </a:ext>
            </a:extLst>
          </p:cNvPr>
          <p:cNvSpPr/>
          <p:nvPr/>
        </p:nvSpPr>
        <p:spPr>
          <a:xfrm>
            <a:off x="1032482" y="3642184"/>
            <a:ext cx="1583704" cy="25376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713576" rtl="0" eaLnBrk="1" fontAlgn="auto" latinLnBrk="0" hangingPunct="1">
              <a:lnSpc>
                <a:spcPct val="100000"/>
              </a:lnSpc>
              <a:spcBef>
                <a:spcPts val="0"/>
              </a:spcBef>
              <a:spcAft>
                <a:spcPts val="156"/>
              </a:spcAft>
              <a:buClr>
                <a:srgbClr val="002060"/>
              </a:buClr>
              <a:buSzPct val="100000"/>
              <a:buFontTx/>
              <a:buNone/>
              <a:tabLst/>
              <a:defRPr/>
            </a:pPr>
            <a:r>
              <a:rPr kumimoji="1" lang="ja-JP" altLang="en-US" sz="13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現行 </a:t>
            </a:r>
          </a:p>
        </p:txBody>
      </p:sp>
      <p:pic>
        <p:nvPicPr>
          <p:cNvPr id="8" name="図 7">
            <a:extLst>
              <a:ext uri="{FF2B5EF4-FFF2-40B4-BE49-F238E27FC236}">
                <a16:creationId xmlns:a16="http://schemas.microsoft.com/office/drawing/2014/main" id="{E4C27BE8-A25C-1766-4EF1-BC517204F137}"/>
              </a:ext>
            </a:extLst>
          </p:cNvPr>
          <p:cNvPicPr>
            <a:picLocks noChangeAspect="1"/>
          </p:cNvPicPr>
          <p:nvPr/>
        </p:nvPicPr>
        <p:blipFill>
          <a:blip r:embed="rId3"/>
          <a:stretch>
            <a:fillRect/>
          </a:stretch>
        </p:blipFill>
        <p:spPr>
          <a:xfrm>
            <a:off x="5226041" y="3781079"/>
            <a:ext cx="1653815" cy="1825556"/>
          </a:xfrm>
          <a:prstGeom prst="rect">
            <a:avLst/>
          </a:prstGeom>
          <a:ln>
            <a:solidFill>
              <a:schemeClr val="bg1">
                <a:lumMod val="50000"/>
              </a:schemeClr>
            </a:solidFill>
          </a:ln>
        </p:spPr>
      </p:pic>
      <p:sp>
        <p:nvSpPr>
          <p:cNvPr id="9" name="正方形/長方形 8">
            <a:extLst>
              <a:ext uri="{FF2B5EF4-FFF2-40B4-BE49-F238E27FC236}">
                <a16:creationId xmlns:a16="http://schemas.microsoft.com/office/drawing/2014/main" id="{2E23527B-3C23-4D76-55AE-FFF5E8027A54}"/>
              </a:ext>
            </a:extLst>
          </p:cNvPr>
          <p:cNvSpPr/>
          <p:nvPr/>
        </p:nvSpPr>
        <p:spPr>
          <a:xfrm>
            <a:off x="3712013" y="3771544"/>
            <a:ext cx="2318700" cy="33776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713576" rtl="0" eaLnBrk="1" fontAlgn="auto" latinLnBrk="0" hangingPunct="1">
              <a:lnSpc>
                <a:spcPct val="100000"/>
              </a:lnSpc>
              <a:spcBef>
                <a:spcPts val="0"/>
              </a:spcBef>
              <a:spcAft>
                <a:spcPts val="156"/>
              </a:spcAft>
              <a:buClr>
                <a:srgbClr val="002060"/>
              </a:buClr>
              <a:buSzPct val="100000"/>
              <a:buFontTx/>
              <a:buNone/>
              <a:tabLst/>
              <a:defRPr/>
            </a:pPr>
            <a:r>
              <a:rPr kumimoji="1" lang="ja-JP" altLang="en-US" sz="13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改修</a:t>
            </a:r>
            <a:br>
              <a:rPr kumimoji="1" lang="en-US" altLang="ja-JP" sz="13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ja-JP" altLang="en-US" sz="13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イメージ</a:t>
            </a:r>
          </a:p>
        </p:txBody>
      </p:sp>
      <p:grpSp>
        <p:nvGrpSpPr>
          <p:cNvPr id="10" name="グループ化 9">
            <a:extLst>
              <a:ext uri="{FF2B5EF4-FFF2-40B4-BE49-F238E27FC236}">
                <a16:creationId xmlns:a16="http://schemas.microsoft.com/office/drawing/2014/main" id="{F175DF2D-84F1-C375-BA7A-CD64C52B0DD7}"/>
              </a:ext>
            </a:extLst>
          </p:cNvPr>
          <p:cNvGrpSpPr/>
          <p:nvPr/>
        </p:nvGrpSpPr>
        <p:grpSpPr>
          <a:xfrm>
            <a:off x="7050031" y="3771544"/>
            <a:ext cx="1813554" cy="662571"/>
            <a:chOff x="8213747" y="4943999"/>
            <a:chExt cx="1813554" cy="662571"/>
          </a:xfrm>
        </p:grpSpPr>
        <p:sp>
          <p:nvSpPr>
            <p:cNvPr id="11" name="吹き出し: 線 10">
              <a:extLst>
                <a:ext uri="{FF2B5EF4-FFF2-40B4-BE49-F238E27FC236}">
                  <a16:creationId xmlns:a16="http://schemas.microsoft.com/office/drawing/2014/main" id="{D536CEB4-AEE4-4E9A-3B92-10AB1FDD7CAB}"/>
                </a:ext>
              </a:extLst>
            </p:cNvPr>
            <p:cNvSpPr/>
            <p:nvPr/>
          </p:nvSpPr>
          <p:spPr>
            <a:xfrm>
              <a:off x="8219151" y="5128914"/>
              <a:ext cx="1808150" cy="477656"/>
            </a:xfrm>
            <a:prstGeom prst="borderCallout1">
              <a:avLst>
                <a:gd name="adj1" fmla="val 73933"/>
                <a:gd name="adj2" fmla="val -152"/>
                <a:gd name="adj3" fmla="val 139761"/>
                <a:gd name="adj4" fmla="val -35138"/>
              </a:avLst>
            </a:prstGeom>
            <a:solidFill>
              <a:schemeClr val="bg1"/>
            </a:solidFill>
            <a:ln w="9525" cap="flat" cmpd="sng" algn="ctr">
              <a:solidFill>
                <a:srgbClr val="0070C0"/>
              </a:solid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医療機関の所在する都道府県は</a:t>
              </a:r>
              <a:r>
                <a:rPr kumimoji="1" lang="ja-JP" altLang="en-US" sz="10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「必須」→「任意」</a:t>
              </a:r>
              <a:endParaRPr kumimoji="1" lang="en-US" altLang="ja-JP" sz="10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に変更</a:t>
              </a:r>
              <a:endParaRPr kumimoji="1" lang="en-US" altLang="ja-JP"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12" name="正方形/長方形 11">
              <a:extLst>
                <a:ext uri="{FF2B5EF4-FFF2-40B4-BE49-F238E27FC236}">
                  <a16:creationId xmlns:a16="http://schemas.microsoft.com/office/drawing/2014/main" id="{1D6FCE22-000F-8C10-2758-FA4B737C14D3}"/>
                </a:ext>
              </a:extLst>
            </p:cNvPr>
            <p:cNvSpPr/>
            <p:nvPr/>
          </p:nvSpPr>
          <p:spPr>
            <a:xfrm>
              <a:off x="8213747" y="4943999"/>
              <a:ext cx="1054267" cy="176165"/>
            </a:xfrm>
            <a:prstGeom prst="rect">
              <a:avLst/>
            </a:prstGeom>
            <a:solidFill>
              <a:srgbClr val="0070C0"/>
            </a:solidFill>
            <a:ln w="9525" cap="flat" cmpd="sng" algn="ctr">
              <a:solidFill>
                <a:srgbClr val="0070C0"/>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0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要求事項①</a:t>
              </a:r>
            </a:p>
          </p:txBody>
        </p:sp>
      </p:grpSp>
      <p:sp>
        <p:nvSpPr>
          <p:cNvPr id="13" name="正方形/長方形 12">
            <a:extLst>
              <a:ext uri="{FF2B5EF4-FFF2-40B4-BE49-F238E27FC236}">
                <a16:creationId xmlns:a16="http://schemas.microsoft.com/office/drawing/2014/main" id="{F709CB7C-7476-4CB1-EB59-5A2AF5BE57BC}"/>
              </a:ext>
            </a:extLst>
          </p:cNvPr>
          <p:cNvSpPr/>
          <p:nvPr/>
        </p:nvSpPr>
        <p:spPr>
          <a:xfrm>
            <a:off x="6214832" y="4542429"/>
            <a:ext cx="181148" cy="117072"/>
          </a:xfrm>
          <a:prstGeom prst="rect">
            <a:avLst/>
          </a:prstGeom>
          <a:solidFill>
            <a:schemeClr val="bg1"/>
          </a:solidFill>
          <a:ln w="28575" cap="flat" cmpd="sng" algn="ctr">
            <a:solidFill>
              <a:schemeClr val="bg1"/>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eiryo UI" panose="020B0604030504040204" pitchFamily="50" charset="-128"/>
              </a:rPr>
              <a:t>任意</a:t>
            </a:r>
            <a:endParaRPr kumimoji="0" lang="ja-JP" altLang="en-US" sz="800" b="0" i="0" u="none" strike="noStrike" kern="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正方形/長方形 13">
            <a:extLst>
              <a:ext uri="{FF2B5EF4-FFF2-40B4-BE49-F238E27FC236}">
                <a16:creationId xmlns:a16="http://schemas.microsoft.com/office/drawing/2014/main" id="{EB74BA16-76E5-5246-9B5D-AB3E0363B09D}"/>
              </a:ext>
            </a:extLst>
          </p:cNvPr>
          <p:cNvSpPr/>
          <p:nvPr/>
        </p:nvSpPr>
        <p:spPr>
          <a:xfrm>
            <a:off x="6222308" y="4543072"/>
            <a:ext cx="181148" cy="127771"/>
          </a:xfrm>
          <a:prstGeom prst="rect">
            <a:avLst/>
          </a:prstGeom>
          <a:noFill/>
          <a:ln w="28575" cap="flat" cmpd="sng" algn="ctr">
            <a:solidFill>
              <a:srgbClr val="0070C0"/>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ja-JP" altLang="en-US" sz="8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32" name="グループ化 31">
            <a:extLst>
              <a:ext uri="{FF2B5EF4-FFF2-40B4-BE49-F238E27FC236}">
                <a16:creationId xmlns:a16="http://schemas.microsoft.com/office/drawing/2014/main" id="{59FEDC6F-6E7B-B037-AA81-E2B6244B7A50}"/>
              </a:ext>
            </a:extLst>
          </p:cNvPr>
          <p:cNvGrpSpPr/>
          <p:nvPr/>
        </p:nvGrpSpPr>
        <p:grpSpPr>
          <a:xfrm>
            <a:off x="5323796" y="5543072"/>
            <a:ext cx="1561670" cy="523820"/>
            <a:chOff x="5323796" y="5955060"/>
            <a:chExt cx="1561670" cy="523820"/>
          </a:xfrm>
        </p:grpSpPr>
        <p:pic>
          <p:nvPicPr>
            <p:cNvPr id="25" name="図 24">
              <a:extLst>
                <a:ext uri="{FF2B5EF4-FFF2-40B4-BE49-F238E27FC236}">
                  <a16:creationId xmlns:a16="http://schemas.microsoft.com/office/drawing/2014/main" id="{53B963BB-4DEC-DA0D-2443-A17862E94598}"/>
                </a:ext>
              </a:extLst>
            </p:cNvPr>
            <p:cNvPicPr>
              <a:picLocks noChangeAspect="1"/>
            </p:cNvPicPr>
            <p:nvPr/>
          </p:nvPicPr>
          <p:blipFill>
            <a:blip r:embed="rId4"/>
            <a:stretch>
              <a:fillRect/>
            </a:stretch>
          </p:blipFill>
          <p:spPr>
            <a:xfrm>
              <a:off x="5323796" y="5955060"/>
              <a:ext cx="1561670" cy="523820"/>
            </a:xfrm>
            <a:prstGeom prst="rect">
              <a:avLst/>
            </a:prstGeom>
          </p:spPr>
        </p:pic>
        <p:sp>
          <p:nvSpPr>
            <p:cNvPr id="26" name="正方形/長方形 25">
              <a:extLst>
                <a:ext uri="{FF2B5EF4-FFF2-40B4-BE49-F238E27FC236}">
                  <a16:creationId xmlns:a16="http://schemas.microsoft.com/office/drawing/2014/main" id="{A34D2838-69C0-FD82-FBC3-AE5DAE1C3FAB}"/>
                </a:ext>
              </a:extLst>
            </p:cNvPr>
            <p:cNvSpPr/>
            <p:nvPr/>
          </p:nvSpPr>
          <p:spPr>
            <a:xfrm>
              <a:off x="5887040" y="5977029"/>
              <a:ext cx="181148" cy="117072"/>
            </a:xfrm>
            <a:prstGeom prst="rect">
              <a:avLst/>
            </a:prstGeom>
            <a:solidFill>
              <a:schemeClr val="bg1"/>
            </a:solidFill>
            <a:ln w="28575" cap="flat" cmpd="sng" algn="ctr">
              <a:solidFill>
                <a:schemeClr val="bg1"/>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かな</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endParaRPr kumimoji="0" lang="ja-JP" altLang="en-US" sz="6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grpSp>
      <p:grpSp>
        <p:nvGrpSpPr>
          <p:cNvPr id="36" name="グループ化 35">
            <a:extLst>
              <a:ext uri="{FF2B5EF4-FFF2-40B4-BE49-F238E27FC236}">
                <a16:creationId xmlns:a16="http://schemas.microsoft.com/office/drawing/2014/main" id="{15AB7F78-E924-62B1-0FE2-3E2219BEE6CA}"/>
              </a:ext>
            </a:extLst>
          </p:cNvPr>
          <p:cNvGrpSpPr/>
          <p:nvPr/>
        </p:nvGrpSpPr>
        <p:grpSpPr>
          <a:xfrm>
            <a:off x="5328876" y="6069499"/>
            <a:ext cx="1561670" cy="523820"/>
            <a:chOff x="5359356" y="6518063"/>
            <a:chExt cx="1561670" cy="523820"/>
          </a:xfrm>
        </p:grpSpPr>
        <p:pic>
          <p:nvPicPr>
            <p:cNvPr id="28" name="図 27">
              <a:extLst>
                <a:ext uri="{FF2B5EF4-FFF2-40B4-BE49-F238E27FC236}">
                  <a16:creationId xmlns:a16="http://schemas.microsoft.com/office/drawing/2014/main" id="{F01F514C-F9E8-CA79-1CDD-C9191480F28E}"/>
                </a:ext>
              </a:extLst>
            </p:cNvPr>
            <p:cNvPicPr>
              <a:picLocks noChangeAspect="1"/>
            </p:cNvPicPr>
            <p:nvPr/>
          </p:nvPicPr>
          <p:blipFill>
            <a:blip r:embed="rId4"/>
            <a:stretch>
              <a:fillRect/>
            </a:stretch>
          </p:blipFill>
          <p:spPr>
            <a:xfrm>
              <a:off x="5359356" y="6518063"/>
              <a:ext cx="1561670" cy="523820"/>
            </a:xfrm>
            <a:prstGeom prst="rect">
              <a:avLst/>
            </a:prstGeom>
          </p:spPr>
        </p:pic>
        <p:sp>
          <p:nvSpPr>
            <p:cNvPr id="29" name="正方形/長方形 28">
              <a:extLst>
                <a:ext uri="{FF2B5EF4-FFF2-40B4-BE49-F238E27FC236}">
                  <a16:creationId xmlns:a16="http://schemas.microsoft.com/office/drawing/2014/main" id="{53F2A7EB-1FD9-ED3C-8CB4-36F2C474D424}"/>
                </a:ext>
              </a:extLst>
            </p:cNvPr>
            <p:cNvSpPr/>
            <p:nvPr/>
          </p:nvSpPr>
          <p:spPr>
            <a:xfrm>
              <a:off x="5857144" y="6550434"/>
              <a:ext cx="291741" cy="106429"/>
            </a:xfrm>
            <a:prstGeom prst="rect">
              <a:avLst/>
            </a:prstGeom>
            <a:solidFill>
              <a:schemeClr val="bg1"/>
            </a:solidFill>
            <a:ln w="28575" cap="flat" cmpd="sng" algn="ctr">
              <a:solidFill>
                <a:schemeClr val="bg1"/>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所在地</a:t>
              </a:r>
            </a:p>
          </p:txBody>
        </p:sp>
      </p:grpSp>
      <p:sp>
        <p:nvSpPr>
          <p:cNvPr id="37" name="正方形/長方形 36">
            <a:extLst>
              <a:ext uri="{FF2B5EF4-FFF2-40B4-BE49-F238E27FC236}">
                <a16:creationId xmlns:a16="http://schemas.microsoft.com/office/drawing/2014/main" id="{75A95AB8-0853-5C70-BFDA-7AD259F79C61}"/>
              </a:ext>
            </a:extLst>
          </p:cNvPr>
          <p:cNvSpPr/>
          <p:nvPr/>
        </p:nvSpPr>
        <p:spPr>
          <a:xfrm>
            <a:off x="5857144" y="5029600"/>
            <a:ext cx="291741" cy="106429"/>
          </a:xfrm>
          <a:prstGeom prst="rect">
            <a:avLst/>
          </a:prstGeom>
          <a:solidFill>
            <a:schemeClr val="bg1"/>
          </a:solidFill>
          <a:ln w="28575" cap="flat" cmpd="sng" algn="ctr">
            <a:solidFill>
              <a:schemeClr val="bg1"/>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40" name="正方形/長方形 39">
            <a:extLst>
              <a:ext uri="{FF2B5EF4-FFF2-40B4-BE49-F238E27FC236}">
                <a16:creationId xmlns:a16="http://schemas.microsoft.com/office/drawing/2014/main" id="{97A26D43-E14A-5A2B-8550-14DC50D6FED2}"/>
              </a:ext>
            </a:extLst>
          </p:cNvPr>
          <p:cNvSpPr/>
          <p:nvPr/>
        </p:nvSpPr>
        <p:spPr>
          <a:xfrm>
            <a:off x="5249851" y="4934199"/>
            <a:ext cx="291741" cy="72693"/>
          </a:xfrm>
          <a:prstGeom prst="rect">
            <a:avLst/>
          </a:prstGeom>
          <a:noFill/>
          <a:ln w="28575" cap="flat" cmpd="sng" algn="ctr">
            <a:solidFill>
              <a:schemeClr val="bg1"/>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以下のいずれかが</a:t>
            </a:r>
            <a:r>
              <a:rPr kumimoji="0" lang="ja-JP" altLang="en-US" sz="400" b="1" i="0" u="none" strike="noStrike" kern="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eiryo UI" panose="020B0604030504040204" pitchFamily="50" charset="-128"/>
              </a:rPr>
              <a:t>必須</a:t>
            </a:r>
          </a:p>
        </p:txBody>
      </p:sp>
      <p:sp>
        <p:nvSpPr>
          <p:cNvPr id="41" name="正方形/長方形 40">
            <a:extLst>
              <a:ext uri="{FF2B5EF4-FFF2-40B4-BE49-F238E27FC236}">
                <a16:creationId xmlns:a16="http://schemas.microsoft.com/office/drawing/2014/main" id="{F86F7CA6-AE1F-92D5-41E1-2847D306FE45}"/>
              </a:ext>
            </a:extLst>
          </p:cNvPr>
          <p:cNvSpPr/>
          <p:nvPr/>
        </p:nvSpPr>
        <p:spPr>
          <a:xfrm>
            <a:off x="5218819" y="3768587"/>
            <a:ext cx="1671727" cy="2824732"/>
          </a:xfrm>
          <a:prstGeom prst="rect">
            <a:avLst/>
          </a:prstGeom>
          <a:noFill/>
          <a:ln w="12700" cap="flat" cmpd="sng" algn="ctr">
            <a:solidFill>
              <a:srgbClr val="0070C0"/>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ja-JP" altLang="en-US" sz="400" b="1" i="0" u="none" strike="noStrike" kern="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43" name="正方形/長方形 42">
            <a:extLst>
              <a:ext uri="{FF2B5EF4-FFF2-40B4-BE49-F238E27FC236}">
                <a16:creationId xmlns:a16="http://schemas.microsoft.com/office/drawing/2014/main" id="{813BBFDF-661C-87F5-8298-60FB28BE316F}"/>
              </a:ext>
            </a:extLst>
          </p:cNvPr>
          <p:cNvSpPr/>
          <p:nvPr/>
        </p:nvSpPr>
        <p:spPr>
          <a:xfrm>
            <a:off x="5305146" y="5543072"/>
            <a:ext cx="1561669" cy="1050247"/>
          </a:xfrm>
          <a:prstGeom prst="rect">
            <a:avLst/>
          </a:prstGeom>
          <a:noFill/>
          <a:ln w="28575" cap="flat" cmpd="sng" algn="ctr">
            <a:solidFill>
              <a:srgbClr val="0070C0"/>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ja-JP" altLang="en-US" sz="8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46" name="グループ化 45">
            <a:extLst>
              <a:ext uri="{FF2B5EF4-FFF2-40B4-BE49-F238E27FC236}">
                <a16:creationId xmlns:a16="http://schemas.microsoft.com/office/drawing/2014/main" id="{7594C8F3-86B9-F8B9-FCB4-976EA3D3F721}"/>
              </a:ext>
            </a:extLst>
          </p:cNvPr>
          <p:cNvGrpSpPr/>
          <p:nvPr/>
        </p:nvGrpSpPr>
        <p:grpSpPr>
          <a:xfrm>
            <a:off x="7510959" y="4751528"/>
            <a:ext cx="1813554" cy="662571"/>
            <a:chOff x="8213747" y="4943999"/>
            <a:chExt cx="1813554" cy="662571"/>
          </a:xfrm>
        </p:grpSpPr>
        <p:sp>
          <p:nvSpPr>
            <p:cNvPr id="47" name="吹き出し: 線 46">
              <a:extLst>
                <a:ext uri="{FF2B5EF4-FFF2-40B4-BE49-F238E27FC236}">
                  <a16:creationId xmlns:a16="http://schemas.microsoft.com/office/drawing/2014/main" id="{BBE0FB58-25F8-1C40-E96D-869523E2B288}"/>
                </a:ext>
              </a:extLst>
            </p:cNvPr>
            <p:cNvSpPr/>
            <p:nvPr/>
          </p:nvSpPr>
          <p:spPr>
            <a:xfrm>
              <a:off x="8219151" y="5128914"/>
              <a:ext cx="1808150" cy="477656"/>
            </a:xfrm>
            <a:prstGeom prst="borderCallout1">
              <a:avLst>
                <a:gd name="adj1" fmla="val 73933"/>
                <a:gd name="adj2" fmla="val -152"/>
                <a:gd name="adj3" fmla="val 139761"/>
                <a:gd name="adj4" fmla="val -35138"/>
              </a:avLst>
            </a:prstGeom>
            <a:solidFill>
              <a:schemeClr val="bg1"/>
            </a:solidFill>
            <a:ln w="9525" cap="flat" cmpd="sng" algn="ctr">
              <a:solidFill>
                <a:srgbClr val="0070C0"/>
              </a:solid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検索キーに、</a:t>
              </a:r>
              <a:r>
                <a:rPr kumimoji="1" lang="ja-JP" altLang="en-US" sz="1000" b="1"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「医療機関名（かな）」と「所在地」</a:t>
              </a:r>
              <a:r>
                <a:rPr kumimoji="1" lang="ja-JP" altLang="en-US"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を追加</a:t>
              </a:r>
              <a:endParaRPr kumimoji="1" lang="en-US" altLang="ja-JP"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p:txBody>
        </p:sp>
        <p:sp>
          <p:nvSpPr>
            <p:cNvPr id="49" name="正方形/長方形 48">
              <a:extLst>
                <a:ext uri="{FF2B5EF4-FFF2-40B4-BE49-F238E27FC236}">
                  <a16:creationId xmlns:a16="http://schemas.microsoft.com/office/drawing/2014/main" id="{5BF5D6BD-3C12-78C2-A59A-713A436D3A6A}"/>
                </a:ext>
              </a:extLst>
            </p:cNvPr>
            <p:cNvSpPr/>
            <p:nvPr/>
          </p:nvSpPr>
          <p:spPr>
            <a:xfrm>
              <a:off x="8213747" y="4943999"/>
              <a:ext cx="1054267" cy="176165"/>
            </a:xfrm>
            <a:prstGeom prst="rect">
              <a:avLst/>
            </a:prstGeom>
            <a:solidFill>
              <a:srgbClr val="0070C0"/>
            </a:solidFill>
            <a:ln w="9525" cap="flat" cmpd="sng" algn="ctr">
              <a:solidFill>
                <a:srgbClr val="0070C0"/>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0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要求事項②</a:t>
              </a:r>
            </a:p>
          </p:txBody>
        </p:sp>
      </p:grpSp>
      <p:sp>
        <p:nvSpPr>
          <p:cNvPr id="2" name="二等辺三角形 1">
            <a:extLst>
              <a:ext uri="{FF2B5EF4-FFF2-40B4-BE49-F238E27FC236}">
                <a16:creationId xmlns:a16="http://schemas.microsoft.com/office/drawing/2014/main" id="{D2B5CC2C-8625-7C42-0BC4-B8F2A6BE22E8}"/>
              </a:ext>
            </a:extLst>
          </p:cNvPr>
          <p:cNvSpPr/>
          <p:nvPr/>
        </p:nvSpPr>
        <p:spPr>
          <a:xfrm rot="5400000">
            <a:off x="3569388" y="5191708"/>
            <a:ext cx="1561361" cy="202310"/>
          </a:xfrm>
          <a:prstGeom prst="triangle">
            <a:avLst/>
          </a:prstGeom>
          <a:solidFill>
            <a:schemeClr val="tx2">
              <a:lumMod val="40000"/>
              <a:lumOff val="60000"/>
            </a:schemeClr>
          </a:solidFill>
          <a:ln w="9525" cap="flat" cmpd="sng" algn="ctr">
            <a:no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ja-JP" altLang="en-US" sz="8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正方形/長方形 14">
            <a:extLst>
              <a:ext uri="{FF2B5EF4-FFF2-40B4-BE49-F238E27FC236}">
                <a16:creationId xmlns:a16="http://schemas.microsoft.com/office/drawing/2014/main" id="{2F5F73CB-ADC9-FEEF-28AC-D99C5048A423}"/>
              </a:ext>
            </a:extLst>
          </p:cNvPr>
          <p:cNvSpPr/>
          <p:nvPr/>
        </p:nvSpPr>
        <p:spPr>
          <a:xfrm>
            <a:off x="5451018" y="5873967"/>
            <a:ext cx="375646" cy="106463"/>
          </a:xfrm>
          <a:prstGeom prst="rect">
            <a:avLst/>
          </a:prstGeom>
          <a:solidFill>
            <a:schemeClr val="bg1"/>
          </a:solidFill>
          <a:ln w="28575" cap="flat" cmpd="sng" algn="ctr">
            <a:solidFill>
              <a:schemeClr val="bg1"/>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6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まいなぽ</a:t>
            </a:r>
            <a:endParaRPr kumimoji="0" lang="ja-JP" altLang="en-US" sz="8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6" name="正方形/長方形 15">
            <a:extLst>
              <a:ext uri="{FF2B5EF4-FFF2-40B4-BE49-F238E27FC236}">
                <a16:creationId xmlns:a16="http://schemas.microsoft.com/office/drawing/2014/main" id="{E3D066AA-DA73-1FB2-3145-B6B9D08462EE}"/>
              </a:ext>
            </a:extLst>
          </p:cNvPr>
          <p:cNvSpPr/>
          <p:nvPr/>
        </p:nvSpPr>
        <p:spPr>
          <a:xfrm>
            <a:off x="5480552" y="5681765"/>
            <a:ext cx="375645" cy="117072"/>
          </a:xfrm>
          <a:prstGeom prst="rect">
            <a:avLst/>
          </a:prstGeom>
          <a:solidFill>
            <a:schemeClr val="bg1"/>
          </a:solidFill>
          <a:ln w="28575" cap="flat" cmpd="sng" algn="ctr">
            <a:solidFill>
              <a:schemeClr val="bg1"/>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white">
                    <a:lumMod val="50000"/>
                  </a:prstClr>
                </a:solidFill>
                <a:effectLst/>
                <a:uLnTx/>
                <a:uFillTx/>
                <a:latin typeface="Meiryo UI" panose="020B0604030504040204" pitchFamily="50" charset="-128"/>
                <a:ea typeface="Meiryo UI" panose="020B0604030504040204" pitchFamily="50" charset="-128"/>
                <a:cs typeface="Meiryo UI" panose="020B0604030504040204" pitchFamily="50" charset="-128"/>
              </a:rPr>
              <a:t>○○びょういん</a:t>
            </a:r>
            <a:endParaRPr kumimoji="0" lang="ja-JP" altLang="en-US" sz="600" b="0" i="0" u="none" strike="noStrike" kern="0" cap="none" spc="0" normalizeH="0" baseline="0" noProof="0">
              <a:ln>
                <a:noFill/>
              </a:ln>
              <a:solidFill>
                <a:prstClr val="white">
                  <a:lumMod val="50000"/>
                </a:prstClr>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7" name="正方形/長方形 16">
            <a:extLst>
              <a:ext uri="{FF2B5EF4-FFF2-40B4-BE49-F238E27FC236}">
                <a16:creationId xmlns:a16="http://schemas.microsoft.com/office/drawing/2014/main" id="{FA9F1D3E-065A-1148-936C-06A94C814452}"/>
              </a:ext>
            </a:extLst>
          </p:cNvPr>
          <p:cNvSpPr/>
          <p:nvPr/>
        </p:nvSpPr>
        <p:spPr>
          <a:xfrm>
            <a:off x="5451018" y="6414245"/>
            <a:ext cx="375646" cy="106463"/>
          </a:xfrm>
          <a:prstGeom prst="rect">
            <a:avLst/>
          </a:prstGeom>
          <a:solidFill>
            <a:schemeClr val="bg1"/>
          </a:solidFill>
          <a:ln w="28575" cap="flat" cmpd="sng" algn="ctr">
            <a:solidFill>
              <a:schemeClr val="bg1"/>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6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千代田区</a:t>
            </a:r>
          </a:p>
        </p:txBody>
      </p:sp>
      <p:sp>
        <p:nvSpPr>
          <p:cNvPr id="18" name="正方形/長方形 17">
            <a:extLst>
              <a:ext uri="{FF2B5EF4-FFF2-40B4-BE49-F238E27FC236}">
                <a16:creationId xmlns:a16="http://schemas.microsoft.com/office/drawing/2014/main" id="{71895318-860A-6D60-A5FC-D020E7C06FC3}"/>
              </a:ext>
            </a:extLst>
          </p:cNvPr>
          <p:cNvSpPr/>
          <p:nvPr/>
        </p:nvSpPr>
        <p:spPr>
          <a:xfrm>
            <a:off x="5407855" y="6208104"/>
            <a:ext cx="375645" cy="117072"/>
          </a:xfrm>
          <a:prstGeom prst="rect">
            <a:avLst/>
          </a:prstGeom>
          <a:solidFill>
            <a:schemeClr val="bg1"/>
          </a:solidFill>
          <a:ln w="28575" cap="flat" cmpd="sng" algn="ctr">
            <a:solidFill>
              <a:schemeClr val="bg1"/>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ja-JP" altLang="en-US" sz="600" b="0" i="0" u="none" strike="noStrike" kern="0" cap="none" spc="0" normalizeH="0" baseline="0" noProof="0">
              <a:ln>
                <a:noFill/>
              </a:ln>
              <a:solidFill>
                <a:prstClr val="white">
                  <a:lumMod val="50000"/>
                </a:prstClr>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9" name="正方形/長方形 18">
            <a:extLst>
              <a:ext uri="{FF2B5EF4-FFF2-40B4-BE49-F238E27FC236}">
                <a16:creationId xmlns:a16="http://schemas.microsoft.com/office/drawing/2014/main" id="{ADFFA412-BE30-888E-27F2-16AEB726A3B2}"/>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7050219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C2E65-1BDB-7235-4E4D-AD1E85EB4001}"/>
            </a:ext>
          </a:extLst>
        </p:cNvPr>
        <p:cNvGrpSpPr/>
        <p:nvPr/>
      </p:nvGrpSpPr>
      <p:grpSpPr>
        <a:xfrm>
          <a:off x="0" y="0"/>
          <a:ext cx="0" cy="0"/>
          <a:chOff x="0" y="0"/>
          <a:chExt cx="0" cy="0"/>
        </a:xfrm>
      </p:grpSpPr>
      <p:grpSp>
        <p:nvGrpSpPr>
          <p:cNvPr id="3" name="グループ化 2">
            <a:extLst>
              <a:ext uri="{FF2B5EF4-FFF2-40B4-BE49-F238E27FC236}">
                <a16:creationId xmlns:a16="http://schemas.microsoft.com/office/drawing/2014/main" id="{47C69B9A-0020-501A-02E7-02F4671683E0}"/>
              </a:ext>
            </a:extLst>
          </p:cNvPr>
          <p:cNvGrpSpPr/>
          <p:nvPr/>
        </p:nvGrpSpPr>
        <p:grpSpPr>
          <a:xfrm>
            <a:off x="3038543" y="4058061"/>
            <a:ext cx="3808595" cy="2608688"/>
            <a:chOff x="2848113" y="3528381"/>
            <a:chExt cx="4189455" cy="2869557"/>
          </a:xfrm>
        </p:grpSpPr>
        <p:pic>
          <p:nvPicPr>
            <p:cNvPr id="11" name="図 10">
              <a:extLst>
                <a:ext uri="{FF2B5EF4-FFF2-40B4-BE49-F238E27FC236}">
                  <a16:creationId xmlns:a16="http://schemas.microsoft.com/office/drawing/2014/main" id="{23083FA8-63F3-0BDF-FA84-82BEA4ECD11F}"/>
                </a:ext>
              </a:extLst>
            </p:cNvPr>
            <p:cNvPicPr>
              <a:picLocks noChangeAspect="1"/>
            </p:cNvPicPr>
            <p:nvPr/>
          </p:nvPicPr>
          <p:blipFill>
            <a:blip r:embed="rId3"/>
            <a:stretch>
              <a:fillRect/>
            </a:stretch>
          </p:blipFill>
          <p:spPr>
            <a:xfrm>
              <a:off x="2848113" y="3528381"/>
              <a:ext cx="4189455" cy="2869557"/>
            </a:xfrm>
            <a:prstGeom prst="rect">
              <a:avLst/>
            </a:prstGeom>
            <a:ln>
              <a:solidFill>
                <a:schemeClr val="bg1">
                  <a:lumMod val="85000"/>
                </a:schemeClr>
              </a:solidFill>
            </a:ln>
          </p:spPr>
        </p:pic>
        <p:sp>
          <p:nvSpPr>
            <p:cNvPr id="15" name="正方形/長方形 14">
              <a:extLst>
                <a:ext uri="{FF2B5EF4-FFF2-40B4-BE49-F238E27FC236}">
                  <a16:creationId xmlns:a16="http://schemas.microsoft.com/office/drawing/2014/main" id="{3E8C540F-4821-9BB1-62AF-2FAD267B1EEA}"/>
                </a:ext>
              </a:extLst>
            </p:cNvPr>
            <p:cNvSpPr/>
            <p:nvPr/>
          </p:nvSpPr>
          <p:spPr>
            <a:xfrm>
              <a:off x="4939868" y="3664812"/>
              <a:ext cx="1276805" cy="2678286"/>
            </a:xfrm>
            <a:prstGeom prst="rect">
              <a:avLst/>
            </a:prstGeom>
            <a:noFill/>
          </p:spPr>
          <p:style>
            <a:lnRef idx="2">
              <a:schemeClr val="accent2"/>
            </a:lnRef>
            <a:fillRef idx="1">
              <a:schemeClr val="lt1"/>
            </a:fillRef>
            <a:effectRef idx="0">
              <a:schemeClr val="accent2"/>
            </a:effectRef>
            <a:fontRef idx="minor">
              <a:schemeClr val="dk1"/>
            </a:fontRef>
          </p:style>
          <p:txBody>
            <a:bodyPr wrap="none" lIns="36000" tIns="36000" rIns="36000" bIns="3600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prstClr val="black"/>
                </a:solidFill>
                <a:effectLst/>
                <a:uLnTx/>
                <a:uFillTx/>
                <a:latin typeface="Meiryo UI"/>
                <a:ea typeface="Meiryo UI"/>
                <a:cs typeface="Arial" charset="0"/>
              </a:endParaRPr>
            </a:p>
          </p:txBody>
        </p:sp>
      </p:grpSp>
      <p:sp>
        <p:nvSpPr>
          <p:cNvPr id="4" name="タイトル 2">
            <a:extLst>
              <a:ext uri="{FF2B5EF4-FFF2-40B4-BE49-F238E27FC236}">
                <a16:creationId xmlns:a16="http://schemas.microsoft.com/office/drawing/2014/main" id="{DE91693D-2D47-8DEF-A936-E855B81F0DB8}"/>
              </a:ext>
            </a:extLst>
          </p:cNvPr>
          <p:cNvSpPr>
            <a:spLocks noGrp="1"/>
          </p:cNvSpPr>
          <p:nvPr>
            <p:ph type="title"/>
          </p:nvPr>
        </p:nvSpPr>
        <p:spPr/>
        <p:txBody>
          <a:bodyPr lIns="0" tIns="45720" rIns="0" bIns="45720" anchor="b" anchorCtr="0">
            <a:normAutofit/>
          </a:bodyPr>
          <a:lstStyle/>
          <a:p>
            <a:pPr>
              <a:lnSpc>
                <a:spcPct val="90000"/>
              </a:lnSpc>
              <a:tabLst>
                <a:tab pos="1879600" algn="l"/>
                <a:tab pos="2693988" algn="l"/>
              </a:tabLst>
            </a:pPr>
            <a:r>
              <a:rPr lang="en-US" altLang="ja-JP" sz="1600"/>
              <a:t>2</a:t>
            </a:r>
            <a:r>
              <a:rPr lang="ja-JP" altLang="en-US" sz="1600"/>
              <a:t>．令和</a:t>
            </a:r>
            <a:r>
              <a:rPr lang="en-US" altLang="ja-JP" sz="1600"/>
              <a:t>9</a:t>
            </a:r>
            <a:r>
              <a:rPr lang="ja-JP" altLang="en-US" sz="1600"/>
              <a:t>年度案件について</a:t>
            </a:r>
            <a:br>
              <a:rPr lang="en-US" altLang="ja-JP" sz="1600"/>
            </a:br>
            <a:r>
              <a:rPr lang="ja-JP" altLang="en-US" sz="1600"/>
              <a:t>案件</a:t>
            </a:r>
            <a:r>
              <a:rPr lang="en-US" altLang="ja-JP" sz="1600"/>
              <a:t>ID</a:t>
            </a:r>
            <a:r>
              <a:rPr lang="ja-JP" altLang="en-US" sz="1700"/>
              <a:t>＃</a:t>
            </a:r>
            <a:r>
              <a:rPr lang="en-US" altLang="ja-JP" sz="1700"/>
              <a:t>148_</a:t>
            </a:r>
            <a:r>
              <a:rPr lang="ja-JP" altLang="en-US" sz="1700"/>
              <a:t>訪問看護ステーションにおける医療情報の閲覧</a:t>
            </a:r>
            <a:endParaRPr lang="en-US" altLang="ja-JP" sz="1700"/>
          </a:p>
        </p:txBody>
      </p:sp>
      <p:graphicFrame>
        <p:nvGraphicFramePr>
          <p:cNvPr id="10" name="表 9">
            <a:extLst>
              <a:ext uri="{FF2B5EF4-FFF2-40B4-BE49-F238E27FC236}">
                <a16:creationId xmlns:a16="http://schemas.microsoft.com/office/drawing/2014/main" id="{4522636B-1511-DBB8-0180-7E38DF5D1421}"/>
              </a:ext>
            </a:extLst>
          </p:cNvPr>
          <p:cNvGraphicFramePr>
            <a:graphicFrameLocks noGrp="1"/>
          </p:cNvGraphicFramePr>
          <p:nvPr/>
        </p:nvGraphicFramePr>
        <p:xfrm>
          <a:off x="495302" y="839378"/>
          <a:ext cx="8536012" cy="2912594"/>
        </p:xfrm>
        <a:graphic>
          <a:graphicData uri="http://schemas.openxmlformats.org/drawingml/2006/table">
            <a:tbl>
              <a:tblPr/>
              <a:tblGrid>
                <a:gridCol w="1080000">
                  <a:extLst>
                    <a:ext uri="{9D8B030D-6E8A-4147-A177-3AD203B41FA5}">
                      <a16:colId xmlns:a16="http://schemas.microsoft.com/office/drawing/2014/main" val="3507052572"/>
                    </a:ext>
                  </a:extLst>
                </a:gridCol>
                <a:gridCol w="7456012">
                  <a:extLst>
                    <a:ext uri="{9D8B030D-6E8A-4147-A177-3AD203B41FA5}">
                      <a16:colId xmlns:a16="http://schemas.microsoft.com/office/drawing/2014/main" val="3506754757"/>
                    </a:ext>
                  </a:extLst>
                </a:gridCol>
              </a:tblGrid>
              <a:tr h="242230">
                <a:tc>
                  <a:txBody>
                    <a:bodyPr/>
                    <a:lstStyle/>
                    <a:p>
                      <a:pPr algn="ctr" rtl="0" fontAlgn="ctr"/>
                      <a:r>
                        <a:rPr lang="ja-JP" altLang="en-US" sz="1100" b="1" i="0" u="none" strike="noStrike">
                          <a:solidFill>
                            <a:srgbClr val="FFFFFF"/>
                          </a:solidFill>
                          <a:effectLst/>
                          <a:latin typeface="Meiryo UI" panose="020B0604030504040204" pitchFamily="50" charset="-128"/>
                          <a:ea typeface="Meiryo UI" panose="020B0604030504040204" pitchFamily="50" charset="-128"/>
                        </a:rPr>
                        <a:t>背景</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algn="l" rtl="0"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現在、訪問看護ステーションでは電子カルテ情報共有サービスを利用できない整理になっている。</a:t>
                      </a:r>
                      <a:endParaRPr lang="en-US" altLang="ja-JP" sz="1100" b="0" i="0" u="none" strike="noStrike">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2394099348"/>
                  </a:ext>
                </a:extLst>
              </a:tr>
              <a:tr h="242230">
                <a:tc>
                  <a:txBody>
                    <a:bodyPr/>
                    <a:lstStyle/>
                    <a:p>
                      <a:pPr algn="ctr" rtl="0" fontAlgn="ctr"/>
                      <a:r>
                        <a:rPr lang="ja-JP" altLang="en-US" sz="1100" b="1" i="0" u="none" strike="noStrike">
                          <a:solidFill>
                            <a:srgbClr val="FFFFFF"/>
                          </a:solidFill>
                          <a:effectLst/>
                          <a:latin typeface="Meiryo UI" panose="020B0604030504040204" pitchFamily="50" charset="-128"/>
                          <a:ea typeface="Meiryo UI" panose="020B0604030504040204" pitchFamily="50" charset="-128"/>
                        </a:rPr>
                        <a:t>課題</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algn="l" rtl="0"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ー</a:t>
                      </a:r>
                      <a:endParaRPr lang="en-US" altLang="ja-JP" sz="1100" b="0" i="0" u="none" strike="noStrike">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808508447"/>
                  </a:ext>
                </a:extLst>
              </a:tr>
              <a:tr h="327835">
                <a:tc>
                  <a:txBody>
                    <a:bodyPr/>
                    <a:lstStyle/>
                    <a:p>
                      <a:pPr algn="ctr" rtl="0" fontAlgn="ctr"/>
                      <a:r>
                        <a:rPr lang="ja-JP" altLang="en-US" sz="1100" b="1" i="0" u="none" strike="noStrike">
                          <a:solidFill>
                            <a:srgbClr val="FFFFFF"/>
                          </a:solidFill>
                          <a:effectLst/>
                          <a:latin typeface="Meiryo UI" panose="020B0604030504040204" pitchFamily="50" charset="-128"/>
                          <a:ea typeface="Meiryo UI" panose="020B0604030504040204" pitchFamily="50" charset="-128"/>
                        </a:rPr>
                        <a:t>目的</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100" b="0" i="0" u="none" strike="noStrike">
                          <a:solidFill>
                            <a:srgbClr val="000000"/>
                          </a:solidFill>
                          <a:effectLst/>
                          <a:latin typeface="Meiryo UI" panose="020B0604030504040204" pitchFamily="50" charset="-128"/>
                          <a:ea typeface="Meiryo UI" panose="020B0604030504040204" pitchFamily="50" charset="-128"/>
                        </a:rPr>
                        <a:t>歯科・薬局と同様に訪問看護ステーションにおいて、臨床情報・健診文書を閲覧できるようにする。</a:t>
                      </a:r>
                      <a:endParaRPr lang="en-US" altLang="ja-JP" sz="1100" b="0" i="0" u="none" strike="noStrike">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149341942"/>
                  </a:ext>
                </a:extLst>
              </a:tr>
              <a:tr h="696702">
                <a:tc>
                  <a:txBody>
                    <a:bodyPr/>
                    <a:lstStyle/>
                    <a:p>
                      <a:pPr algn="ctr" rtl="0" fontAlgn="ctr"/>
                      <a:r>
                        <a:rPr lang="ja-JP" altLang="en-US" sz="1100" b="1" i="0" u="none" strike="noStrike">
                          <a:solidFill>
                            <a:srgbClr val="FFFFFF"/>
                          </a:solidFill>
                          <a:effectLst/>
                          <a:latin typeface="Meiryo UI" panose="020B0604030504040204" pitchFamily="50" charset="-128"/>
                          <a:ea typeface="Meiryo UI" panose="020B0604030504040204" pitchFamily="50" charset="-128"/>
                        </a:rPr>
                        <a:t>要求事項</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100" b="0" i="0" u="none" strike="noStrike">
                          <a:solidFill>
                            <a:schemeClr val="tx1"/>
                          </a:solidFill>
                          <a:effectLst/>
                          <a:latin typeface="Meiryo UI" panose="020B0604030504040204" pitchFamily="50" charset="-128"/>
                          <a:ea typeface="Meiryo UI" panose="020B0604030504040204" pitchFamily="50" charset="-128"/>
                        </a:rPr>
                        <a:t>機能：アドオンチェック機能</a:t>
                      </a:r>
                      <a:endParaRPr lang="en-US" altLang="ja-JP" sz="1100" b="0" i="0" u="none" strike="noStrike">
                        <a:solidFill>
                          <a:schemeClr val="tx1"/>
                        </a:solidFill>
                        <a:effectLst/>
                        <a:latin typeface="Meiryo UI" panose="020B0604030504040204" pitchFamily="50" charset="-128"/>
                        <a:ea typeface="Meiryo UI" panose="020B0604030504040204" pitchFamily="50" charset="-128"/>
                      </a:endParaRP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100" b="0" i="0" u="none" strike="noStrike">
                          <a:solidFill>
                            <a:schemeClr val="tx1"/>
                          </a:solidFill>
                          <a:effectLst/>
                          <a:latin typeface="Meiryo UI" panose="020B0604030504040204" pitchFamily="50" charset="-128"/>
                          <a:ea typeface="Meiryo UI" panose="020B0604030504040204" pitchFamily="50" charset="-128"/>
                        </a:rPr>
                        <a:t>内容：訪問看護ステーション</a:t>
                      </a:r>
                      <a:r>
                        <a:rPr lang="en-US" altLang="ja-JP" sz="1100" b="0" i="0" u="none" strike="noStrike">
                          <a:solidFill>
                            <a:schemeClr val="tx1"/>
                          </a:solidFill>
                          <a:effectLst/>
                          <a:latin typeface="Meiryo UI" panose="020B0604030504040204" pitchFamily="50" charset="-128"/>
                          <a:ea typeface="Meiryo UI" panose="020B0604030504040204" pitchFamily="50" charset="-128"/>
                        </a:rPr>
                        <a:t>(</a:t>
                      </a:r>
                      <a:r>
                        <a:rPr lang="ja-JP" altLang="en-US" sz="1100" b="0" i="0" u="none" strike="noStrike">
                          <a:solidFill>
                            <a:schemeClr val="tx1"/>
                          </a:solidFill>
                          <a:effectLst/>
                          <a:latin typeface="Meiryo UI" panose="020B0604030504040204" pitchFamily="50" charset="-128"/>
                          <a:ea typeface="Meiryo UI" panose="020B0604030504040204" pitchFamily="50" charset="-128"/>
                        </a:rPr>
                        <a:t>医療機関等コードの点数表：６</a:t>
                      </a:r>
                      <a:r>
                        <a:rPr lang="en-US" altLang="ja-JP" sz="1100" b="0" i="0" u="none" strike="noStrike">
                          <a:solidFill>
                            <a:schemeClr val="tx1"/>
                          </a:solidFill>
                          <a:effectLst/>
                          <a:latin typeface="Meiryo UI" panose="020B0604030504040204" pitchFamily="50" charset="-128"/>
                          <a:ea typeface="Meiryo UI" panose="020B0604030504040204" pitchFamily="50" charset="-128"/>
                        </a:rPr>
                        <a:t>)</a:t>
                      </a:r>
                      <a:r>
                        <a:rPr lang="ja-JP" altLang="en-US" sz="1100" b="0" i="0" u="none" strike="noStrike">
                          <a:solidFill>
                            <a:schemeClr val="tx1"/>
                          </a:solidFill>
                          <a:effectLst/>
                          <a:latin typeface="Meiryo UI" panose="020B0604030504040204" pitchFamily="50" charset="-128"/>
                          <a:ea typeface="Meiryo UI" panose="020B0604030504040204" pitchFamily="50" charset="-128"/>
                        </a:rPr>
                        <a:t>において、電子カルテ情報共有サービスの臨床情報・健診文書の閲覧ができるように改修する。</a:t>
                      </a:r>
                      <a:br>
                        <a:rPr lang="en-US" altLang="ja-JP" sz="1100" b="0" i="0" u="none" strike="noStrike">
                          <a:solidFill>
                            <a:schemeClr val="tx1"/>
                          </a:solidFill>
                          <a:effectLst/>
                          <a:latin typeface="Meiryo UI" panose="020B0604030504040204" pitchFamily="50" charset="-128"/>
                          <a:ea typeface="Meiryo UI" panose="020B0604030504040204" pitchFamily="50" charset="-128"/>
                        </a:rPr>
                      </a:br>
                      <a:r>
                        <a:rPr lang="ja-JP" altLang="en-US" sz="1100" b="0" i="0" u="none" strike="noStrike">
                          <a:solidFill>
                            <a:schemeClr val="tx1"/>
                          </a:solidFill>
                          <a:effectLst/>
                          <a:latin typeface="Meiryo UI" panose="020B0604030504040204" pitchFamily="50" charset="-128"/>
                          <a:ea typeface="Meiryo UI" panose="020B0604030504040204" pitchFamily="50" charset="-128"/>
                        </a:rPr>
                        <a:t>なお、利用できる機能は、保険医療機関</a:t>
                      </a:r>
                      <a:r>
                        <a:rPr lang="en-US" altLang="ja-JP" sz="1100" b="0" i="0" u="none" strike="noStrike">
                          <a:solidFill>
                            <a:schemeClr val="tx1"/>
                          </a:solidFill>
                          <a:effectLst/>
                          <a:latin typeface="Meiryo UI" panose="020B0604030504040204" pitchFamily="50" charset="-128"/>
                          <a:ea typeface="Meiryo UI" panose="020B0604030504040204" pitchFamily="50" charset="-128"/>
                        </a:rPr>
                        <a:t>(</a:t>
                      </a:r>
                      <a:r>
                        <a:rPr lang="ja-JP" altLang="en-US" sz="1100" b="0" i="0" u="none" strike="noStrike">
                          <a:solidFill>
                            <a:schemeClr val="tx1"/>
                          </a:solidFill>
                          <a:effectLst/>
                          <a:latin typeface="Meiryo UI" panose="020B0604030504040204" pitchFamily="50" charset="-128"/>
                          <a:ea typeface="Meiryo UI" panose="020B0604030504040204" pitchFamily="50" charset="-128"/>
                        </a:rPr>
                        <a:t>歯科</a:t>
                      </a:r>
                      <a:r>
                        <a:rPr lang="en-US" altLang="ja-JP" sz="1100" b="0" i="0" u="none" strike="noStrike">
                          <a:solidFill>
                            <a:schemeClr val="tx1"/>
                          </a:solidFill>
                          <a:effectLst/>
                          <a:latin typeface="Meiryo UI" panose="020B0604030504040204" pitchFamily="50" charset="-128"/>
                          <a:ea typeface="Meiryo UI" panose="020B0604030504040204" pitchFamily="50" charset="-128"/>
                        </a:rPr>
                        <a:t>)</a:t>
                      </a:r>
                      <a:r>
                        <a:rPr lang="ja-JP" altLang="en-US" sz="1100" b="0" i="0" u="none" strike="noStrike">
                          <a:solidFill>
                            <a:schemeClr val="tx1"/>
                          </a:solidFill>
                          <a:effectLst/>
                          <a:latin typeface="Meiryo UI" panose="020B0604030504040204" pitchFamily="50" charset="-128"/>
                          <a:ea typeface="Meiryo UI" panose="020B0604030504040204" pitchFamily="50" charset="-128"/>
                        </a:rPr>
                        <a:t>・薬局と同様とする。</a:t>
                      </a:r>
                      <a:r>
                        <a:rPr lang="en-US" altLang="ja-JP" sz="1100" b="0" i="0" u="none" strike="noStrike">
                          <a:solidFill>
                            <a:schemeClr val="tx1"/>
                          </a:solidFill>
                          <a:effectLst/>
                          <a:latin typeface="Meiryo UI" panose="020B0604030504040204" pitchFamily="50" charset="-128"/>
                          <a:ea typeface="Meiryo UI" panose="020B0604030504040204" pitchFamily="50" charset="-128"/>
                        </a:rPr>
                        <a:t>(※)</a:t>
                      </a: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3847957461"/>
                  </a:ext>
                </a:extLst>
              </a:tr>
              <a:tr h="1325851">
                <a:tc>
                  <a:txBody>
                    <a:bodyPr/>
                    <a:lstStyle/>
                    <a:p>
                      <a:pPr algn="ctr" rtl="0" fontAlgn="ctr"/>
                      <a:r>
                        <a:rPr lang="ja-JP" altLang="en-US" sz="1100" b="1" i="0" u="none" strike="noStrike">
                          <a:solidFill>
                            <a:srgbClr val="FFFFFF"/>
                          </a:solidFill>
                          <a:effectLst/>
                          <a:latin typeface="Meiryo UI" panose="020B0604030504040204" pitchFamily="50" charset="-128"/>
                          <a:ea typeface="Meiryo UI" panose="020B0604030504040204" pitchFamily="50" charset="-128"/>
                        </a:rPr>
                        <a:t>備考</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a:noFill/>
                    </a:lnB>
                    <a:solidFill>
                      <a:srgbClr val="1F497D"/>
                    </a:solidFill>
                  </a:tcPr>
                </a:tc>
                <a:tc>
                  <a:txBody>
                    <a:bodyPr/>
                    <a:lstStyle/>
                    <a:p>
                      <a:r>
                        <a:rPr lang="en-US" altLang="ja-JP" sz="1100" b="0"/>
                        <a:t>&lt;</a:t>
                      </a:r>
                      <a:r>
                        <a:rPr lang="ja-JP" altLang="en-US" sz="1100" b="0"/>
                        <a:t>歯科・薬局によるリクエストを</a:t>
                      </a:r>
                      <a:r>
                        <a:rPr lang="ja-JP" altLang="en-US" sz="1100" b="0">
                          <a:effectLst/>
                        </a:rPr>
                        <a:t>許容</a:t>
                      </a:r>
                      <a:r>
                        <a:rPr lang="ja-JP" altLang="en-US" sz="1100" b="0"/>
                        <a:t>する</a:t>
                      </a:r>
                      <a:r>
                        <a:rPr lang="en-US" altLang="ja-JP" sz="1100" b="0"/>
                        <a:t>&gt;</a:t>
                      </a:r>
                      <a:endParaRPr lang="ja-JP" altLang="en-US" sz="1100" b="0"/>
                    </a:p>
                    <a:p>
                      <a:r>
                        <a:rPr lang="ja-JP" altLang="en-US" sz="1100"/>
                        <a:t>　・特定健診情報閲覧要求</a:t>
                      </a:r>
                    </a:p>
                    <a:p>
                      <a:r>
                        <a:rPr lang="ja-JP" altLang="en-US" sz="1100"/>
                        <a:t>　・臨床情報閲覧要求</a:t>
                      </a:r>
                    </a:p>
                    <a:p>
                      <a:r>
                        <a:rPr lang="ja-JP" altLang="en-US" sz="1100"/>
                        <a:t>　・マスタファイル取得要求</a:t>
                      </a:r>
                    </a:p>
                    <a:p>
                      <a:r>
                        <a:rPr lang="ja-JP" altLang="en-US" sz="1100"/>
                        <a:t>　・電カル無し医療情報閲覧</a:t>
                      </a:r>
                      <a:r>
                        <a:rPr lang="en-US" altLang="ja-JP" sz="1100"/>
                        <a:t>(</a:t>
                      </a:r>
                      <a:r>
                        <a:rPr lang="ja-JP" altLang="en-US" sz="1100"/>
                        <a:t>オン資端末</a:t>
                      </a:r>
                      <a:r>
                        <a:rPr lang="en-US" altLang="ja-JP" sz="1100"/>
                        <a:t>)</a:t>
                      </a:r>
                      <a:endParaRPr lang="en-US" altLang="ja-JP" sz="1100" b="1"/>
                    </a:p>
                    <a:p>
                      <a:endParaRPr lang="en-US" altLang="ja-JP" sz="1100" b="1"/>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606374615"/>
                  </a:ext>
                </a:extLst>
              </a:tr>
            </a:tbl>
          </a:graphicData>
        </a:graphic>
      </p:graphicFrame>
      <p:grpSp>
        <p:nvGrpSpPr>
          <p:cNvPr id="12" name="グループ化 11">
            <a:extLst>
              <a:ext uri="{FF2B5EF4-FFF2-40B4-BE49-F238E27FC236}">
                <a16:creationId xmlns:a16="http://schemas.microsoft.com/office/drawing/2014/main" id="{A987BD3F-1D79-34BA-C10A-7ED0CD885044}"/>
              </a:ext>
            </a:extLst>
          </p:cNvPr>
          <p:cNvGrpSpPr/>
          <p:nvPr/>
        </p:nvGrpSpPr>
        <p:grpSpPr>
          <a:xfrm>
            <a:off x="7376563" y="4963159"/>
            <a:ext cx="2529437" cy="809518"/>
            <a:chOff x="6901719" y="4275217"/>
            <a:chExt cx="2783354" cy="809518"/>
          </a:xfrm>
        </p:grpSpPr>
        <p:sp>
          <p:nvSpPr>
            <p:cNvPr id="13" name="吹き出し: 線 12">
              <a:extLst>
                <a:ext uri="{FF2B5EF4-FFF2-40B4-BE49-F238E27FC236}">
                  <a16:creationId xmlns:a16="http://schemas.microsoft.com/office/drawing/2014/main" id="{85921B96-B95A-F356-BCB7-E526449F0A90}"/>
                </a:ext>
              </a:extLst>
            </p:cNvPr>
            <p:cNvSpPr/>
            <p:nvPr/>
          </p:nvSpPr>
          <p:spPr>
            <a:xfrm>
              <a:off x="6901719" y="4451382"/>
              <a:ext cx="2783354" cy="633353"/>
            </a:xfrm>
            <a:prstGeom prst="borderCallout1">
              <a:avLst>
                <a:gd name="adj1" fmla="val 48845"/>
                <a:gd name="adj2" fmla="val -1263"/>
                <a:gd name="adj3" fmla="val -95192"/>
                <a:gd name="adj4" fmla="val -73675"/>
              </a:avLst>
            </a:prstGeom>
            <a:solidFill>
              <a:schemeClr val="bg1"/>
            </a:solidFill>
            <a:ln w="9525" cap="flat" cmpd="sng" algn="ctr">
              <a:solidFill>
                <a:srgbClr val="0070C0"/>
              </a:solid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訪問看護ステーションにおいて、保険医療機関</a:t>
              </a:r>
              <a:r>
                <a:rPr kumimoji="1" lang="en-US" altLang="ja-JP"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歯科</a:t>
              </a:r>
              <a:r>
                <a:rPr kumimoji="1" lang="en-US" altLang="ja-JP"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 </a:t>
              </a: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・薬局と同様に臨床情報・健診文書の閲覧をできるようにする。</a:t>
              </a:r>
              <a:endParaRPr kumimoji="1" lang="en-US" altLang="ja-JP"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14" name="正方形/長方形 13">
              <a:extLst>
                <a:ext uri="{FF2B5EF4-FFF2-40B4-BE49-F238E27FC236}">
                  <a16:creationId xmlns:a16="http://schemas.microsoft.com/office/drawing/2014/main" id="{0341CD41-2A0D-CE79-0F3F-FDEF1478C714}"/>
                </a:ext>
              </a:extLst>
            </p:cNvPr>
            <p:cNvSpPr/>
            <p:nvPr/>
          </p:nvSpPr>
          <p:spPr>
            <a:xfrm>
              <a:off x="6901719" y="4275217"/>
              <a:ext cx="1054267" cy="176165"/>
            </a:xfrm>
            <a:prstGeom prst="rect">
              <a:avLst/>
            </a:prstGeom>
            <a:solidFill>
              <a:srgbClr val="0070C0"/>
            </a:solidFill>
            <a:ln w="9525" cap="flat" cmpd="sng" algn="ctr">
              <a:solidFill>
                <a:srgbClr val="0070C0"/>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0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要求事項①</a:t>
              </a:r>
            </a:p>
          </p:txBody>
        </p:sp>
      </p:grpSp>
      <p:sp>
        <p:nvSpPr>
          <p:cNvPr id="2" name="正方形/長方形 1">
            <a:extLst>
              <a:ext uri="{FF2B5EF4-FFF2-40B4-BE49-F238E27FC236}">
                <a16:creationId xmlns:a16="http://schemas.microsoft.com/office/drawing/2014/main" id="{58808F73-CEB2-D0ED-7423-791A00B0E0B8}"/>
              </a:ext>
            </a:extLst>
          </p:cNvPr>
          <p:cNvSpPr/>
          <p:nvPr/>
        </p:nvSpPr>
        <p:spPr>
          <a:xfrm>
            <a:off x="4763308" y="2451150"/>
            <a:ext cx="3395353" cy="1132522"/>
          </a:xfrm>
          <a:prstGeom prst="rect">
            <a:avLst/>
          </a:prstGeom>
          <a:noFill/>
          <a:ln w="9525" cap="flat" cmpd="sng" algn="ctr">
            <a:no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prstClr val="black"/>
                </a:solidFill>
                <a:effectLst/>
                <a:uLnTx/>
                <a:uFillTx/>
                <a:latin typeface="Arial"/>
                <a:ea typeface="Meiryo UI"/>
                <a:cs typeface="+mn-cs"/>
              </a:rPr>
              <a:t>&lt;</a:t>
            </a:r>
            <a:r>
              <a:rPr kumimoji="1" lang="ja-JP" altLang="ja-JP" sz="1100" b="0" i="0" u="none" strike="noStrike" kern="1200" cap="none" spc="0" normalizeH="0" baseline="0" noProof="0">
                <a:ln>
                  <a:noFill/>
                </a:ln>
                <a:solidFill>
                  <a:prstClr val="black"/>
                </a:solidFill>
                <a:effectLst/>
                <a:uLnTx/>
                <a:uFillTx/>
                <a:latin typeface="Arial"/>
                <a:ea typeface="Meiryo UI"/>
                <a:cs typeface="+mn-cs"/>
              </a:rPr>
              <a:t>歯科・薬局によるリクエストを制御する</a:t>
            </a:r>
            <a:r>
              <a:rPr kumimoji="1" lang="en-US" altLang="ja-JP" sz="1100" b="0" i="0" u="none" strike="noStrike" kern="1200" cap="none" spc="0" normalizeH="0" baseline="0" noProof="0">
                <a:ln>
                  <a:noFill/>
                </a:ln>
                <a:solidFill>
                  <a:prstClr val="black"/>
                </a:solidFill>
                <a:effectLst/>
                <a:uLnTx/>
                <a:uFillTx/>
                <a:latin typeface="Arial"/>
                <a:ea typeface="Meiryo UI"/>
                <a:cs typeface="+mn-cs"/>
              </a:rPr>
              <a:t>&gt;</a:t>
            </a:r>
            <a:endParaRPr kumimoji="1" lang="ja-JP" altLang="ja-JP" sz="1100" b="0" i="0" u="none" strike="noStrike" kern="1200" cap="none" spc="0" normalizeH="0" baseline="0" noProof="0">
              <a:ln>
                <a:noFill/>
              </a:ln>
              <a:solidFill>
                <a:prstClr val="black"/>
              </a:solidFill>
              <a:effectLst/>
              <a:uLnTx/>
              <a:uFillTx/>
              <a:latin typeface="Arial"/>
              <a:ea typeface="Meiryo U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100" b="0" i="0" u="none" strike="noStrike" kern="1200" cap="none" spc="0" normalizeH="0" baseline="0" noProof="0">
                <a:ln>
                  <a:noFill/>
                </a:ln>
                <a:solidFill>
                  <a:prstClr val="black"/>
                </a:solidFill>
                <a:effectLst/>
                <a:uLnTx/>
                <a:uFillTx/>
                <a:latin typeface="Arial"/>
                <a:ea typeface="Meiryo UI"/>
                <a:cs typeface="+mn-cs"/>
              </a:rPr>
              <a:t>　・健診文書登録情報履歴照会</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100" b="0" i="0" u="none" strike="noStrike" kern="1200" cap="none" spc="0" normalizeH="0" baseline="0" noProof="0">
                <a:ln>
                  <a:noFill/>
                </a:ln>
                <a:solidFill>
                  <a:prstClr val="black"/>
                </a:solidFill>
                <a:effectLst/>
                <a:uLnTx/>
                <a:uFillTx/>
                <a:latin typeface="Arial"/>
                <a:ea typeface="Meiryo UI"/>
                <a:cs typeface="+mn-cs"/>
              </a:rPr>
              <a:t>　・臨床情報登録情報履歴照会要求</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100" b="0" i="0" u="none" strike="noStrike" kern="1200" cap="none" spc="0" normalizeH="0" baseline="0" noProof="0">
                <a:ln>
                  <a:noFill/>
                </a:ln>
                <a:solidFill>
                  <a:prstClr val="black"/>
                </a:solidFill>
                <a:effectLst/>
                <a:uLnTx/>
                <a:uFillTx/>
                <a:latin typeface="Arial"/>
                <a:ea typeface="Meiryo UI"/>
                <a:cs typeface="+mn-cs"/>
              </a:rPr>
              <a:t>　・患者サマリー登録情報履歴照会要求</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100" b="0" i="0" u="none" strike="noStrike" kern="1200" cap="none" spc="0" normalizeH="0" baseline="0" noProof="0">
                <a:ln>
                  <a:noFill/>
                </a:ln>
                <a:solidFill>
                  <a:prstClr val="black"/>
                </a:solidFill>
                <a:effectLst/>
                <a:uLnTx/>
                <a:uFillTx/>
                <a:latin typeface="Arial"/>
                <a:ea typeface="Meiryo UI"/>
                <a:cs typeface="+mn-cs"/>
              </a:rPr>
              <a:t>　・電子カルテ情報共有サービス施設利用状況回答機能</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100" b="0" i="0" u="none" strike="noStrike" kern="1200" cap="none" spc="0" normalizeH="0" baseline="0" noProof="0">
                <a:ln>
                  <a:noFill/>
                </a:ln>
                <a:solidFill>
                  <a:prstClr val="black"/>
                </a:solidFill>
                <a:effectLst/>
                <a:uLnTx/>
                <a:uFillTx/>
                <a:latin typeface="Arial"/>
                <a:ea typeface="Meiryo UI"/>
                <a:cs typeface="+mn-cs"/>
              </a:rPr>
              <a:t>　・文書情報検索</a:t>
            </a:r>
            <a:r>
              <a:rPr kumimoji="1" lang="en-US" altLang="ja-JP" sz="1100" b="0" i="0" u="none" strike="noStrike" kern="1200" cap="none" spc="0" normalizeH="0" baseline="0" noProof="0">
                <a:ln>
                  <a:noFill/>
                </a:ln>
                <a:solidFill>
                  <a:prstClr val="black"/>
                </a:solidFill>
                <a:effectLst/>
                <a:uLnTx/>
                <a:uFillTx/>
                <a:latin typeface="Arial"/>
                <a:ea typeface="Meiryo UI"/>
                <a:cs typeface="+mn-cs"/>
              </a:rPr>
              <a:t>(</a:t>
            </a:r>
            <a:r>
              <a:rPr kumimoji="1" lang="ja-JP" altLang="ja-JP" sz="1100" b="0" i="0" u="none" strike="noStrike" kern="1200" cap="none" spc="0" normalizeH="0" baseline="0" noProof="0">
                <a:ln>
                  <a:noFill/>
                </a:ln>
                <a:solidFill>
                  <a:prstClr val="black"/>
                </a:solidFill>
                <a:effectLst/>
                <a:uLnTx/>
                <a:uFillTx/>
                <a:latin typeface="Arial"/>
                <a:ea typeface="Meiryo UI"/>
                <a:cs typeface="+mn-cs"/>
              </a:rPr>
              <a:t>オン資端末</a:t>
            </a:r>
            <a:r>
              <a:rPr kumimoji="1" lang="en-US" altLang="ja-JP" sz="1100" b="0" i="0" u="none" strike="noStrike" kern="1200" cap="none" spc="0" normalizeH="0" baseline="0" noProof="0">
                <a:ln>
                  <a:noFill/>
                </a:ln>
                <a:solidFill>
                  <a:prstClr val="black"/>
                </a:solidFill>
                <a:effectLst/>
                <a:uLnTx/>
                <a:uFillTx/>
                <a:latin typeface="Arial"/>
                <a:ea typeface="Meiryo UI"/>
                <a:cs typeface="+mn-cs"/>
              </a:rPr>
              <a:t>)</a:t>
            </a:r>
            <a:endParaRPr kumimoji="1" lang="ja-JP" altLang="ja-JP" sz="1100" b="0" i="0" u="none" strike="noStrike" kern="1200" cap="none" spc="0" normalizeH="0" baseline="0" noProof="0">
              <a:ln>
                <a:noFill/>
              </a:ln>
              <a:solidFill>
                <a:prstClr val="black"/>
              </a:solidFill>
              <a:effectLst/>
              <a:uLnTx/>
              <a:uFillTx/>
              <a:latin typeface="Arial"/>
              <a:ea typeface="Meiryo UI"/>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100" b="0" i="0" u="none" strike="noStrike" kern="1200" cap="none" spc="0" normalizeH="0" baseline="0" noProof="0">
                <a:ln>
                  <a:noFill/>
                </a:ln>
                <a:solidFill>
                  <a:prstClr val="black"/>
                </a:solidFill>
                <a:effectLst/>
                <a:uLnTx/>
                <a:uFillTx/>
                <a:latin typeface="Arial"/>
                <a:ea typeface="Meiryo UI"/>
                <a:cs typeface="+mn-cs"/>
              </a:rPr>
              <a:t>　・臨床情報検索</a:t>
            </a:r>
            <a:r>
              <a:rPr kumimoji="1" lang="en-US" altLang="ja-JP" sz="1100" b="0" i="0" u="none" strike="noStrike" kern="1200" cap="none" spc="0" normalizeH="0" baseline="0" noProof="0">
                <a:ln>
                  <a:noFill/>
                </a:ln>
                <a:solidFill>
                  <a:prstClr val="black"/>
                </a:solidFill>
                <a:effectLst/>
                <a:uLnTx/>
                <a:uFillTx/>
                <a:latin typeface="Arial"/>
                <a:ea typeface="Meiryo UI"/>
                <a:cs typeface="+mn-cs"/>
              </a:rPr>
              <a:t>(</a:t>
            </a:r>
            <a:r>
              <a:rPr kumimoji="1" lang="ja-JP" altLang="ja-JP" sz="1100" b="0" i="0" u="none" strike="noStrike" kern="1200" cap="none" spc="0" normalizeH="0" baseline="0" noProof="0">
                <a:ln>
                  <a:noFill/>
                </a:ln>
                <a:solidFill>
                  <a:prstClr val="black"/>
                </a:solidFill>
                <a:effectLst/>
                <a:uLnTx/>
                <a:uFillTx/>
                <a:latin typeface="Arial"/>
                <a:ea typeface="Meiryo UI"/>
                <a:cs typeface="+mn-cs"/>
              </a:rPr>
              <a:t>オン資端末</a:t>
            </a:r>
            <a:r>
              <a:rPr kumimoji="1" lang="en-US" altLang="ja-JP" sz="1100" b="0" i="0" u="none" strike="noStrike" kern="1200" cap="none" spc="0" normalizeH="0" baseline="0" noProof="0">
                <a:ln>
                  <a:noFill/>
                </a:ln>
                <a:solidFill>
                  <a:prstClr val="black"/>
                </a:solidFill>
                <a:effectLst/>
                <a:uLnTx/>
                <a:uFillTx/>
                <a:latin typeface="Arial"/>
                <a:ea typeface="Meiryo UI"/>
                <a:cs typeface="+mn-cs"/>
              </a:rPr>
              <a:t>)</a:t>
            </a:r>
            <a:endParaRPr kumimoji="1" lang="ja-JP" altLang="ja-JP" sz="1100" b="0" i="0" u="none" strike="noStrike" kern="1200" cap="none" spc="0" normalizeH="0" baseline="0" noProof="0">
              <a:ln>
                <a:noFill/>
              </a:ln>
              <a:solidFill>
                <a:prstClr val="black"/>
              </a:solidFill>
              <a:effectLst/>
              <a:uLnTx/>
              <a:uFillTx/>
              <a:latin typeface="Arial"/>
              <a:ea typeface="Meiryo UI"/>
              <a:cs typeface="+mn-cs"/>
            </a:endParaRPr>
          </a:p>
        </p:txBody>
      </p:sp>
      <p:sp>
        <p:nvSpPr>
          <p:cNvPr id="6" name="正方形/長方形 5">
            <a:extLst>
              <a:ext uri="{FF2B5EF4-FFF2-40B4-BE49-F238E27FC236}">
                <a16:creationId xmlns:a16="http://schemas.microsoft.com/office/drawing/2014/main" id="{3E868B61-3DD0-8681-ACEE-E57FA07ACDCF}"/>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23481570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B74BC-2004-F8D9-1B91-6AE1EF6E53BC}"/>
            </a:ext>
          </a:extLst>
        </p:cNvPr>
        <p:cNvGrpSpPr/>
        <p:nvPr/>
      </p:nvGrpSpPr>
      <p:grpSpPr>
        <a:xfrm>
          <a:off x="0" y="0"/>
          <a:ext cx="0" cy="0"/>
          <a:chOff x="0" y="0"/>
          <a:chExt cx="0" cy="0"/>
        </a:xfrm>
      </p:grpSpPr>
      <p:sp>
        <p:nvSpPr>
          <p:cNvPr id="4" name="タイトル 2">
            <a:extLst>
              <a:ext uri="{FF2B5EF4-FFF2-40B4-BE49-F238E27FC236}">
                <a16:creationId xmlns:a16="http://schemas.microsoft.com/office/drawing/2014/main" id="{73C5D954-4EA3-04D6-7D27-BA10476C5E39}"/>
              </a:ext>
            </a:extLst>
          </p:cNvPr>
          <p:cNvSpPr>
            <a:spLocks noGrp="1"/>
          </p:cNvSpPr>
          <p:nvPr>
            <p:ph type="title"/>
          </p:nvPr>
        </p:nvSpPr>
        <p:spPr/>
        <p:txBody>
          <a:bodyPr lIns="0" tIns="45720" rIns="0" bIns="45720" anchor="b" anchorCtr="0">
            <a:normAutofit/>
          </a:bodyPr>
          <a:lstStyle/>
          <a:p>
            <a:pPr>
              <a:lnSpc>
                <a:spcPct val="90000"/>
              </a:lnSpc>
              <a:tabLst>
                <a:tab pos="1879600" algn="l"/>
                <a:tab pos="2693988" algn="l"/>
              </a:tabLst>
            </a:pPr>
            <a:r>
              <a:rPr lang="en-US" altLang="ja-JP" sz="1600"/>
              <a:t>2</a:t>
            </a:r>
            <a:r>
              <a:rPr lang="ja-JP" altLang="en-US" sz="1600"/>
              <a:t>．令和</a:t>
            </a:r>
            <a:r>
              <a:rPr lang="en-US" altLang="ja-JP" sz="1600"/>
              <a:t>9</a:t>
            </a:r>
            <a:r>
              <a:rPr lang="ja-JP" altLang="en-US" sz="1600"/>
              <a:t>年度案件について</a:t>
            </a:r>
            <a:br>
              <a:rPr lang="en-US" altLang="ja-JP" sz="1600"/>
            </a:br>
            <a:r>
              <a:rPr lang="ja-JP" altLang="en-US" sz="1600"/>
              <a:t>案件</a:t>
            </a:r>
            <a:r>
              <a:rPr lang="en-US" altLang="ja-JP" sz="1600"/>
              <a:t>ID</a:t>
            </a:r>
            <a:r>
              <a:rPr lang="ja-JP" altLang="en-US" sz="1700"/>
              <a:t>＃</a:t>
            </a:r>
            <a:r>
              <a:rPr lang="en-US" altLang="ja-JP" sz="1700"/>
              <a:t>149_</a:t>
            </a:r>
            <a:r>
              <a:rPr lang="ja-JP" altLang="en-US" sz="1700"/>
              <a:t>職域診療所の電子カルテ情報共有サービスの利用開始</a:t>
            </a:r>
            <a:endParaRPr lang="en-US" altLang="ja-JP" sz="1700"/>
          </a:p>
        </p:txBody>
      </p:sp>
      <p:graphicFrame>
        <p:nvGraphicFramePr>
          <p:cNvPr id="2" name="表 1">
            <a:extLst>
              <a:ext uri="{FF2B5EF4-FFF2-40B4-BE49-F238E27FC236}">
                <a16:creationId xmlns:a16="http://schemas.microsoft.com/office/drawing/2014/main" id="{B0D008A6-5695-B7E8-6EBC-39216D04D7D6}"/>
              </a:ext>
            </a:extLst>
          </p:cNvPr>
          <p:cNvGraphicFramePr>
            <a:graphicFrameLocks noGrp="1"/>
          </p:cNvGraphicFramePr>
          <p:nvPr/>
        </p:nvGraphicFramePr>
        <p:xfrm>
          <a:off x="495302" y="839377"/>
          <a:ext cx="8536012" cy="2332347"/>
        </p:xfrm>
        <a:graphic>
          <a:graphicData uri="http://schemas.openxmlformats.org/drawingml/2006/table">
            <a:tbl>
              <a:tblPr/>
              <a:tblGrid>
                <a:gridCol w="1080000">
                  <a:extLst>
                    <a:ext uri="{9D8B030D-6E8A-4147-A177-3AD203B41FA5}">
                      <a16:colId xmlns:a16="http://schemas.microsoft.com/office/drawing/2014/main" val="3507052572"/>
                    </a:ext>
                  </a:extLst>
                </a:gridCol>
                <a:gridCol w="7456012">
                  <a:extLst>
                    <a:ext uri="{9D8B030D-6E8A-4147-A177-3AD203B41FA5}">
                      <a16:colId xmlns:a16="http://schemas.microsoft.com/office/drawing/2014/main" val="3506754757"/>
                    </a:ext>
                  </a:extLst>
                </a:gridCol>
              </a:tblGrid>
              <a:tr h="184898">
                <a:tc>
                  <a:txBody>
                    <a:bodyPr/>
                    <a:lstStyle/>
                    <a:p>
                      <a:pPr algn="ctr" rtl="0" fontAlgn="ctr"/>
                      <a:r>
                        <a:rPr lang="ja-JP" altLang="en-US" sz="1100" b="1" i="0" u="none" strike="noStrike">
                          <a:solidFill>
                            <a:srgbClr val="FFFFFF"/>
                          </a:solidFill>
                          <a:effectLst/>
                          <a:latin typeface="Meiryo UI" panose="020B0604030504040204" pitchFamily="50" charset="-128"/>
                          <a:ea typeface="Meiryo UI" panose="020B0604030504040204" pitchFamily="50" charset="-128"/>
                        </a:rPr>
                        <a:t>背景</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algn="l" rtl="0"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現在職域診療所は電子カルテ情報共有サービスを利用できない整理になっている。</a:t>
                      </a:r>
                      <a:endParaRPr lang="en-US" altLang="ja-JP" sz="1100" b="0" i="0" u="none" strike="noStrike">
                        <a:solidFill>
                          <a:srgbClr val="000000"/>
                        </a:solidFill>
                        <a:effectLst/>
                        <a:latin typeface="Meiryo UI" panose="020B0604030504040204" pitchFamily="50" charset="-128"/>
                        <a:ea typeface="Meiryo UI" panose="020B0604030504040204" pitchFamily="50" charset="-128"/>
                      </a:endParaRPr>
                    </a:p>
                    <a:p>
                      <a:pPr algn="l" rtl="0"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一方で、職域診療所は保険医療機関ではないが、</a:t>
                      </a:r>
                      <a:r>
                        <a:rPr lang="ja-JP" altLang="en-US" sz="1100"/>
                        <a:t>健康保険法第</a:t>
                      </a:r>
                      <a:r>
                        <a:rPr lang="en-US" altLang="ja-JP" sz="1100"/>
                        <a:t>63</a:t>
                      </a:r>
                      <a:r>
                        <a:rPr lang="ja-JP" altLang="en-US" sz="1100"/>
                        <a:t>条で第</a:t>
                      </a:r>
                      <a:r>
                        <a:rPr lang="en-US" altLang="ja-JP" sz="1100"/>
                        <a:t>2</a:t>
                      </a:r>
                      <a:r>
                        <a:rPr lang="ja-JP" altLang="en-US" sz="1100"/>
                        <a:t>項第</a:t>
                      </a:r>
                      <a:r>
                        <a:rPr lang="en-US" altLang="ja-JP" sz="1100"/>
                        <a:t>3</a:t>
                      </a:r>
                      <a:r>
                        <a:rPr lang="ja-JP" altLang="en-US" sz="1100"/>
                        <a:t>項において</a:t>
                      </a:r>
                      <a:r>
                        <a:rPr lang="ja-JP" altLang="en-US" sz="1100" b="0" i="0" u="none" strike="noStrike">
                          <a:solidFill>
                            <a:srgbClr val="000000"/>
                          </a:solidFill>
                          <a:effectLst/>
                          <a:latin typeface="Meiryo UI" panose="020B0604030504040204" pitchFamily="50" charset="-128"/>
                          <a:ea typeface="Meiryo UI" panose="020B0604030504040204" pitchFamily="50" charset="-128"/>
                        </a:rPr>
                        <a:t>職域診療所で行われている診療は保険診療であると定められている。</a:t>
                      </a:r>
                      <a:endParaRPr lang="en-US" altLang="ja-JP" sz="1100" b="0" i="0" u="none" strike="noStrike">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2394099348"/>
                  </a:ext>
                </a:extLst>
              </a:tr>
              <a:tr h="184898">
                <a:tc>
                  <a:txBody>
                    <a:bodyPr/>
                    <a:lstStyle/>
                    <a:p>
                      <a:pPr algn="ctr" rtl="0" fontAlgn="ctr"/>
                      <a:r>
                        <a:rPr lang="ja-JP" altLang="en-US" sz="1100" b="1" i="0" u="none" strike="noStrike">
                          <a:solidFill>
                            <a:srgbClr val="FFFFFF"/>
                          </a:solidFill>
                          <a:effectLst/>
                          <a:latin typeface="Meiryo UI" panose="020B0604030504040204" pitchFamily="50" charset="-128"/>
                          <a:ea typeface="Meiryo UI" panose="020B0604030504040204" pitchFamily="50" charset="-128"/>
                        </a:rPr>
                        <a:t>課題</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algn="l" rtl="0"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ー</a:t>
                      </a:r>
                      <a:endParaRPr lang="en-US" altLang="ja-JP" sz="1100" b="0" i="0" u="none" strike="noStrike">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808508447"/>
                  </a:ext>
                </a:extLst>
              </a:tr>
              <a:tr h="349413">
                <a:tc>
                  <a:txBody>
                    <a:bodyPr/>
                    <a:lstStyle/>
                    <a:p>
                      <a:pPr algn="ctr" rtl="0" fontAlgn="ctr"/>
                      <a:r>
                        <a:rPr lang="ja-JP" altLang="en-US" sz="1100" b="1" i="0" u="none" strike="noStrike">
                          <a:solidFill>
                            <a:srgbClr val="FFFFFF"/>
                          </a:solidFill>
                          <a:effectLst/>
                          <a:latin typeface="Meiryo UI" panose="020B0604030504040204" pitchFamily="50" charset="-128"/>
                          <a:ea typeface="Meiryo UI" panose="020B0604030504040204" pitchFamily="50" charset="-128"/>
                        </a:rPr>
                        <a:t>目的</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100" b="0" i="0" u="none" strike="noStrike">
                          <a:solidFill>
                            <a:srgbClr val="000000"/>
                          </a:solidFill>
                          <a:effectLst/>
                          <a:latin typeface="Meiryo UI" panose="020B0604030504040204" pitchFamily="50" charset="-128"/>
                          <a:ea typeface="Meiryo UI" panose="020B0604030504040204" pitchFamily="50" charset="-128"/>
                        </a:rPr>
                        <a:t>職域診療所においても電子カルテ情報共有サービスの利用できるようにする。</a:t>
                      </a:r>
                      <a:endParaRPr lang="en-US" altLang="ja-JP" sz="1100" b="0" i="0" u="none" strike="noStrike">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149341942"/>
                  </a:ext>
                </a:extLst>
              </a:tr>
              <a:tr h="317649">
                <a:tc>
                  <a:txBody>
                    <a:bodyPr/>
                    <a:lstStyle/>
                    <a:p>
                      <a:pPr algn="ctr" rtl="0" fontAlgn="ctr"/>
                      <a:r>
                        <a:rPr lang="ja-JP" altLang="en-US" sz="1100" b="1" i="0" u="none" strike="noStrike">
                          <a:solidFill>
                            <a:srgbClr val="FFFFFF"/>
                          </a:solidFill>
                          <a:effectLst/>
                          <a:latin typeface="Meiryo UI" panose="020B0604030504040204" pitchFamily="50" charset="-128"/>
                          <a:ea typeface="Meiryo UI" panose="020B0604030504040204" pitchFamily="50" charset="-128"/>
                        </a:rPr>
                        <a:t>要求事項</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100" b="0" i="0" u="none" strike="noStrike">
                          <a:solidFill>
                            <a:schemeClr val="tx1"/>
                          </a:solidFill>
                          <a:effectLst/>
                          <a:latin typeface="Meiryo UI" panose="020B0604030504040204" pitchFamily="50" charset="-128"/>
                          <a:ea typeface="Meiryo UI" panose="020B0604030504040204" pitchFamily="50" charset="-128"/>
                        </a:rPr>
                        <a:t>職域診療所</a:t>
                      </a:r>
                      <a:r>
                        <a:rPr lang="en-US" altLang="ja-JP" sz="1100" b="0" i="0" u="none" strike="noStrike">
                          <a:solidFill>
                            <a:schemeClr val="tx1"/>
                          </a:solidFill>
                          <a:effectLst/>
                          <a:latin typeface="Meiryo UI" panose="020B0604030504040204" pitchFamily="50" charset="-128"/>
                          <a:ea typeface="Meiryo UI" panose="020B0604030504040204" pitchFamily="50" charset="-128"/>
                        </a:rPr>
                        <a:t>(</a:t>
                      </a:r>
                      <a:r>
                        <a:rPr lang="ja-JP" altLang="en-US" sz="1100" b="0" i="0" u="none" strike="noStrike">
                          <a:solidFill>
                            <a:schemeClr val="tx1"/>
                          </a:solidFill>
                          <a:effectLst/>
                          <a:latin typeface="Meiryo UI" panose="020B0604030504040204" pitchFamily="50" charset="-128"/>
                          <a:ea typeface="Meiryo UI" panose="020B0604030504040204" pitchFamily="50" charset="-128"/>
                        </a:rPr>
                        <a:t>医療機関等コードの点数表：７</a:t>
                      </a:r>
                      <a:r>
                        <a:rPr lang="en-US" altLang="ja-JP" sz="1100" b="0" i="0" u="none" strike="noStrike">
                          <a:solidFill>
                            <a:schemeClr val="tx1"/>
                          </a:solidFill>
                          <a:effectLst/>
                          <a:latin typeface="Meiryo UI" panose="020B0604030504040204" pitchFamily="50" charset="-128"/>
                          <a:ea typeface="Meiryo UI" panose="020B0604030504040204" pitchFamily="50" charset="-128"/>
                        </a:rPr>
                        <a:t>)</a:t>
                      </a:r>
                      <a:r>
                        <a:rPr lang="ja-JP" altLang="en-US" sz="1100" b="0" i="0" u="none" strike="noStrike">
                          <a:solidFill>
                            <a:schemeClr val="tx1"/>
                          </a:solidFill>
                          <a:effectLst/>
                          <a:latin typeface="Meiryo UI" panose="020B0604030504040204" pitchFamily="50" charset="-128"/>
                          <a:ea typeface="Meiryo UI" panose="020B0604030504040204" pitchFamily="50" charset="-128"/>
                        </a:rPr>
                        <a:t>において、電子カルテ情報共有サービスの利用ができるように改修する。</a:t>
                      </a:r>
                      <a:br>
                        <a:rPr lang="en-US" altLang="ja-JP" sz="1100" b="0" i="0" u="none" strike="noStrike">
                          <a:solidFill>
                            <a:schemeClr val="tx1"/>
                          </a:solidFill>
                          <a:effectLst/>
                          <a:latin typeface="Meiryo UI" panose="020B0604030504040204" pitchFamily="50" charset="-128"/>
                          <a:ea typeface="Meiryo UI" panose="020B0604030504040204" pitchFamily="50" charset="-128"/>
                        </a:rPr>
                      </a:br>
                      <a:r>
                        <a:rPr lang="ja-JP" altLang="en-US" sz="1100" b="0" i="0" u="none" strike="noStrike">
                          <a:solidFill>
                            <a:schemeClr val="tx1"/>
                          </a:solidFill>
                          <a:effectLst/>
                          <a:latin typeface="Meiryo UI" panose="020B0604030504040204" pitchFamily="50" charset="-128"/>
                          <a:ea typeface="Meiryo UI" panose="020B0604030504040204" pitchFamily="50" charset="-128"/>
                        </a:rPr>
                        <a:t>なお、機能に制限はかけず、医療機関</a:t>
                      </a:r>
                      <a:r>
                        <a:rPr lang="en-US" altLang="ja-JP" sz="1100" b="0" i="0" u="none" strike="noStrike">
                          <a:solidFill>
                            <a:schemeClr val="tx1"/>
                          </a:solidFill>
                          <a:effectLst/>
                          <a:latin typeface="Meiryo UI" panose="020B0604030504040204" pitchFamily="50" charset="-128"/>
                          <a:ea typeface="Meiryo UI" panose="020B0604030504040204" pitchFamily="50" charset="-128"/>
                        </a:rPr>
                        <a:t>(</a:t>
                      </a:r>
                      <a:r>
                        <a:rPr lang="ja-JP" altLang="en-US" sz="1100" b="0" i="0" u="none" strike="noStrike">
                          <a:solidFill>
                            <a:schemeClr val="tx1"/>
                          </a:solidFill>
                          <a:effectLst/>
                          <a:latin typeface="Meiryo UI" panose="020B0604030504040204" pitchFamily="50" charset="-128"/>
                          <a:ea typeface="Meiryo UI" panose="020B0604030504040204" pitchFamily="50" charset="-128"/>
                        </a:rPr>
                        <a:t>医科</a:t>
                      </a:r>
                      <a:r>
                        <a:rPr lang="en-US" altLang="ja-JP" sz="1100" b="0" i="0" u="none" strike="noStrike">
                          <a:solidFill>
                            <a:schemeClr val="tx1"/>
                          </a:solidFill>
                          <a:effectLst/>
                          <a:latin typeface="Meiryo UI" panose="020B0604030504040204" pitchFamily="50" charset="-128"/>
                          <a:ea typeface="Meiryo UI" panose="020B0604030504040204" pitchFamily="50" charset="-128"/>
                        </a:rPr>
                        <a:t>)(</a:t>
                      </a:r>
                      <a:r>
                        <a:rPr lang="ja-JP" altLang="en-US" sz="1100" b="0" i="0" u="none" strike="noStrike">
                          <a:solidFill>
                            <a:schemeClr val="tx1"/>
                          </a:solidFill>
                          <a:effectLst/>
                          <a:latin typeface="Meiryo UI" panose="020B0604030504040204" pitchFamily="50" charset="-128"/>
                          <a:ea typeface="Meiryo UI" panose="020B0604030504040204" pitchFamily="50" charset="-128"/>
                        </a:rPr>
                        <a:t>医療機関等コードの点数表：１）と同様のサービスを利用できるようにする。</a:t>
                      </a:r>
                      <a:endParaRPr lang="en-US" altLang="ja-JP" sz="11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3847957461"/>
                  </a:ext>
                </a:extLst>
              </a:tr>
              <a:tr h="317649">
                <a:tc>
                  <a:txBody>
                    <a:bodyPr/>
                    <a:lstStyle/>
                    <a:p>
                      <a:pPr algn="ctr" rtl="0" fontAlgn="ctr"/>
                      <a:r>
                        <a:rPr lang="ja-JP" altLang="en-US" sz="1100" b="1" i="0" u="none" strike="noStrike">
                          <a:solidFill>
                            <a:srgbClr val="FFFFFF"/>
                          </a:solidFill>
                          <a:effectLst/>
                          <a:latin typeface="Meiryo UI" panose="020B0604030504040204" pitchFamily="50" charset="-128"/>
                          <a:ea typeface="Meiryo UI" panose="020B0604030504040204" pitchFamily="50" charset="-128"/>
                        </a:rPr>
                        <a:t>備考</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a:noFill/>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100" b="0" i="0" u="none" strike="noStrike">
                          <a:solidFill>
                            <a:schemeClr val="tx1"/>
                          </a:solidFill>
                          <a:effectLst/>
                          <a:latin typeface="Meiryo UI" panose="020B0604030504040204" pitchFamily="50" charset="-128"/>
                          <a:ea typeface="Meiryo UI" panose="020B0604030504040204" pitchFamily="50" charset="-128"/>
                        </a:rPr>
                        <a:t>・</a:t>
                      </a:r>
                      <a:r>
                        <a:rPr lang="en-US" altLang="ja-JP" sz="1100" b="0" i="0" u="none" strike="noStrike">
                          <a:solidFill>
                            <a:schemeClr val="tx1"/>
                          </a:solidFill>
                          <a:effectLst/>
                          <a:latin typeface="Meiryo UI" panose="020B0604030504040204" pitchFamily="50" charset="-128"/>
                          <a:ea typeface="Meiryo UI" panose="020B0604030504040204" pitchFamily="50" charset="-128"/>
                        </a:rPr>
                        <a:t>2024</a:t>
                      </a:r>
                      <a:r>
                        <a:rPr lang="ja-JP" altLang="en-US" sz="1100" b="0" i="0" u="none" strike="noStrike">
                          <a:solidFill>
                            <a:schemeClr val="tx1"/>
                          </a:solidFill>
                          <a:effectLst/>
                          <a:latin typeface="Meiryo UI" panose="020B0604030504040204" pitchFamily="50" charset="-128"/>
                          <a:ea typeface="Meiryo UI" panose="020B0604030504040204" pitchFamily="50" charset="-128"/>
                        </a:rPr>
                        <a:t>年</a:t>
                      </a:r>
                      <a:r>
                        <a:rPr lang="en-US" altLang="ja-JP" sz="1100" b="0" i="0" u="none" strike="noStrike">
                          <a:solidFill>
                            <a:schemeClr val="tx1"/>
                          </a:solidFill>
                          <a:effectLst/>
                          <a:latin typeface="Meiryo UI" panose="020B0604030504040204" pitchFamily="50" charset="-128"/>
                          <a:ea typeface="Meiryo UI" panose="020B0604030504040204" pitchFamily="50" charset="-128"/>
                        </a:rPr>
                        <a:t>6</a:t>
                      </a:r>
                      <a:r>
                        <a:rPr lang="ja-JP" altLang="en-US" sz="1100" b="0" i="0" u="none" strike="noStrike">
                          <a:solidFill>
                            <a:schemeClr val="tx1"/>
                          </a:solidFill>
                          <a:effectLst/>
                          <a:latin typeface="Meiryo UI" panose="020B0604030504040204" pitchFamily="50" charset="-128"/>
                          <a:ea typeface="Meiryo UI" panose="020B0604030504040204" pitchFamily="50" charset="-128"/>
                        </a:rPr>
                        <a:t>月末時点の検討において医療機関等コードの点数表：７は、後半</a:t>
                      </a:r>
                      <a:r>
                        <a:rPr lang="en-US" altLang="ja-JP" sz="1100" b="0" i="0" u="none" strike="noStrike">
                          <a:solidFill>
                            <a:schemeClr val="tx1"/>
                          </a:solidFill>
                          <a:effectLst/>
                          <a:latin typeface="Meiryo UI" panose="020B0604030504040204" pitchFamily="50" charset="-128"/>
                          <a:ea typeface="Meiryo UI" panose="020B0604030504040204" pitchFamily="50" charset="-128"/>
                        </a:rPr>
                        <a:t>7</a:t>
                      </a:r>
                      <a:r>
                        <a:rPr lang="ja-JP" altLang="en-US" sz="1100" b="0" i="0" u="none" strike="noStrike">
                          <a:solidFill>
                            <a:schemeClr val="tx1"/>
                          </a:solidFill>
                          <a:effectLst/>
                          <a:latin typeface="Meiryo UI" panose="020B0604030504040204" pitchFamily="50" charset="-128"/>
                          <a:ea typeface="Meiryo UI" panose="020B0604030504040204" pitchFamily="50" charset="-128"/>
                        </a:rPr>
                        <a:t>桁の前半</a:t>
                      </a:r>
                      <a:r>
                        <a:rPr lang="en-US" altLang="ja-JP" sz="1100" b="0" i="0" u="none" strike="noStrike">
                          <a:solidFill>
                            <a:schemeClr val="tx1"/>
                          </a:solidFill>
                          <a:effectLst/>
                          <a:latin typeface="Meiryo UI" panose="020B0604030504040204" pitchFamily="50" charset="-128"/>
                          <a:ea typeface="Meiryo UI" panose="020B0604030504040204" pitchFamily="50" charset="-128"/>
                        </a:rPr>
                        <a:t>(XX70000000~XX74999999)</a:t>
                      </a:r>
                      <a:r>
                        <a:rPr lang="ja-JP" altLang="en-US" sz="1100" b="0" i="0" u="none" strike="noStrike">
                          <a:solidFill>
                            <a:schemeClr val="tx1"/>
                          </a:solidFill>
                          <a:effectLst/>
                          <a:latin typeface="Meiryo UI" panose="020B0604030504040204" pitchFamily="50" charset="-128"/>
                          <a:ea typeface="Meiryo UI" panose="020B0604030504040204" pitchFamily="50" charset="-128"/>
                        </a:rPr>
                        <a:t>は職域診療所、後半</a:t>
                      </a:r>
                      <a:r>
                        <a:rPr lang="en-US" altLang="ja-JP" sz="1100" b="0" i="0" u="none" strike="noStrike">
                          <a:solidFill>
                            <a:schemeClr val="tx1"/>
                          </a:solidFill>
                          <a:effectLst/>
                          <a:latin typeface="Meiryo UI" panose="020B0604030504040204" pitchFamily="50" charset="-128"/>
                          <a:ea typeface="Meiryo UI" panose="020B0604030504040204" pitchFamily="50" charset="-128"/>
                        </a:rPr>
                        <a:t>(XX75000000</a:t>
                      </a:r>
                      <a:r>
                        <a:rPr lang="ja-JP" altLang="en-US" sz="1100" b="0" i="0" u="none" strike="noStrike">
                          <a:solidFill>
                            <a:schemeClr val="tx1"/>
                          </a:solidFill>
                          <a:effectLst/>
                          <a:latin typeface="Meiryo UI" panose="020B0604030504040204" pitchFamily="50" charset="-128"/>
                          <a:ea typeface="Meiryo UI" panose="020B0604030504040204" pitchFamily="50" charset="-128"/>
                        </a:rPr>
                        <a:t>～</a:t>
                      </a:r>
                      <a:r>
                        <a:rPr lang="en-US" altLang="ja-JP" sz="1100" b="0" i="0" u="none" strike="noStrike">
                          <a:solidFill>
                            <a:schemeClr val="tx1"/>
                          </a:solidFill>
                          <a:effectLst/>
                          <a:latin typeface="Meiryo UI" panose="020B0604030504040204" pitchFamily="50" charset="-128"/>
                          <a:ea typeface="Meiryo UI" panose="020B0604030504040204" pitchFamily="50" charset="-128"/>
                        </a:rPr>
                        <a:t>XX79999999)</a:t>
                      </a:r>
                      <a:r>
                        <a:rPr lang="ja-JP" altLang="en-US" sz="1100" b="0" i="0" u="none" strike="noStrike">
                          <a:solidFill>
                            <a:schemeClr val="tx1"/>
                          </a:solidFill>
                          <a:effectLst/>
                          <a:latin typeface="Meiryo UI" panose="020B0604030504040204" pitchFamily="50" charset="-128"/>
                          <a:ea typeface="Meiryo UI" panose="020B0604030504040204" pitchFamily="50" charset="-128"/>
                        </a:rPr>
                        <a:t>は救急車で利用する方針で検討していたため、点数表コードだけではなく、番号も合わせて制限いただきたい。</a:t>
                      </a:r>
                      <a:br>
                        <a:rPr lang="en-US" altLang="ja-JP" sz="1100" b="0" i="0" u="none" strike="noStrike">
                          <a:solidFill>
                            <a:schemeClr val="tx1"/>
                          </a:solidFill>
                          <a:effectLst/>
                          <a:latin typeface="Meiryo UI" panose="020B0604030504040204" pitchFamily="50" charset="-128"/>
                          <a:ea typeface="Meiryo UI" panose="020B0604030504040204" pitchFamily="50" charset="-128"/>
                        </a:rPr>
                      </a:br>
                      <a:r>
                        <a:rPr lang="en-US" altLang="ja-JP" sz="1100" b="0" i="0" u="none" strike="noStrike">
                          <a:solidFill>
                            <a:schemeClr val="tx1"/>
                          </a:solidFill>
                          <a:effectLst/>
                          <a:latin typeface="Meiryo UI" panose="020B0604030504040204" pitchFamily="50" charset="-128"/>
                          <a:ea typeface="Meiryo UI" panose="020B0604030504040204" pitchFamily="50" charset="-128"/>
                        </a:rPr>
                        <a:t>※XX</a:t>
                      </a:r>
                      <a:r>
                        <a:rPr lang="ja-JP" altLang="en-US" sz="1100" b="0" i="0" u="none" strike="noStrike">
                          <a:solidFill>
                            <a:schemeClr val="tx1"/>
                          </a:solidFill>
                          <a:effectLst/>
                          <a:latin typeface="Meiryo UI" panose="020B0604030504040204" pitchFamily="50" charset="-128"/>
                          <a:ea typeface="Meiryo UI" panose="020B0604030504040204" pitchFamily="50" charset="-128"/>
                        </a:rPr>
                        <a:t>は都道府県コード</a:t>
                      </a:r>
                      <a:endParaRPr lang="en-US" altLang="ja-JP" sz="11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606374615"/>
                  </a:ext>
                </a:extLst>
              </a:tr>
            </a:tbl>
          </a:graphicData>
        </a:graphic>
      </p:graphicFrame>
      <p:pic>
        <p:nvPicPr>
          <p:cNvPr id="5" name="図 4">
            <a:extLst>
              <a:ext uri="{FF2B5EF4-FFF2-40B4-BE49-F238E27FC236}">
                <a16:creationId xmlns:a16="http://schemas.microsoft.com/office/drawing/2014/main" id="{ACDEE0C0-A3B1-277B-E017-43E1761DD9FA}"/>
              </a:ext>
            </a:extLst>
          </p:cNvPr>
          <p:cNvPicPr>
            <a:picLocks noChangeAspect="1"/>
          </p:cNvPicPr>
          <p:nvPr/>
        </p:nvPicPr>
        <p:blipFill>
          <a:blip r:embed="rId3"/>
          <a:stretch>
            <a:fillRect/>
          </a:stretch>
        </p:blipFill>
        <p:spPr>
          <a:xfrm>
            <a:off x="2408220" y="3227077"/>
            <a:ext cx="5069241" cy="3472164"/>
          </a:xfrm>
          <a:prstGeom prst="rect">
            <a:avLst/>
          </a:prstGeom>
          <a:ln>
            <a:solidFill>
              <a:schemeClr val="bg1">
                <a:lumMod val="85000"/>
              </a:schemeClr>
            </a:solidFill>
          </a:ln>
        </p:spPr>
      </p:pic>
      <p:grpSp>
        <p:nvGrpSpPr>
          <p:cNvPr id="6" name="グループ化 5">
            <a:extLst>
              <a:ext uri="{FF2B5EF4-FFF2-40B4-BE49-F238E27FC236}">
                <a16:creationId xmlns:a16="http://schemas.microsoft.com/office/drawing/2014/main" id="{23819917-FC52-7A79-95CA-A6CFAE677849}"/>
              </a:ext>
            </a:extLst>
          </p:cNvPr>
          <p:cNvGrpSpPr/>
          <p:nvPr/>
        </p:nvGrpSpPr>
        <p:grpSpPr>
          <a:xfrm>
            <a:off x="6766663" y="4636863"/>
            <a:ext cx="2529437" cy="809518"/>
            <a:chOff x="6901719" y="4275217"/>
            <a:chExt cx="2783354" cy="809518"/>
          </a:xfrm>
        </p:grpSpPr>
        <p:sp>
          <p:nvSpPr>
            <p:cNvPr id="7" name="吹き出し: 線 6">
              <a:extLst>
                <a:ext uri="{FF2B5EF4-FFF2-40B4-BE49-F238E27FC236}">
                  <a16:creationId xmlns:a16="http://schemas.microsoft.com/office/drawing/2014/main" id="{2A47EEEB-7312-3856-FBB8-9029B23B1C1D}"/>
                </a:ext>
              </a:extLst>
            </p:cNvPr>
            <p:cNvSpPr/>
            <p:nvPr/>
          </p:nvSpPr>
          <p:spPr>
            <a:xfrm>
              <a:off x="6901719" y="4451382"/>
              <a:ext cx="2783354" cy="633353"/>
            </a:xfrm>
            <a:prstGeom prst="borderCallout1">
              <a:avLst>
                <a:gd name="adj1" fmla="val 48845"/>
                <a:gd name="adj2" fmla="val -1263"/>
                <a:gd name="adj3" fmla="val -95192"/>
                <a:gd name="adj4" fmla="val -73675"/>
              </a:avLst>
            </a:prstGeom>
            <a:solidFill>
              <a:schemeClr val="bg1"/>
            </a:solidFill>
            <a:ln w="9525" cap="flat" cmpd="sng" algn="ctr">
              <a:solidFill>
                <a:srgbClr val="0070C0"/>
              </a:solid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職域診療所の追加</a:t>
              </a:r>
              <a:endParaRPr kumimoji="1" lang="en-US" altLang="ja-JP"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実装必須任意は検討中</a:t>
              </a:r>
              <a:endParaRPr kumimoji="1" lang="en-US" altLang="ja-JP"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8" name="正方形/長方形 7">
              <a:extLst>
                <a:ext uri="{FF2B5EF4-FFF2-40B4-BE49-F238E27FC236}">
                  <a16:creationId xmlns:a16="http://schemas.microsoft.com/office/drawing/2014/main" id="{81AA471A-2907-C6AE-A159-E957CFFDC948}"/>
                </a:ext>
              </a:extLst>
            </p:cNvPr>
            <p:cNvSpPr/>
            <p:nvPr/>
          </p:nvSpPr>
          <p:spPr>
            <a:xfrm>
              <a:off x="6901719" y="4275217"/>
              <a:ext cx="1054267" cy="176165"/>
            </a:xfrm>
            <a:prstGeom prst="rect">
              <a:avLst/>
            </a:prstGeom>
            <a:solidFill>
              <a:srgbClr val="0070C0"/>
            </a:solidFill>
            <a:ln w="9525" cap="flat" cmpd="sng" algn="ctr">
              <a:solidFill>
                <a:srgbClr val="0070C0"/>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0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要求事項①</a:t>
              </a:r>
            </a:p>
          </p:txBody>
        </p:sp>
      </p:grpSp>
      <p:sp>
        <p:nvSpPr>
          <p:cNvPr id="11" name="正方形/長方形 10">
            <a:extLst>
              <a:ext uri="{FF2B5EF4-FFF2-40B4-BE49-F238E27FC236}">
                <a16:creationId xmlns:a16="http://schemas.microsoft.com/office/drawing/2014/main" id="{6B068FD2-6019-DBAA-128F-CADF01214CBE}"/>
              </a:ext>
            </a:extLst>
          </p:cNvPr>
          <p:cNvSpPr/>
          <p:nvPr/>
        </p:nvSpPr>
        <p:spPr>
          <a:xfrm>
            <a:off x="3372609" y="3383592"/>
            <a:ext cx="1544935" cy="3240727"/>
          </a:xfrm>
          <a:prstGeom prst="rect">
            <a:avLst/>
          </a:prstGeom>
          <a:noFill/>
        </p:spPr>
        <p:style>
          <a:lnRef idx="2">
            <a:schemeClr val="accent2"/>
          </a:lnRef>
          <a:fillRef idx="1">
            <a:schemeClr val="lt1"/>
          </a:fillRef>
          <a:effectRef idx="0">
            <a:schemeClr val="accent2"/>
          </a:effectRef>
          <a:fontRef idx="minor">
            <a:schemeClr val="dk1"/>
          </a:fontRef>
        </p:style>
        <p:txBody>
          <a:bodyPr wrap="none" lIns="36000" tIns="36000" rIns="36000" bIns="3600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9" name="正方形/長方形 8">
            <a:extLst>
              <a:ext uri="{FF2B5EF4-FFF2-40B4-BE49-F238E27FC236}">
                <a16:creationId xmlns:a16="http://schemas.microsoft.com/office/drawing/2014/main" id="{F967E61B-39CF-222B-5CD3-FAD56F47FC98}"/>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12123314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8AE73-4618-EDD3-7DCE-3637BB40D046}"/>
            </a:ext>
          </a:extLst>
        </p:cNvPr>
        <p:cNvGrpSpPr/>
        <p:nvPr/>
      </p:nvGrpSpPr>
      <p:grpSpPr>
        <a:xfrm>
          <a:off x="0" y="0"/>
          <a:ext cx="0" cy="0"/>
          <a:chOff x="0" y="0"/>
          <a:chExt cx="0" cy="0"/>
        </a:xfrm>
      </p:grpSpPr>
      <p:sp>
        <p:nvSpPr>
          <p:cNvPr id="4" name="タイトル 2">
            <a:extLst>
              <a:ext uri="{FF2B5EF4-FFF2-40B4-BE49-F238E27FC236}">
                <a16:creationId xmlns:a16="http://schemas.microsoft.com/office/drawing/2014/main" id="{9197AAE1-02F3-C2B1-0F99-89E07354E8E2}"/>
              </a:ext>
            </a:extLst>
          </p:cNvPr>
          <p:cNvSpPr>
            <a:spLocks noGrp="1"/>
          </p:cNvSpPr>
          <p:nvPr>
            <p:ph type="title"/>
          </p:nvPr>
        </p:nvSpPr>
        <p:spPr/>
        <p:txBody>
          <a:bodyPr lIns="0" tIns="45720" rIns="0" bIns="45720" anchor="b" anchorCtr="0">
            <a:normAutofit/>
          </a:bodyPr>
          <a:lstStyle/>
          <a:p>
            <a:pPr>
              <a:lnSpc>
                <a:spcPct val="90000"/>
              </a:lnSpc>
              <a:tabLst>
                <a:tab pos="1879600" algn="l"/>
                <a:tab pos="2693988" algn="l"/>
              </a:tabLst>
            </a:pPr>
            <a:r>
              <a:rPr lang="en-US" altLang="ja-JP" sz="1600"/>
              <a:t>2</a:t>
            </a:r>
            <a:r>
              <a:rPr lang="ja-JP" altLang="en-US" sz="1600"/>
              <a:t>．令和</a:t>
            </a:r>
            <a:r>
              <a:rPr lang="en-US" altLang="ja-JP" sz="1600"/>
              <a:t>9</a:t>
            </a:r>
            <a:r>
              <a:rPr lang="ja-JP" altLang="en-US" sz="1600"/>
              <a:t>年度案件について</a:t>
            </a:r>
            <a:br>
              <a:rPr lang="en-US" altLang="ja-JP" sz="1600"/>
            </a:br>
            <a:r>
              <a:rPr lang="ja-JP" altLang="en-US" sz="1600"/>
              <a:t>案件</a:t>
            </a:r>
            <a:r>
              <a:rPr lang="en-US" altLang="ja-JP" sz="1600"/>
              <a:t>ID</a:t>
            </a:r>
            <a:r>
              <a:rPr lang="ja-JP" altLang="en-US" sz="1700"/>
              <a:t>＃</a:t>
            </a:r>
            <a:r>
              <a:rPr lang="en-US" altLang="ja-JP" sz="1700"/>
              <a:t>159_</a:t>
            </a:r>
            <a:r>
              <a:rPr lang="ja-JP" altLang="en-US" sz="1700"/>
              <a:t>健診実施機関</a:t>
            </a:r>
            <a:r>
              <a:rPr lang="en-US" altLang="ja-JP" sz="1700"/>
              <a:t>(</a:t>
            </a:r>
            <a:r>
              <a:rPr lang="ja-JP" altLang="en-US" sz="1700"/>
              <a:t>単独</a:t>
            </a:r>
            <a:r>
              <a:rPr lang="en-US" altLang="ja-JP" sz="1700"/>
              <a:t>)</a:t>
            </a:r>
            <a:r>
              <a:rPr lang="ja-JP" altLang="en-US" sz="1700"/>
              <a:t>へのサービス導入</a:t>
            </a:r>
            <a:endParaRPr lang="en-US" altLang="ja-JP" sz="1700"/>
          </a:p>
        </p:txBody>
      </p:sp>
      <p:graphicFrame>
        <p:nvGraphicFramePr>
          <p:cNvPr id="2" name="表 1">
            <a:extLst>
              <a:ext uri="{FF2B5EF4-FFF2-40B4-BE49-F238E27FC236}">
                <a16:creationId xmlns:a16="http://schemas.microsoft.com/office/drawing/2014/main" id="{B78C0E3C-27E4-7A5F-4F1C-868E664A9319}"/>
              </a:ext>
            </a:extLst>
          </p:cNvPr>
          <p:cNvGraphicFramePr>
            <a:graphicFrameLocks noGrp="1"/>
          </p:cNvGraphicFramePr>
          <p:nvPr/>
        </p:nvGraphicFramePr>
        <p:xfrm>
          <a:off x="495302" y="839377"/>
          <a:ext cx="8536012" cy="2925423"/>
        </p:xfrm>
        <a:graphic>
          <a:graphicData uri="http://schemas.openxmlformats.org/drawingml/2006/table">
            <a:tbl>
              <a:tblPr/>
              <a:tblGrid>
                <a:gridCol w="1080000">
                  <a:extLst>
                    <a:ext uri="{9D8B030D-6E8A-4147-A177-3AD203B41FA5}">
                      <a16:colId xmlns:a16="http://schemas.microsoft.com/office/drawing/2014/main" val="3507052572"/>
                    </a:ext>
                  </a:extLst>
                </a:gridCol>
                <a:gridCol w="7456012">
                  <a:extLst>
                    <a:ext uri="{9D8B030D-6E8A-4147-A177-3AD203B41FA5}">
                      <a16:colId xmlns:a16="http://schemas.microsoft.com/office/drawing/2014/main" val="3506754757"/>
                    </a:ext>
                  </a:extLst>
                </a:gridCol>
              </a:tblGrid>
              <a:tr h="184898">
                <a:tc>
                  <a:txBody>
                    <a:bodyPr/>
                    <a:lstStyle/>
                    <a:p>
                      <a:pPr algn="ctr" rtl="0" fontAlgn="ctr"/>
                      <a:r>
                        <a:rPr lang="ja-JP" altLang="en-US" sz="1100" b="1" i="0" u="none" strike="noStrike">
                          <a:solidFill>
                            <a:srgbClr val="FFFFFF"/>
                          </a:solidFill>
                          <a:effectLst/>
                          <a:latin typeface="Meiryo UI" panose="020B0604030504040204" pitchFamily="50" charset="-128"/>
                          <a:ea typeface="Meiryo UI" panose="020B0604030504040204" pitchFamily="50" charset="-128"/>
                        </a:rPr>
                        <a:t>背景</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algn="l" rtl="0" fontAlgn="ctr"/>
                      <a:r>
                        <a:rPr lang="ja-JP" altLang="en-US" sz="1000" b="0" i="0" u="none" strike="noStrike">
                          <a:solidFill>
                            <a:srgbClr val="000000"/>
                          </a:solidFill>
                          <a:effectLst/>
                          <a:latin typeface="Meiryo UI" panose="020B0604030504040204" pitchFamily="50" charset="-128"/>
                          <a:ea typeface="Meiryo UI" panose="020B0604030504040204" pitchFamily="50" charset="-128"/>
                        </a:rPr>
                        <a:t>・現在、健診実施機関</a:t>
                      </a:r>
                      <a:r>
                        <a:rPr lang="en-US" altLang="ja-JP" sz="1000" b="0" i="0" u="none" strike="noStrike">
                          <a:solidFill>
                            <a:srgbClr val="000000"/>
                          </a:solidFill>
                          <a:effectLst/>
                          <a:latin typeface="Meiryo UI" panose="020B0604030504040204" pitchFamily="50" charset="-128"/>
                          <a:ea typeface="Meiryo UI" panose="020B0604030504040204" pitchFamily="50" charset="-128"/>
                        </a:rPr>
                        <a:t>(</a:t>
                      </a:r>
                      <a:r>
                        <a:rPr lang="ja-JP" altLang="en-US" sz="1000" b="0" i="0" u="none" strike="noStrike">
                          <a:solidFill>
                            <a:srgbClr val="000000"/>
                          </a:solidFill>
                          <a:effectLst/>
                          <a:latin typeface="Meiryo UI" panose="020B0604030504040204" pitchFamily="50" charset="-128"/>
                          <a:ea typeface="Meiryo UI" panose="020B0604030504040204" pitchFamily="50" charset="-128"/>
                        </a:rPr>
                        <a:t>単独</a:t>
                      </a:r>
                      <a:r>
                        <a:rPr lang="en-US" altLang="ja-JP" sz="1000" b="0" i="0" u="none" strike="noStrike">
                          <a:solidFill>
                            <a:srgbClr val="000000"/>
                          </a:solidFill>
                          <a:effectLst/>
                          <a:latin typeface="Meiryo UI" panose="020B0604030504040204" pitchFamily="50" charset="-128"/>
                          <a:ea typeface="Meiryo UI" panose="020B0604030504040204" pitchFamily="50" charset="-128"/>
                        </a:rPr>
                        <a:t>)</a:t>
                      </a:r>
                      <a:r>
                        <a:rPr lang="ja-JP" altLang="en-US" sz="1000" b="0" i="0" u="none" strike="noStrike">
                          <a:solidFill>
                            <a:srgbClr val="000000"/>
                          </a:solidFill>
                          <a:effectLst/>
                          <a:latin typeface="Meiryo UI" panose="020B0604030504040204" pitchFamily="50" charset="-128"/>
                          <a:ea typeface="Meiryo UI" panose="020B0604030504040204" pitchFamily="50" charset="-128"/>
                        </a:rPr>
                        <a:t>では、電子カルテ情報共有サービスへ健診文書の登録ができない。</a:t>
                      </a:r>
                    </a:p>
                    <a:p>
                      <a:pPr algn="l" rtl="0" fontAlgn="ctr"/>
                      <a:r>
                        <a:rPr lang="ja-JP" altLang="en-US" sz="1000" b="0" i="0" u="none" strike="noStrike">
                          <a:solidFill>
                            <a:srgbClr val="000000"/>
                          </a:solidFill>
                          <a:effectLst/>
                          <a:latin typeface="Meiryo UI" panose="020B0604030504040204" pitchFamily="50" charset="-128"/>
                          <a:ea typeface="Meiryo UI" panose="020B0604030504040204" pitchFamily="50" charset="-128"/>
                        </a:rPr>
                        <a:t>・健診実施機関（単独）で受診した国民の健診情報は電子カルテ情報共有サービスに登録されないため、健診文書の共有による以下のメリットを享受できない。</a:t>
                      </a:r>
                    </a:p>
                    <a:p>
                      <a:pPr algn="l" rtl="0" fontAlgn="ctr"/>
                      <a:r>
                        <a:rPr lang="ja-JP" altLang="en-US" sz="1000" b="0" i="0" u="none" strike="noStrike">
                          <a:solidFill>
                            <a:srgbClr val="000000"/>
                          </a:solidFill>
                          <a:effectLst/>
                          <a:latin typeface="Meiryo UI" panose="020B0604030504040204" pitchFamily="50" charset="-128"/>
                          <a:ea typeface="Meiryo UI" panose="020B0604030504040204" pitchFamily="50" charset="-128"/>
                        </a:rPr>
                        <a:t>▸ 他医療機関等へ健診結果がより迅速かつ正確に共有されることで、医療の質・安全性の向上に寄与する。</a:t>
                      </a:r>
                    </a:p>
                    <a:p>
                      <a:pPr algn="l" rtl="0" fontAlgn="ctr"/>
                      <a:r>
                        <a:rPr lang="ja-JP" altLang="en-US" sz="1000" b="0" i="0" u="none" strike="noStrike">
                          <a:solidFill>
                            <a:srgbClr val="000000"/>
                          </a:solidFill>
                          <a:effectLst/>
                          <a:latin typeface="Meiryo UI" panose="020B0604030504040204" pitchFamily="50" charset="-128"/>
                          <a:ea typeface="Meiryo UI" panose="020B0604030504040204" pitchFamily="50" charset="-128"/>
                        </a:rPr>
                        <a:t> ▸ 医療保険者が健診結果をより迅速に取得できるようになることで、健診結果の取得率向上や保険事業への効果的な活用が期待される。</a:t>
                      </a:r>
                    </a:p>
                    <a:p>
                      <a:pPr algn="l" rtl="0" fontAlgn="ctr"/>
                      <a:r>
                        <a:rPr lang="ja-JP" altLang="en-US" sz="1000" b="0" i="0" u="none" strike="noStrike">
                          <a:solidFill>
                            <a:srgbClr val="000000"/>
                          </a:solidFill>
                          <a:effectLst/>
                          <a:latin typeface="Meiryo UI" panose="020B0604030504040204" pitchFamily="50" charset="-128"/>
                          <a:ea typeface="Meiryo UI" panose="020B0604030504040204" pitchFamily="50" charset="-128"/>
                        </a:rPr>
                        <a:t>▸受診者本人が健診結果をより迅速に確認できるようになり、自身の健康状態などを継続的に把握することで健康管理の促進が図られる</a:t>
                      </a: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2394099348"/>
                  </a:ext>
                </a:extLst>
              </a:tr>
              <a:tr h="184898">
                <a:tc>
                  <a:txBody>
                    <a:bodyPr/>
                    <a:lstStyle/>
                    <a:p>
                      <a:pPr algn="ctr" rtl="0" fontAlgn="ctr"/>
                      <a:r>
                        <a:rPr lang="ja-JP" altLang="en-US" sz="1100" b="1" i="0" u="none" strike="noStrike">
                          <a:solidFill>
                            <a:srgbClr val="FFFFFF"/>
                          </a:solidFill>
                          <a:effectLst/>
                          <a:latin typeface="Meiryo UI" panose="020B0604030504040204" pitchFamily="50" charset="-128"/>
                          <a:ea typeface="Meiryo UI" panose="020B0604030504040204" pitchFamily="50" charset="-128"/>
                        </a:rPr>
                        <a:t>課題</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algn="l" rtl="0" fontAlgn="ctr"/>
                      <a:r>
                        <a:rPr lang="ja-JP" altLang="en-US" sz="1000" b="0" i="0" u="none" strike="noStrike">
                          <a:solidFill>
                            <a:srgbClr val="000000"/>
                          </a:solidFill>
                          <a:effectLst/>
                          <a:latin typeface="Meiryo UI" panose="020B0604030504040204" pitchFamily="50" charset="-128"/>
                          <a:ea typeface="Meiryo UI" panose="020B0604030504040204" pitchFamily="50" charset="-128"/>
                        </a:rPr>
                        <a:t>健診実施機関</a:t>
                      </a:r>
                      <a:r>
                        <a:rPr lang="en-US" altLang="ja-JP" sz="1000" b="0" i="0" u="none" strike="noStrike">
                          <a:solidFill>
                            <a:srgbClr val="000000"/>
                          </a:solidFill>
                          <a:effectLst/>
                          <a:latin typeface="Meiryo UI" panose="020B0604030504040204" pitchFamily="50" charset="-128"/>
                          <a:ea typeface="Meiryo UI" panose="020B0604030504040204" pitchFamily="50" charset="-128"/>
                        </a:rPr>
                        <a:t>(</a:t>
                      </a:r>
                      <a:r>
                        <a:rPr lang="ja-JP" altLang="en-US" sz="1000" b="0" i="0" u="none" strike="noStrike">
                          <a:solidFill>
                            <a:srgbClr val="000000"/>
                          </a:solidFill>
                          <a:effectLst/>
                          <a:latin typeface="Meiryo UI" panose="020B0604030504040204" pitchFamily="50" charset="-128"/>
                          <a:ea typeface="Meiryo UI" panose="020B0604030504040204" pitchFamily="50" charset="-128"/>
                        </a:rPr>
                        <a:t>単独</a:t>
                      </a:r>
                      <a:r>
                        <a:rPr lang="en-US" altLang="ja-JP" sz="1000" b="0" i="0" u="none" strike="noStrike">
                          <a:solidFill>
                            <a:srgbClr val="000000"/>
                          </a:solidFill>
                          <a:effectLst/>
                          <a:latin typeface="Meiryo UI" panose="020B0604030504040204" pitchFamily="50" charset="-128"/>
                          <a:ea typeface="Meiryo UI" panose="020B0604030504040204" pitchFamily="50" charset="-128"/>
                        </a:rPr>
                        <a:t>)</a:t>
                      </a:r>
                      <a:r>
                        <a:rPr lang="ja-JP" altLang="en-US" sz="1000" b="0" i="0" u="none" strike="noStrike">
                          <a:solidFill>
                            <a:srgbClr val="000000"/>
                          </a:solidFill>
                          <a:effectLst/>
                          <a:latin typeface="Meiryo UI" panose="020B0604030504040204" pitchFamily="50" charset="-128"/>
                          <a:ea typeface="Meiryo UI" panose="020B0604030504040204" pitchFamily="50" charset="-128"/>
                        </a:rPr>
                        <a:t>では電子カルテ情報共有サービスへ健診文書の登録ができない</a:t>
                      </a:r>
                      <a:endParaRPr lang="en-US" altLang="ja-JP" sz="1000" b="0" i="0" u="none" strike="noStrike">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808508447"/>
                  </a:ext>
                </a:extLst>
              </a:tr>
              <a:tr h="349413">
                <a:tc>
                  <a:txBody>
                    <a:bodyPr/>
                    <a:lstStyle/>
                    <a:p>
                      <a:pPr algn="ctr" rtl="0" fontAlgn="ctr"/>
                      <a:r>
                        <a:rPr lang="ja-JP" altLang="en-US" sz="1100" b="1" i="0" u="none" strike="noStrike">
                          <a:solidFill>
                            <a:srgbClr val="FFFFFF"/>
                          </a:solidFill>
                          <a:effectLst/>
                          <a:latin typeface="Meiryo UI" panose="020B0604030504040204" pitchFamily="50" charset="-128"/>
                          <a:ea typeface="Meiryo UI" panose="020B0604030504040204" pitchFamily="50" charset="-128"/>
                        </a:rPr>
                        <a:t>目的</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algn="l" rtl="0" fontAlgn="ctr"/>
                      <a:r>
                        <a:rPr lang="ja-JP" altLang="en-US" sz="1000" b="0" i="0" u="none" strike="noStrike">
                          <a:solidFill>
                            <a:srgbClr val="000000"/>
                          </a:solidFill>
                          <a:effectLst/>
                          <a:latin typeface="Meiryo UI" panose="020B0604030504040204" pitchFamily="50" charset="-128"/>
                          <a:ea typeface="Meiryo UI" panose="020B0604030504040204" pitchFamily="50" charset="-128"/>
                        </a:rPr>
                        <a:t>健診実施機関</a:t>
                      </a:r>
                      <a:r>
                        <a:rPr lang="en-US" altLang="ja-JP" sz="1000" b="0" i="0" u="none" strike="noStrike">
                          <a:solidFill>
                            <a:srgbClr val="000000"/>
                          </a:solidFill>
                          <a:effectLst/>
                          <a:latin typeface="Meiryo UI" panose="020B0604030504040204" pitchFamily="50" charset="-128"/>
                          <a:ea typeface="Meiryo UI" panose="020B0604030504040204" pitchFamily="50" charset="-128"/>
                        </a:rPr>
                        <a:t>(</a:t>
                      </a:r>
                      <a:r>
                        <a:rPr lang="ja-JP" altLang="en-US" sz="1000" b="0" i="0" u="none" strike="noStrike">
                          <a:solidFill>
                            <a:srgbClr val="000000"/>
                          </a:solidFill>
                          <a:effectLst/>
                          <a:latin typeface="Meiryo UI" panose="020B0604030504040204" pitchFamily="50" charset="-128"/>
                          <a:ea typeface="Meiryo UI" panose="020B0604030504040204" pitchFamily="50" charset="-128"/>
                        </a:rPr>
                        <a:t>単独</a:t>
                      </a:r>
                      <a:r>
                        <a:rPr lang="en-US" altLang="ja-JP" sz="1000" b="0" i="0" u="none" strike="noStrike">
                          <a:solidFill>
                            <a:srgbClr val="000000"/>
                          </a:solidFill>
                          <a:effectLst/>
                          <a:latin typeface="Meiryo UI" panose="020B0604030504040204" pitchFamily="50" charset="-128"/>
                          <a:ea typeface="Meiryo UI" panose="020B0604030504040204" pitchFamily="50" charset="-128"/>
                        </a:rPr>
                        <a:t>)</a:t>
                      </a:r>
                      <a:r>
                        <a:rPr lang="ja-JP" altLang="en-US" sz="1000" b="0" i="0" u="none" strike="noStrike">
                          <a:solidFill>
                            <a:srgbClr val="000000"/>
                          </a:solidFill>
                          <a:effectLst/>
                          <a:latin typeface="Meiryo UI" panose="020B0604030504040204" pitchFamily="50" charset="-128"/>
                          <a:ea typeface="Meiryo UI" panose="020B0604030504040204" pitchFamily="50" charset="-128"/>
                        </a:rPr>
                        <a:t>において以下ができるようにする</a:t>
                      </a:r>
                    </a:p>
                    <a:p>
                      <a:pPr algn="l" rtl="0" fontAlgn="ctr"/>
                      <a:r>
                        <a:rPr lang="ja-JP" altLang="en-US" sz="1000" b="0" i="0" u="none" strike="noStrike">
                          <a:solidFill>
                            <a:srgbClr val="000000"/>
                          </a:solidFill>
                          <a:effectLst/>
                          <a:latin typeface="Meiryo UI" panose="020B0604030504040204" pitchFamily="50" charset="-128"/>
                          <a:ea typeface="Meiryo UI" panose="020B0604030504040204" pitchFamily="50" charset="-128"/>
                        </a:rPr>
                        <a:t>▸健診文書の登録・更新・削除</a:t>
                      </a:r>
                    </a:p>
                    <a:p>
                      <a:pPr algn="l" rtl="0" fontAlgn="ctr"/>
                      <a:r>
                        <a:rPr lang="ja-JP" altLang="en-US" sz="1000" b="0" i="0" u="none" strike="noStrike">
                          <a:solidFill>
                            <a:srgbClr val="000000"/>
                          </a:solidFill>
                          <a:effectLst/>
                          <a:latin typeface="Meiryo UI" panose="020B0604030504040204" pitchFamily="50" charset="-128"/>
                          <a:ea typeface="Meiryo UI" panose="020B0604030504040204" pitchFamily="50" charset="-128"/>
                        </a:rPr>
                        <a:t>▸薬剤情報等・特定健診情報・臨床情報の取得・閲覧</a:t>
                      </a:r>
                      <a:endParaRPr lang="en-US" altLang="ja-JP" sz="1000" b="0" i="0" u="none" strike="noStrike">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149341942"/>
                  </a:ext>
                </a:extLst>
              </a:tr>
              <a:tr h="317649">
                <a:tc>
                  <a:txBody>
                    <a:bodyPr/>
                    <a:lstStyle/>
                    <a:p>
                      <a:pPr algn="ctr" rtl="0" fontAlgn="ctr"/>
                      <a:r>
                        <a:rPr lang="ja-JP" altLang="en-US" sz="1100" b="1" i="0" u="none" strike="noStrike">
                          <a:solidFill>
                            <a:srgbClr val="FFFFFF"/>
                          </a:solidFill>
                          <a:effectLst/>
                          <a:latin typeface="Meiryo UI" panose="020B0604030504040204" pitchFamily="50" charset="-128"/>
                          <a:ea typeface="Meiryo UI" panose="020B0604030504040204" pitchFamily="50" charset="-128"/>
                        </a:rPr>
                        <a:t>要求事項</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000" b="0" i="0" u="none" strike="noStrike">
                          <a:solidFill>
                            <a:schemeClr val="tx1"/>
                          </a:solidFill>
                          <a:effectLst/>
                          <a:latin typeface="Meiryo UI" panose="020B0604030504040204" pitchFamily="50" charset="-128"/>
                          <a:ea typeface="Meiryo UI" panose="020B0604030504040204" pitchFamily="50" charset="-128"/>
                        </a:rPr>
                        <a:t>■要求事項</a:t>
                      </a: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000" b="0" i="0" u="none" strike="noStrike">
                          <a:solidFill>
                            <a:schemeClr val="tx1"/>
                          </a:solidFill>
                          <a:effectLst/>
                          <a:latin typeface="Meiryo UI" panose="020B0604030504040204" pitchFamily="50" charset="-128"/>
                          <a:ea typeface="Meiryo UI" panose="020B0604030504040204" pitchFamily="50" charset="-128"/>
                        </a:rPr>
                        <a:t>健診実施機関</a:t>
                      </a:r>
                      <a:r>
                        <a:rPr lang="en-US" altLang="ja-JP" sz="1000" b="0" i="0" u="none" strike="noStrike">
                          <a:solidFill>
                            <a:schemeClr val="tx1"/>
                          </a:solidFill>
                          <a:effectLst/>
                          <a:latin typeface="Meiryo UI" panose="020B0604030504040204" pitchFamily="50" charset="-128"/>
                          <a:ea typeface="Meiryo UI" panose="020B0604030504040204" pitchFamily="50" charset="-128"/>
                        </a:rPr>
                        <a:t>(</a:t>
                      </a:r>
                      <a:r>
                        <a:rPr lang="ja-JP" altLang="en-US" sz="1000" b="0" i="0" u="none" strike="noStrike">
                          <a:solidFill>
                            <a:schemeClr val="tx1"/>
                          </a:solidFill>
                          <a:effectLst/>
                          <a:latin typeface="Meiryo UI" panose="020B0604030504040204" pitchFamily="50" charset="-128"/>
                          <a:ea typeface="Meiryo UI" panose="020B0604030504040204" pitchFamily="50" charset="-128"/>
                        </a:rPr>
                        <a:t>単独</a:t>
                      </a:r>
                      <a:r>
                        <a:rPr lang="en-US" altLang="ja-JP" sz="1000" b="0" i="0" u="none" strike="noStrike">
                          <a:solidFill>
                            <a:schemeClr val="tx1"/>
                          </a:solidFill>
                          <a:effectLst/>
                          <a:latin typeface="Meiryo UI" panose="020B0604030504040204" pitchFamily="50" charset="-128"/>
                          <a:ea typeface="Meiryo UI" panose="020B0604030504040204" pitchFamily="50" charset="-128"/>
                        </a:rPr>
                        <a:t>)</a:t>
                      </a:r>
                      <a:r>
                        <a:rPr lang="ja-JP" altLang="en-US" sz="1000" b="0" i="0" u="none" strike="noStrike">
                          <a:solidFill>
                            <a:schemeClr val="tx1"/>
                          </a:solidFill>
                          <a:effectLst/>
                          <a:latin typeface="Meiryo UI" panose="020B0604030504040204" pitchFamily="50" charset="-128"/>
                          <a:ea typeface="Meiryo UI" panose="020B0604030504040204" pitchFamily="50" charset="-128"/>
                        </a:rPr>
                        <a:t>において以下の機能が利用できるようにする</a:t>
                      </a: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000" b="0" i="0" u="none" strike="noStrike">
                          <a:solidFill>
                            <a:schemeClr val="tx1"/>
                          </a:solidFill>
                          <a:effectLst/>
                          <a:latin typeface="Meiryo UI" panose="020B0604030504040204" pitchFamily="50" charset="-128"/>
                          <a:ea typeface="Meiryo UI" panose="020B0604030504040204" pitchFamily="50" charset="-128"/>
                        </a:rPr>
                        <a:t>・オンライン資格確認</a:t>
                      </a:r>
                      <a:r>
                        <a:rPr lang="en-US" altLang="ja-JP" sz="1000" b="0" i="0" u="none" strike="noStrike">
                          <a:solidFill>
                            <a:schemeClr val="tx1"/>
                          </a:solidFill>
                          <a:effectLst/>
                          <a:latin typeface="Meiryo UI" panose="020B0604030504040204" pitchFamily="50" charset="-128"/>
                          <a:ea typeface="Meiryo UI" panose="020B0604030504040204" pitchFamily="50" charset="-128"/>
                        </a:rPr>
                        <a:t>(</a:t>
                      </a:r>
                      <a:r>
                        <a:rPr lang="ja-JP" altLang="en-US" sz="1000" b="0" i="0" u="none" strike="noStrike">
                          <a:solidFill>
                            <a:schemeClr val="tx1"/>
                          </a:solidFill>
                          <a:effectLst/>
                          <a:latin typeface="Meiryo UI" panose="020B0604030504040204" pitchFamily="50" charset="-128"/>
                          <a:ea typeface="Meiryo UI" panose="020B0604030504040204" pitchFamily="50" charset="-128"/>
                        </a:rPr>
                        <a:t>通常型</a:t>
                      </a:r>
                      <a:r>
                        <a:rPr lang="en-US" altLang="ja-JP" sz="1000" b="0" i="0" u="none" strike="noStrike">
                          <a:solidFill>
                            <a:schemeClr val="tx1"/>
                          </a:solidFill>
                          <a:effectLst/>
                          <a:latin typeface="Meiryo UI" panose="020B0604030504040204" pitchFamily="50" charset="-128"/>
                          <a:ea typeface="Meiryo UI" panose="020B0604030504040204" pitchFamily="50" charset="-128"/>
                        </a:rPr>
                        <a:t>)</a:t>
                      </a:r>
                      <a:r>
                        <a:rPr lang="ja-JP" altLang="en-US" sz="1000" b="0" i="0" u="none" strike="noStrike">
                          <a:solidFill>
                            <a:schemeClr val="tx1"/>
                          </a:solidFill>
                          <a:effectLst/>
                          <a:latin typeface="Meiryo UI" panose="020B0604030504040204" pitchFamily="50" charset="-128"/>
                          <a:ea typeface="Meiryo UI" panose="020B0604030504040204" pitchFamily="50" charset="-128"/>
                        </a:rPr>
                        <a:t>の資格確認機能</a:t>
                      </a: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000" b="0" i="0" u="none" strike="noStrike">
                          <a:solidFill>
                            <a:schemeClr val="tx1"/>
                          </a:solidFill>
                          <a:effectLst/>
                          <a:latin typeface="Meiryo UI" panose="020B0604030504040204" pitchFamily="50" charset="-128"/>
                          <a:ea typeface="Meiryo UI" panose="020B0604030504040204" pitchFamily="50" charset="-128"/>
                        </a:rPr>
                        <a:t>・オンライン資格確認の薬剤情報等・特定健診情報・臨床情報の閲覧機能</a:t>
                      </a: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000" b="0" i="0" u="none" strike="noStrike">
                          <a:solidFill>
                            <a:schemeClr val="tx1"/>
                          </a:solidFill>
                          <a:effectLst/>
                          <a:latin typeface="Meiryo UI" panose="020B0604030504040204" pitchFamily="50" charset="-128"/>
                          <a:ea typeface="Meiryo UI" panose="020B0604030504040204" pitchFamily="50" charset="-128"/>
                        </a:rPr>
                        <a:t>・電子カルテ情報共有サービスへの健診文書登録・削除・更新機能</a:t>
                      </a:r>
                      <a:endParaRPr lang="en-US" altLang="ja-JP" sz="10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3847957461"/>
                  </a:ext>
                </a:extLst>
              </a:tr>
              <a:tr h="317649">
                <a:tc>
                  <a:txBody>
                    <a:bodyPr/>
                    <a:lstStyle/>
                    <a:p>
                      <a:pPr algn="ctr" rtl="0" fontAlgn="ctr"/>
                      <a:r>
                        <a:rPr lang="ja-JP" altLang="en-US" sz="1100" b="1" i="0" u="none" strike="noStrike">
                          <a:solidFill>
                            <a:srgbClr val="FFFFFF"/>
                          </a:solidFill>
                          <a:effectLst/>
                          <a:latin typeface="Meiryo UI" panose="020B0604030504040204" pitchFamily="50" charset="-128"/>
                          <a:ea typeface="Meiryo UI" panose="020B0604030504040204" pitchFamily="50" charset="-128"/>
                        </a:rPr>
                        <a:t>備考</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a:noFill/>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endParaRPr lang="en-US" altLang="ja-JP" sz="10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606374615"/>
                  </a:ext>
                </a:extLst>
              </a:tr>
            </a:tbl>
          </a:graphicData>
        </a:graphic>
      </p:graphicFrame>
      <p:pic>
        <p:nvPicPr>
          <p:cNvPr id="5" name="図 4">
            <a:extLst>
              <a:ext uri="{FF2B5EF4-FFF2-40B4-BE49-F238E27FC236}">
                <a16:creationId xmlns:a16="http://schemas.microsoft.com/office/drawing/2014/main" id="{D0580E13-1306-7B63-2667-9CB99D9C4D1C}"/>
              </a:ext>
            </a:extLst>
          </p:cNvPr>
          <p:cNvPicPr>
            <a:picLocks noChangeAspect="1"/>
          </p:cNvPicPr>
          <p:nvPr/>
        </p:nvPicPr>
        <p:blipFill>
          <a:blip r:embed="rId3"/>
          <a:stretch>
            <a:fillRect/>
          </a:stretch>
        </p:blipFill>
        <p:spPr>
          <a:xfrm>
            <a:off x="2589092" y="4010194"/>
            <a:ext cx="3808595" cy="2608688"/>
          </a:xfrm>
          <a:prstGeom prst="rect">
            <a:avLst/>
          </a:prstGeom>
          <a:ln>
            <a:solidFill>
              <a:schemeClr val="bg1">
                <a:lumMod val="85000"/>
              </a:schemeClr>
            </a:solidFill>
          </a:ln>
        </p:spPr>
      </p:pic>
      <p:grpSp>
        <p:nvGrpSpPr>
          <p:cNvPr id="6" name="グループ化 5">
            <a:extLst>
              <a:ext uri="{FF2B5EF4-FFF2-40B4-BE49-F238E27FC236}">
                <a16:creationId xmlns:a16="http://schemas.microsoft.com/office/drawing/2014/main" id="{B409C642-BA50-CAD4-5282-51CEF025C8CB}"/>
              </a:ext>
            </a:extLst>
          </p:cNvPr>
          <p:cNvGrpSpPr/>
          <p:nvPr/>
        </p:nvGrpSpPr>
        <p:grpSpPr>
          <a:xfrm>
            <a:off x="6881264" y="4909779"/>
            <a:ext cx="2529437" cy="1359285"/>
            <a:chOff x="6901719" y="4275217"/>
            <a:chExt cx="2783354" cy="1359285"/>
          </a:xfrm>
        </p:grpSpPr>
        <p:sp>
          <p:nvSpPr>
            <p:cNvPr id="7" name="吹き出し: 線 6">
              <a:extLst>
                <a:ext uri="{FF2B5EF4-FFF2-40B4-BE49-F238E27FC236}">
                  <a16:creationId xmlns:a16="http://schemas.microsoft.com/office/drawing/2014/main" id="{87E235CA-BCD1-64E8-AE2F-8BFA378337AC}"/>
                </a:ext>
              </a:extLst>
            </p:cNvPr>
            <p:cNvSpPr/>
            <p:nvPr/>
          </p:nvSpPr>
          <p:spPr>
            <a:xfrm>
              <a:off x="6901719" y="4451382"/>
              <a:ext cx="2783354" cy="1183120"/>
            </a:xfrm>
            <a:prstGeom prst="borderCallout1">
              <a:avLst>
                <a:gd name="adj1" fmla="val 48845"/>
                <a:gd name="adj2" fmla="val -1263"/>
                <a:gd name="adj3" fmla="val -16827"/>
                <a:gd name="adj4" fmla="val -35993"/>
              </a:avLst>
            </a:prstGeom>
            <a:solidFill>
              <a:schemeClr val="bg1"/>
            </a:solidFill>
            <a:ln w="9525" cap="flat" cmpd="sng" algn="ctr">
              <a:solidFill>
                <a:srgbClr val="0070C0"/>
              </a:solid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健診実施機関</a:t>
              </a:r>
              <a:r>
                <a:rPr kumimoji="1" lang="en-US" altLang="ja-JP"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単独</a:t>
              </a:r>
              <a:r>
                <a:rPr kumimoji="1" lang="en-US" altLang="ja-JP"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において以下の機能が利用できるようにする</a:t>
              </a:r>
            </a:p>
            <a:p>
              <a:pPr marL="0" marR="0" lvl="0" indent="0" algn="l" defTabSz="843930"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・オンライン資格確認</a:t>
              </a:r>
              <a:r>
                <a:rPr kumimoji="1" lang="en-US" altLang="ja-JP"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通常型</a:t>
              </a:r>
              <a:r>
                <a:rPr kumimoji="1" lang="en-US" altLang="ja-JP"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の資格確認機能</a:t>
              </a:r>
            </a:p>
            <a:p>
              <a:pPr marL="0" marR="0" lvl="0" indent="0" algn="l" defTabSz="843930"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・オンライン資格確認の薬剤情報等・特定健診情報・臨床情報の閲覧機能</a:t>
              </a:r>
            </a:p>
            <a:p>
              <a:pPr marL="0" marR="0" lvl="0" indent="0" algn="l" defTabSz="843930" rtl="0" eaLnBrk="1" fontAlgn="ctr"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・電子カルテ情報共有サービスへの健診文書登録・削除・更新機能</a:t>
              </a:r>
              <a:endParaRPr kumimoji="1" lang="en-US" altLang="ja-JP"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8" name="正方形/長方形 7">
              <a:extLst>
                <a:ext uri="{FF2B5EF4-FFF2-40B4-BE49-F238E27FC236}">
                  <a16:creationId xmlns:a16="http://schemas.microsoft.com/office/drawing/2014/main" id="{45B4AAEC-2991-4836-C7F6-690A621F8551}"/>
                </a:ext>
              </a:extLst>
            </p:cNvPr>
            <p:cNvSpPr/>
            <p:nvPr/>
          </p:nvSpPr>
          <p:spPr>
            <a:xfrm>
              <a:off x="6901719" y="4275217"/>
              <a:ext cx="1054267" cy="176165"/>
            </a:xfrm>
            <a:prstGeom prst="rect">
              <a:avLst/>
            </a:prstGeom>
            <a:solidFill>
              <a:srgbClr val="0070C0"/>
            </a:solidFill>
            <a:ln w="9525" cap="flat" cmpd="sng" algn="ctr">
              <a:solidFill>
                <a:srgbClr val="0070C0"/>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0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要求事項①</a:t>
              </a:r>
            </a:p>
          </p:txBody>
        </p:sp>
      </p:grpSp>
      <p:sp>
        <p:nvSpPr>
          <p:cNvPr id="11" name="正方形/長方形 10">
            <a:extLst>
              <a:ext uri="{FF2B5EF4-FFF2-40B4-BE49-F238E27FC236}">
                <a16:creationId xmlns:a16="http://schemas.microsoft.com/office/drawing/2014/main" id="{0723FC57-7940-5583-7377-683C98858A4C}"/>
              </a:ext>
            </a:extLst>
          </p:cNvPr>
          <p:cNvSpPr/>
          <p:nvPr/>
        </p:nvSpPr>
        <p:spPr>
          <a:xfrm>
            <a:off x="5667367" y="4131935"/>
            <a:ext cx="611121" cy="2434805"/>
          </a:xfrm>
          <a:prstGeom prst="rect">
            <a:avLst/>
          </a:prstGeom>
          <a:noFill/>
        </p:spPr>
        <p:style>
          <a:lnRef idx="2">
            <a:schemeClr val="accent2"/>
          </a:lnRef>
          <a:fillRef idx="1">
            <a:schemeClr val="lt1"/>
          </a:fillRef>
          <a:effectRef idx="0">
            <a:schemeClr val="accent2"/>
          </a:effectRef>
          <a:fontRef idx="minor">
            <a:schemeClr val="dk1"/>
          </a:fontRef>
        </p:style>
        <p:txBody>
          <a:bodyPr wrap="none" lIns="36000" tIns="36000" rIns="36000" bIns="3600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9" name="正方形/長方形 8">
            <a:extLst>
              <a:ext uri="{FF2B5EF4-FFF2-40B4-BE49-F238E27FC236}">
                <a16:creationId xmlns:a16="http://schemas.microsoft.com/office/drawing/2014/main" id="{96861FE5-BA4F-4D33-EFFE-F59296AEA712}"/>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4442569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93615-3BE6-AEF1-3E47-B995A3926940}"/>
            </a:ext>
          </a:extLst>
        </p:cNvPr>
        <p:cNvGrpSpPr/>
        <p:nvPr/>
      </p:nvGrpSpPr>
      <p:grpSpPr>
        <a:xfrm>
          <a:off x="0" y="0"/>
          <a:ext cx="0" cy="0"/>
          <a:chOff x="0" y="0"/>
          <a:chExt cx="0" cy="0"/>
        </a:xfrm>
      </p:grpSpPr>
      <p:sp>
        <p:nvSpPr>
          <p:cNvPr id="4" name="タイトル 2">
            <a:extLst>
              <a:ext uri="{FF2B5EF4-FFF2-40B4-BE49-F238E27FC236}">
                <a16:creationId xmlns:a16="http://schemas.microsoft.com/office/drawing/2014/main" id="{58933246-3BE7-FECC-1C62-5CE3326F47D4}"/>
              </a:ext>
            </a:extLst>
          </p:cNvPr>
          <p:cNvSpPr>
            <a:spLocks noGrp="1"/>
          </p:cNvSpPr>
          <p:nvPr>
            <p:ph type="title"/>
          </p:nvPr>
        </p:nvSpPr>
        <p:spPr/>
        <p:txBody>
          <a:bodyPr lIns="0" tIns="45720" rIns="0" bIns="45720" anchor="b" anchorCtr="0">
            <a:normAutofit fontScale="90000"/>
          </a:bodyPr>
          <a:lstStyle/>
          <a:p>
            <a:pPr>
              <a:lnSpc>
                <a:spcPct val="90000"/>
              </a:lnSpc>
              <a:tabLst>
                <a:tab pos="1879600" algn="l"/>
                <a:tab pos="2693988" algn="l"/>
              </a:tabLst>
            </a:pPr>
            <a:r>
              <a:rPr lang="en-US" altLang="ja-JP" sz="1800"/>
              <a:t>2</a:t>
            </a:r>
            <a:r>
              <a:rPr lang="ja-JP" altLang="en-US" sz="1800"/>
              <a:t>．令和</a:t>
            </a:r>
            <a:r>
              <a:rPr lang="en-US" altLang="ja-JP" sz="1800"/>
              <a:t>9</a:t>
            </a:r>
            <a:r>
              <a:rPr lang="ja-JP" altLang="en-US" sz="1800"/>
              <a:t>年度案件について</a:t>
            </a:r>
            <a:br>
              <a:rPr lang="en-US" altLang="ja-JP" sz="1800"/>
            </a:br>
            <a:r>
              <a:rPr lang="ja-JP" altLang="en-US" sz="1800"/>
              <a:t>案件</a:t>
            </a:r>
            <a:r>
              <a:rPr lang="en-US" altLang="ja-JP" sz="1800"/>
              <a:t>ID</a:t>
            </a:r>
            <a:r>
              <a:rPr lang="ja-JP" altLang="en-US" sz="2000"/>
              <a:t>＃ </a:t>
            </a:r>
            <a:r>
              <a:rPr lang="ja-JP" altLang="en-US" sz="1800"/>
              <a:t>178</a:t>
            </a:r>
            <a:r>
              <a:rPr lang="en-US" altLang="ja-JP" sz="1800"/>
              <a:t>_</a:t>
            </a:r>
            <a:r>
              <a:rPr lang="ja-JP" altLang="en-US" sz="1800"/>
              <a:t>文書・臨床情報・患者サマリーの保存期間の延長</a:t>
            </a:r>
            <a:endParaRPr lang="en-US" altLang="ja-JP" sz="1700"/>
          </a:p>
        </p:txBody>
      </p:sp>
      <p:graphicFrame>
        <p:nvGraphicFramePr>
          <p:cNvPr id="2" name="表 1">
            <a:extLst>
              <a:ext uri="{FF2B5EF4-FFF2-40B4-BE49-F238E27FC236}">
                <a16:creationId xmlns:a16="http://schemas.microsoft.com/office/drawing/2014/main" id="{92A166E2-02C4-434E-1174-75C911E38854}"/>
              </a:ext>
            </a:extLst>
          </p:cNvPr>
          <p:cNvGraphicFramePr>
            <a:graphicFrameLocks noGrp="1"/>
          </p:cNvGraphicFramePr>
          <p:nvPr/>
        </p:nvGraphicFramePr>
        <p:xfrm>
          <a:off x="578253" y="761824"/>
          <a:ext cx="8536012" cy="3909375"/>
        </p:xfrm>
        <a:graphic>
          <a:graphicData uri="http://schemas.openxmlformats.org/drawingml/2006/table">
            <a:tbl>
              <a:tblPr/>
              <a:tblGrid>
                <a:gridCol w="1080000">
                  <a:extLst>
                    <a:ext uri="{9D8B030D-6E8A-4147-A177-3AD203B41FA5}">
                      <a16:colId xmlns:a16="http://schemas.microsoft.com/office/drawing/2014/main" val="3507052572"/>
                    </a:ext>
                  </a:extLst>
                </a:gridCol>
                <a:gridCol w="7456012">
                  <a:extLst>
                    <a:ext uri="{9D8B030D-6E8A-4147-A177-3AD203B41FA5}">
                      <a16:colId xmlns:a16="http://schemas.microsoft.com/office/drawing/2014/main" val="3506754757"/>
                    </a:ext>
                  </a:extLst>
                </a:gridCol>
              </a:tblGrid>
              <a:tr h="420975">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背景</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300"/>
                        </a:spcAft>
                        <a:buClrTx/>
                        <a:buSzTx/>
                        <a:buFont typeface="Arial" panose="020B0604020202020204" pitchFamily="34" charset="0"/>
                        <a:buNone/>
                        <a:tabLst/>
                        <a:defRPr/>
                      </a:pPr>
                      <a:r>
                        <a:rPr kumimoji="1" lang="ja-JP" altLang="en-US" sz="1000" kern="1200">
                          <a:solidFill>
                            <a:schemeClr val="tx1"/>
                          </a:solidFill>
                          <a:latin typeface="+mn-ea"/>
                          <a:ea typeface="+mn-ea"/>
                          <a:cs typeface="Arial" charset="0"/>
                        </a:rPr>
                        <a:t>・</a:t>
                      </a:r>
                      <a:r>
                        <a:rPr kumimoji="1" lang="en-US" altLang="ja-JP" sz="1000" kern="1200">
                          <a:solidFill>
                            <a:schemeClr val="tx1"/>
                          </a:solidFill>
                          <a:latin typeface="+mn-ea"/>
                          <a:ea typeface="+mn-ea"/>
                          <a:cs typeface="Arial" charset="0"/>
                        </a:rPr>
                        <a:t>2026/3/11</a:t>
                      </a:r>
                      <a:r>
                        <a:rPr kumimoji="1" lang="ja-JP" altLang="en-US" sz="1000" kern="1200">
                          <a:solidFill>
                            <a:schemeClr val="tx1"/>
                          </a:solidFill>
                          <a:latin typeface="+mn-ea"/>
                          <a:ea typeface="+mn-ea"/>
                          <a:cs typeface="Arial" charset="0"/>
                        </a:rPr>
                        <a:t>に</a:t>
                      </a:r>
                      <a:r>
                        <a:rPr kumimoji="1" lang="ja-JP" altLang="en-US" sz="1000" b="0" i="0" u="none" strike="noStrike" kern="1200" cap="none" spc="0" normalizeH="0" baseline="0" noProof="0">
                          <a:ln>
                            <a:noFill/>
                          </a:ln>
                          <a:solidFill>
                            <a:prstClr val="black"/>
                          </a:solidFill>
                          <a:effectLst/>
                          <a:uLnTx/>
                          <a:uFillTx/>
                          <a:latin typeface="Meiryo UI"/>
                          <a:ea typeface="+mn-ea"/>
                          <a:cs typeface="Arial"/>
                        </a:rPr>
                        <a:t>内閣府主催の「第</a:t>
                      </a:r>
                      <a:r>
                        <a:rPr kumimoji="1" lang="en-US" altLang="ja-JP" sz="1000" b="0" i="0" u="none" strike="noStrike" kern="1200" cap="none" spc="0" normalizeH="0" baseline="0" noProof="0">
                          <a:ln>
                            <a:noFill/>
                          </a:ln>
                          <a:solidFill>
                            <a:prstClr val="black"/>
                          </a:solidFill>
                          <a:effectLst/>
                          <a:uLnTx/>
                          <a:uFillTx/>
                          <a:latin typeface="Meiryo UI"/>
                          <a:ea typeface="+mn-ea"/>
                          <a:cs typeface="Arial"/>
                        </a:rPr>
                        <a:t>10</a:t>
                      </a:r>
                      <a:r>
                        <a:rPr kumimoji="1" lang="ja-JP" altLang="en-US" sz="1000" b="0" i="0" u="none" strike="noStrike" kern="1200" cap="none" spc="0" normalizeH="0" baseline="0" noProof="0">
                          <a:ln>
                            <a:noFill/>
                          </a:ln>
                          <a:solidFill>
                            <a:prstClr val="black"/>
                          </a:solidFill>
                          <a:effectLst/>
                          <a:uLnTx/>
                          <a:uFillTx/>
                          <a:latin typeface="Meiryo UI"/>
                          <a:ea typeface="+mn-ea"/>
                          <a:cs typeface="Arial"/>
                        </a:rPr>
                        <a:t>回 健康・医療・介護ワーキング・グループ」</a:t>
                      </a:r>
                      <a:r>
                        <a:rPr kumimoji="1" lang="ja-JP" altLang="en-US" sz="1000" kern="1200">
                          <a:solidFill>
                            <a:schemeClr val="tx1"/>
                          </a:solidFill>
                          <a:latin typeface="+mn-ea"/>
                          <a:ea typeface="+mn-ea"/>
                          <a:cs typeface="Arial" charset="0"/>
                        </a:rPr>
                        <a:t>において、患者がより長期間にわたり医療情報を閲覧できるよう、臨床情報の閲覧可能期間を延長すべきとの意見が示された。</a:t>
                      </a: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2394099348"/>
                  </a:ext>
                </a:extLst>
              </a:tr>
              <a:tr h="140602">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課題</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 typeface="Arial" panose="020B0604020202020204" pitchFamily="34" charset="0"/>
                        <a:buNone/>
                        <a:tabLst/>
                        <a:defRPr/>
                      </a:pPr>
                      <a:r>
                        <a:rPr kumimoji="1" lang="ja-JP" altLang="en-US" sz="1000" kern="1200">
                          <a:solidFill>
                            <a:schemeClr val="tx1"/>
                          </a:solidFill>
                          <a:latin typeface="+mn-ea"/>
                          <a:ea typeface="+mn-ea"/>
                          <a:cs typeface="Arial" charset="0"/>
                        </a:rPr>
                        <a:t>・病歴や検査結果等の過去の医療情報が</a:t>
                      </a:r>
                      <a:r>
                        <a:rPr kumimoji="1" lang="en-US" altLang="ja-JP" sz="1000" kern="1200">
                          <a:solidFill>
                            <a:schemeClr val="tx1"/>
                          </a:solidFill>
                          <a:latin typeface="+mn-ea"/>
                          <a:ea typeface="+mn-ea"/>
                          <a:cs typeface="Arial" charset="0"/>
                        </a:rPr>
                        <a:t>5</a:t>
                      </a:r>
                      <a:r>
                        <a:rPr kumimoji="1" lang="ja-JP" altLang="en-US" sz="1000" kern="1200">
                          <a:solidFill>
                            <a:schemeClr val="tx1"/>
                          </a:solidFill>
                          <a:latin typeface="+mn-ea"/>
                          <a:ea typeface="+mn-ea"/>
                          <a:cs typeface="Arial" charset="0"/>
                        </a:rPr>
                        <a:t>年以上経ったのちに閲覧することができない</a:t>
                      </a:r>
                      <a:r>
                        <a:rPr kumimoji="1" lang="en-US" altLang="ja-JP" sz="1000" kern="1200">
                          <a:solidFill>
                            <a:schemeClr val="tx1"/>
                          </a:solidFill>
                          <a:latin typeface="+mn-ea"/>
                          <a:ea typeface="+mn-ea"/>
                          <a:cs typeface="Arial" charset="0"/>
                        </a:rPr>
                        <a:t>(</a:t>
                      </a:r>
                      <a:r>
                        <a:rPr kumimoji="1" lang="ja-JP" altLang="en-US" sz="1000" kern="1200">
                          <a:solidFill>
                            <a:schemeClr val="tx1"/>
                          </a:solidFill>
                          <a:latin typeface="+mn-ea"/>
                          <a:ea typeface="+mn-ea"/>
                          <a:cs typeface="Arial" charset="0"/>
                        </a:rPr>
                        <a:t>長期保存フラグを除き</a:t>
                      </a:r>
                      <a:r>
                        <a:rPr kumimoji="1" lang="en-US" altLang="ja-JP" sz="1000" kern="1200">
                          <a:solidFill>
                            <a:schemeClr val="tx1"/>
                          </a:solidFill>
                          <a:latin typeface="+mn-ea"/>
                          <a:ea typeface="+mn-ea"/>
                          <a:cs typeface="Arial" charset="0"/>
                        </a:rPr>
                        <a:t>)</a:t>
                      </a:r>
                      <a:br>
                        <a:rPr kumimoji="1" lang="en-US" altLang="ja-JP" sz="1000" kern="1200">
                          <a:solidFill>
                            <a:schemeClr val="tx1"/>
                          </a:solidFill>
                          <a:latin typeface="+mn-ea"/>
                          <a:ea typeface="+mn-ea"/>
                          <a:cs typeface="Arial" charset="0"/>
                        </a:rPr>
                      </a:br>
                      <a:r>
                        <a:rPr kumimoji="1" lang="en-US" altLang="ja-JP" sz="1000" kern="1200">
                          <a:solidFill>
                            <a:schemeClr val="tx1"/>
                          </a:solidFill>
                          <a:latin typeface="+mn-ea"/>
                          <a:ea typeface="+mn-ea"/>
                          <a:cs typeface="Arial" charset="0"/>
                        </a:rPr>
                        <a:t>(</a:t>
                      </a:r>
                      <a:r>
                        <a:rPr kumimoji="1" lang="ja-JP" altLang="en-US" sz="1000" kern="1200">
                          <a:solidFill>
                            <a:schemeClr val="tx1"/>
                          </a:solidFill>
                          <a:latin typeface="+mn-ea"/>
                          <a:ea typeface="+mn-ea"/>
                          <a:cs typeface="Arial" charset="0"/>
                        </a:rPr>
                        <a:t>例：幼少期に罹患した病気が</a:t>
                      </a:r>
                      <a:r>
                        <a:rPr kumimoji="1" lang="en-US" altLang="ja-JP" sz="1000" kern="1200">
                          <a:solidFill>
                            <a:schemeClr val="tx1"/>
                          </a:solidFill>
                          <a:latin typeface="+mn-ea"/>
                          <a:ea typeface="+mn-ea"/>
                          <a:cs typeface="Arial" charset="0"/>
                        </a:rPr>
                        <a:t>20</a:t>
                      </a:r>
                      <a:r>
                        <a:rPr kumimoji="1" lang="ja-JP" altLang="en-US" sz="1000" kern="1200">
                          <a:solidFill>
                            <a:schemeClr val="tx1"/>
                          </a:solidFill>
                          <a:latin typeface="+mn-ea"/>
                          <a:ea typeface="+mn-ea"/>
                          <a:cs typeface="Arial" charset="0"/>
                        </a:rPr>
                        <a:t>年後に再発した際に過去の情報を閲覧する等）</a:t>
                      </a: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808508447"/>
                  </a:ext>
                </a:extLst>
              </a:tr>
              <a:tr h="130202">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目的</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ja-JP" altLang="en-US" sz="1000" kern="1200">
                          <a:solidFill>
                            <a:schemeClr val="tx1"/>
                          </a:solidFill>
                          <a:latin typeface="+mn-ea"/>
                          <a:ea typeface="+mn-ea"/>
                          <a:cs typeface="Arial" charset="0"/>
                        </a:rPr>
                        <a:t>・</a:t>
                      </a:r>
                      <a:r>
                        <a:rPr lang="ja-JP" altLang="en-US" sz="1000" b="0" i="0" u="none" strike="noStrike">
                          <a:solidFill>
                            <a:srgbClr val="000000"/>
                          </a:solidFill>
                          <a:effectLst/>
                          <a:latin typeface="Meiryo UI" panose="020B0604030504040204" pitchFamily="50" charset="-128"/>
                          <a:ea typeface="Meiryo UI" panose="020B0604030504040204" pitchFamily="50" charset="-128"/>
                        </a:rPr>
                        <a:t>文書臨床情報・患者サマリー</a:t>
                      </a:r>
                      <a:r>
                        <a:rPr kumimoji="1" lang="ja-JP" altLang="en-US" sz="1000" kern="1200">
                          <a:solidFill>
                            <a:schemeClr val="tx1"/>
                          </a:solidFill>
                          <a:latin typeface="+mn-ea"/>
                          <a:ea typeface="+mn-ea"/>
                          <a:cs typeface="Arial" charset="0"/>
                        </a:rPr>
                        <a:t>の閲覧可能期間を現行仕様から延長する。</a:t>
                      </a: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149341942"/>
                  </a:ext>
                </a:extLst>
              </a:tr>
              <a:tr h="397396">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要求事項</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000">
                          <a:solidFill>
                            <a:prstClr val="black"/>
                          </a:solidFill>
                          <a:latin typeface="Meiryo UI"/>
                          <a:ea typeface="+mn-ea"/>
                        </a:rPr>
                        <a:t>■機能</a:t>
                      </a:r>
                      <a:endParaRPr lang="en-US" altLang="ja-JP" sz="1000">
                        <a:solidFill>
                          <a:prstClr val="black"/>
                        </a:solidFill>
                        <a:latin typeface="Meiryo UI"/>
                        <a:ea typeface="+mn-ea"/>
                      </a:endParaRP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000">
                          <a:solidFill>
                            <a:prstClr val="black"/>
                          </a:solidFill>
                          <a:latin typeface="Meiryo UI"/>
                          <a:ea typeface="+mn-ea"/>
                        </a:rPr>
                        <a:t>２書保存期機能・健診文書保存機能・臨床情報保存機能・患者サマリー保存機能</a:t>
                      </a:r>
                      <a:endParaRPr lang="en-US" altLang="ja-JP" sz="1000">
                        <a:solidFill>
                          <a:prstClr val="black"/>
                        </a:solidFill>
                        <a:latin typeface="Meiryo UI"/>
                        <a:ea typeface="+mn-ea"/>
                      </a:endParaRP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000">
                          <a:solidFill>
                            <a:prstClr val="black"/>
                          </a:solidFill>
                          <a:latin typeface="Meiryo UI"/>
                          <a:ea typeface="+mn-ea"/>
                        </a:rPr>
                        <a:t>■要求事項①</a:t>
                      </a:r>
                      <a:endParaRPr lang="en-US" altLang="ja-JP" sz="1000">
                        <a:solidFill>
                          <a:prstClr val="black"/>
                        </a:solidFill>
                        <a:latin typeface="Meiryo UI"/>
                        <a:ea typeface="+mn-ea"/>
                      </a:endParaRP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000">
                          <a:solidFill>
                            <a:prstClr val="black"/>
                          </a:solidFill>
                          <a:latin typeface="Meiryo UI"/>
                          <a:ea typeface="+mn-ea"/>
                        </a:rPr>
                        <a:t>・下記の保存期間のそれぞれのパターンについて、保存期間の延長を行った場合の開発費用・ランニングコストを「診療情報提供書・退院時サマリー・健診文書・傷病名・感染症・検査・薬剤アレルギー等・その他アレルギー等・患者サマリー」それぞれの情報に対して算出する。</a:t>
                      </a:r>
                      <a:endParaRPr lang="en-US" altLang="ja-JP" sz="1000">
                        <a:solidFill>
                          <a:prstClr val="black"/>
                        </a:solidFill>
                        <a:latin typeface="Meiryo UI"/>
                        <a:ea typeface="+mn-ea"/>
                      </a:endParaRP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000">
                          <a:solidFill>
                            <a:prstClr val="black"/>
                          </a:solidFill>
                          <a:latin typeface="Meiryo UI"/>
                          <a:ea typeface="+mn-ea"/>
                        </a:rPr>
                        <a:t>　▸</a:t>
                      </a:r>
                      <a:r>
                        <a:rPr lang="en-US" altLang="ja-JP" sz="1000">
                          <a:solidFill>
                            <a:prstClr val="black"/>
                          </a:solidFill>
                          <a:latin typeface="Meiryo UI"/>
                          <a:ea typeface="+mn-ea"/>
                        </a:rPr>
                        <a:t>5</a:t>
                      </a:r>
                      <a:r>
                        <a:rPr lang="ja-JP" altLang="en-US" sz="1000">
                          <a:solidFill>
                            <a:prstClr val="black"/>
                          </a:solidFill>
                          <a:latin typeface="Meiryo UI"/>
                          <a:ea typeface="+mn-ea"/>
                        </a:rPr>
                        <a:t>年</a:t>
                      </a:r>
                      <a:endParaRPr lang="en-US" altLang="ja-JP" sz="1000">
                        <a:solidFill>
                          <a:prstClr val="black"/>
                        </a:solidFill>
                        <a:latin typeface="Meiryo UI"/>
                        <a:ea typeface="+mn-ea"/>
                      </a:endParaRP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000">
                          <a:solidFill>
                            <a:prstClr val="black"/>
                          </a:solidFill>
                          <a:latin typeface="Meiryo UI"/>
                          <a:ea typeface="+mn-ea"/>
                        </a:rPr>
                        <a:t>　▸</a:t>
                      </a:r>
                      <a:r>
                        <a:rPr lang="en-US" altLang="ja-JP" sz="1000">
                          <a:solidFill>
                            <a:prstClr val="black"/>
                          </a:solidFill>
                          <a:latin typeface="Meiryo UI"/>
                          <a:ea typeface="+mn-ea"/>
                        </a:rPr>
                        <a:t>10</a:t>
                      </a:r>
                      <a:r>
                        <a:rPr lang="ja-JP" altLang="en-US" sz="1000">
                          <a:solidFill>
                            <a:prstClr val="black"/>
                          </a:solidFill>
                          <a:latin typeface="Meiryo UI"/>
                          <a:ea typeface="+mn-ea"/>
                        </a:rPr>
                        <a:t>年</a:t>
                      </a: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000">
                          <a:solidFill>
                            <a:prstClr val="black"/>
                          </a:solidFill>
                          <a:latin typeface="Meiryo UI"/>
                          <a:ea typeface="+mn-ea"/>
                        </a:rPr>
                        <a:t>　▸</a:t>
                      </a:r>
                      <a:r>
                        <a:rPr lang="en-US" altLang="ja-JP" sz="1000">
                          <a:solidFill>
                            <a:prstClr val="black"/>
                          </a:solidFill>
                          <a:latin typeface="Meiryo UI"/>
                          <a:ea typeface="+mn-ea"/>
                        </a:rPr>
                        <a:t>15</a:t>
                      </a:r>
                      <a:r>
                        <a:rPr lang="ja-JP" altLang="en-US" sz="1000">
                          <a:solidFill>
                            <a:prstClr val="black"/>
                          </a:solidFill>
                          <a:latin typeface="Meiryo UI"/>
                          <a:ea typeface="+mn-ea"/>
                        </a:rPr>
                        <a:t>年</a:t>
                      </a: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000">
                          <a:solidFill>
                            <a:prstClr val="black"/>
                          </a:solidFill>
                          <a:latin typeface="Meiryo UI"/>
                          <a:ea typeface="+mn-ea"/>
                        </a:rPr>
                        <a:t>　▸</a:t>
                      </a:r>
                      <a:r>
                        <a:rPr lang="en-US" altLang="ja-JP" sz="1000">
                          <a:solidFill>
                            <a:prstClr val="black"/>
                          </a:solidFill>
                          <a:latin typeface="Meiryo UI"/>
                          <a:ea typeface="+mn-ea"/>
                        </a:rPr>
                        <a:t>20</a:t>
                      </a:r>
                      <a:r>
                        <a:rPr lang="ja-JP" altLang="en-US" sz="1000">
                          <a:solidFill>
                            <a:prstClr val="black"/>
                          </a:solidFill>
                          <a:latin typeface="Meiryo UI"/>
                          <a:ea typeface="+mn-ea"/>
                        </a:rPr>
                        <a:t>年</a:t>
                      </a:r>
                      <a:endParaRPr lang="en-US" altLang="ja-JP" sz="1000">
                        <a:solidFill>
                          <a:prstClr val="black"/>
                        </a:solidFill>
                        <a:latin typeface="Meiryo UI"/>
                        <a:ea typeface="+mn-ea"/>
                      </a:endParaRP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000">
                          <a:solidFill>
                            <a:prstClr val="black"/>
                          </a:solidFill>
                          <a:latin typeface="Meiryo UI"/>
                          <a:ea typeface="+mn-ea"/>
                        </a:rPr>
                        <a:t>　▸</a:t>
                      </a:r>
                      <a:r>
                        <a:rPr lang="en-US" altLang="ja-JP" sz="1000">
                          <a:solidFill>
                            <a:prstClr val="black"/>
                          </a:solidFill>
                          <a:latin typeface="Meiryo UI"/>
                          <a:ea typeface="+mn-ea"/>
                        </a:rPr>
                        <a:t>87</a:t>
                      </a:r>
                      <a:r>
                        <a:rPr lang="ja-JP" altLang="en-US" sz="1000">
                          <a:solidFill>
                            <a:prstClr val="black"/>
                          </a:solidFill>
                          <a:latin typeface="Meiryo UI"/>
                          <a:ea typeface="+mn-ea"/>
                        </a:rPr>
                        <a:t>年</a:t>
                      </a:r>
                      <a:endParaRPr lang="en-US" altLang="ja-JP" sz="1000">
                        <a:solidFill>
                          <a:prstClr val="black"/>
                        </a:solidFill>
                        <a:latin typeface="Meiryo UI"/>
                        <a:ea typeface="+mn-ea"/>
                      </a:endParaRP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000">
                          <a:solidFill>
                            <a:prstClr val="black"/>
                          </a:solidFill>
                          <a:latin typeface="Meiryo UI"/>
                          <a:ea typeface="+mn-ea"/>
                        </a:rPr>
                        <a:t>　▸</a:t>
                      </a:r>
                      <a:r>
                        <a:rPr lang="en-US" altLang="ja-JP" sz="1000">
                          <a:solidFill>
                            <a:prstClr val="black"/>
                          </a:solidFill>
                          <a:latin typeface="Meiryo UI"/>
                          <a:ea typeface="+mn-ea"/>
                        </a:rPr>
                        <a:t>120</a:t>
                      </a:r>
                      <a:r>
                        <a:rPr lang="ja-JP" altLang="en-US" sz="1000">
                          <a:solidFill>
                            <a:prstClr val="black"/>
                          </a:solidFill>
                          <a:latin typeface="Meiryo UI"/>
                          <a:ea typeface="+mn-ea"/>
                        </a:rPr>
                        <a:t>年</a:t>
                      </a:r>
                      <a:endParaRPr lang="en-US" altLang="ja-JP" sz="1000">
                        <a:solidFill>
                          <a:prstClr val="black"/>
                        </a:solidFill>
                        <a:latin typeface="Meiryo UI"/>
                        <a:ea typeface="+mn-ea"/>
                      </a:endParaRP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000">
                          <a:solidFill>
                            <a:prstClr val="black"/>
                          </a:solidFill>
                          <a:latin typeface="Meiryo UI"/>
                          <a:ea typeface="+mn-ea"/>
                        </a:rPr>
                        <a:t>■要求事項②</a:t>
                      </a:r>
                      <a:endParaRPr lang="en-US" altLang="ja-JP" sz="1000">
                        <a:solidFill>
                          <a:prstClr val="black"/>
                        </a:solidFill>
                        <a:latin typeface="Meiryo UI"/>
                        <a:ea typeface="+mn-ea"/>
                      </a:endParaRP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000">
                          <a:solidFill>
                            <a:prstClr val="black"/>
                          </a:solidFill>
                          <a:latin typeface="Meiryo UI"/>
                          <a:ea typeface="+mn-ea"/>
                        </a:rPr>
                        <a:t>・保存期間のが１年延伸するごとに開発費用・ランニングコストがいくら増加となるかを「診療情報提供書・退院時サマリー・健診文書・傷病名・感染症・検査・薬剤アレルギー等・その他アレルギー等・患者サマリー」それぞれの情報に対して算出する。</a:t>
                      </a:r>
                      <a:endParaRPr lang="en-US" altLang="ja-JP" sz="1000">
                        <a:solidFill>
                          <a:prstClr val="black"/>
                        </a:solidFill>
                        <a:latin typeface="Meiryo UI"/>
                        <a:ea typeface="+mn-ea"/>
                      </a:endParaRP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000">
                          <a:solidFill>
                            <a:prstClr val="black"/>
                          </a:solidFill>
                          <a:latin typeface="Meiryo UI"/>
                          <a:ea typeface="+mn-ea"/>
                        </a:rPr>
                        <a:t>　</a:t>
                      </a:r>
                      <a:r>
                        <a:rPr lang="en-US" altLang="ja-JP" sz="1000">
                          <a:solidFill>
                            <a:prstClr val="black"/>
                          </a:solidFill>
                          <a:latin typeface="Meiryo UI"/>
                          <a:ea typeface="+mn-ea"/>
                        </a:rPr>
                        <a:t>※DB</a:t>
                      </a:r>
                      <a:r>
                        <a:rPr lang="ja-JP" altLang="en-US" sz="1000">
                          <a:solidFill>
                            <a:prstClr val="black"/>
                          </a:solidFill>
                          <a:latin typeface="Meiryo UI"/>
                          <a:ea typeface="+mn-ea"/>
                        </a:rPr>
                        <a:t>の容量がジャンプアップするごとに１年間の増加幅が異なる場合は、それもそれぞれ考慮したうえで算出する</a:t>
                      </a:r>
                      <a:endParaRPr lang="en-US" altLang="ja-JP" sz="1000">
                        <a:solidFill>
                          <a:prstClr val="black"/>
                        </a:solidFill>
                        <a:latin typeface="Meiryo UI"/>
                        <a:ea typeface="+mn-ea"/>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3847957461"/>
                  </a:ext>
                </a:extLst>
              </a:tr>
              <a:tr h="130202">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備考</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a:noFill/>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en-US" altLang="ja-JP" sz="1000" b="0" i="0" u="none" strike="noStrike">
                          <a:solidFill>
                            <a:schemeClr val="tx1"/>
                          </a:solidFill>
                          <a:effectLst/>
                          <a:latin typeface="Meiryo UI" panose="020B0604030504040204" pitchFamily="50" charset="-128"/>
                          <a:ea typeface="Meiryo UI" panose="020B0604030504040204" pitchFamily="50" charset="-128"/>
                        </a:rPr>
                        <a:t>※</a:t>
                      </a:r>
                      <a:r>
                        <a:rPr lang="ja-JP" altLang="en-US" sz="1000" b="0" i="0" u="none" strike="noStrike">
                          <a:solidFill>
                            <a:schemeClr val="tx1"/>
                          </a:solidFill>
                          <a:effectLst/>
                          <a:latin typeface="Meiryo UI" panose="020B0604030504040204" pitchFamily="50" charset="-128"/>
                          <a:ea typeface="Meiryo UI" panose="020B0604030504040204" pitchFamily="50" charset="-128"/>
                        </a:rPr>
                        <a:t>診療情報提供書・退院時サマリーは医療機関が取得後７日間で削除する仕様であるが、医療機関が取得後も</a:t>
                      </a:r>
                      <a:r>
                        <a:rPr lang="en-US" altLang="ja-JP" sz="1000" b="0" i="0" u="none" strike="noStrike">
                          <a:solidFill>
                            <a:schemeClr val="tx1"/>
                          </a:solidFill>
                          <a:effectLst/>
                          <a:latin typeface="Meiryo UI" panose="020B0604030504040204" pitchFamily="50" charset="-128"/>
                          <a:ea typeface="Meiryo UI" panose="020B0604030504040204" pitchFamily="50" charset="-128"/>
                        </a:rPr>
                        <a:t>DB</a:t>
                      </a:r>
                      <a:r>
                        <a:rPr lang="ja-JP" altLang="en-US" sz="1000" b="0" i="0" u="none" strike="noStrike">
                          <a:solidFill>
                            <a:schemeClr val="tx1"/>
                          </a:solidFill>
                          <a:effectLst/>
                          <a:latin typeface="Meiryo UI" panose="020B0604030504040204" pitchFamily="50" charset="-128"/>
                          <a:ea typeface="Meiryo UI" panose="020B0604030504040204" pitchFamily="50" charset="-128"/>
                        </a:rPr>
                        <a:t>に保存し続ける前提で試算いただきたい</a:t>
                      </a:r>
                      <a:endParaRPr lang="en-US" altLang="ja-JP" sz="1000" b="0" i="0" u="none" strike="noStrike">
                        <a:solidFill>
                          <a:schemeClr val="tx1"/>
                        </a:solidFill>
                        <a:effectLst/>
                        <a:latin typeface="Meiryo UI" panose="020B0604030504040204" pitchFamily="50" charset="-128"/>
                        <a:ea typeface="Meiryo UI" panose="020B0604030504040204" pitchFamily="50" charset="-128"/>
                      </a:endParaRPr>
                    </a:p>
                    <a:p>
                      <a:pPr marL="0" marR="0" lvl="0" indent="0" algn="l" defTabSz="843930" rtl="0" eaLnBrk="1" fontAlgn="ctr" latinLnBrk="0" hangingPunct="1">
                        <a:lnSpc>
                          <a:spcPct val="100000"/>
                        </a:lnSpc>
                        <a:spcBef>
                          <a:spcPts val="0"/>
                        </a:spcBef>
                        <a:spcAft>
                          <a:spcPts val="0"/>
                        </a:spcAft>
                        <a:buClrTx/>
                        <a:buSzTx/>
                        <a:buFontTx/>
                        <a:buNone/>
                        <a:tabLst/>
                        <a:defRPr/>
                      </a:pPr>
                      <a:r>
                        <a:rPr lang="en-US" altLang="ja-JP" sz="1000" b="0" i="0" u="none" strike="noStrike">
                          <a:solidFill>
                            <a:schemeClr val="tx1"/>
                          </a:solidFill>
                          <a:effectLst/>
                          <a:latin typeface="Meiryo UI" panose="020B0604030504040204" pitchFamily="50" charset="-128"/>
                          <a:ea typeface="Meiryo UI" panose="020B0604030504040204" pitchFamily="50" charset="-128"/>
                        </a:rPr>
                        <a:t>※</a:t>
                      </a:r>
                      <a:r>
                        <a:rPr lang="ja-JP" altLang="en-US" sz="1000" b="0" i="0" u="none" strike="noStrike">
                          <a:solidFill>
                            <a:schemeClr val="tx1"/>
                          </a:solidFill>
                          <a:effectLst/>
                          <a:latin typeface="Meiryo UI" panose="020B0604030504040204" pitchFamily="50" charset="-128"/>
                          <a:ea typeface="Meiryo UI" panose="020B0604030504040204" pitchFamily="50" charset="-128"/>
                        </a:rPr>
                        <a:t>検査結果は１年または３回分の整理であるが、３回分は考慮せず、５年保存・</a:t>
                      </a:r>
                      <a:r>
                        <a:rPr lang="en-US" altLang="ja-JP" sz="1000" b="0" i="0" u="none" strike="noStrike">
                          <a:solidFill>
                            <a:schemeClr val="tx1"/>
                          </a:solidFill>
                          <a:effectLst/>
                          <a:latin typeface="Meiryo UI" panose="020B0604030504040204" pitchFamily="50" charset="-128"/>
                          <a:ea typeface="Meiryo UI" panose="020B0604030504040204" pitchFamily="50" charset="-128"/>
                        </a:rPr>
                        <a:t>10</a:t>
                      </a:r>
                      <a:r>
                        <a:rPr lang="ja-JP" altLang="en-US" sz="1000" b="0" i="0" u="none" strike="noStrike">
                          <a:solidFill>
                            <a:schemeClr val="tx1"/>
                          </a:solidFill>
                          <a:effectLst/>
                          <a:latin typeface="Meiryo UI" panose="020B0604030504040204" pitchFamily="50" charset="-128"/>
                          <a:ea typeface="Meiryo UI" panose="020B0604030504040204" pitchFamily="50" charset="-128"/>
                        </a:rPr>
                        <a:t>年保存・・・という風に試算いただきたい</a:t>
                      </a:r>
                      <a:endParaRPr lang="en-US" altLang="ja-JP" sz="1000">
                        <a:solidFill>
                          <a:prstClr val="black"/>
                        </a:solidFill>
                        <a:latin typeface="Meiryo UI"/>
                        <a:ea typeface="+mn-ea"/>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606374615"/>
                  </a:ext>
                </a:extLst>
              </a:tr>
            </a:tbl>
          </a:graphicData>
        </a:graphic>
      </p:graphicFrame>
      <p:graphicFrame>
        <p:nvGraphicFramePr>
          <p:cNvPr id="7" name="表 6">
            <a:extLst>
              <a:ext uri="{FF2B5EF4-FFF2-40B4-BE49-F238E27FC236}">
                <a16:creationId xmlns:a16="http://schemas.microsoft.com/office/drawing/2014/main" id="{42B0CC64-4494-ED6D-B60A-2D3DE08F4F66}"/>
              </a:ext>
            </a:extLst>
          </p:cNvPr>
          <p:cNvGraphicFramePr>
            <a:graphicFrameLocks noGrp="1"/>
          </p:cNvGraphicFramePr>
          <p:nvPr/>
        </p:nvGraphicFramePr>
        <p:xfrm>
          <a:off x="836871" y="5349774"/>
          <a:ext cx="4828464" cy="1163616"/>
        </p:xfrm>
        <a:graphic>
          <a:graphicData uri="http://schemas.openxmlformats.org/drawingml/2006/table">
            <a:tbl>
              <a:tblPr firstRow="1" bandRow="1">
                <a:tableStyleId>{5C22544A-7EE6-4342-B048-85BDC9FD1C3A}</a:tableStyleId>
              </a:tblPr>
              <a:tblGrid>
                <a:gridCol w="2620264">
                  <a:extLst>
                    <a:ext uri="{9D8B030D-6E8A-4147-A177-3AD203B41FA5}">
                      <a16:colId xmlns:a16="http://schemas.microsoft.com/office/drawing/2014/main" val="1034552514"/>
                    </a:ext>
                  </a:extLst>
                </a:gridCol>
                <a:gridCol w="2208200">
                  <a:extLst>
                    <a:ext uri="{9D8B030D-6E8A-4147-A177-3AD203B41FA5}">
                      <a16:colId xmlns:a16="http://schemas.microsoft.com/office/drawing/2014/main" val="1013466241"/>
                    </a:ext>
                  </a:extLst>
                </a:gridCol>
              </a:tblGrid>
              <a:tr h="0">
                <a:tc>
                  <a:txBody>
                    <a:bodyPr/>
                    <a:lstStyle/>
                    <a:p>
                      <a:pPr algn="ctr"/>
                      <a:r>
                        <a:rPr kumimoji="1" lang="ja-JP" altLang="en-US" sz="900"/>
                        <a:t>項目</a:t>
                      </a:r>
                    </a:p>
                  </a:txBody>
                  <a:tcPr marL="46923" marR="46923" marT="28388" marB="28388"/>
                </a:tc>
                <a:tc>
                  <a:txBody>
                    <a:bodyPr/>
                    <a:lstStyle/>
                    <a:p>
                      <a:pPr algn="ctr"/>
                      <a:r>
                        <a:rPr kumimoji="1" lang="ja-JP" altLang="en-US" sz="900"/>
                        <a:t>現行仕様の保存期間</a:t>
                      </a:r>
                    </a:p>
                  </a:txBody>
                  <a:tcPr marL="46923" marR="46923" marT="28388" marB="28388">
                    <a:lnR w="12700" cap="flat" cmpd="sng" algn="ctr">
                      <a:solidFill>
                        <a:schemeClr val="bg1"/>
                      </a:solidFill>
                      <a:prstDash val="solid"/>
                      <a:round/>
                      <a:headEnd type="none" w="med" len="med"/>
                      <a:tailEnd type="none" w="med" len="med"/>
                    </a:lnR>
                  </a:tcPr>
                </a:tc>
                <a:extLst>
                  <a:ext uri="{0D108BD9-81ED-4DB2-BD59-A6C34878D82A}">
                    <a16:rowId xmlns:a16="http://schemas.microsoft.com/office/drawing/2014/main" val="97703729"/>
                  </a:ext>
                </a:extLst>
              </a:tr>
              <a:tr h="0">
                <a:tc>
                  <a:txBody>
                    <a:bodyPr/>
                    <a:lstStyle/>
                    <a:p>
                      <a:pPr algn="ctr"/>
                      <a:r>
                        <a:rPr kumimoji="1" lang="ja-JP" altLang="en-US" sz="900"/>
                        <a:t>傷病名・感染症・薬剤アレルギー等・その他アレルギー等</a:t>
                      </a:r>
                    </a:p>
                  </a:txBody>
                  <a:tcPr marL="46923" marR="46923" marT="28388" marB="28388"/>
                </a:tc>
                <a:tc>
                  <a:txBody>
                    <a:bodyPr/>
                    <a:lstStyle/>
                    <a:p>
                      <a:pPr algn="ctr"/>
                      <a:r>
                        <a:rPr kumimoji="1" lang="ja-JP" altLang="en-US" sz="900"/>
                        <a:t>登録日から</a:t>
                      </a:r>
                      <a:r>
                        <a:rPr kumimoji="1" lang="en-US" altLang="ja-JP" sz="900"/>
                        <a:t>5</a:t>
                      </a:r>
                      <a:r>
                        <a:rPr kumimoji="1" lang="ja-JP" altLang="en-US" sz="900"/>
                        <a:t>年間</a:t>
                      </a:r>
                    </a:p>
                  </a:txBody>
                  <a:tcPr marL="46923" marR="46923" marT="28388" marB="28388"/>
                </a:tc>
                <a:extLst>
                  <a:ext uri="{0D108BD9-81ED-4DB2-BD59-A6C34878D82A}">
                    <a16:rowId xmlns:a16="http://schemas.microsoft.com/office/drawing/2014/main" val="3102636678"/>
                  </a:ext>
                </a:extLst>
              </a:tr>
              <a:tr h="0">
                <a:tc>
                  <a:txBody>
                    <a:bodyPr/>
                    <a:lstStyle/>
                    <a:p>
                      <a:pPr algn="ctr"/>
                      <a:r>
                        <a:rPr kumimoji="1" lang="ja-JP" altLang="en-US" sz="900"/>
                        <a:t>検査</a:t>
                      </a:r>
                    </a:p>
                  </a:txBody>
                  <a:tcPr marL="46923" marR="46923" marT="28388" marB="28388"/>
                </a:tc>
                <a:tc>
                  <a:txBody>
                    <a:bodyPr/>
                    <a:lstStyle/>
                    <a:p>
                      <a:pPr algn="ctr"/>
                      <a:r>
                        <a:rPr kumimoji="1" lang="ja-JP" altLang="en-US" sz="900"/>
                        <a:t>登録日から</a:t>
                      </a:r>
                      <a:r>
                        <a:rPr kumimoji="1" lang="en-US" altLang="ja-JP" sz="900"/>
                        <a:t>1</a:t>
                      </a:r>
                      <a:r>
                        <a:rPr kumimoji="1" lang="ja-JP" altLang="en-US" sz="900"/>
                        <a:t>年間／直近</a:t>
                      </a:r>
                      <a:r>
                        <a:rPr kumimoji="1" lang="en-US" altLang="ja-JP" sz="900"/>
                        <a:t>3</a:t>
                      </a:r>
                      <a:r>
                        <a:rPr kumimoji="1" lang="ja-JP" altLang="en-US" sz="900"/>
                        <a:t>回分</a:t>
                      </a:r>
                    </a:p>
                  </a:txBody>
                  <a:tcPr marL="46923" marR="46923" marT="28388" marB="28388"/>
                </a:tc>
                <a:extLst>
                  <a:ext uri="{0D108BD9-81ED-4DB2-BD59-A6C34878D82A}">
                    <a16:rowId xmlns:a16="http://schemas.microsoft.com/office/drawing/2014/main" val="885480628"/>
                  </a:ext>
                </a:extLst>
              </a:tr>
              <a:tr h="0">
                <a:tc>
                  <a:txBody>
                    <a:bodyPr/>
                    <a:lstStyle/>
                    <a:p>
                      <a:pPr algn="ctr"/>
                      <a:r>
                        <a:rPr kumimoji="1" lang="ja-JP" altLang="en-US" sz="900"/>
                        <a:t>健診結果報告書</a:t>
                      </a:r>
                    </a:p>
                  </a:txBody>
                  <a:tcPr marL="46923" marR="46923" marT="28388" marB="28388"/>
                </a:tc>
                <a:tc>
                  <a:txBody>
                    <a:bodyPr/>
                    <a:lstStyle/>
                    <a:p>
                      <a:pPr algn="ctr"/>
                      <a:r>
                        <a:rPr kumimoji="1" lang="ja-JP" altLang="en-US" sz="900"/>
                        <a:t>登録日から</a:t>
                      </a:r>
                      <a:r>
                        <a:rPr kumimoji="1" lang="en-US" altLang="ja-JP" sz="900"/>
                        <a:t>5</a:t>
                      </a:r>
                      <a:r>
                        <a:rPr kumimoji="1" lang="ja-JP" altLang="en-US" sz="900"/>
                        <a:t>年間</a:t>
                      </a:r>
                    </a:p>
                  </a:txBody>
                  <a:tcPr marL="46923" marR="46923" marT="28388" marB="28388"/>
                </a:tc>
                <a:extLst>
                  <a:ext uri="{0D108BD9-81ED-4DB2-BD59-A6C34878D82A}">
                    <a16:rowId xmlns:a16="http://schemas.microsoft.com/office/drawing/2014/main" val="1692114787"/>
                  </a:ext>
                </a:extLst>
              </a:tr>
              <a:tr h="0">
                <a:tc>
                  <a:txBody>
                    <a:bodyPr/>
                    <a:lstStyle/>
                    <a:p>
                      <a:pPr algn="ctr"/>
                      <a:r>
                        <a:rPr kumimoji="1" lang="ja-JP" altLang="en-US" sz="900"/>
                        <a:t>患者サマリー</a:t>
                      </a:r>
                    </a:p>
                  </a:txBody>
                  <a:tcPr marL="46923" marR="46923" marT="28388" marB="28388" anchor="ctr"/>
                </a:tc>
                <a:tc>
                  <a:txBody>
                    <a:bodyPr/>
                    <a:lstStyle/>
                    <a:p>
                      <a:pPr algn="ctr"/>
                      <a:r>
                        <a:rPr kumimoji="1" lang="ja-JP" altLang="en-US" sz="900"/>
                        <a:t>閲覧日から起算して直近過去</a:t>
                      </a:r>
                      <a:r>
                        <a:rPr kumimoji="1" lang="en-US" altLang="ja-JP" sz="900"/>
                        <a:t>180</a:t>
                      </a:r>
                      <a:r>
                        <a:rPr kumimoji="1" lang="ja-JP" altLang="en-US" sz="900"/>
                        <a:t>日分</a:t>
                      </a:r>
                    </a:p>
                  </a:txBody>
                  <a:tcPr marL="46923" marR="46923" marT="28388" marB="28388" anchor="ctr"/>
                </a:tc>
                <a:extLst>
                  <a:ext uri="{0D108BD9-81ED-4DB2-BD59-A6C34878D82A}">
                    <a16:rowId xmlns:a16="http://schemas.microsoft.com/office/drawing/2014/main" val="3857060799"/>
                  </a:ext>
                </a:extLst>
              </a:tr>
              <a:tr h="0">
                <a:tc>
                  <a:txBody>
                    <a:bodyPr/>
                    <a:lstStyle/>
                    <a:p>
                      <a:pPr marL="0" marR="0" lvl="0" indent="0" algn="ctr" defTabSz="685673" rtl="0" eaLnBrk="1" fontAlgn="auto" latinLnBrk="0" hangingPunct="1">
                        <a:lnSpc>
                          <a:spcPct val="100000"/>
                        </a:lnSpc>
                        <a:spcBef>
                          <a:spcPts val="0"/>
                        </a:spcBef>
                        <a:spcAft>
                          <a:spcPts val="0"/>
                        </a:spcAft>
                        <a:buClrTx/>
                        <a:buSzTx/>
                        <a:buFontTx/>
                        <a:buNone/>
                        <a:tabLst/>
                        <a:defRPr/>
                      </a:pPr>
                      <a:r>
                        <a:rPr kumimoji="1" lang="ja-JP" altLang="en-US" sz="900"/>
                        <a:t>診療情報提供書・退院時サマリー</a:t>
                      </a:r>
                    </a:p>
                  </a:txBody>
                  <a:tcPr marL="46923" marR="46923" marT="28388" marB="28388">
                    <a:solidFill>
                      <a:srgbClr val="D0D8E8"/>
                    </a:solidFill>
                  </a:tcPr>
                </a:tc>
                <a:tc>
                  <a:txBody>
                    <a:bodyPr/>
                    <a:lstStyle/>
                    <a:p>
                      <a:pPr algn="ctr"/>
                      <a:r>
                        <a:rPr kumimoji="1" lang="ja-JP" altLang="en-US" sz="900"/>
                        <a:t>登録日から</a:t>
                      </a:r>
                      <a:r>
                        <a:rPr kumimoji="1" lang="en-US" altLang="ja-JP" sz="900"/>
                        <a:t>180</a:t>
                      </a:r>
                      <a:r>
                        <a:rPr kumimoji="1" lang="ja-JP" altLang="en-US" sz="900"/>
                        <a:t>日間</a:t>
                      </a:r>
                    </a:p>
                  </a:txBody>
                  <a:tcPr marL="46923" marR="46923" marT="28388" marB="28388">
                    <a:solidFill>
                      <a:srgbClr val="D0D8E8"/>
                    </a:solidFill>
                  </a:tcPr>
                </a:tc>
                <a:extLst>
                  <a:ext uri="{0D108BD9-81ED-4DB2-BD59-A6C34878D82A}">
                    <a16:rowId xmlns:a16="http://schemas.microsoft.com/office/drawing/2014/main" val="1134952972"/>
                  </a:ext>
                </a:extLst>
              </a:tr>
            </a:tbl>
          </a:graphicData>
        </a:graphic>
      </p:graphicFrame>
      <p:sp>
        <p:nvSpPr>
          <p:cNvPr id="9" name="二等辺三角形 8">
            <a:extLst>
              <a:ext uri="{FF2B5EF4-FFF2-40B4-BE49-F238E27FC236}">
                <a16:creationId xmlns:a16="http://schemas.microsoft.com/office/drawing/2014/main" id="{90CBD66E-8DA2-59B8-3D12-02607CDC3542}"/>
              </a:ext>
            </a:extLst>
          </p:cNvPr>
          <p:cNvSpPr/>
          <p:nvPr/>
        </p:nvSpPr>
        <p:spPr>
          <a:xfrm rot="5400000">
            <a:off x="5652706" y="5803481"/>
            <a:ext cx="876615" cy="256203"/>
          </a:xfrm>
          <a:prstGeom prst="triangle">
            <a:avLst/>
          </a:prstGeom>
          <a:solidFill>
            <a:schemeClr val="bg1">
              <a:lumMod val="75000"/>
            </a:schemeClr>
          </a:solidFill>
        </p:spPr>
        <p:txBody>
          <a:bodyPr wrap="none"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10" name="テキスト ボックス 9">
            <a:extLst>
              <a:ext uri="{FF2B5EF4-FFF2-40B4-BE49-F238E27FC236}">
                <a16:creationId xmlns:a16="http://schemas.microsoft.com/office/drawing/2014/main" id="{8F13A577-02B0-E33A-CEF3-EF00A5287660}"/>
              </a:ext>
            </a:extLst>
          </p:cNvPr>
          <p:cNvSpPr txBox="1"/>
          <p:nvPr/>
        </p:nvSpPr>
        <p:spPr>
          <a:xfrm>
            <a:off x="6346436" y="5758176"/>
            <a:ext cx="3345272" cy="523142"/>
          </a:xfrm>
          <a:prstGeom prst="rect">
            <a:avLst/>
          </a:prstGeom>
          <a:noFill/>
        </p:spPr>
        <p:txBody>
          <a:bodyPr wrap="square" lIns="36000" tIns="36000" rIns="36000" bIns="36000" rtlCol="0" anchor="t">
            <a:noAutofit/>
          </a:bodyPr>
          <a:lstStyle/>
          <a:p>
            <a:pPr marL="0" marR="0" lvl="0" indent="0" algn="l" defTabSz="914400" rtl="0" eaLnBrk="1" fontAlgn="base" latinLnBrk="0" hangingPunct="1">
              <a:lnSpc>
                <a:spcPct val="150000"/>
              </a:lnSpc>
              <a:spcBef>
                <a:spcPts val="288"/>
              </a:spcBef>
              <a:spcAft>
                <a:spcPts val="0"/>
              </a:spcAft>
              <a:buClrTx/>
              <a:buSzPts val="1200"/>
              <a:buFontTx/>
              <a:buNone/>
              <a:tabLst/>
              <a:defRPr/>
            </a:pPr>
            <a:r>
              <a:rPr kumimoji="1" lang="ja-JP" altLang="en-US" sz="1200" b="0" i="0" u="none" strike="noStrike" kern="1200" cap="none" spc="0" normalizeH="0" baseline="0" noProof="0">
                <a:ln>
                  <a:noFill/>
                </a:ln>
                <a:solidFill>
                  <a:prstClr val="black"/>
                </a:solidFill>
                <a:effectLst/>
                <a:uLnTx/>
                <a:uFillTx/>
                <a:latin typeface="Meiryo UI"/>
                <a:ea typeface="Meiryo UI"/>
                <a:cs typeface="Arial"/>
              </a:rPr>
              <a:t>現行仕様から保存期間を延伸</a:t>
            </a:r>
            <a:endParaRPr kumimoji="1" lang="en-US" altLang="ja-JP" sz="1200" b="0" i="0" u="none" strike="noStrike" kern="1200" cap="none" spc="0" normalizeH="0" baseline="0" noProof="0">
              <a:ln>
                <a:noFill/>
              </a:ln>
              <a:solidFill>
                <a:prstClr val="black"/>
              </a:solidFill>
              <a:effectLst/>
              <a:uLnTx/>
              <a:uFillTx/>
              <a:latin typeface="Meiryo UI"/>
              <a:ea typeface="Meiryo UI"/>
              <a:cs typeface="Arial"/>
            </a:endParaRPr>
          </a:p>
        </p:txBody>
      </p:sp>
      <p:sp>
        <p:nvSpPr>
          <p:cNvPr id="5" name="正方形/長方形 4">
            <a:extLst>
              <a:ext uri="{FF2B5EF4-FFF2-40B4-BE49-F238E27FC236}">
                <a16:creationId xmlns:a16="http://schemas.microsoft.com/office/drawing/2014/main" id="{5CBE1535-3D38-9C2C-4EC1-2A196A159589}"/>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17578434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6D817-F9B4-F408-A523-636EB2CC17DC}"/>
            </a:ext>
          </a:extLst>
        </p:cNvPr>
        <p:cNvGrpSpPr/>
        <p:nvPr/>
      </p:nvGrpSpPr>
      <p:grpSpPr>
        <a:xfrm>
          <a:off x="0" y="0"/>
          <a:ext cx="0" cy="0"/>
          <a:chOff x="0" y="0"/>
          <a:chExt cx="0" cy="0"/>
        </a:xfrm>
      </p:grpSpPr>
      <p:sp>
        <p:nvSpPr>
          <p:cNvPr id="4" name="タイトル 2">
            <a:extLst>
              <a:ext uri="{FF2B5EF4-FFF2-40B4-BE49-F238E27FC236}">
                <a16:creationId xmlns:a16="http://schemas.microsoft.com/office/drawing/2014/main" id="{2B07D4C9-74AB-0635-926E-1FE38DC83D52}"/>
              </a:ext>
            </a:extLst>
          </p:cNvPr>
          <p:cNvSpPr>
            <a:spLocks noGrp="1"/>
          </p:cNvSpPr>
          <p:nvPr>
            <p:ph type="title"/>
          </p:nvPr>
        </p:nvSpPr>
        <p:spPr/>
        <p:txBody>
          <a:bodyPr lIns="0" tIns="45720" rIns="0" bIns="45720" anchor="b" anchorCtr="0">
            <a:normAutofit fontScale="90000"/>
          </a:bodyPr>
          <a:lstStyle/>
          <a:p>
            <a:pPr>
              <a:lnSpc>
                <a:spcPct val="90000"/>
              </a:lnSpc>
              <a:tabLst>
                <a:tab pos="1879600" algn="l"/>
                <a:tab pos="2693988" algn="l"/>
              </a:tabLst>
            </a:pPr>
            <a:r>
              <a:rPr lang="ja-JP" altLang="en-US" sz="1800"/>
              <a:t>案件ごとの要求事項一覧</a:t>
            </a:r>
            <a:br>
              <a:rPr lang="en-US" altLang="ja-JP" sz="1800"/>
            </a:br>
            <a:r>
              <a:rPr lang="ja-JP" altLang="en-US" sz="1600"/>
              <a:t>案件＃</a:t>
            </a:r>
            <a:r>
              <a:rPr lang="en-US" altLang="ja-JP" sz="1600"/>
              <a:t>207_</a:t>
            </a:r>
            <a:r>
              <a:rPr lang="ja-JP" altLang="en-US" sz="1600"/>
              <a:t>自己情報提供不可フラグ設定した患者に対する患者サマリーの登録時のエラーのアドオンチェック</a:t>
            </a:r>
            <a:endParaRPr lang="en-US" altLang="ja-JP" sz="1700"/>
          </a:p>
        </p:txBody>
      </p:sp>
      <p:graphicFrame>
        <p:nvGraphicFramePr>
          <p:cNvPr id="2" name="表 1">
            <a:extLst>
              <a:ext uri="{FF2B5EF4-FFF2-40B4-BE49-F238E27FC236}">
                <a16:creationId xmlns:a16="http://schemas.microsoft.com/office/drawing/2014/main" id="{2A922B49-A733-F0C1-8685-A4C4ED0F78C2}"/>
              </a:ext>
            </a:extLst>
          </p:cNvPr>
          <p:cNvGraphicFramePr>
            <a:graphicFrameLocks noGrp="1"/>
          </p:cNvGraphicFramePr>
          <p:nvPr/>
        </p:nvGraphicFramePr>
        <p:xfrm>
          <a:off x="578253" y="770291"/>
          <a:ext cx="8536012" cy="3227791"/>
        </p:xfrm>
        <a:graphic>
          <a:graphicData uri="http://schemas.openxmlformats.org/drawingml/2006/table">
            <a:tbl>
              <a:tblPr/>
              <a:tblGrid>
                <a:gridCol w="1080000">
                  <a:extLst>
                    <a:ext uri="{9D8B030D-6E8A-4147-A177-3AD203B41FA5}">
                      <a16:colId xmlns:a16="http://schemas.microsoft.com/office/drawing/2014/main" val="3507052572"/>
                    </a:ext>
                  </a:extLst>
                </a:gridCol>
                <a:gridCol w="7456012">
                  <a:extLst>
                    <a:ext uri="{9D8B030D-6E8A-4147-A177-3AD203B41FA5}">
                      <a16:colId xmlns:a16="http://schemas.microsoft.com/office/drawing/2014/main" val="3506754757"/>
                    </a:ext>
                  </a:extLst>
                </a:gridCol>
              </a:tblGrid>
              <a:tr h="420975">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背景</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algn="l" rtl="0" fontAlgn="ctr"/>
                      <a:r>
                        <a:rPr lang="ja-JP" altLang="en-US" sz="1100" b="0" i="0" u="none" strike="noStrike">
                          <a:solidFill>
                            <a:srgbClr val="000000"/>
                          </a:solidFill>
                          <a:effectLst/>
                          <a:latin typeface="Meiryo UI 本"/>
                          <a:ea typeface="+mn-ea"/>
                        </a:rPr>
                        <a:t>・自己情報提供不可フラグとは、</a:t>
                      </a:r>
                      <a:r>
                        <a:rPr lang="en-US" altLang="ja-JP" sz="1100" b="0" i="0" u="none" strike="noStrike">
                          <a:solidFill>
                            <a:srgbClr val="000000"/>
                          </a:solidFill>
                          <a:effectLst/>
                          <a:latin typeface="Meiryo UI 本"/>
                          <a:ea typeface="+mn-ea"/>
                        </a:rPr>
                        <a:t>DV</a:t>
                      </a:r>
                      <a:r>
                        <a:rPr lang="ja-JP" altLang="en-US" sz="1100" b="0" i="0" u="none" strike="noStrike">
                          <a:solidFill>
                            <a:srgbClr val="000000"/>
                          </a:solidFill>
                          <a:effectLst/>
                          <a:latin typeface="Meiryo UI 本"/>
                          <a:ea typeface="+mn-ea"/>
                        </a:rPr>
                        <a:t>等被害者が相手方のもとにマイナンバーカードを置いてきた場合等に、マイナンバーカード再交付までの間、マイナポータル上での自己情報の閲覧を制限するために設定されるフラグである。そのため、自己情報提供不可フラグが設定されている患者はマイナポータルを閲覧できない。</a:t>
                      </a:r>
                    </a:p>
                    <a:p>
                      <a:pPr algn="l" rtl="0" fontAlgn="ctr"/>
                      <a:r>
                        <a:rPr lang="ja-JP" altLang="en-US" sz="1100" b="0" i="0" u="none" strike="noStrike">
                          <a:solidFill>
                            <a:srgbClr val="000000"/>
                          </a:solidFill>
                          <a:effectLst/>
                          <a:latin typeface="Meiryo UI 本"/>
                          <a:ea typeface="+mn-ea"/>
                        </a:rPr>
                        <a:t>・自己情報提供不可フラグが設定されている患者は、一定期間マイナポータル上で患者サマリーを閲覧できないことが判明している状況下であるため、当該患者が閲覧できない患者サマリーを登録することは適切ではない。</a:t>
                      </a:r>
                    </a:p>
                    <a:p>
                      <a:pPr algn="l" rtl="0" fontAlgn="ctr"/>
                      <a:r>
                        <a:rPr lang="ja-JP" altLang="en-US" sz="1100" b="0" i="0" u="none" strike="noStrike">
                          <a:solidFill>
                            <a:srgbClr val="000000"/>
                          </a:solidFill>
                          <a:effectLst/>
                          <a:latin typeface="Meiryo UI 本"/>
                          <a:ea typeface="+mn-ea"/>
                        </a:rPr>
                        <a:t>（</a:t>
                      </a:r>
                      <a:r>
                        <a:rPr lang="en-US" altLang="ja-JP" sz="1100" b="0" i="0" u="none" strike="noStrike">
                          <a:solidFill>
                            <a:srgbClr val="000000"/>
                          </a:solidFill>
                          <a:effectLst/>
                          <a:latin typeface="Meiryo UI 本"/>
                          <a:ea typeface="+mn-ea"/>
                        </a:rPr>
                        <a:t>※</a:t>
                      </a:r>
                      <a:r>
                        <a:rPr lang="ja-JP" altLang="en-US" sz="1100" b="0" i="0" u="none" strike="noStrike">
                          <a:solidFill>
                            <a:srgbClr val="000000"/>
                          </a:solidFill>
                          <a:effectLst/>
                          <a:latin typeface="Meiryo UI 本"/>
                          <a:ea typeface="+mn-ea"/>
                        </a:rPr>
                        <a:t>なお、</a:t>
                      </a:r>
                      <a:r>
                        <a:rPr lang="en-US" altLang="ja-JP" sz="1100" b="0" i="0" u="none" strike="noStrike">
                          <a:solidFill>
                            <a:srgbClr val="000000"/>
                          </a:solidFill>
                          <a:effectLst/>
                          <a:latin typeface="Meiryo UI 本"/>
                          <a:ea typeface="+mn-ea"/>
                        </a:rPr>
                        <a:t>2026/8/3</a:t>
                      </a:r>
                      <a:r>
                        <a:rPr lang="ja-JP" altLang="en-US" sz="1100" b="0" i="0" u="none" strike="noStrike">
                          <a:solidFill>
                            <a:srgbClr val="000000"/>
                          </a:solidFill>
                          <a:effectLst/>
                          <a:latin typeface="Meiryo UI 本"/>
                          <a:ea typeface="+mn-ea"/>
                        </a:rPr>
                        <a:t>の開発課題検討会では、自己情報提供不可フラグを設定された患者の臨床情報の登録可否も検討されたが、「臨床情報」は患者のデータを蓄積し、自己情報提供不可フラグ設定の解除後に、他医療機関や患者で参照することができるため、現状の仕様のとおり、臨床情報については自己情報提供不可フラグが設定されている場合でも登録可能とする方針となった。）</a:t>
                      </a: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2394099348"/>
                  </a:ext>
                </a:extLst>
              </a:tr>
              <a:tr h="425191">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課題</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r>
                        <a:rPr lang="ja-JP" altLang="en-US" sz="1100">
                          <a:latin typeface="Meiryo UI "/>
                        </a:rPr>
                        <a:t>自己情報提供不可フラグが設定されているためマイナポータルで患者サマリーを閲覧できない患者に対し、患者本人が閲覧できない患者サマリーの登録が許容されてしまう。</a:t>
                      </a:r>
                      <a:endParaRPr lang="en-US" altLang="ja-JP" sz="1100">
                        <a:latin typeface="Meiryo UI "/>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808508447"/>
                  </a:ext>
                </a:extLst>
              </a:tr>
              <a:tr h="130202">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目的</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685673" rtl="0" eaLnBrk="1" fontAlgn="ctr" latinLnBrk="0" hangingPunct="1">
                        <a:lnSpc>
                          <a:spcPct val="100000"/>
                        </a:lnSpc>
                        <a:spcBef>
                          <a:spcPts val="0"/>
                        </a:spcBef>
                        <a:spcAft>
                          <a:spcPts val="0"/>
                        </a:spcAft>
                        <a:buClrTx/>
                        <a:buSzTx/>
                        <a:buFontTx/>
                        <a:buNone/>
                        <a:tabLst/>
                        <a:defRPr/>
                      </a:pPr>
                      <a:r>
                        <a:rPr lang="ja-JP" altLang="en-US" sz="1100" b="0" i="0" u="none" strike="noStrike">
                          <a:solidFill>
                            <a:srgbClr val="000000"/>
                          </a:solidFill>
                          <a:effectLst/>
                          <a:latin typeface="Meiryo UI 本"/>
                          <a:ea typeface="+mn-ea"/>
                        </a:rPr>
                        <a:t>自己情報提供不可フラグが設定されている患者に対して患者サマリーの登録を試みた際に、登録エラーを返却し、紙の療養計画書の運用に切り替えていただくように医療機関へ通知する。 </a:t>
                      </a:r>
                      <a:endParaRPr lang="en-US" altLang="ja-JP" sz="1100" b="0" i="0" u="none" strike="noStrike">
                        <a:solidFill>
                          <a:srgbClr val="000000"/>
                        </a:solidFill>
                        <a:effectLst/>
                        <a:latin typeface="Meiryo UI 本"/>
                        <a:ea typeface="+mn-ea"/>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149341942"/>
                  </a:ext>
                </a:extLst>
              </a:tr>
              <a:tr h="397396">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要求事項</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100"/>
                        <a:t>■機能</a:t>
                      </a: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100"/>
                        <a:t>アドオンチェック機能</a:t>
                      </a: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100"/>
                        <a:t>■要求事項：</a:t>
                      </a: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100"/>
                        <a:t>患者サマリー登録時、登録対象患者に自己情報提供不可フラグが設定されている場合は登録エラーを返却する。</a:t>
                      </a: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3847957461"/>
                  </a:ext>
                </a:extLst>
              </a:tr>
              <a:tr h="0">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備考</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a:noFill/>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100"/>
                        <a:t>エラーメッセージの文言については、厚労省にて引き続き検討する</a:t>
                      </a:r>
                      <a:endParaRPr lang="ja-JP" altLang="ja-JP" sz="1100"/>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606374615"/>
                  </a:ext>
                </a:extLst>
              </a:tr>
            </a:tbl>
          </a:graphicData>
        </a:graphic>
      </p:graphicFrame>
      <p:sp>
        <p:nvSpPr>
          <p:cNvPr id="5" name="正方形/長方形 4">
            <a:extLst>
              <a:ext uri="{FF2B5EF4-FFF2-40B4-BE49-F238E27FC236}">
                <a16:creationId xmlns:a16="http://schemas.microsoft.com/office/drawing/2014/main" id="{91572BAC-379E-8FC0-4B73-EAF3608563C4}"/>
              </a:ext>
            </a:extLst>
          </p:cNvPr>
          <p:cNvSpPr/>
          <p:nvPr/>
        </p:nvSpPr>
        <p:spPr>
          <a:xfrm>
            <a:off x="-1742041" y="1088494"/>
            <a:ext cx="1742041" cy="697422"/>
          </a:xfrm>
          <a:prstGeom prst="rect">
            <a:avLst/>
          </a:prstGeom>
          <a:solidFill>
            <a:schemeClr val="accent5">
              <a:lumMod val="20000"/>
              <a:lumOff val="80000"/>
            </a:schemeClr>
          </a:solidFill>
        </p:spPr>
        <p:txBody>
          <a:bodyPr wrap="square"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8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6" name="正方形/長方形 5">
            <a:extLst>
              <a:ext uri="{FF2B5EF4-FFF2-40B4-BE49-F238E27FC236}">
                <a16:creationId xmlns:a16="http://schemas.microsoft.com/office/drawing/2014/main" id="{7167A7F9-01A1-B8CF-2B69-EAF9A2BE893A}"/>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22549336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49E99-2DF2-A5AD-B38F-E51541746646}"/>
            </a:ext>
          </a:extLst>
        </p:cNvPr>
        <p:cNvGrpSpPr/>
        <p:nvPr/>
      </p:nvGrpSpPr>
      <p:grpSpPr>
        <a:xfrm>
          <a:off x="0" y="0"/>
          <a:ext cx="0" cy="0"/>
          <a:chOff x="0" y="0"/>
          <a:chExt cx="0" cy="0"/>
        </a:xfrm>
      </p:grpSpPr>
      <p:sp>
        <p:nvSpPr>
          <p:cNvPr id="4" name="タイトル 2">
            <a:extLst>
              <a:ext uri="{FF2B5EF4-FFF2-40B4-BE49-F238E27FC236}">
                <a16:creationId xmlns:a16="http://schemas.microsoft.com/office/drawing/2014/main" id="{DFE49B37-2AED-ABF9-5805-256029F1A49A}"/>
              </a:ext>
            </a:extLst>
          </p:cNvPr>
          <p:cNvSpPr>
            <a:spLocks noGrp="1"/>
          </p:cNvSpPr>
          <p:nvPr>
            <p:ph type="title"/>
          </p:nvPr>
        </p:nvSpPr>
        <p:spPr/>
        <p:txBody>
          <a:bodyPr lIns="0" tIns="45720" rIns="0" bIns="45720" anchor="b" anchorCtr="0">
            <a:normAutofit fontScale="90000"/>
          </a:bodyPr>
          <a:lstStyle/>
          <a:p>
            <a:pPr>
              <a:lnSpc>
                <a:spcPct val="90000"/>
              </a:lnSpc>
              <a:tabLst>
                <a:tab pos="1879600" algn="l"/>
                <a:tab pos="2693988" algn="l"/>
              </a:tabLst>
            </a:pPr>
            <a:r>
              <a:rPr lang="en-US" altLang="ja-JP" sz="1800"/>
              <a:t>2</a:t>
            </a:r>
            <a:r>
              <a:rPr lang="ja-JP" altLang="en-US" sz="1800"/>
              <a:t>．令和</a:t>
            </a:r>
            <a:r>
              <a:rPr lang="en-US" altLang="ja-JP" sz="1800"/>
              <a:t>9</a:t>
            </a:r>
            <a:r>
              <a:rPr lang="ja-JP" altLang="en-US" sz="1800"/>
              <a:t>年度案件について</a:t>
            </a:r>
            <a:br>
              <a:rPr lang="en-US" altLang="ja-JP" sz="1800"/>
            </a:br>
            <a:r>
              <a:rPr lang="ja-JP" altLang="en-US" sz="1800"/>
              <a:t>案件</a:t>
            </a:r>
            <a:r>
              <a:rPr lang="en-US" altLang="ja-JP" sz="1800"/>
              <a:t>ID</a:t>
            </a:r>
            <a:r>
              <a:rPr lang="en-US" altLang="ja-JP" sz="1600"/>
              <a:t>211_</a:t>
            </a:r>
            <a:r>
              <a:rPr lang="ja-JP" altLang="en-US" sz="1600"/>
              <a:t>標準マスタにおける</a:t>
            </a:r>
            <a:r>
              <a:rPr lang="en-US" altLang="ja-JP" sz="1600"/>
              <a:t>1</a:t>
            </a:r>
            <a:r>
              <a:rPr lang="ja-JP" altLang="en-US" sz="1600"/>
              <a:t>つのコードに対する</a:t>
            </a:r>
            <a:r>
              <a:rPr lang="en-US" altLang="ja-JP" sz="1600"/>
              <a:t>display</a:t>
            </a:r>
            <a:r>
              <a:rPr lang="ja-JP" altLang="en-US" sz="1600"/>
              <a:t>値変更時における経過措置期間の設定機能の追加</a:t>
            </a:r>
            <a:endParaRPr lang="en-US" altLang="ja-JP" sz="1700"/>
          </a:p>
        </p:txBody>
      </p:sp>
      <p:graphicFrame>
        <p:nvGraphicFramePr>
          <p:cNvPr id="2" name="表 1">
            <a:extLst>
              <a:ext uri="{FF2B5EF4-FFF2-40B4-BE49-F238E27FC236}">
                <a16:creationId xmlns:a16="http://schemas.microsoft.com/office/drawing/2014/main" id="{791E3971-3376-26F9-8CC5-7467D498776B}"/>
              </a:ext>
            </a:extLst>
          </p:cNvPr>
          <p:cNvGraphicFramePr>
            <a:graphicFrameLocks noGrp="1"/>
          </p:cNvGraphicFramePr>
          <p:nvPr/>
        </p:nvGraphicFramePr>
        <p:xfrm>
          <a:off x="578253" y="770291"/>
          <a:ext cx="8536012" cy="2714987"/>
        </p:xfrm>
        <a:graphic>
          <a:graphicData uri="http://schemas.openxmlformats.org/drawingml/2006/table">
            <a:tbl>
              <a:tblPr/>
              <a:tblGrid>
                <a:gridCol w="1080000">
                  <a:extLst>
                    <a:ext uri="{9D8B030D-6E8A-4147-A177-3AD203B41FA5}">
                      <a16:colId xmlns:a16="http://schemas.microsoft.com/office/drawing/2014/main" val="3507052572"/>
                    </a:ext>
                  </a:extLst>
                </a:gridCol>
                <a:gridCol w="7456012">
                  <a:extLst>
                    <a:ext uri="{9D8B030D-6E8A-4147-A177-3AD203B41FA5}">
                      <a16:colId xmlns:a16="http://schemas.microsoft.com/office/drawing/2014/main" val="3506754757"/>
                    </a:ext>
                  </a:extLst>
                </a:gridCol>
              </a:tblGrid>
              <a:tr h="420975">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背景</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algn="l" rtl="0" fontAlgn="ctr"/>
                      <a:r>
                        <a:rPr lang="ja-JP" altLang="en-US" sz="1100" b="0" i="0" u="none" strike="noStrike">
                          <a:solidFill>
                            <a:srgbClr val="000000"/>
                          </a:solidFill>
                          <a:effectLst/>
                          <a:latin typeface="Meiryo UI 本"/>
                          <a:ea typeface="+mn-ea"/>
                        </a:rPr>
                        <a:t>・令和</a:t>
                      </a:r>
                      <a:r>
                        <a:rPr lang="en-US" altLang="ja-JP" sz="1100" b="0" i="0" u="none" strike="noStrike">
                          <a:solidFill>
                            <a:srgbClr val="000000"/>
                          </a:solidFill>
                          <a:effectLst/>
                          <a:latin typeface="Meiryo UI 本"/>
                          <a:ea typeface="+mn-ea"/>
                        </a:rPr>
                        <a:t>8</a:t>
                      </a:r>
                      <a:r>
                        <a:rPr lang="ja-JP" altLang="en-US" sz="1100" b="0" i="0" u="none" strike="noStrike">
                          <a:solidFill>
                            <a:srgbClr val="000000"/>
                          </a:solidFill>
                          <a:effectLst/>
                          <a:latin typeface="Meiryo UI 本"/>
                          <a:ea typeface="+mn-ea"/>
                        </a:rPr>
                        <a:t>年度</a:t>
                      </a:r>
                      <a:r>
                        <a:rPr lang="en-US" altLang="ja-JP" sz="1100" b="0" i="0" u="none" strike="noStrike">
                          <a:solidFill>
                            <a:srgbClr val="000000"/>
                          </a:solidFill>
                          <a:effectLst/>
                          <a:latin typeface="Meiryo UI 本"/>
                          <a:ea typeface="+mn-ea"/>
                        </a:rPr>
                        <a:t>9</a:t>
                      </a:r>
                      <a:r>
                        <a:rPr lang="ja-JP" altLang="en-US" sz="1100" b="0" i="0" u="none" strike="noStrike">
                          <a:solidFill>
                            <a:srgbClr val="000000"/>
                          </a:solidFill>
                          <a:effectLst/>
                          <a:latin typeface="Meiryo UI 本"/>
                          <a:ea typeface="+mn-ea"/>
                        </a:rPr>
                        <a:t>月リリース時における中央基盤のマスタ切り替え時において、モデル事業の検証結果を踏まえて、一部の</a:t>
                      </a:r>
                      <a:r>
                        <a:rPr lang="en-US" altLang="ja-JP" sz="1100" b="0" i="0" u="none" strike="noStrike">
                          <a:solidFill>
                            <a:srgbClr val="000000"/>
                          </a:solidFill>
                          <a:effectLst/>
                          <a:latin typeface="Meiryo UI 本"/>
                          <a:ea typeface="+mn-ea"/>
                        </a:rPr>
                        <a:t>J-FAGY</a:t>
                      </a:r>
                      <a:r>
                        <a:rPr lang="ja-JP" altLang="en-US" sz="1100" b="0" i="0" u="none" strike="noStrike">
                          <a:solidFill>
                            <a:srgbClr val="000000"/>
                          </a:solidFill>
                          <a:effectLst/>
                          <a:latin typeface="Meiryo UI 本"/>
                          <a:ea typeface="+mn-ea"/>
                        </a:rPr>
                        <a:t>コードと</a:t>
                      </a:r>
                      <a:r>
                        <a:rPr lang="en-US" altLang="ja-JP" sz="1100" b="0" i="0" u="none" strike="noStrike">
                          <a:solidFill>
                            <a:srgbClr val="000000"/>
                          </a:solidFill>
                          <a:effectLst/>
                          <a:latin typeface="Meiryo UI 本"/>
                          <a:ea typeface="+mn-ea"/>
                        </a:rPr>
                        <a:t>JLAC</a:t>
                      </a:r>
                      <a:r>
                        <a:rPr lang="ja-JP" altLang="en-US" sz="1100" b="0" i="0" u="none" strike="noStrike">
                          <a:solidFill>
                            <a:srgbClr val="000000"/>
                          </a:solidFill>
                          <a:effectLst/>
                          <a:latin typeface="Meiryo UI 本"/>
                          <a:ea typeface="+mn-ea"/>
                        </a:rPr>
                        <a:t>コードで、</a:t>
                      </a:r>
                      <a:r>
                        <a:rPr lang="en-US" altLang="ja-JP" sz="1100" b="0" i="0" u="none" strike="noStrike">
                          <a:solidFill>
                            <a:srgbClr val="000000"/>
                          </a:solidFill>
                          <a:effectLst/>
                          <a:latin typeface="Meiryo UI 本"/>
                          <a:ea typeface="+mn-ea"/>
                        </a:rPr>
                        <a:t>1</a:t>
                      </a:r>
                      <a:r>
                        <a:rPr lang="ja-JP" altLang="en-US" sz="1100" b="0" i="0" u="none" strike="noStrike">
                          <a:solidFill>
                            <a:srgbClr val="000000"/>
                          </a:solidFill>
                          <a:effectLst/>
                          <a:latin typeface="Meiryo UI 本"/>
                          <a:ea typeface="+mn-ea"/>
                        </a:rPr>
                        <a:t>つのコードに対しての</a:t>
                      </a:r>
                      <a:r>
                        <a:rPr lang="en-US" altLang="ja-JP" sz="1100" b="0" i="0" u="none" strike="noStrike">
                          <a:solidFill>
                            <a:srgbClr val="000000"/>
                          </a:solidFill>
                          <a:effectLst/>
                          <a:latin typeface="Meiryo UI 本"/>
                          <a:ea typeface="+mn-ea"/>
                        </a:rPr>
                        <a:t>display</a:t>
                      </a:r>
                      <a:r>
                        <a:rPr lang="ja-JP" altLang="en-US" sz="1100" b="0" i="0" u="none" strike="noStrike">
                          <a:solidFill>
                            <a:srgbClr val="000000"/>
                          </a:solidFill>
                          <a:effectLst/>
                          <a:latin typeface="Meiryo UI 本"/>
                          <a:ea typeface="+mn-ea"/>
                        </a:rPr>
                        <a:t>値のみが変更となった。</a:t>
                      </a:r>
                    </a:p>
                    <a:p>
                      <a:pPr algn="l" rtl="0" fontAlgn="ctr"/>
                      <a:r>
                        <a:rPr lang="ja-JP" altLang="en-US" sz="1100" b="0" i="0" u="none" strike="noStrike">
                          <a:solidFill>
                            <a:srgbClr val="000000"/>
                          </a:solidFill>
                          <a:effectLst/>
                          <a:latin typeface="Meiryo UI 本"/>
                          <a:ea typeface="+mn-ea"/>
                        </a:rPr>
                        <a:t>・現在のアドオンチェック仕様は「標準マスタ内で終了日が最新のレコードの</a:t>
                      </a:r>
                      <a:r>
                        <a:rPr lang="en-US" altLang="ja-JP" sz="1100" b="0" i="0" u="none" strike="noStrike">
                          <a:solidFill>
                            <a:srgbClr val="000000"/>
                          </a:solidFill>
                          <a:effectLst/>
                          <a:latin typeface="Meiryo UI 本"/>
                          <a:ea typeface="+mn-ea"/>
                        </a:rPr>
                        <a:t>display</a:t>
                      </a:r>
                      <a:r>
                        <a:rPr lang="ja-JP" altLang="en-US" sz="1100" b="0" i="0" u="none" strike="noStrike">
                          <a:solidFill>
                            <a:srgbClr val="000000"/>
                          </a:solidFill>
                          <a:effectLst/>
                          <a:latin typeface="Meiryo UI 本"/>
                          <a:ea typeface="+mn-ea"/>
                        </a:rPr>
                        <a:t>値を取得し、登録データの</a:t>
                      </a:r>
                      <a:r>
                        <a:rPr lang="en-US" altLang="ja-JP" sz="1100" b="0" i="0" u="none" strike="noStrike">
                          <a:solidFill>
                            <a:srgbClr val="000000"/>
                          </a:solidFill>
                          <a:effectLst/>
                          <a:latin typeface="Meiryo UI 本"/>
                          <a:ea typeface="+mn-ea"/>
                        </a:rPr>
                        <a:t>display</a:t>
                      </a:r>
                      <a:r>
                        <a:rPr lang="ja-JP" altLang="en-US" sz="1100" b="0" i="0" u="none" strike="noStrike">
                          <a:solidFill>
                            <a:srgbClr val="000000"/>
                          </a:solidFill>
                          <a:effectLst/>
                          <a:latin typeface="Meiryo UI 本"/>
                          <a:ea typeface="+mn-ea"/>
                        </a:rPr>
                        <a:t>値と一致しない場合はエラーとする」仕様であるため、</a:t>
                      </a:r>
                      <a:r>
                        <a:rPr lang="en-US" altLang="ja-JP" sz="1100" b="0" i="0" u="none" strike="noStrike">
                          <a:solidFill>
                            <a:srgbClr val="000000"/>
                          </a:solidFill>
                          <a:effectLst/>
                          <a:latin typeface="Meiryo UI 本"/>
                          <a:ea typeface="+mn-ea"/>
                        </a:rPr>
                        <a:t>9/25</a:t>
                      </a:r>
                      <a:r>
                        <a:rPr lang="ja-JP" altLang="en-US" sz="1100" b="0" i="0" u="none" strike="noStrike">
                          <a:solidFill>
                            <a:srgbClr val="000000"/>
                          </a:solidFill>
                          <a:effectLst/>
                          <a:latin typeface="Meiryo UI 本"/>
                          <a:ea typeface="+mn-ea"/>
                        </a:rPr>
                        <a:t>のリリース後、古い</a:t>
                      </a:r>
                      <a:r>
                        <a:rPr lang="en-US" altLang="ja-JP" sz="1100" b="0" i="0" u="none" strike="noStrike">
                          <a:solidFill>
                            <a:srgbClr val="000000"/>
                          </a:solidFill>
                          <a:effectLst/>
                          <a:latin typeface="Meiryo UI 本"/>
                          <a:ea typeface="+mn-ea"/>
                        </a:rPr>
                        <a:t>display</a:t>
                      </a:r>
                      <a:r>
                        <a:rPr lang="ja-JP" altLang="en-US" sz="1100" b="0" i="0" u="none" strike="noStrike">
                          <a:solidFill>
                            <a:srgbClr val="000000"/>
                          </a:solidFill>
                          <a:effectLst/>
                          <a:latin typeface="Meiryo UI 本"/>
                          <a:ea typeface="+mn-ea"/>
                        </a:rPr>
                        <a:t>値を設定して登録した場合はエラーとなる。</a:t>
                      </a:r>
                    </a:p>
                    <a:p>
                      <a:pPr algn="l" rtl="0" fontAlgn="ctr"/>
                      <a:r>
                        <a:rPr lang="ja-JP" altLang="en-US" sz="1100" b="0" i="0" u="none" strike="noStrike">
                          <a:solidFill>
                            <a:srgbClr val="000000"/>
                          </a:solidFill>
                          <a:effectLst/>
                          <a:latin typeface="Meiryo UI 本"/>
                          <a:ea typeface="+mn-ea"/>
                        </a:rPr>
                        <a:t>・本事象はモデル事業の検証結果によるものであり、全国的な運用開始後に同事象は発生しにくいが、全国的な運用開始後に</a:t>
                      </a:r>
                      <a:r>
                        <a:rPr lang="en-US" altLang="ja-JP" sz="1100" b="0" i="0" u="none" strike="noStrike">
                          <a:solidFill>
                            <a:srgbClr val="000000"/>
                          </a:solidFill>
                          <a:effectLst/>
                          <a:latin typeface="Meiryo UI 本"/>
                          <a:ea typeface="+mn-ea"/>
                        </a:rPr>
                        <a:t>1</a:t>
                      </a:r>
                      <a:r>
                        <a:rPr lang="ja-JP" altLang="en-US" sz="1100" b="0" i="0" u="none" strike="noStrike">
                          <a:solidFill>
                            <a:srgbClr val="000000"/>
                          </a:solidFill>
                          <a:effectLst/>
                          <a:latin typeface="Meiryo UI 本"/>
                          <a:ea typeface="+mn-ea"/>
                        </a:rPr>
                        <a:t>つのコードに対して</a:t>
                      </a:r>
                      <a:r>
                        <a:rPr lang="en-US" altLang="ja-JP" sz="1100" b="0" i="0" u="none" strike="noStrike">
                          <a:solidFill>
                            <a:srgbClr val="000000"/>
                          </a:solidFill>
                          <a:effectLst/>
                          <a:latin typeface="Meiryo UI 本"/>
                          <a:ea typeface="+mn-ea"/>
                        </a:rPr>
                        <a:t>display</a:t>
                      </a:r>
                      <a:r>
                        <a:rPr lang="ja-JP" altLang="en-US" sz="1100" b="0" i="0" u="none" strike="noStrike">
                          <a:solidFill>
                            <a:srgbClr val="000000"/>
                          </a:solidFill>
                          <a:effectLst/>
                          <a:latin typeface="Meiryo UI 本"/>
                          <a:ea typeface="+mn-ea"/>
                        </a:rPr>
                        <a:t>値のみ変更が発生した場合の医療機関への影響度合いが大きいことから、モデルのシステムベンダより、</a:t>
                      </a:r>
                      <a:r>
                        <a:rPr lang="en-US" altLang="ja-JP" sz="1100" b="0" i="0" u="none" strike="noStrike">
                          <a:solidFill>
                            <a:srgbClr val="000000"/>
                          </a:solidFill>
                          <a:effectLst/>
                          <a:latin typeface="Meiryo UI 本"/>
                          <a:ea typeface="+mn-ea"/>
                        </a:rPr>
                        <a:t>1</a:t>
                      </a:r>
                      <a:r>
                        <a:rPr lang="ja-JP" altLang="en-US" sz="1100" b="0" i="0" u="none" strike="noStrike">
                          <a:solidFill>
                            <a:srgbClr val="000000"/>
                          </a:solidFill>
                          <a:effectLst/>
                          <a:latin typeface="Meiryo UI 本"/>
                          <a:ea typeface="+mn-ea"/>
                        </a:rPr>
                        <a:t>コードに対して</a:t>
                      </a:r>
                      <a:r>
                        <a:rPr lang="en-US" altLang="ja-JP" sz="1100" b="0" i="0" u="none" strike="noStrike">
                          <a:solidFill>
                            <a:srgbClr val="000000"/>
                          </a:solidFill>
                          <a:effectLst/>
                          <a:latin typeface="Meiryo UI 本"/>
                          <a:ea typeface="+mn-ea"/>
                        </a:rPr>
                        <a:t>display</a:t>
                      </a:r>
                      <a:r>
                        <a:rPr lang="ja-JP" altLang="en-US" sz="1100" b="0" i="0" u="none" strike="noStrike">
                          <a:solidFill>
                            <a:srgbClr val="000000"/>
                          </a:solidFill>
                          <a:effectLst/>
                          <a:latin typeface="Meiryo UI 本"/>
                          <a:ea typeface="+mn-ea"/>
                        </a:rPr>
                        <a:t>値のみの変更が生じた場合においてもエラーとならないように対応すべきとの意見を受領した。</a:t>
                      </a: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2394099348"/>
                  </a:ext>
                </a:extLst>
              </a:tr>
              <a:tr h="425191">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課題</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auto" latinLnBrk="0" hangingPunct="1">
                        <a:lnSpc>
                          <a:spcPct val="100000"/>
                        </a:lnSpc>
                        <a:spcBef>
                          <a:spcPts val="0"/>
                        </a:spcBef>
                        <a:spcAft>
                          <a:spcPts val="0"/>
                        </a:spcAft>
                        <a:buClrTx/>
                        <a:buSzTx/>
                        <a:buFontTx/>
                        <a:buNone/>
                        <a:tabLst/>
                        <a:defRPr/>
                      </a:pPr>
                      <a:r>
                        <a:rPr lang="ja-JP" altLang="en-US" sz="1100" b="0" i="0" u="none" strike="noStrike">
                          <a:solidFill>
                            <a:srgbClr val="000000"/>
                          </a:solidFill>
                          <a:effectLst/>
                          <a:latin typeface="Meiryo UI 本"/>
                          <a:ea typeface="+mn-ea"/>
                        </a:rPr>
                        <a:t>・全国運用開始後に</a:t>
                      </a:r>
                      <a:r>
                        <a:rPr lang="en-US" altLang="ja-JP" sz="1100" b="0" i="0" u="none" strike="noStrike">
                          <a:solidFill>
                            <a:srgbClr val="000000"/>
                          </a:solidFill>
                          <a:effectLst/>
                          <a:latin typeface="Meiryo UI 本"/>
                          <a:ea typeface="+mn-ea"/>
                        </a:rPr>
                        <a:t>1</a:t>
                      </a:r>
                      <a:r>
                        <a:rPr lang="ja-JP" altLang="en-US" sz="1100" b="0" i="0" u="none" strike="noStrike">
                          <a:solidFill>
                            <a:srgbClr val="000000"/>
                          </a:solidFill>
                          <a:effectLst/>
                          <a:latin typeface="Meiryo UI 本"/>
                          <a:ea typeface="+mn-ea"/>
                        </a:rPr>
                        <a:t>コードに対する</a:t>
                      </a:r>
                      <a:r>
                        <a:rPr lang="en-US" altLang="ja-JP" sz="1100" b="0" i="0" u="none" strike="noStrike">
                          <a:solidFill>
                            <a:srgbClr val="000000"/>
                          </a:solidFill>
                          <a:effectLst/>
                          <a:latin typeface="Meiryo UI 本"/>
                          <a:ea typeface="+mn-ea"/>
                        </a:rPr>
                        <a:t>display</a:t>
                      </a:r>
                      <a:r>
                        <a:rPr lang="ja-JP" altLang="en-US" sz="1100" b="0" i="0" u="none" strike="noStrike">
                          <a:solidFill>
                            <a:srgbClr val="000000"/>
                          </a:solidFill>
                          <a:effectLst/>
                          <a:latin typeface="Meiryo UI 本"/>
                          <a:ea typeface="+mn-ea"/>
                        </a:rPr>
                        <a:t>値のみの変更が発生した場合でも、旧</a:t>
                      </a:r>
                      <a:r>
                        <a:rPr lang="en-US" altLang="ja-JP" sz="1100" b="0" i="0" u="none" strike="noStrike">
                          <a:solidFill>
                            <a:srgbClr val="000000"/>
                          </a:solidFill>
                          <a:effectLst/>
                          <a:latin typeface="Meiryo UI 本"/>
                          <a:ea typeface="+mn-ea"/>
                        </a:rPr>
                        <a:t>display</a:t>
                      </a:r>
                      <a:r>
                        <a:rPr lang="ja-JP" altLang="en-US" sz="1100" b="0" i="0" u="none" strike="noStrike">
                          <a:solidFill>
                            <a:srgbClr val="000000"/>
                          </a:solidFill>
                          <a:effectLst/>
                          <a:latin typeface="Meiryo UI 本"/>
                          <a:ea typeface="+mn-ea"/>
                        </a:rPr>
                        <a:t>値にて登録するとエラーになる</a:t>
                      </a: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808508447"/>
                  </a:ext>
                </a:extLst>
              </a:tr>
              <a:tr h="130202">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目的</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685673" rtl="0" eaLnBrk="1" fontAlgn="ctr" latinLnBrk="0" hangingPunct="1">
                        <a:lnSpc>
                          <a:spcPct val="100000"/>
                        </a:lnSpc>
                        <a:spcBef>
                          <a:spcPts val="0"/>
                        </a:spcBef>
                        <a:spcAft>
                          <a:spcPts val="0"/>
                        </a:spcAft>
                        <a:buClrTx/>
                        <a:buSzTx/>
                        <a:buFontTx/>
                        <a:buNone/>
                        <a:tabLst/>
                        <a:defRPr/>
                      </a:pPr>
                      <a:r>
                        <a:rPr lang="ja-JP" altLang="en-US" sz="1100" b="0" i="0" u="none" strike="noStrike">
                          <a:solidFill>
                            <a:srgbClr val="000000"/>
                          </a:solidFill>
                          <a:effectLst/>
                          <a:latin typeface="Meiryo UI 本"/>
                          <a:ea typeface="+mn-ea"/>
                        </a:rPr>
                        <a:t>・全国運用開始後に</a:t>
                      </a:r>
                      <a:r>
                        <a:rPr lang="en-US" altLang="ja-JP" sz="1100" b="0" i="0" u="none" strike="noStrike">
                          <a:solidFill>
                            <a:srgbClr val="000000"/>
                          </a:solidFill>
                          <a:effectLst/>
                          <a:latin typeface="Meiryo UI 本"/>
                          <a:ea typeface="+mn-ea"/>
                        </a:rPr>
                        <a:t>1</a:t>
                      </a:r>
                      <a:r>
                        <a:rPr lang="ja-JP" altLang="en-US" sz="1100" b="0" i="0" u="none" strike="noStrike">
                          <a:solidFill>
                            <a:srgbClr val="000000"/>
                          </a:solidFill>
                          <a:effectLst/>
                          <a:latin typeface="Meiryo UI 本"/>
                          <a:ea typeface="+mn-ea"/>
                        </a:rPr>
                        <a:t>コードに対する</a:t>
                      </a:r>
                      <a:r>
                        <a:rPr lang="en-US" altLang="ja-JP" sz="1100" b="0" i="0" u="none" strike="noStrike">
                          <a:solidFill>
                            <a:srgbClr val="000000"/>
                          </a:solidFill>
                          <a:effectLst/>
                          <a:latin typeface="Meiryo UI 本"/>
                          <a:ea typeface="+mn-ea"/>
                        </a:rPr>
                        <a:t>display</a:t>
                      </a:r>
                      <a:r>
                        <a:rPr lang="ja-JP" altLang="en-US" sz="1100" b="0" i="0" u="none" strike="noStrike">
                          <a:solidFill>
                            <a:srgbClr val="000000"/>
                          </a:solidFill>
                          <a:effectLst/>
                          <a:latin typeface="Meiryo UI 本"/>
                          <a:ea typeface="+mn-ea"/>
                        </a:rPr>
                        <a:t>値のみの変更が発生した場合でも、旧</a:t>
                      </a:r>
                      <a:r>
                        <a:rPr lang="en-US" altLang="ja-JP" sz="1100" b="0" i="0" u="none" strike="noStrike">
                          <a:solidFill>
                            <a:srgbClr val="000000"/>
                          </a:solidFill>
                          <a:effectLst/>
                          <a:latin typeface="Meiryo UI 本"/>
                          <a:ea typeface="+mn-ea"/>
                        </a:rPr>
                        <a:t>display</a:t>
                      </a:r>
                      <a:r>
                        <a:rPr lang="ja-JP" altLang="en-US" sz="1100" b="0" i="0" u="none" strike="noStrike">
                          <a:solidFill>
                            <a:srgbClr val="000000"/>
                          </a:solidFill>
                          <a:effectLst/>
                          <a:latin typeface="Meiryo UI 本"/>
                          <a:ea typeface="+mn-ea"/>
                        </a:rPr>
                        <a:t>値による登録がエラーとならないようにし、医療機関への影響を抑える。</a:t>
                      </a: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149341942"/>
                  </a:ext>
                </a:extLst>
              </a:tr>
              <a:tr h="397396">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要求事項</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en-US" altLang="ja-JP" sz="1100"/>
                        <a:t>※</a:t>
                      </a:r>
                      <a:r>
                        <a:rPr lang="ja-JP" altLang="en-US" sz="1100"/>
                        <a:t>整理中</a:t>
                      </a: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3847957461"/>
                  </a:ext>
                </a:extLst>
              </a:tr>
              <a:tr h="0">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備考</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a:noFill/>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en-US" altLang="ja-JP" sz="1100"/>
                        <a:t>※</a:t>
                      </a:r>
                      <a:r>
                        <a:rPr lang="ja-JP" altLang="en-US" sz="1100"/>
                        <a:t>整理中</a:t>
                      </a:r>
                      <a:endParaRPr lang="ja-JP" altLang="ja-JP" sz="1100"/>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606374615"/>
                  </a:ext>
                </a:extLst>
              </a:tr>
            </a:tbl>
          </a:graphicData>
        </a:graphic>
      </p:graphicFrame>
      <p:sp>
        <p:nvSpPr>
          <p:cNvPr id="5" name="正方形/長方形 4">
            <a:extLst>
              <a:ext uri="{FF2B5EF4-FFF2-40B4-BE49-F238E27FC236}">
                <a16:creationId xmlns:a16="http://schemas.microsoft.com/office/drawing/2014/main" id="{25861338-B1CE-63E5-0F32-1237460DC0BD}"/>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7594231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6CC07-BB01-B7E2-2C49-4BEBA0BEEFE7}"/>
            </a:ext>
          </a:extLst>
        </p:cNvPr>
        <p:cNvGrpSpPr/>
        <p:nvPr/>
      </p:nvGrpSpPr>
      <p:grpSpPr>
        <a:xfrm>
          <a:off x="0" y="0"/>
          <a:ext cx="0" cy="0"/>
          <a:chOff x="0" y="0"/>
          <a:chExt cx="0" cy="0"/>
        </a:xfrm>
      </p:grpSpPr>
      <p:sp>
        <p:nvSpPr>
          <p:cNvPr id="4" name="タイトル 2">
            <a:extLst>
              <a:ext uri="{FF2B5EF4-FFF2-40B4-BE49-F238E27FC236}">
                <a16:creationId xmlns:a16="http://schemas.microsoft.com/office/drawing/2014/main" id="{7C3F878A-7560-24C3-2F4F-582E16064423}"/>
              </a:ext>
            </a:extLst>
          </p:cNvPr>
          <p:cNvSpPr>
            <a:spLocks noGrp="1"/>
          </p:cNvSpPr>
          <p:nvPr>
            <p:ph type="title"/>
          </p:nvPr>
        </p:nvSpPr>
        <p:spPr/>
        <p:txBody>
          <a:bodyPr lIns="0" tIns="45720" rIns="0" bIns="45720" anchor="b" anchorCtr="0">
            <a:noAutofit/>
          </a:bodyPr>
          <a:lstStyle/>
          <a:p>
            <a:pPr>
              <a:lnSpc>
                <a:spcPct val="90000"/>
              </a:lnSpc>
              <a:tabLst>
                <a:tab pos="1879600" algn="l"/>
                <a:tab pos="2693988" algn="l"/>
              </a:tabLst>
            </a:pPr>
            <a:r>
              <a:rPr lang="en-US" altLang="ja-JP" sz="1800"/>
              <a:t>2</a:t>
            </a:r>
            <a:r>
              <a:rPr lang="ja-JP" altLang="en-US" sz="1800"/>
              <a:t>．令和</a:t>
            </a:r>
            <a:r>
              <a:rPr lang="en-US" altLang="ja-JP" sz="1800"/>
              <a:t>9</a:t>
            </a:r>
            <a:r>
              <a:rPr lang="ja-JP" altLang="en-US" sz="1800"/>
              <a:t>年度案件について</a:t>
            </a:r>
            <a:br>
              <a:rPr lang="en-US" altLang="ja-JP" sz="1800"/>
            </a:br>
            <a:r>
              <a:rPr lang="ja-JP" altLang="en-US" sz="1800"/>
              <a:t>案件</a:t>
            </a:r>
            <a:r>
              <a:rPr lang="en-US" altLang="ja-JP" sz="1800"/>
              <a:t>ID214_</a:t>
            </a:r>
            <a:r>
              <a:rPr lang="ja-JP" altLang="en-US" sz="1800"/>
              <a:t>健診項目の拡充</a:t>
            </a:r>
            <a:endParaRPr lang="en-US" altLang="ja-JP" sz="1800"/>
          </a:p>
        </p:txBody>
      </p:sp>
      <p:graphicFrame>
        <p:nvGraphicFramePr>
          <p:cNvPr id="2" name="表 1">
            <a:extLst>
              <a:ext uri="{FF2B5EF4-FFF2-40B4-BE49-F238E27FC236}">
                <a16:creationId xmlns:a16="http://schemas.microsoft.com/office/drawing/2014/main" id="{A5526A73-499A-7398-E5FA-54962552D5C7}"/>
              </a:ext>
            </a:extLst>
          </p:cNvPr>
          <p:cNvGraphicFramePr>
            <a:graphicFrameLocks noGrp="1"/>
          </p:cNvGraphicFramePr>
          <p:nvPr/>
        </p:nvGraphicFramePr>
        <p:xfrm>
          <a:off x="578253" y="770291"/>
          <a:ext cx="8536012" cy="2547347"/>
        </p:xfrm>
        <a:graphic>
          <a:graphicData uri="http://schemas.openxmlformats.org/drawingml/2006/table">
            <a:tbl>
              <a:tblPr/>
              <a:tblGrid>
                <a:gridCol w="1080000">
                  <a:extLst>
                    <a:ext uri="{9D8B030D-6E8A-4147-A177-3AD203B41FA5}">
                      <a16:colId xmlns:a16="http://schemas.microsoft.com/office/drawing/2014/main" val="3507052572"/>
                    </a:ext>
                  </a:extLst>
                </a:gridCol>
                <a:gridCol w="7456012">
                  <a:extLst>
                    <a:ext uri="{9D8B030D-6E8A-4147-A177-3AD203B41FA5}">
                      <a16:colId xmlns:a16="http://schemas.microsoft.com/office/drawing/2014/main" val="3506754757"/>
                    </a:ext>
                  </a:extLst>
                </a:gridCol>
              </a:tblGrid>
              <a:tr h="420975">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背景</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algn="l" rtl="0" fontAlgn="ctr"/>
                      <a:r>
                        <a:rPr lang="ja-JP" altLang="en-US" sz="1100" b="0" i="0" u="none" strike="noStrike">
                          <a:solidFill>
                            <a:srgbClr val="000000"/>
                          </a:solidFill>
                          <a:effectLst/>
                          <a:latin typeface="Meiryo UI 本"/>
                          <a:ea typeface="+mn-ea"/>
                        </a:rPr>
                        <a:t>・現在、電子カルテ情報共有サービスにおいては、</a:t>
                      </a:r>
                      <a:r>
                        <a:rPr lang="en-US" altLang="ja-JP" sz="1100" b="0" i="0" u="none" strike="noStrike">
                          <a:solidFill>
                            <a:srgbClr val="000000"/>
                          </a:solidFill>
                          <a:effectLst/>
                          <a:latin typeface="Meiryo UI 本"/>
                          <a:ea typeface="+mn-ea"/>
                        </a:rPr>
                        <a:t>151</a:t>
                      </a:r>
                      <a:r>
                        <a:rPr lang="ja-JP" altLang="en-US" sz="1100" b="0" i="0" u="none" strike="noStrike">
                          <a:solidFill>
                            <a:srgbClr val="000000"/>
                          </a:solidFill>
                          <a:effectLst/>
                          <a:latin typeface="Meiryo UI 本"/>
                          <a:ea typeface="+mn-ea"/>
                        </a:rPr>
                        <a:t>項目の健診項目が他医療機関・患者・保険者へ共有される。</a:t>
                      </a:r>
                      <a:endParaRPr lang="en-US" altLang="ja-JP" sz="1100" b="0" i="0" u="none" strike="noStrike">
                        <a:solidFill>
                          <a:srgbClr val="000000"/>
                        </a:solidFill>
                        <a:effectLst/>
                        <a:latin typeface="Meiryo UI 本"/>
                        <a:ea typeface="+mn-ea"/>
                      </a:endParaRPr>
                    </a:p>
                    <a:p>
                      <a:pPr algn="l" rtl="0" fontAlgn="ctr"/>
                      <a:r>
                        <a:rPr lang="ja-JP" altLang="en-US" sz="1100" b="0" i="0" u="none" strike="noStrike">
                          <a:solidFill>
                            <a:srgbClr val="000000"/>
                          </a:solidFill>
                          <a:effectLst/>
                          <a:latin typeface="Meiryo UI 本"/>
                          <a:ea typeface="+mn-ea"/>
                        </a:rPr>
                        <a:t>・一方で、保険者より、健診項目の拡充することで保険者において、以下のような理由から保険者が電子カルテ情報共有サービスを利用するメリットとなる。</a:t>
                      </a:r>
                      <a:endParaRPr lang="en-US" altLang="ja-JP" sz="1100" b="0" i="0" u="none" strike="noStrike">
                        <a:solidFill>
                          <a:srgbClr val="000000"/>
                        </a:solidFill>
                        <a:effectLst/>
                        <a:latin typeface="Meiryo UI 本"/>
                        <a:ea typeface="+mn-ea"/>
                      </a:endParaRPr>
                    </a:p>
                    <a:p>
                      <a:pPr algn="l" rtl="0" fontAlgn="ctr"/>
                      <a:r>
                        <a:rPr lang="ja-JP" altLang="en-US" sz="1100" b="0" i="0" u="none" strike="noStrike">
                          <a:solidFill>
                            <a:srgbClr val="000000"/>
                          </a:solidFill>
                          <a:effectLst/>
                          <a:latin typeface="Meiryo UI 本"/>
                          <a:ea typeface="+mn-ea"/>
                        </a:rPr>
                        <a:t>　・ 特定健診などに纏わる項目以上に健診結果を取得することができ、より適切に加入者に対して受診勧奨や健康増進の施策を行うことができる。</a:t>
                      </a:r>
                      <a:endParaRPr lang="en-US" altLang="ja-JP" sz="1100" b="0" i="0" u="none" strike="noStrike">
                        <a:solidFill>
                          <a:srgbClr val="000000"/>
                        </a:solidFill>
                        <a:effectLst/>
                        <a:latin typeface="Meiryo UI 本"/>
                        <a:ea typeface="+mn-ea"/>
                      </a:endParaRPr>
                    </a:p>
                    <a:p>
                      <a:pPr algn="l" rtl="0" fontAlgn="ctr"/>
                      <a:r>
                        <a:rPr lang="ja-JP" altLang="en-US" sz="1100" b="0" i="0" u="none" strike="noStrike">
                          <a:solidFill>
                            <a:srgbClr val="000000"/>
                          </a:solidFill>
                          <a:effectLst/>
                          <a:latin typeface="Meiryo UI 本"/>
                          <a:ea typeface="+mn-ea"/>
                        </a:rPr>
                        <a:t>　・追加となった健診項目のフォーマットが統一される</a:t>
                      </a:r>
                      <a:endParaRPr lang="en-US" altLang="ja-JP" sz="1100" b="0" i="0" u="none" strike="noStrike">
                        <a:solidFill>
                          <a:srgbClr val="000000"/>
                        </a:solidFill>
                        <a:effectLst/>
                        <a:latin typeface="Meiryo UI 本"/>
                        <a:ea typeface="+mn-ea"/>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2394099348"/>
                  </a:ext>
                </a:extLst>
              </a:tr>
              <a:tr h="425191">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課題</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r>
                        <a:rPr lang="ja-JP" altLang="en-US" sz="1100">
                          <a:latin typeface="Meiryo UI "/>
                        </a:rPr>
                        <a:t>・電子カルテ情報共有サービスで共有できる健診項目は、</a:t>
                      </a:r>
                      <a:r>
                        <a:rPr lang="en-US" altLang="ja-JP" sz="1100">
                          <a:latin typeface="Meiryo UI "/>
                        </a:rPr>
                        <a:t>151</a:t>
                      </a:r>
                      <a:r>
                        <a:rPr lang="ja-JP" altLang="en-US" sz="1100">
                          <a:latin typeface="Meiryo UI "/>
                        </a:rPr>
                        <a:t>項目のみである。</a:t>
                      </a:r>
                      <a:endParaRPr lang="en-US" altLang="ja-JP" sz="1100">
                        <a:latin typeface="Meiryo UI "/>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808508447"/>
                  </a:ext>
                </a:extLst>
              </a:tr>
              <a:tr h="130202">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目的</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685673" rtl="0" eaLnBrk="1" fontAlgn="ctr" latinLnBrk="0" hangingPunct="1">
                        <a:lnSpc>
                          <a:spcPct val="100000"/>
                        </a:lnSpc>
                        <a:spcBef>
                          <a:spcPts val="0"/>
                        </a:spcBef>
                        <a:spcAft>
                          <a:spcPts val="0"/>
                        </a:spcAft>
                        <a:buClrTx/>
                        <a:buSzTx/>
                        <a:buFontTx/>
                        <a:buNone/>
                        <a:tabLst/>
                        <a:defRPr/>
                      </a:pPr>
                      <a:r>
                        <a:rPr lang="ja-JP" altLang="en-US" sz="1100">
                          <a:latin typeface="Meiryo UI "/>
                        </a:rPr>
                        <a:t>・電子カルテ情報共有サービスで共有できる健診項目を増やし、他医療機関・患者・保険者における電子カルテ情報共有サービスの利用を増進させること</a:t>
                      </a:r>
                      <a:endParaRPr lang="en-US" altLang="ja-JP" sz="1100">
                        <a:latin typeface="Meiryo UI "/>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149341942"/>
                  </a:ext>
                </a:extLst>
              </a:tr>
              <a:tr h="397396">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要求事項</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en-US" altLang="ja-JP" sz="1100"/>
                        <a:t>※</a:t>
                      </a:r>
                      <a:r>
                        <a:rPr lang="ja-JP" altLang="en-US" sz="1100"/>
                        <a:t>整理中</a:t>
                      </a: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3847957461"/>
                  </a:ext>
                </a:extLst>
              </a:tr>
              <a:tr h="0">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備考</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a:noFill/>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en-US" altLang="ja-JP" sz="1100"/>
                        <a:t>※</a:t>
                      </a:r>
                      <a:r>
                        <a:rPr lang="ja-JP" altLang="en-US" sz="1100"/>
                        <a:t>整理中</a:t>
                      </a:r>
                      <a:endParaRPr lang="ja-JP" altLang="ja-JP" sz="1100"/>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606374615"/>
                  </a:ext>
                </a:extLst>
              </a:tr>
            </a:tbl>
          </a:graphicData>
        </a:graphic>
      </p:graphicFrame>
      <p:pic>
        <p:nvPicPr>
          <p:cNvPr id="5" name="図 4">
            <a:extLst>
              <a:ext uri="{FF2B5EF4-FFF2-40B4-BE49-F238E27FC236}">
                <a16:creationId xmlns:a16="http://schemas.microsoft.com/office/drawing/2014/main" id="{DC28F903-C2E2-C550-C60D-F31A00C9D24E}"/>
              </a:ext>
            </a:extLst>
          </p:cNvPr>
          <p:cNvPicPr>
            <a:picLocks noChangeAspect="1"/>
          </p:cNvPicPr>
          <p:nvPr/>
        </p:nvPicPr>
        <p:blipFill>
          <a:blip r:embed="rId3"/>
          <a:stretch>
            <a:fillRect/>
          </a:stretch>
        </p:blipFill>
        <p:spPr>
          <a:xfrm>
            <a:off x="2345962" y="3540363"/>
            <a:ext cx="4585425" cy="3199306"/>
          </a:xfrm>
          <a:prstGeom prst="rect">
            <a:avLst/>
          </a:prstGeom>
        </p:spPr>
      </p:pic>
      <p:sp>
        <p:nvSpPr>
          <p:cNvPr id="6" name="正方形/長方形 5">
            <a:extLst>
              <a:ext uri="{FF2B5EF4-FFF2-40B4-BE49-F238E27FC236}">
                <a16:creationId xmlns:a16="http://schemas.microsoft.com/office/drawing/2014/main" id="{366974CA-F424-F97B-4032-7DEFF76E8E3B}"/>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42602206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3E8D3-9E36-0D0D-40B0-6DF5A9146A85}"/>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5D154644-CE11-3A56-2471-75577D936EE6}"/>
              </a:ext>
            </a:extLst>
          </p:cNvPr>
          <p:cNvSpPr>
            <a:spLocks noGrp="1"/>
          </p:cNvSpPr>
          <p:nvPr>
            <p:ph type="title"/>
          </p:nvPr>
        </p:nvSpPr>
        <p:spPr/>
        <p:txBody>
          <a:bodyPr>
            <a:noAutofit/>
          </a:bodyPr>
          <a:lstStyle/>
          <a:p>
            <a:r>
              <a:rPr lang="en-US" altLang="ja-JP" sz="1800"/>
              <a:t>2</a:t>
            </a:r>
            <a:r>
              <a:rPr lang="ja-JP" altLang="en-US" sz="1800"/>
              <a:t>．令和</a:t>
            </a:r>
            <a:r>
              <a:rPr lang="en-US" altLang="ja-JP" sz="1800"/>
              <a:t>9</a:t>
            </a:r>
            <a:r>
              <a:rPr lang="ja-JP" altLang="en-US" sz="1800"/>
              <a:t>年度案件について</a:t>
            </a:r>
            <a:br>
              <a:rPr lang="en-US" altLang="ja-JP" sz="1800"/>
            </a:br>
            <a:r>
              <a:rPr lang="ja-JP" altLang="en-US" sz="1800"/>
              <a:t>案件</a:t>
            </a:r>
            <a:r>
              <a:rPr lang="en-US" altLang="ja-JP" sz="1800"/>
              <a:t>ID215</a:t>
            </a:r>
            <a:r>
              <a:rPr kumimoji="1" lang="en-US" altLang="ja-JP" sz="1800"/>
              <a:t>_</a:t>
            </a:r>
            <a:r>
              <a:rPr kumimoji="1" lang="ja-JP" altLang="en-US" sz="1800"/>
              <a:t>保健医療機関（歯科）の診療情報提供書</a:t>
            </a:r>
          </a:p>
        </p:txBody>
      </p:sp>
      <p:graphicFrame>
        <p:nvGraphicFramePr>
          <p:cNvPr id="7" name="表 6">
            <a:extLst>
              <a:ext uri="{FF2B5EF4-FFF2-40B4-BE49-F238E27FC236}">
                <a16:creationId xmlns:a16="http://schemas.microsoft.com/office/drawing/2014/main" id="{5EE8DA08-E945-3200-FB1C-6E3E748E496E}"/>
              </a:ext>
            </a:extLst>
          </p:cNvPr>
          <p:cNvGraphicFramePr>
            <a:graphicFrameLocks noGrp="1"/>
          </p:cNvGraphicFramePr>
          <p:nvPr/>
        </p:nvGraphicFramePr>
        <p:xfrm>
          <a:off x="495302" y="839377"/>
          <a:ext cx="8755378" cy="2075076"/>
        </p:xfrm>
        <a:graphic>
          <a:graphicData uri="http://schemas.openxmlformats.org/drawingml/2006/table">
            <a:tbl>
              <a:tblPr/>
              <a:tblGrid>
                <a:gridCol w="1107755">
                  <a:extLst>
                    <a:ext uri="{9D8B030D-6E8A-4147-A177-3AD203B41FA5}">
                      <a16:colId xmlns:a16="http://schemas.microsoft.com/office/drawing/2014/main" val="3507052572"/>
                    </a:ext>
                  </a:extLst>
                </a:gridCol>
                <a:gridCol w="7647623">
                  <a:extLst>
                    <a:ext uri="{9D8B030D-6E8A-4147-A177-3AD203B41FA5}">
                      <a16:colId xmlns:a16="http://schemas.microsoft.com/office/drawing/2014/main" val="3506754757"/>
                    </a:ext>
                  </a:extLst>
                </a:gridCol>
              </a:tblGrid>
              <a:tr h="184898">
                <a:tc>
                  <a:txBody>
                    <a:bodyPr/>
                    <a:lstStyle/>
                    <a:p>
                      <a:pPr algn="ctr" rtl="0" fontAlgn="ctr"/>
                      <a:r>
                        <a:rPr lang="ja-JP" altLang="en-US" sz="1100" b="1" i="0" u="none" strike="noStrike">
                          <a:solidFill>
                            <a:srgbClr val="FFFFFF"/>
                          </a:solidFill>
                          <a:effectLst/>
                          <a:latin typeface="Meiryo UI" panose="020B0604030504040204" pitchFamily="50" charset="-128"/>
                          <a:ea typeface="Meiryo UI" panose="020B0604030504040204" pitchFamily="50" charset="-128"/>
                        </a:rPr>
                        <a:t>背景</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100" b="0" i="0" u="none" strike="noStrike">
                          <a:solidFill>
                            <a:srgbClr val="000000"/>
                          </a:solidFill>
                          <a:effectLst/>
                          <a:latin typeface="Meiryo UI" panose="020B0604030504040204" pitchFamily="50" charset="-128"/>
                          <a:ea typeface="Meiryo UI" panose="020B0604030504040204" pitchFamily="50" charset="-128"/>
                        </a:rPr>
                        <a:t>現在</a:t>
                      </a:r>
                      <a:r>
                        <a:rPr lang="zh-TW" altLang="en-US" sz="1100" b="0" i="0" u="none" strike="noStrike">
                          <a:solidFill>
                            <a:srgbClr val="000000"/>
                          </a:solidFill>
                          <a:effectLst/>
                          <a:latin typeface="Meiryo UI" panose="020B0604030504040204" pitchFamily="50" charset="-128"/>
                          <a:ea typeface="Meiryo UI" panose="020B0604030504040204" pitchFamily="50" charset="-128"/>
                        </a:rPr>
                        <a:t>保険医療機関</a:t>
                      </a:r>
                      <a:r>
                        <a:rPr lang="en-US" altLang="ja-JP" sz="1100" b="0" i="0" u="none" strike="noStrike">
                          <a:solidFill>
                            <a:srgbClr val="000000"/>
                          </a:solidFill>
                          <a:effectLst/>
                          <a:latin typeface="Meiryo UI" panose="020B0604030504040204" pitchFamily="50" charset="-128"/>
                          <a:ea typeface="Meiryo UI" panose="020B0604030504040204" pitchFamily="50" charset="-128"/>
                        </a:rPr>
                        <a:t>(</a:t>
                      </a:r>
                      <a:r>
                        <a:rPr lang="zh-TW" altLang="en-US" sz="1100" b="0" i="0" u="none" strike="noStrike">
                          <a:solidFill>
                            <a:srgbClr val="000000"/>
                          </a:solidFill>
                          <a:effectLst/>
                          <a:latin typeface="Meiryo UI" panose="020B0604030504040204" pitchFamily="50" charset="-128"/>
                          <a:ea typeface="Meiryo UI" panose="020B0604030504040204" pitchFamily="50" charset="-128"/>
                        </a:rPr>
                        <a:t>歯科</a:t>
                      </a:r>
                      <a:r>
                        <a:rPr lang="en-US" altLang="ja-JP" sz="1100" b="0" i="0" u="none" strike="noStrike">
                          <a:solidFill>
                            <a:srgbClr val="000000"/>
                          </a:solidFill>
                          <a:effectLst/>
                          <a:latin typeface="Meiryo UI" panose="020B0604030504040204" pitchFamily="50" charset="-128"/>
                          <a:ea typeface="Meiryo UI" panose="020B0604030504040204" pitchFamily="50" charset="-128"/>
                        </a:rPr>
                        <a:t>)</a:t>
                      </a:r>
                      <a:r>
                        <a:rPr lang="ja-JP" altLang="en-US" sz="1100" b="0" i="0" u="none" strike="noStrike">
                          <a:solidFill>
                            <a:srgbClr val="000000"/>
                          </a:solidFill>
                          <a:effectLst/>
                          <a:latin typeface="Meiryo UI" panose="020B0604030504040204" pitchFamily="50" charset="-128"/>
                          <a:ea typeface="Meiryo UI" panose="020B0604030504040204" pitchFamily="50" charset="-128"/>
                        </a:rPr>
                        <a:t>は、電子カルテ情報共有サービスの提供サービスのうち、「文書情報</a:t>
                      </a:r>
                      <a:r>
                        <a:rPr lang="en-US" altLang="ja-JP" sz="1100" b="0" i="0" u="none" strike="noStrike">
                          <a:solidFill>
                            <a:srgbClr val="000000"/>
                          </a:solidFill>
                          <a:effectLst/>
                          <a:latin typeface="Meiryo UI" panose="020B0604030504040204" pitchFamily="50" charset="-128"/>
                          <a:ea typeface="Meiryo UI" panose="020B0604030504040204" pitchFamily="50" charset="-128"/>
                        </a:rPr>
                        <a:t>(</a:t>
                      </a:r>
                      <a:r>
                        <a:rPr lang="ja-JP" altLang="en-US" sz="1100" b="0" i="0" u="none" strike="noStrike">
                          <a:solidFill>
                            <a:srgbClr val="000000"/>
                          </a:solidFill>
                          <a:effectLst/>
                          <a:latin typeface="Meiryo UI" panose="020B0604030504040204" pitchFamily="50" charset="-128"/>
                          <a:ea typeface="Meiryo UI" panose="020B0604030504040204" pitchFamily="50" charset="-128"/>
                        </a:rPr>
                        <a:t>診療情報提供書・退院時サマリ</a:t>
                      </a:r>
                      <a:r>
                        <a:rPr lang="en-US" altLang="ja-JP" sz="1100" b="0" i="0" u="none" strike="noStrike">
                          <a:solidFill>
                            <a:srgbClr val="000000"/>
                          </a:solidFill>
                          <a:effectLst/>
                          <a:latin typeface="Meiryo UI" panose="020B0604030504040204" pitchFamily="50" charset="-128"/>
                          <a:ea typeface="Meiryo UI" panose="020B0604030504040204" pitchFamily="50" charset="-128"/>
                        </a:rPr>
                        <a:t>)</a:t>
                      </a:r>
                      <a:r>
                        <a:rPr lang="ja-JP" altLang="en-US" sz="1100" b="0" i="0" u="none" strike="noStrike">
                          <a:solidFill>
                            <a:srgbClr val="000000"/>
                          </a:solidFill>
                          <a:effectLst/>
                          <a:latin typeface="Meiryo UI" panose="020B0604030504040204" pitchFamily="50" charset="-128"/>
                          <a:ea typeface="Meiryo UI" panose="020B0604030504040204" pitchFamily="50" charset="-128"/>
                        </a:rPr>
                        <a:t>の登録・照会・編集（電子署名含む」及び「文書情報</a:t>
                      </a:r>
                      <a:r>
                        <a:rPr lang="en-US" altLang="ja-JP" sz="1100" b="0" i="0" u="none" strike="noStrike">
                          <a:solidFill>
                            <a:srgbClr val="000000"/>
                          </a:solidFill>
                          <a:effectLst/>
                          <a:latin typeface="Meiryo UI" panose="020B0604030504040204" pitchFamily="50" charset="-128"/>
                          <a:ea typeface="Meiryo UI" panose="020B0604030504040204" pitchFamily="50" charset="-128"/>
                        </a:rPr>
                        <a:t>(</a:t>
                      </a:r>
                      <a:r>
                        <a:rPr lang="ja-JP" altLang="en-US" sz="1100" b="0" i="0" u="none" strike="noStrike">
                          <a:solidFill>
                            <a:srgbClr val="000000"/>
                          </a:solidFill>
                          <a:effectLst/>
                          <a:latin typeface="Meiryo UI" panose="020B0604030504040204" pitchFamily="50" charset="-128"/>
                          <a:ea typeface="Meiryo UI" panose="020B0604030504040204" pitchFamily="50" charset="-128"/>
                        </a:rPr>
                        <a:t>診療情報提供書・退院時サマリ</a:t>
                      </a:r>
                      <a:r>
                        <a:rPr lang="en-US" altLang="ja-JP" sz="1100" b="0" i="0" u="none" strike="noStrike">
                          <a:solidFill>
                            <a:srgbClr val="000000"/>
                          </a:solidFill>
                          <a:effectLst/>
                          <a:latin typeface="Meiryo UI" panose="020B0604030504040204" pitchFamily="50" charset="-128"/>
                          <a:ea typeface="Meiryo UI" panose="020B0604030504040204" pitchFamily="50" charset="-128"/>
                        </a:rPr>
                        <a:t>)</a:t>
                      </a:r>
                      <a:r>
                        <a:rPr lang="ja-JP" altLang="en-US" sz="1100" b="0" i="0" u="none" strike="noStrike">
                          <a:solidFill>
                            <a:srgbClr val="000000"/>
                          </a:solidFill>
                          <a:effectLst/>
                          <a:latin typeface="Meiryo UI" panose="020B0604030504040204" pitchFamily="50" charset="-128"/>
                          <a:ea typeface="Meiryo UI" panose="020B0604030504040204" pitchFamily="50" charset="-128"/>
                        </a:rPr>
                        <a:t>の取得・閲覧・保存」は利用できない整理になっている。（医科歯科併設医療機関を除く）</a:t>
                      </a:r>
                      <a:endParaRPr lang="en-US" altLang="ja-JP" sz="1100" b="0" i="0" u="none" strike="noStrike">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2394099348"/>
                  </a:ext>
                </a:extLst>
              </a:tr>
              <a:tr h="184898">
                <a:tc>
                  <a:txBody>
                    <a:bodyPr/>
                    <a:lstStyle/>
                    <a:p>
                      <a:pPr algn="ctr" rtl="0" fontAlgn="ctr"/>
                      <a:r>
                        <a:rPr lang="ja-JP" altLang="en-US" sz="1100" b="1" i="0" u="none" strike="noStrike">
                          <a:solidFill>
                            <a:srgbClr val="FFFFFF"/>
                          </a:solidFill>
                          <a:effectLst/>
                          <a:latin typeface="Meiryo UI" panose="020B0604030504040204" pitchFamily="50" charset="-128"/>
                          <a:ea typeface="Meiryo UI" panose="020B0604030504040204" pitchFamily="50" charset="-128"/>
                        </a:rPr>
                        <a:t>課題</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algn="l" rtl="0"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ー</a:t>
                      </a:r>
                      <a:endParaRPr lang="en-US" altLang="ja-JP" sz="1100" b="0" i="0" u="none" strike="noStrike">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808508447"/>
                  </a:ext>
                </a:extLst>
              </a:tr>
              <a:tr h="349413">
                <a:tc>
                  <a:txBody>
                    <a:bodyPr/>
                    <a:lstStyle/>
                    <a:p>
                      <a:pPr algn="ctr" rtl="0" fontAlgn="ctr"/>
                      <a:r>
                        <a:rPr lang="ja-JP" altLang="en-US" sz="1100" b="1" i="0" u="none" strike="noStrike">
                          <a:solidFill>
                            <a:srgbClr val="FFFFFF"/>
                          </a:solidFill>
                          <a:effectLst/>
                          <a:latin typeface="Meiryo UI" panose="020B0604030504040204" pitchFamily="50" charset="-128"/>
                          <a:ea typeface="Meiryo UI" panose="020B0604030504040204" pitchFamily="50" charset="-128"/>
                        </a:rPr>
                        <a:t>目的</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zh-TW" altLang="en-US" sz="1100" b="0" i="0" u="none" strike="noStrike">
                          <a:solidFill>
                            <a:srgbClr val="000000"/>
                          </a:solidFill>
                          <a:effectLst/>
                          <a:latin typeface="Meiryo UI" panose="020B0604030504040204" pitchFamily="50" charset="-128"/>
                          <a:ea typeface="Meiryo UI" panose="020B0604030504040204" pitchFamily="50" charset="-128"/>
                        </a:rPr>
                        <a:t>保険医療機関（歯科）</a:t>
                      </a:r>
                      <a:r>
                        <a:rPr lang="ja-JP" altLang="en-US" sz="1100" b="0" i="0" u="none" strike="noStrike">
                          <a:solidFill>
                            <a:srgbClr val="000000"/>
                          </a:solidFill>
                          <a:effectLst/>
                          <a:latin typeface="Meiryo UI" panose="020B0604030504040204" pitchFamily="50" charset="-128"/>
                          <a:ea typeface="Meiryo UI" panose="020B0604030504040204" pitchFamily="50" charset="-128"/>
                        </a:rPr>
                        <a:t>においても保険医療機関（医科）と同様の機能を同条件で利用できるようにする。</a:t>
                      </a:r>
                      <a:endParaRPr lang="en-US" altLang="ja-JP" sz="1100" b="0" i="0" u="none" strike="noStrike">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149341942"/>
                  </a:ext>
                </a:extLst>
              </a:tr>
              <a:tr h="317649">
                <a:tc>
                  <a:txBody>
                    <a:bodyPr/>
                    <a:lstStyle/>
                    <a:p>
                      <a:pPr algn="ctr" rtl="0" fontAlgn="ctr"/>
                      <a:r>
                        <a:rPr lang="ja-JP" altLang="en-US" sz="1100" b="1" i="0" u="none" strike="noStrike">
                          <a:solidFill>
                            <a:srgbClr val="FFFFFF"/>
                          </a:solidFill>
                          <a:effectLst/>
                          <a:latin typeface="Meiryo UI" panose="020B0604030504040204" pitchFamily="50" charset="-128"/>
                          <a:ea typeface="Meiryo UI" panose="020B0604030504040204" pitchFamily="50" charset="-128"/>
                        </a:rPr>
                        <a:t>要求事項</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zh-TW" altLang="en-US" sz="1100" b="0" i="0" u="none" strike="noStrike">
                          <a:solidFill>
                            <a:srgbClr val="000000"/>
                          </a:solidFill>
                          <a:effectLst/>
                          <a:latin typeface="Meiryo UI" panose="020B0604030504040204" pitchFamily="50" charset="-128"/>
                          <a:ea typeface="Meiryo UI" panose="020B0604030504040204" pitchFamily="50" charset="-128"/>
                        </a:rPr>
                        <a:t>保険医療機関（歯科）</a:t>
                      </a:r>
                      <a:r>
                        <a:rPr lang="ja-JP" altLang="en-US" sz="1100" b="0" i="0" u="none" strike="noStrike">
                          <a:solidFill>
                            <a:schemeClr val="tx1"/>
                          </a:solidFill>
                          <a:effectLst/>
                          <a:latin typeface="Meiryo UI" panose="020B0604030504040204" pitchFamily="50" charset="-128"/>
                          <a:ea typeface="Meiryo UI" panose="020B0604030504040204" pitchFamily="50" charset="-128"/>
                        </a:rPr>
                        <a:t>において「</a:t>
                      </a:r>
                      <a:r>
                        <a:rPr lang="ja-JP" altLang="en-US" sz="1100" b="0" i="0" u="none" strike="noStrike">
                          <a:solidFill>
                            <a:srgbClr val="000000"/>
                          </a:solidFill>
                          <a:effectLst/>
                          <a:latin typeface="Meiryo UI" panose="020B0604030504040204" pitchFamily="50" charset="-128"/>
                          <a:ea typeface="Meiryo UI" panose="020B0604030504040204" pitchFamily="50" charset="-128"/>
                        </a:rPr>
                        <a:t>保険医療機関（医科）に該当する施設と同様の機能</a:t>
                      </a:r>
                      <a:r>
                        <a:rPr lang="ja-JP" altLang="en-US" sz="1100" b="0" i="0" u="none" strike="noStrike">
                          <a:solidFill>
                            <a:schemeClr val="tx1"/>
                          </a:solidFill>
                          <a:effectLst/>
                          <a:latin typeface="Meiryo UI" panose="020B0604030504040204" pitchFamily="50" charset="-128"/>
                          <a:ea typeface="Meiryo UI" panose="020B0604030504040204" pitchFamily="50" charset="-128"/>
                        </a:rPr>
                        <a:t>が利用できるように改修する。</a:t>
                      </a:r>
                      <a:br>
                        <a:rPr lang="en-US" altLang="ja-JP" sz="1100" b="0" i="0" u="none" strike="noStrike">
                          <a:solidFill>
                            <a:schemeClr val="tx1"/>
                          </a:solidFill>
                          <a:effectLst/>
                          <a:latin typeface="Meiryo UI" panose="020B0604030504040204" pitchFamily="50" charset="-128"/>
                          <a:ea typeface="Meiryo UI" panose="020B0604030504040204" pitchFamily="50" charset="-128"/>
                        </a:rPr>
                      </a:br>
                      <a:r>
                        <a:rPr lang="en-US" altLang="ja-JP" sz="1100" b="0" i="0" u="none" strike="noStrike">
                          <a:solidFill>
                            <a:schemeClr val="tx1"/>
                          </a:solidFill>
                          <a:effectLst/>
                          <a:latin typeface="Meiryo UI" panose="020B0604030504040204" pitchFamily="50" charset="-128"/>
                          <a:ea typeface="Meiryo UI" panose="020B0604030504040204" pitchFamily="50" charset="-128"/>
                        </a:rPr>
                        <a:t>※</a:t>
                      </a:r>
                      <a:r>
                        <a:rPr lang="zh-TW" altLang="en-US" sz="1100" b="0" i="0" u="none" strike="noStrike">
                          <a:solidFill>
                            <a:srgbClr val="000000"/>
                          </a:solidFill>
                          <a:effectLst/>
                          <a:latin typeface="Meiryo UI" panose="020B0604030504040204" pitchFamily="50" charset="-128"/>
                          <a:ea typeface="Meiryo UI" panose="020B0604030504040204" pitchFamily="50" charset="-128"/>
                        </a:rPr>
                        <a:t>保険医療機関（歯科）</a:t>
                      </a:r>
                      <a:r>
                        <a:rPr lang="ja-JP" altLang="en-US" sz="1100" b="0" i="0" u="none" strike="noStrike">
                          <a:solidFill>
                            <a:srgbClr val="000000"/>
                          </a:solidFill>
                          <a:effectLst/>
                          <a:latin typeface="Meiryo UI" panose="020B0604030504040204" pitchFamily="50" charset="-128"/>
                          <a:ea typeface="Meiryo UI" panose="020B0604030504040204" pitchFamily="50" charset="-128"/>
                        </a:rPr>
                        <a:t>が文書情報の登録・取得（電子署名・署名検証含む）を行えるように改修するにあたり、「</a:t>
                      </a:r>
                      <a:r>
                        <a:rPr lang="ja-JP" altLang="en-US" sz="1100" b="0" i="0" u="none" strike="noStrike">
                          <a:solidFill>
                            <a:schemeClr val="tx1"/>
                          </a:solidFill>
                          <a:effectLst/>
                          <a:latin typeface="Meiryo UI" panose="020B0604030504040204" pitchFamily="50" charset="-128"/>
                          <a:ea typeface="Meiryo UI" panose="020B0604030504040204" pitchFamily="50" charset="-128"/>
                        </a:rPr>
                        <a:t>既存の</a:t>
                      </a:r>
                      <a:r>
                        <a:rPr lang="ja-JP" altLang="en-US" sz="1100" b="0" i="0" u="none" strike="noStrike">
                          <a:solidFill>
                            <a:srgbClr val="000000"/>
                          </a:solidFill>
                          <a:effectLst/>
                          <a:latin typeface="Meiryo UI" panose="020B0604030504040204" pitchFamily="50" charset="-128"/>
                          <a:ea typeface="Meiryo UI" panose="020B0604030504040204" pitchFamily="50" charset="-128"/>
                        </a:rPr>
                        <a:t>医科歯科併設医療機関の取り扱い仕様（医療機関等マスタの追加、医療機関番号のバリデーションチェック等）」における必要な改修も行う。</a:t>
                      </a:r>
                      <a:endParaRPr lang="en-US" altLang="ja-JP" sz="11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3847957461"/>
                  </a:ext>
                </a:extLst>
              </a:tr>
              <a:tr h="317649">
                <a:tc>
                  <a:txBody>
                    <a:bodyPr/>
                    <a:lstStyle/>
                    <a:p>
                      <a:pPr algn="ctr" rtl="0" fontAlgn="ctr"/>
                      <a:r>
                        <a:rPr lang="ja-JP" altLang="en-US" sz="1100" b="1" i="0" u="none" strike="noStrike">
                          <a:solidFill>
                            <a:srgbClr val="FFFFFF"/>
                          </a:solidFill>
                          <a:effectLst/>
                          <a:latin typeface="Meiryo UI" panose="020B0604030504040204" pitchFamily="50" charset="-128"/>
                          <a:ea typeface="Meiryo UI" panose="020B0604030504040204" pitchFamily="50" charset="-128"/>
                        </a:rPr>
                        <a:t>備考</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a:noFill/>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100" b="0" i="0" u="none" strike="noStrike">
                          <a:solidFill>
                            <a:schemeClr val="tx1"/>
                          </a:solidFill>
                          <a:effectLst/>
                          <a:latin typeface="Meiryo UI" panose="020B0604030504040204" pitchFamily="50" charset="-128"/>
                          <a:ea typeface="Meiryo UI" panose="020B0604030504040204" pitchFamily="50" charset="-128"/>
                        </a:rPr>
                        <a:t>・</a:t>
                      </a:r>
                      <a:endParaRPr lang="en-US" altLang="ja-JP" sz="11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606374615"/>
                  </a:ext>
                </a:extLst>
              </a:tr>
            </a:tbl>
          </a:graphicData>
        </a:graphic>
      </p:graphicFrame>
      <p:pic>
        <p:nvPicPr>
          <p:cNvPr id="9" name="図 8">
            <a:extLst>
              <a:ext uri="{FF2B5EF4-FFF2-40B4-BE49-F238E27FC236}">
                <a16:creationId xmlns:a16="http://schemas.microsoft.com/office/drawing/2014/main" id="{2671B77B-88DF-F8E8-F0B1-495767A354DF}"/>
              </a:ext>
            </a:extLst>
          </p:cNvPr>
          <p:cNvPicPr>
            <a:picLocks noChangeAspect="1"/>
          </p:cNvPicPr>
          <p:nvPr/>
        </p:nvPicPr>
        <p:blipFill>
          <a:blip r:embed="rId2"/>
          <a:stretch>
            <a:fillRect/>
          </a:stretch>
        </p:blipFill>
        <p:spPr>
          <a:xfrm>
            <a:off x="872067" y="3329972"/>
            <a:ext cx="5934272" cy="3052168"/>
          </a:xfrm>
          <a:prstGeom prst="rect">
            <a:avLst/>
          </a:prstGeom>
        </p:spPr>
      </p:pic>
      <p:grpSp>
        <p:nvGrpSpPr>
          <p:cNvPr id="10" name="グループ化 9">
            <a:extLst>
              <a:ext uri="{FF2B5EF4-FFF2-40B4-BE49-F238E27FC236}">
                <a16:creationId xmlns:a16="http://schemas.microsoft.com/office/drawing/2014/main" id="{CB02B777-6A53-4D46-BD10-25B03DA31E31}"/>
              </a:ext>
            </a:extLst>
          </p:cNvPr>
          <p:cNvGrpSpPr/>
          <p:nvPr/>
        </p:nvGrpSpPr>
        <p:grpSpPr>
          <a:xfrm>
            <a:off x="6877204" y="4371795"/>
            <a:ext cx="2156729" cy="1609417"/>
            <a:chOff x="6901719" y="4275217"/>
            <a:chExt cx="2628710" cy="1789959"/>
          </a:xfrm>
        </p:grpSpPr>
        <p:sp>
          <p:nvSpPr>
            <p:cNvPr id="12" name="吹き出し: 線 11">
              <a:extLst>
                <a:ext uri="{FF2B5EF4-FFF2-40B4-BE49-F238E27FC236}">
                  <a16:creationId xmlns:a16="http://schemas.microsoft.com/office/drawing/2014/main" id="{ADE4C27D-23BF-3247-66F3-D83DE5EEA690}"/>
                </a:ext>
              </a:extLst>
            </p:cNvPr>
            <p:cNvSpPr/>
            <p:nvPr/>
          </p:nvSpPr>
          <p:spPr>
            <a:xfrm>
              <a:off x="6901720" y="4451382"/>
              <a:ext cx="2628709" cy="1613794"/>
            </a:xfrm>
            <a:prstGeom prst="borderCallout1">
              <a:avLst>
                <a:gd name="adj1" fmla="val 63353"/>
                <a:gd name="adj2" fmla="val -515"/>
                <a:gd name="adj3" fmla="val 12705"/>
                <a:gd name="adj4" fmla="val -76769"/>
              </a:avLst>
            </a:prstGeom>
            <a:solidFill>
              <a:schemeClr val="bg1"/>
            </a:solidFill>
            <a:ln w="28575" cap="flat" cmpd="sng" algn="ctr">
              <a:solidFill>
                <a:srgbClr val="C00000"/>
              </a:solid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保険医療機関</a:t>
              </a:r>
              <a:r>
                <a:rPr kumimoji="1" lang="en-US" altLang="ja-JP"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歯科</a:t>
              </a:r>
              <a:r>
                <a:rPr kumimoji="1" lang="en-US" altLang="ja-JP"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においても、以下に示す保険医療機関</a:t>
              </a:r>
              <a:r>
                <a:rPr kumimoji="1" lang="en-US" altLang="ja-JP"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医科</a:t>
              </a:r>
              <a:r>
                <a:rPr kumimoji="1" lang="en-US" altLang="ja-JP"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と同様の</a:t>
              </a:r>
              <a:r>
                <a:rPr kumimoji="1" lang="ja-JP" altLang="en-US" sz="11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機能を同条件で利用できるようにする。</a:t>
              </a:r>
              <a:endParaRPr kumimoji="1" lang="en-US" altLang="ja-JP" sz="11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93663" marR="0" lvl="0" indent="-93663" algn="l" defTabSz="843930" rtl="0" eaLnBrk="1" fontAlgn="ctr"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文書情報の登録・照会・編集</a:t>
              </a:r>
              <a:endParaRPr kumimoji="1" lang="en-US" altLang="ja-JP"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93663" marR="0" lvl="0" indent="-93663" algn="l" defTabSz="843930" rtl="0" eaLnBrk="1" fontAlgn="ctr"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文書情報の取得・閲覧・保存</a:t>
              </a:r>
              <a:endParaRPr kumimoji="1" lang="en-US" altLang="ja-JP" sz="11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93663" marR="0" lvl="0" indent="-93663" algn="l" defTabSz="843930" rtl="0" eaLnBrk="1" fontAlgn="ctr"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13" name="正方形/長方形 12">
              <a:extLst>
                <a:ext uri="{FF2B5EF4-FFF2-40B4-BE49-F238E27FC236}">
                  <a16:creationId xmlns:a16="http://schemas.microsoft.com/office/drawing/2014/main" id="{D92A179B-BAA1-D2B9-09B6-C53FF1A39A59}"/>
                </a:ext>
              </a:extLst>
            </p:cNvPr>
            <p:cNvSpPr/>
            <p:nvPr/>
          </p:nvSpPr>
          <p:spPr>
            <a:xfrm>
              <a:off x="6901719" y="4275217"/>
              <a:ext cx="1054267" cy="176165"/>
            </a:xfrm>
            <a:prstGeom prst="rect">
              <a:avLst/>
            </a:prstGeom>
            <a:solidFill>
              <a:srgbClr val="C00000"/>
            </a:solidFill>
            <a:ln w="28575" cap="flat" cmpd="sng" algn="ctr">
              <a:solidFill>
                <a:srgbClr val="C00000"/>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要求事項</a:t>
              </a:r>
            </a:p>
          </p:txBody>
        </p:sp>
      </p:grpSp>
      <p:sp>
        <p:nvSpPr>
          <p:cNvPr id="11" name="正方形/長方形 10">
            <a:extLst>
              <a:ext uri="{FF2B5EF4-FFF2-40B4-BE49-F238E27FC236}">
                <a16:creationId xmlns:a16="http://schemas.microsoft.com/office/drawing/2014/main" id="{51975AFD-DE1D-E2E0-DC09-D1DEE3F0BA8C}"/>
              </a:ext>
            </a:extLst>
          </p:cNvPr>
          <p:cNvSpPr/>
          <p:nvPr/>
        </p:nvSpPr>
        <p:spPr>
          <a:xfrm>
            <a:off x="4372439" y="3535902"/>
            <a:ext cx="1277778" cy="2831012"/>
          </a:xfrm>
          <a:prstGeom prst="rect">
            <a:avLst/>
          </a:prstGeom>
          <a:noFill/>
          <a:ln w="28575">
            <a:solidFill>
              <a:srgbClr val="C00000"/>
            </a:solidFill>
          </a:ln>
        </p:spPr>
        <p:style>
          <a:lnRef idx="2">
            <a:schemeClr val="accent2"/>
          </a:lnRef>
          <a:fillRef idx="1">
            <a:schemeClr val="lt1"/>
          </a:fillRef>
          <a:effectRef idx="0">
            <a:schemeClr val="accent2"/>
          </a:effectRef>
          <a:fontRef idx="minor">
            <a:schemeClr val="dk1"/>
          </a:fontRef>
        </p:style>
        <p:txBody>
          <a:bodyPr wrap="none" lIns="36000" tIns="36000" rIns="36000" bIns="3600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4" name="正方形/長方形 3">
            <a:extLst>
              <a:ext uri="{FF2B5EF4-FFF2-40B4-BE49-F238E27FC236}">
                <a16:creationId xmlns:a16="http://schemas.microsoft.com/office/drawing/2014/main" id="{75A3A55F-8CB8-689B-0A8E-D6C321431AA9}"/>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37055456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8932E-C558-3E39-4C48-9C63E6E18DDB}"/>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932C01DD-571D-F8C6-9E39-9DE264283B25}"/>
              </a:ext>
            </a:extLst>
          </p:cNvPr>
          <p:cNvSpPr>
            <a:spLocks noGrp="1"/>
          </p:cNvSpPr>
          <p:nvPr>
            <p:ph type="title"/>
          </p:nvPr>
        </p:nvSpPr>
        <p:spPr/>
        <p:txBody>
          <a:bodyPr>
            <a:normAutofit fontScale="90000"/>
          </a:bodyPr>
          <a:lstStyle/>
          <a:p>
            <a:r>
              <a:rPr lang="en-US" altLang="ja-JP" sz="2000"/>
              <a:t>2</a:t>
            </a:r>
            <a:r>
              <a:rPr lang="ja-JP" altLang="en-US" sz="2000"/>
              <a:t>．令和</a:t>
            </a:r>
            <a:r>
              <a:rPr lang="en-US" altLang="ja-JP" sz="2000"/>
              <a:t>9</a:t>
            </a:r>
            <a:r>
              <a:rPr lang="ja-JP" altLang="en-US" sz="2000"/>
              <a:t>年度案件について</a:t>
            </a:r>
            <a:br>
              <a:rPr lang="en-US" altLang="ja-JP" sz="2000"/>
            </a:br>
            <a:r>
              <a:rPr lang="ja-JP" altLang="en-US" sz="2000"/>
              <a:t>案件</a:t>
            </a:r>
            <a:r>
              <a:rPr lang="en-US" altLang="ja-JP" sz="2000"/>
              <a:t>ID216</a:t>
            </a:r>
            <a:r>
              <a:rPr kumimoji="1" lang="en-US" altLang="ja-JP"/>
              <a:t>_</a:t>
            </a:r>
            <a:r>
              <a:rPr lang="ja-JP" altLang="en-US" sz="2000"/>
              <a:t>サポートするプロファイルバージョンの終了</a:t>
            </a:r>
            <a:r>
              <a:rPr lang="en-US" altLang="ja-JP" sz="2000"/>
              <a:t>(</a:t>
            </a:r>
            <a:r>
              <a:rPr lang="ja-JP" altLang="en-US" sz="2000"/>
              <a:t>令和</a:t>
            </a:r>
            <a:r>
              <a:rPr lang="en-US" altLang="ja-JP" sz="2000"/>
              <a:t>9</a:t>
            </a:r>
            <a:r>
              <a:rPr lang="ja-JP" altLang="en-US" sz="2000"/>
              <a:t>年</a:t>
            </a:r>
            <a:r>
              <a:rPr lang="en-US" altLang="ja-JP" sz="2000"/>
              <a:t>)</a:t>
            </a:r>
            <a:endParaRPr kumimoji="1" lang="ja-JP" altLang="en-US"/>
          </a:p>
        </p:txBody>
      </p:sp>
      <p:graphicFrame>
        <p:nvGraphicFramePr>
          <p:cNvPr id="4" name="表 3">
            <a:extLst>
              <a:ext uri="{FF2B5EF4-FFF2-40B4-BE49-F238E27FC236}">
                <a16:creationId xmlns:a16="http://schemas.microsoft.com/office/drawing/2014/main" id="{DEBDD6AD-3D51-472F-CFED-B285F84CE882}"/>
              </a:ext>
            </a:extLst>
          </p:cNvPr>
          <p:cNvGraphicFramePr>
            <a:graphicFrameLocks noGrp="1"/>
          </p:cNvGraphicFramePr>
          <p:nvPr/>
        </p:nvGraphicFramePr>
        <p:xfrm>
          <a:off x="578253" y="761825"/>
          <a:ext cx="8536012" cy="1879674"/>
        </p:xfrm>
        <a:graphic>
          <a:graphicData uri="http://schemas.openxmlformats.org/drawingml/2006/table">
            <a:tbl>
              <a:tblPr/>
              <a:tblGrid>
                <a:gridCol w="1080000">
                  <a:extLst>
                    <a:ext uri="{9D8B030D-6E8A-4147-A177-3AD203B41FA5}">
                      <a16:colId xmlns:a16="http://schemas.microsoft.com/office/drawing/2014/main" val="3507052572"/>
                    </a:ext>
                  </a:extLst>
                </a:gridCol>
                <a:gridCol w="7456012">
                  <a:extLst>
                    <a:ext uri="{9D8B030D-6E8A-4147-A177-3AD203B41FA5}">
                      <a16:colId xmlns:a16="http://schemas.microsoft.com/office/drawing/2014/main" val="3506754757"/>
                    </a:ext>
                  </a:extLst>
                </a:gridCol>
              </a:tblGrid>
              <a:tr h="0">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背景</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algn="l" rtl="0" fontAlgn="ctr"/>
                      <a:r>
                        <a:rPr lang="ja-JP" altLang="en-US" sz="1100"/>
                        <a:t>・</a:t>
                      </a:r>
                      <a:r>
                        <a:rPr lang="en-US" altLang="ja-JP" sz="1100"/>
                        <a:t>CLINS1.13.0</a:t>
                      </a:r>
                      <a:r>
                        <a:rPr lang="ja-JP" altLang="en-US" sz="1100"/>
                        <a:t>より、感染症において患者共有フラグを</a:t>
                      </a:r>
                      <a:r>
                        <a:rPr lang="en-US" altLang="ja-JP" sz="1100"/>
                        <a:t>FHIR</a:t>
                      </a:r>
                      <a:r>
                        <a:rPr lang="ja-JP" altLang="en-US" sz="1100"/>
                        <a:t>で記述できるように改修を行った。</a:t>
                      </a:r>
                      <a:endParaRPr lang="en-US" altLang="ja-JP" sz="1100"/>
                    </a:p>
                    <a:p>
                      <a:pPr algn="l" rtl="0" fontAlgn="ctr"/>
                      <a:r>
                        <a:rPr lang="ja-JP" altLang="en-US" sz="1100"/>
                        <a:t>・全国的な運用開始版の技術解説書では、</a:t>
                      </a:r>
                      <a:r>
                        <a:rPr lang="en-US" altLang="ja-JP" sz="1100"/>
                        <a:t>CLINS1.13.0</a:t>
                      </a:r>
                      <a:r>
                        <a:rPr lang="ja-JP" altLang="en-US" sz="1100"/>
                        <a:t>版のプロファイルに対応することと記述する予定である。</a:t>
                      </a:r>
                      <a:endParaRPr lang="en-US" altLang="ja-JP" sz="1100"/>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2394099348"/>
                  </a:ext>
                </a:extLst>
              </a:tr>
              <a:tr h="0">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課題</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algn="l" rtl="0" fontAlgn="ctr"/>
                      <a:r>
                        <a:rPr lang="ja-JP" altLang="en-US" sz="1100"/>
                        <a:t>・技術解説書</a:t>
                      </a:r>
                      <a:r>
                        <a:rPr lang="en-US" altLang="ja-JP" sz="1100"/>
                        <a:t>(</a:t>
                      </a:r>
                      <a:r>
                        <a:rPr lang="ja-JP" altLang="en-US" sz="1100"/>
                        <a:t>運用開始版</a:t>
                      </a:r>
                      <a:r>
                        <a:rPr lang="en-US" altLang="ja-JP" sz="1100"/>
                        <a:t>)</a:t>
                      </a:r>
                      <a:r>
                        <a:rPr lang="ja-JP" altLang="en-US" sz="1100"/>
                        <a:t>で対象としていないプロファイルバージョンを用いて本サービスを利用し続けることができてしまう</a:t>
                      </a:r>
                      <a:endParaRPr lang="en-US" altLang="ja-JP" sz="1100"/>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808508447"/>
                  </a:ext>
                </a:extLst>
              </a:tr>
              <a:tr h="0">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目的</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algn="l" rtl="0" fontAlgn="ctr"/>
                      <a:r>
                        <a:rPr lang="ja-JP" altLang="en-US" sz="1100"/>
                        <a:t>・技術解説書</a:t>
                      </a:r>
                      <a:r>
                        <a:rPr lang="en-US" altLang="ja-JP" sz="1100"/>
                        <a:t>(</a:t>
                      </a:r>
                      <a:r>
                        <a:rPr lang="ja-JP" altLang="en-US" sz="1100"/>
                        <a:t>運用開始版</a:t>
                      </a:r>
                      <a:r>
                        <a:rPr lang="en-US" altLang="ja-JP" sz="1100"/>
                        <a:t>)</a:t>
                      </a:r>
                      <a:r>
                        <a:rPr lang="ja-JP" altLang="en-US" sz="1100"/>
                        <a:t>で対象としていないプロファイルバージョンについて、システム的に利用終了とする</a:t>
                      </a:r>
                      <a:endParaRPr lang="en-US" altLang="ja-JP" sz="1100"/>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149341942"/>
                  </a:ext>
                </a:extLst>
              </a:tr>
              <a:tr h="0">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要求事項</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100" b="0" i="0" u="none" strike="noStrike">
                          <a:solidFill>
                            <a:schemeClr val="tx1"/>
                          </a:solidFill>
                          <a:effectLst/>
                          <a:latin typeface="+mj-ea"/>
                          <a:ea typeface="+mj-ea"/>
                        </a:rPr>
                        <a:t>■機能：すべて</a:t>
                      </a: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100" b="0" i="0" u="none" strike="noStrike">
                          <a:solidFill>
                            <a:schemeClr val="tx1"/>
                          </a:solidFill>
                          <a:effectLst/>
                          <a:latin typeface="+mj-ea"/>
                          <a:ea typeface="+mj-ea"/>
                        </a:rPr>
                        <a:t>■内容：</a:t>
                      </a: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100" b="0" i="0" u="none" strike="noStrike">
                          <a:solidFill>
                            <a:schemeClr val="tx1"/>
                          </a:solidFill>
                          <a:effectLst/>
                          <a:latin typeface="+mj-ea"/>
                          <a:ea typeface="+mj-ea"/>
                        </a:rPr>
                        <a:t>以下のプロファイルのバージョンをシステム的に利用終了とする。</a:t>
                      </a:r>
                    </a:p>
                    <a:p>
                      <a:pPr marL="0" marR="0" lvl="0" indent="0" algn="l" defTabSz="843930" rtl="0" eaLnBrk="1" fontAlgn="ctr" latinLnBrk="0" hangingPunct="1">
                        <a:lnSpc>
                          <a:spcPct val="100000"/>
                        </a:lnSpc>
                        <a:spcBef>
                          <a:spcPts val="0"/>
                        </a:spcBef>
                        <a:spcAft>
                          <a:spcPts val="0"/>
                        </a:spcAft>
                        <a:buClrTx/>
                        <a:buSzTx/>
                        <a:buFontTx/>
                        <a:buNone/>
                        <a:tabLst/>
                        <a:defRPr/>
                      </a:pPr>
                      <a:r>
                        <a:rPr lang="en-US" altLang="ja-JP" sz="1100" b="0" i="0" u="none" strike="noStrike">
                          <a:solidFill>
                            <a:schemeClr val="tx1"/>
                          </a:solidFill>
                          <a:effectLst/>
                          <a:latin typeface="+mj-ea"/>
                          <a:ea typeface="+mj-ea"/>
                        </a:rPr>
                        <a:t>CLINS</a:t>
                      </a:r>
                      <a:r>
                        <a:rPr lang="ja-JP" altLang="en-US" sz="1100" b="0" i="0" u="none" strike="noStrike">
                          <a:solidFill>
                            <a:schemeClr val="tx1"/>
                          </a:solidFill>
                          <a:effectLst/>
                          <a:latin typeface="+mj-ea"/>
                          <a:ea typeface="+mj-ea"/>
                        </a:rPr>
                        <a:t>：</a:t>
                      </a:r>
                      <a:r>
                        <a:rPr lang="en-US" altLang="ja-JP" sz="1100" b="0" i="0" u="none" strike="noStrike">
                          <a:solidFill>
                            <a:schemeClr val="tx1"/>
                          </a:solidFill>
                          <a:effectLst/>
                          <a:latin typeface="+mj-ea"/>
                          <a:ea typeface="+mj-ea"/>
                        </a:rPr>
                        <a:t>1.12.0</a:t>
                      </a: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3847957461"/>
                  </a:ext>
                </a:extLst>
              </a:tr>
              <a:tr h="0">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備考</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a:noFill/>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ja-JP" altLang="en-US" sz="1100" b="0" i="0" u="none" strike="noStrike" kern="1200">
                          <a:solidFill>
                            <a:schemeClr val="tx1"/>
                          </a:solidFill>
                          <a:effectLst/>
                          <a:latin typeface="+mj-ea"/>
                          <a:ea typeface="+mn-ea"/>
                          <a:cs typeface="+mn-cs"/>
                        </a:rPr>
                        <a:t>モデル医療機関へは</a:t>
                      </a:r>
                      <a:r>
                        <a:rPr kumimoji="1" lang="en-US" altLang="ja-JP" sz="1100" b="0" i="0" u="none" strike="noStrike" kern="1200">
                          <a:solidFill>
                            <a:schemeClr val="tx1"/>
                          </a:solidFill>
                          <a:effectLst/>
                          <a:latin typeface="+mj-ea"/>
                          <a:ea typeface="+mn-ea"/>
                          <a:cs typeface="+mn-cs"/>
                        </a:rPr>
                        <a:t>2026</a:t>
                      </a:r>
                      <a:r>
                        <a:rPr kumimoji="1" lang="ja-JP" altLang="en-US" sz="1100" b="0" i="0" u="none" strike="noStrike" kern="1200">
                          <a:solidFill>
                            <a:schemeClr val="tx1"/>
                          </a:solidFill>
                          <a:effectLst/>
                          <a:latin typeface="+mj-ea"/>
                          <a:ea typeface="+mn-ea"/>
                          <a:cs typeface="+mn-cs"/>
                        </a:rPr>
                        <a:t>年</a:t>
                      </a:r>
                      <a:r>
                        <a:rPr kumimoji="1" lang="en-US" altLang="ja-JP" sz="1100" b="0" i="0" u="none" strike="noStrike" kern="1200">
                          <a:solidFill>
                            <a:schemeClr val="tx1"/>
                          </a:solidFill>
                          <a:effectLst/>
                          <a:latin typeface="+mj-ea"/>
                          <a:ea typeface="+mn-ea"/>
                          <a:cs typeface="+mn-cs"/>
                        </a:rPr>
                        <a:t>9</a:t>
                      </a:r>
                      <a:r>
                        <a:rPr kumimoji="1" lang="ja-JP" altLang="en-US" sz="1100" b="0" i="0" u="none" strike="noStrike" kern="1200">
                          <a:solidFill>
                            <a:schemeClr val="tx1"/>
                          </a:solidFill>
                          <a:effectLst/>
                          <a:latin typeface="+mj-ea"/>
                          <a:ea typeface="+mn-ea"/>
                          <a:cs typeface="+mn-cs"/>
                        </a:rPr>
                        <a:t>月に周知済み</a:t>
                      </a:r>
                      <a:endParaRPr kumimoji="1" lang="en-US" altLang="ja-JP" sz="1100" b="0" i="0" u="none" strike="noStrike" kern="1200">
                        <a:solidFill>
                          <a:schemeClr val="tx1"/>
                        </a:solidFill>
                        <a:effectLst/>
                        <a:latin typeface="+mj-ea"/>
                        <a:ea typeface="+mn-ea"/>
                        <a:cs typeface="+mn-cs"/>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606374615"/>
                  </a:ext>
                </a:extLst>
              </a:tr>
            </a:tbl>
          </a:graphicData>
        </a:graphic>
      </p:graphicFrame>
      <p:graphicFrame>
        <p:nvGraphicFramePr>
          <p:cNvPr id="6" name="表 5">
            <a:extLst>
              <a:ext uri="{FF2B5EF4-FFF2-40B4-BE49-F238E27FC236}">
                <a16:creationId xmlns:a16="http://schemas.microsoft.com/office/drawing/2014/main" id="{2D626E95-534C-AED3-F21D-852650AF4C4F}"/>
              </a:ext>
            </a:extLst>
          </p:cNvPr>
          <p:cNvGraphicFramePr>
            <a:graphicFrameLocks noGrp="1"/>
          </p:cNvGraphicFramePr>
          <p:nvPr/>
        </p:nvGraphicFramePr>
        <p:xfrm>
          <a:off x="2554692" y="3113917"/>
          <a:ext cx="4525983" cy="1282753"/>
        </p:xfrm>
        <a:graphic>
          <a:graphicData uri="http://schemas.openxmlformats.org/drawingml/2006/table">
            <a:tbl>
              <a:tblPr/>
              <a:tblGrid>
                <a:gridCol w="682799">
                  <a:extLst>
                    <a:ext uri="{9D8B030D-6E8A-4147-A177-3AD203B41FA5}">
                      <a16:colId xmlns:a16="http://schemas.microsoft.com/office/drawing/2014/main" val="1646318224"/>
                    </a:ext>
                  </a:extLst>
                </a:gridCol>
                <a:gridCol w="682799">
                  <a:extLst>
                    <a:ext uri="{9D8B030D-6E8A-4147-A177-3AD203B41FA5}">
                      <a16:colId xmlns:a16="http://schemas.microsoft.com/office/drawing/2014/main" val="3938152929"/>
                    </a:ext>
                  </a:extLst>
                </a:gridCol>
                <a:gridCol w="1239202">
                  <a:extLst>
                    <a:ext uri="{9D8B030D-6E8A-4147-A177-3AD203B41FA5}">
                      <a16:colId xmlns:a16="http://schemas.microsoft.com/office/drawing/2014/main" val="2720622065"/>
                    </a:ext>
                  </a:extLst>
                </a:gridCol>
                <a:gridCol w="1921183">
                  <a:extLst>
                    <a:ext uri="{9D8B030D-6E8A-4147-A177-3AD203B41FA5}">
                      <a16:colId xmlns:a16="http://schemas.microsoft.com/office/drawing/2014/main" val="3186515511"/>
                    </a:ext>
                  </a:extLst>
                </a:gridCol>
              </a:tblGrid>
              <a:tr h="385725">
                <a:tc gridSpan="2">
                  <a:txBody>
                    <a:bodyPr/>
                    <a:lstStyle/>
                    <a:p>
                      <a:pPr algn="ctr" fontAlgn="base">
                        <a:lnSpc>
                          <a:spcPts val="1350"/>
                        </a:lnSpc>
                        <a:buNone/>
                      </a:pPr>
                      <a:r>
                        <a:rPr lang="ja-JP" altLang="en-US" sz="1050" b="1" i="0">
                          <a:solidFill>
                            <a:srgbClr val="000000"/>
                          </a:solidFill>
                          <a:effectLst/>
                          <a:latin typeface="Meiryo UI" panose="020B0604030504040204" pitchFamily="50" charset="-128"/>
                        </a:rPr>
                        <a:t>対象プロファイル</a:t>
                      </a:r>
                      <a:r>
                        <a:rPr lang="en-US" sz="1050" b="0" i="0">
                          <a:solidFill>
                            <a:srgbClr val="000000"/>
                          </a:solidFill>
                          <a:effectLst/>
                          <a:latin typeface="Meiryo UI" panose="020B0604030504040204" pitchFamily="50" charset="-128"/>
                        </a:rPr>
                        <a:t>​</a:t>
                      </a:r>
                      <a:endParaRPr lang="en-US" sz="1050" b="0" i="0">
                        <a:solidFill>
                          <a:srgbClr val="000000"/>
                        </a:solidFill>
                        <a:effectLst/>
                      </a:endParaRPr>
                    </a:p>
                  </a:txBody>
                  <a:tcPr marL="100584" marR="100584"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hMerge="1">
                  <a:txBody>
                    <a:bodyPr/>
                    <a:lstStyle/>
                    <a:p>
                      <a:endParaRPr kumimoji="1" lang="ja-JP" altLang="en-US"/>
                    </a:p>
                  </a:txBody>
                  <a:tcPr/>
                </a:tc>
                <a:tc>
                  <a:txBody>
                    <a:bodyPr/>
                    <a:lstStyle/>
                    <a:p>
                      <a:pPr algn="ctr" fontAlgn="base">
                        <a:lnSpc>
                          <a:spcPts val="1350"/>
                        </a:lnSpc>
                        <a:buNone/>
                      </a:pPr>
                      <a:r>
                        <a:rPr lang="ja-JP" altLang="en-US" sz="1050" b="1" i="0" u="none" strike="noStrike">
                          <a:solidFill>
                            <a:srgbClr val="000000"/>
                          </a:solidFill>
                          <a:effectLst/>
                          <a:ea typeface="Meiryo UI" panose="020B0604030504040204" pitchFamily="50" charset="-128"/>
                        </a:rPr>
                        <a:t>サポート終了の</a:t>
                      </a:r>
                      <a:br>
                        <a:rPr lang="en-US" altLang="ja-JP" sz="1050" b="1" i="0" u="none" strike="noStrike">
                          <a:solidFill>
                            <a:srgbClr val="000000"/>
                          </a:solidFill>
                          <a:effectLst/>
                          <a:ea typeface="Meiryo UI" panose="020B0604030504040204" pitchFamily="50" charset="-128"/>
                        </a:rPr>
                      </a:br>
                      <a:r>
                        <a:rPr lang="ja-JP" altLang="en-US" sz="1050" b="1" i="0" u="none" strike="noStrike">
                          <a:solidFill>
                            <a:srgbClr val="000000"/>
                          </a:solidFill>
                          <a:effectLst/>
                          <a:ea typeface="Meiryo UI" panose="020B0604030504040204" pitchFamily="50" charset="-128"/>
                        </a:rPr>
                        <a:t>周知済み時期</a:t>
                      </a:r>
                      <a:endParaRPr lang="ja-JP" altLang="en-US" sz="1050" b="0" i="0">
                        <a:solidFill>
                          <a:srgbClr val="000000"/>
                        </a:solidFill>
                        <a:effectLst/>
                      </a:endParaRPr>
                    </a:p>
                  </a:txBody>
                  <a:tcPr marL="100584" marR="100584"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tc>
                  <a:txBody>
                    <a:bodyPr/>
                    <a:lstStyle/>
                    <a:p>
                      <a:pPr algn="ctr" fontAlgn="base">
                        <a:lnSpc>
                          <a:spcPts val="1350"/>
                        </a:lnSpc>
                        <a:buNone/>
                      </a:pPr>
                      <a:r>
                        <a:rPr lang="ja-JP" altLang="en-US" sz="1050" b="1" i="0" u="none" strike="noStrike">
                          <a:solidFill>
                            <a:srgbClr val="000000"/>
                          </a:solidFill>
                          <a:effectLst/>
                          <a:ea typeface="Meiryo UI" panose="020B0604030504040204" pitchFamily="50" charset="-128"/>
                        </a:rPr>
                        <a:t>システム上の制御開始時期</a:t>
                      </a:r>
                      <a:r>
                        <a:rPr lang="ja-JP" altLang="en-US" sz="1050" b="0" i="0">
                          <a:solidFill>
                            <a:srgbClr val="000000"/>
                          </a:solidFill>
                          <a:effectLst/>
                          <a:latin typeface="Meiryo UI" panose="020B0604030504040204" pitchFamily="50" charset="-128"/>
                        </a:rPr>
                        <a:t>​</a:t>
                      </a:r>
                      <a:endParaRPr lang="ja-JP" altLang="en-US" sz="1050" b="0" i="0">
                        <a:solidFill>
                          <a:srgbClr val="000000"/>
                        </a:solidFill>
                        <a:effectLst/>
                      </a:endParaRPr>
                    </a:p>
                  </a:txBody>
                  <a:tcPr marL="100584" marR="100584"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0E6F5"/>
                    </a:solidFill>
                  </a:tcPr>
                </a:tc>
                <a:extLst>
                  <a:ext uri="{0D108BD9-81ED-4DB2-BD59-A6C34878D82A}">
                    <a16:rowId xmlns:a16="http://schemas.microsoft.com/office/drawing/2014/main" val="919383702"/>
                  </a:ext>
                </a:extLst>
              </a:tr>
              <a:tr h="225459">
                <a:tc rowSpan="2">
                  <a:txBody>
                    <a:bodyPr/>
                    <a:lstStyle/>
                    <a:p>
                      <a:pPr algn="l" fontAlgn="base">
                        <a:lnSpc>
                          <a:spcPts val="1350"/>
                        </a:lnSpc>
                        <a:buNone/>
                      </a:pPr>
                      <a:r>
                        <a:rPr lang="en-US" altLang="ja-JP" sz="1050" b="0" i="0" u="none" strike="noStrike">
                          <a:solidFill>
                            <a:srgbClr val="000000"/>
                          </a:solidFill>
                          <a:effectLst/>
                          <a:latin typeface="Meiryo UI" panose="020B0604030504040204" pitchFamily="50" charset="-128"/>
                        </a:rPr>
                        <a:t>CLINS</a:t>
                      </a:r>
                      <a:r>
                        <a:rPr lang="en-US" sz="1050" b="0" i="0">
                          <a:solidFill>
                            <a:srgbClr val="000000"/>
                          </a:solidFill>
                          <a:effectLst/>
                          <a:latin typeface="Meiryo UI" panose="020B0604030504040204" pitchFamily="50" charset="-128"/>
                        </a:rPr>
                        <a:t>​</a:t>
                      </a:r>
                      <a:endParaRPr lang="en-US" sz="1050" b="0" i="0">
                        <a:solidFill>
                          <a:srgbClr val="000000"/>
                        </a:solidFill>
                        <a:effectLst/>
                      </a:endParaRPr>
                    </a:p>
                  </a:txBody>
                  <a:tcPr marL="100584" marR="100584"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ase">
                        <a:lnSpc>
                          <a:spcPts val="1350"/>
                        </a:lnSpc>
                        <a:buNone/>
                      </a:pPr>
                      <a:r>
                        <a:rPr lang="en-US" altLang="ja-JP" sz="1050" b="0" i="0" u="none" strike="noStrike">
                          <a:solidFill>
                            <a:srgbClr val="000000"/>
                          </a:solidFill>
                          <a:effectLst/>
                          <a:latin typeface="Meiryo UI" panose="020B0604030504040204" pitchFamily="50" charset="-128"/>
                        </a:rPr>
                        <a:t>1.10.0</a:t>
                      </a:r>
                      <a:endParaRPr lang="en-US" sz="1050" b="0" i="0">
                        <a:solidFill>
                          <a:srgbClr val="000000"/>
                        </a:solidFill>
                        <a:effectLst/>
                      </a:endParaRPr>
                    </a:p>
                  </a:txBody>
                  <a:tcPr marL="100584" marR="100584"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3">
                  <a:txBody>
                    <a:bodyPr/>
                    <a:lstStyle/>
                    <a:p>
                      <a:pPr algn="l" fontAlgn="base">
                        <a:lnSpc>
                          <a:spcPts val="1350"/>
                        </a:lnSpc>
                        <a:buNone/>
                      </a:pPr>
                      <a:r>
                        <a:rPr lang="zh-TW" altLang="en-US" sz="1050" b="0" i="0" u="none" strike="noStrike">
                          <a:solidFill>
                            <a:srgbClr val="000000"/>
                          </a:solidFill>
                          <a:effectLst/>
                          <a:ea typeface="Meiryo UI" panose="020B0604030504040204" pitchFamily="50" charset="-128"/>
                        </a:rPr>
                        <a:t>令和</a:t>
                      </a:r>
                      <a:r>
                        <a:rPr lang="en-US" altLang="zh-TW" sz="1050" b="0" i="0" u="none" strike="noStrike">
                          <a:solidFill>
                            <a:srgbClr val="000000"/>
                          </a:solidFill>
                          <a:effectLst/>
                          <a:latin typeface="Meiryo UI" panose="020B0604030504040204" pitchFamily="50" charset="-128"/>
                        </a:rPr>
                        <a:t>8</a:t>
                      </a:r>
                      <a:r>
                        <a:rPr lang="zh-TW" altLang="en-US" sz="1050" b="0" i="0" u="none" strike="noStrike">
                          <a:solidFill>
                            <a:srgbClr val="000000"/>
                          </a:solidFill>
                          <a:effectLst/>
                          <a:ea typeface="Meiryo UI" panose="020B0604030504040204" pitchFamily="50" charset="-128"/>
                        </a:rPr>
                        <a:t>年度冬頃</a:t>
                      </a:r>
                      <a:endParaRPr lang="zh-TW" altLang="en-US" sz="1050" b="0" i="0">
                        <a:solidFill>
                          <a:srgbClr val="000000"/>
                        </a:solidFill>
                        <a:effectLst/>
                        <a:latin typeface="+mn-ea"/>
                        <a:ea typeface="+mn-ea"/>
                      </a:endParaRPr>
                    </a:p>
                  </a:txBody>
                  <a:tcPr marL="100584" marR="100584"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rowSpan="3">
                  <a:txBody>
                    <a:bodyPr/>
                    <a:lstStyle/>
                    <a:p>
                      <a:pPr algn="l" fontAlgn="base">
                        <a:lnSpc>
                          <a:spcPts val="1350"/>
                        </a:lnSpc>
                        <a:buNone/>
                      </a:pPr>
                      <a:r>
                        <a:rPr lang="ja-JP" altLang="en-US" sz="1050" b="0" i="0" u="none" strike="noStrike">
                          <a:solidFill>
                            <a:srgbClr val="000000"/>
                          </a:solidFill>
                          <a:effectLst/>
                          <a:ea typeface="Meiryo UI" panose="020B0604030504040204" pitchFamily="50" charset="-128"/>
                        </a:rPr>
                        <a:t>令和</a:t>
                      </a:r>
                      <a:r>
                        <a:rPr lang="en-US" altLang="ja-JP" sz="1050" b="0" i="0" u="none" strike="noStrike">
                          <a:solidFill>
                            <a:srgbClr val="000000"/>
                          </a:solidFill>
                          <a:effectLst/>
                          <a:latin typeface="Meiryo UI" panose="020B0604030504040204" pitchFamily="50" charset="-128"/>
                        </a:rPr>
                        <a:t>9</a:t>
                      </a:r>
                      <a:r>
                        <a:rPr lang="ja-JP" altLang="en-US" sz="1050" b="0" i="0" u="none" strike="noStrike">
                          <a:solidFill>
                            <a:srgbClr val="000000"/>
                          </a:solidFill>
                          <a:effectLst/>
                          <a:ea typeface="Meiryo UI" panose="020B0604030504040204" pitchFamily="50" charset="-128"/>
                        </a:rPr>
                        <a:t>年</a:t>
                      </a:r>
                      <a:r>
                        <a:rPr lang="en-US" altLang="ja-JP" sz="1050" b="0" i="0" u="none" strike="noStrike">
                          <a:solidFill>
                            <a:srgbClr val="000000"/>
                          </a:solidFill>
                          <a:effectLst/>
                          <a:latin typeface="Meiryo UI" panose="020B0604030504040204" pitchFamily="50" charset="-128"/>
                        </a:rPr>
                        <a:t>3</a:t>
                      </a:r>
                      <a:r>
                        <a:rPr lang="ja-JP" altLang="en-US" sz="1050" b="0" i="0" u="none" strike="noStrike">
                          <a:solidFill>
                            <a:srgbClr val="000000"/>
                          </a:solidFill>
                          <a:effectLst/>
                          <a:ea typeface="Meiryo UI" panose="020B0604030504040204" pitchFamily="50" charset="-128"/>
                        </a:rPr>
                        <a:t>月</a:t>
                      </a:r>
                      <a:r>
                        <a:rPr lang="ja-JP" altLang="en-US" sz="1050" b="0" i="0">
                          <a:solidFill>
                            <a:srgbClr val="000000"/>
                          </a:solidFill>
                          <a:effectLst/>
                          <a:latin typeface="Meiryo UI" panose="020B0604030504040204" pitchFamily="50" charset="-128"/>
                        </a:rPr>
                        <a:t>​末リリース</a:t>
                      </a:r>
                      <a:endParaRPr lang="ja-JP" altLang="en-US" sz="1050" b="0" i="0">
                        <a:solidFill>
                          <a:srgbClr val="000000"/>
                        </a:solidFill>
                        <a:effectLst/>
                        <a:latin typeface="+mn-ea"/>
                        <a:ea typeface="+mn-ea"/>
                      </a:endParaRPr>
                    </a:p>
                  </a:txBody>
                  <a:tcPr marL="100584" marR="100584"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457567553"/>
                  </a:ext>
                </a:extLst>
              </a:tr>
              <a:tr h="225459">
                <a:tc vMerge="1">
                  <a:txBody>
                    <a:bodyPr/>
                    <a:lstStyle/>
                    <a:p>
                      <a:endParaRPr/>
                    </a:p>
                  </a:txBody>
                  <a:tcPr marL="100584" marR="100584"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ase">
                        <a:lnSpc>
                          <a:spcPts val="1350"/>
                        </a:lnSpc>
                        <a:buNone/>
                      </a:pPr>
                      <a:r>
                        <a:rPr lang="en-US" altLang="ja-JP" sz="1050" b="0" i="0" u="none" strike="noStrike">
                          <a:solidFill>
                            <a:srgbClr val="000000"/>
                          </a:solidFill>
                          <a:effectLst/>
                          <a:latin typeface="Meiryo UI" panose="020B0604030504040204" pitchFamily="50" charset="-128"/>
                        </a:rPr>
                        <a:t>1.11.0</a:t>
                      </a:r>
                      <a:endParaRPr lang="en-US" sz="1050" b="0" i="0">
                        <a:solidFill>
                          <a:srgbClr val="000000"/>
                        </a:solidFill>
                        <a:effectLst/>
                      </a:endParaRPr>
                    </a:p>
                  </a:txBody>
                  <a:tcPr marL="100584" marR="100584"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endParaRPr/>
                    </a:p>
                  </a:txBody>
                  <a:tcPr marL="100584" marR="100584"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a:p>
                  </a:txBody>
                  <a:tcPr marL="100584" marR="100584"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22211299"/>
                  </a:ext>
                </a:extLst>
              </a:tr>
              <a:tr h="223055">
                <a:tc>
                  <a:txBody>
                    <a:bodyPr/>
                    <a:lstStyle/>
                    <a:p>
                      <a:pPr algn="l" fontAlgn="base">
                        <a:lnSpc>
                          <a:spcPts val="1350"/>
                        </a:lnSpc>
                        <a:buNone/>
                      </a:pPr>
                      <a:r>
                        <a:rPr lang="ja-JP" altLang="en-US" sz="1050" b="0" i="0" u="none" strike="noStrike">
                          <a:solidFill>
                            <a:srgbClr val="000000"/>
                          </a:solidFill>
                          <a:effectLst/>
                          <a:latin typeface="+mn-ea"/>
                          <a:ea typeface="+mn-ea"/>
                        </a:rPr>
                        <a:t>健診</a:t>
                      </a:r>
                      <a:endParaRPr lang="en-US" sz="1050" b="0" i="0">
                        <a:solidFill>
                          <a:srgbClr val="000000"/>
                        </a:solidFill>
                        <a:effectLst/>
                        <a:latin typeface="+mn-ea"/>
                        <a:ea typeface="+mn-ea"/>
                      </a:endParaRPr>
                    </a:p>
                  </a:txBody>
                  <a:tcPr marL="100584" marR="100584"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base">
                        <a:lnSpc>
                          <a:spcPts val="1350"/>
                        </a:lnSpc>
                        <a:buNone/>
                      </a:pPr>
                      <a:r>
                        <a:rPr lang="en-US" altLang="ja-JP" sz="1050" b="0" i="0">
                          <a:solidFill>
                            <a:srgbClr val="000000"/>
                          </a:solidFill>
                          <a:effectLst/>
                          <a:latin typeface="+mn-ea"/>
                          <a:ea typeface="+mn-ea"/>
                        </a:rPr>
                        <a:t>1.5.0</a:t>
                      </a:r>
                      <a:endParaRPr lang="en-US" sz="1050" b="0" i="0">
                        <a:solidFill>
                          <a:srgbClr val="000000"/>
                        </a:solidFill>
                        <a:effectLst/>
                        <a:latin typeface="+mn-ea"/>
                        <a:ea typeface="+mn-ea"/>
                      </a:endParaRPr>
                    </a:p>
                  </a:txBody>
                  <a:tcPr marL="100584" marR="100584"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vMerge="1">
                  <a:txBody>
                    <a:bodyPr/>
                    <a:lstStyle/>
                    <a:p>
                      <a:endParaRPr/>
                    </a:p>
                  </a:txBody>
                  <a:tcPr marL="100584" marR="100584"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endParaRPr/>
                    </a:p>
                  </a:txBody>
                  <a:tcPr marL="100584" marR="100584"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79135829"/>
                  </a:ext>
                </a:extLst>
              </a:tr>
              <a:tr h="223055">
                <a:tc>
                  <a:txBody>
                    <a:bodyPr/>
                    <a:lstStyle/>
                    <a:p>
                      <a:pPr algn="l" fontAlgn="base">
                        <a:lnSpc>
                          <a:spcPts val="1350"/>
                        </a:lnSpc>
                        <a:buNone/>
                      </a:pPr>
                      <a:r>
                        <a:rPr lang="en-US" altLang="ja-JP" sz="1050" b="0" i="0">
                          <a:solidFill>
                            <a:srgbClr val="000000"/>
                          </a:solidFill>
                          <a:effectLst/>
                          <a:latin typeface="+mn-ea"/>
                          <a:ea typeface="+mn-ea"/>
                        </a:rPr>
                        <a:t>CLINS</a:t>
                      </a:r>
                      <a:endParaRPr lang="en-US" sz="1050" b="0" i="0">
                        <a:solidFill>
                          <a:srgbClr val="000000"/>
                        </a:solidFill>
                        <a:effectLst/>
                        <a:latin typeface="+mn-ea"/>
                        <a:ea typeface="+mn-ea"/>
                      </a:endParaRPr>
                    </a:p>
                  </a:txBody>
                  <a:tcPr marL="100584" marR="100584"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ase">
                        <a:lnSpc>
                          <a:spcPts val="1350"/>
                        </a:lnSpc>
                        <a:buNone/>
                      </a:pPr>
                      <a:r>
                        <a:rPr lang="en-US" altLang="ja-JP" sz="1050" b="0" i="0">
                          <a:solidFill>
                            <a:srgbClr val="000000"/>
                          </a:solidFill>
                          <a:effectLst/>
                          <a:latin typeface="+mn-ea"/>
                          <a:ea typeface="+mn-ea"/>
                        </a:rPr>
                        <a:t>1.12.0</a:t>
                      </a:r>
                      <a:endParaRPr lang="en-US" sz="1050" b="0" i="0">
                        <a:solidFill>
                          <a:srgbClr val="000000"/>
                        </a:solidFill>
                        <a:effectLst/>
                        <a:latin typeface="+mn-ea"/>
                        <a:ea typeface="+mn-ea"/>
                      </a:endParaRPr>
                    </a:p>
                  </a:txBody>
                  <a:tcPr marL="100584" marR="100584"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ase">
                        <a:lnSpc>
                          <a:spcPts val="1350"/>
                        </a:lnSpc>
                        <a:buNone/>
                      </a:pPr>
                      <a:r>
                        <a:rPr lang="ja-JP" altLang="en-US" sz="1050" b="0" i="0">
                          <a:solidFill>
                            <a:srgbClr val="000000"/>
                          </a:solidFill>
                          <a:effectLst/>
                          <a:latin typeface="+mn-ea"/>
                          <a:ea typeface="+mn-ea"/>
                        </a:rPr>
                        <a:t>令和</a:t>
                      </a:r>
                      <a:r>
                        <a:rPr lang="en-US" altLang="ja-JP" sz="1050" b="0" i="0">
                          <a:solidFill>
                            <a:srgbClr val="000000"/>
                          </a:solidFill>
                          <a:effectLst/>
                          <a:latin typeface="+mn-ea"/>
                          <a:ea typeface="+mn-ea"/>
                        </a:rPr>
                        <a:t>9</a:t>
                      </a:r>
                      <a:r>
                        <a:rPr lang="ja-JP" altLang="en-US" sz="1050" b="0" i="0">
                          <a:solidFill>
                            <a:srgbClr val="000000"/>
                          </a:solidFill>
                          <a:effectLst/>
                          <a:latin typeface="+mn-ea"/>
                          <a:ea typeface="+mn-ea"/>
                        </a:rPr>
                        <a:t>年度</a:t>
                      </a:r>
                      <a:r>
                        <a:rPr lang="en-US" altLang="ja-JP" sz="1050" b="0" i="0">
                          <a:solidFill>
                            <a:srgbClr val="000000"/>
                          </a:solidFill>
                          <a:effectLst/>
                          <a:latin typeface="+mn-ea"/>
                          <a:ea typeface="+mn-ea"/>
                        </a:rPr>
                        <a:t>9</a:t>
                      </a:r>
                      <a:r>
                        <a:rPr lang="ja-JP" altLang="en-US" sz="1050" b="0" i="0">
                          <a:solidFill>
                            <a:srgbClr val="000000"/>
                          </a:solidFill>
                          <a:effectLst/>
                          <a:latin typeface="+mn-ea"/>
                          <a:ea typeface="+mn-ea"/>
                        </a:rPr>
                        <a:t>月頃</a:t>
                      </a:r>
                      <a:endParaRPr lang="zh-TW" altLang="en-US" sz="1050" b="0" i="0">
                        <a:solidFill>
                          <a:srgbClr val="000000"/>
                        </a:solidFill>
                        <a:effectLst/>
                        <a:latin typeface="+mn-ea"/>
                        <a:ea typeface="+mn-ea"/>
                      </a:endParaRPr>
                    </a:p>
                  </a:txBody>
                  <a:tcPr marL="100584" marR="100584"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l" defTabSz="685673" rtl="0" eaLnBrk="1" fontAlgn="base" latinLnBrk="0" hangingPunct="1">
                        <a:lnSpc>
                          <a:spcPts val="1350"/>
                        </a:lnSpc>
                        <a:spcBef>
                          <a:spcPts val="0"/>
                        </a:spcBef>
                        <a:spcAft>
                          <a:spcPts val="0"/>
                        </a:spcAft>
                        <a:buClrTx/>
                        <a:buSzTx/>
                        <a:buFontTx/>
                        <a:buNone/>
                        <a:tabLst/>
                        <a:defRPr/>
                      </a:pPr>
                      <a:r>
                        <a:rPr lang="ja-JP" altLang="en-US" sz="1050" b="0" i="0">
                          <a:solidFill>
                            <a:srgbClr val="000000"/>
                          </a:solidFill>
                          <a:effectLst/>
                          <a:latin typeface="+mn-ea"/>
                          <a:ea typeface="+mn-ea"/>
                        </a:rPr>
                        <a:t>令和</a:t>
                      </a:r>
                      <a:r>
                        <a:rPr lang="en-US" altLang="ja-JP" sz="1050" b="0" i="0">
                          <a:solidFill>
                            <a:srgbClr val="000000"/>
                          </a:solidFill>
                          <a:effectLst/>
                          <a:latin typeface="+mn-ea"/>
                          <a:ea typeface="+mn-ea"/>
                        </a:rPr>
                        <a:t>9</a:t>
                      </a:r>
                      <a:r>
                        <a:rPr lang="ja-JP" altLang="en-US" sz="1050" b="0" i="0">
                          <a:solidFill>
                            <a:srgbClr val="000000"/>
                          </a:solidFill>
                          <a:effectLst/>
                          <a:latin typeface="+mn-ea"/>
                          <a:ea typeface="+mn-ea"/>
                        </a:rPr>
                        <a:t>年</a:t>
                      </a:r>
                      <a:r>
                        <a:rPr lang="en-US" altLang="ja-JP" sz="1050" b="0" i="0">
                          <a:solidFill>
                            <a:srgbClr val="000000"/>
                          </a:solidFill>
                          <a:effectLst/>
                          <a:latin typeface="+mn-ea"/>
                          <a:ea typeface="+mn-ea"/>
                        </a:rPr>
                        <a:t>12</a:t>
                      </a:r>
                      <a:r>
                        <a:rPr lang="ja-JP" altLang="en-US" sz="1050" b="0" i="0">
                          <a:solidFill>
                            <a:srgbClr val="000000"/>
                          </a:solidFill>
                          <a:effectLst/>
                          <a:latin typeface="+mn-ea"/>
                          <a:ea typeface="+mn-ea"/>
                        </a:rPr>
                        <a:t>月リリース</a:t>
                      </a:r>
                    </a:p>
                  </a:txBody>
                  <a:tcPr marL="100584" marR="100584"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66518982"/>
                  </a:ext>
                </a:extLst>
              </a:tr>
            </a:tbl>
          </a:graphicData>
        </a:graphic>
      </p:graphicFrame>
      <p:sp>
        <p:nvSpPr>
          <p:cNvPr id="15" name="正方形/長方形 14">
            <a:extLst>
              <a:ext uri="{FF2B5EF4-FFF2-40B4-BE49-F238E27FC236}">
                <a16:creationId xmlns:a16="http://schemas.microsoft.com/office/drawing/2014/main" id="{DBA2B126-FDEC-FBEF-07EB-065A79C3C1EF}"/>
              </a:ext>
            </a:extLst>
          </p:cNvPr>
          <p:cNvSpPr/>
          <p:nvPr/>
        </p:nvSpPr>
        <p:spPr>
          <a:xfrm>
            <a:off x="2521740" y="4150317"/>
            <a:ext cx="4616603" cy="303271"/>
          </a:xfrm>
          <a:prstGeom prst="rect">
            <a:avLst/>
          </a:prstGeom>
          <a:ln w="19050">
            <a:solidFill>
              <a:srgbClr val="FF0000"/>
            </a:solidFill>
          </a:ln>
        </p:spPr>
        <p:txBody>
          <a:bodyPr wrap="none"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Meiryo UI"/>
              <a:ea typeface="Meiryo UI"/>
              <a:cs typeface="Arial" charset="0"/>
            </a:endParaRPr>
          </a:p>
        </p:txBody>
      </p:sp>
      <p:grpSp>
        <p:nvGrpSpPr>
          <p:cNvPr id="16" name="グループ化 15">
            <a:extLst>
              <a:ext uri="{FF2B5EF4-FFF2-40B4-BE49-F238E27FC236}">
                <a16:creationId xmlns:a16="http://schemas.microsoft.com/office/drawing/2014/main" id="{0E8AC905-C271-F329-5A57-B026B378B538}"/>
              </a:ext>
            </a:extLst>
          </p:cNvPr>
          <p:cNvGrpSpPr/>
          <p:nvPr/>
        </p:nvGrpSpPr>
        <p:grpSpPr>
          <a:xfrm>
            <a:off x="6877204" y="4371794"/>
            <a:ext cx="2156729" cy="981255"/>
            <a:chOff x="6901719" y="4275217"/>
            <a:chExt cx="2628710" cy="1091331"/>
          </a:xfrm>
        </p:grpSpPr>
        <p:sp>
          <p:nvSpPr>
            <p:cNvPr id="17" name="吹き出し: 線 16">
              <a:extLst>
                <a:ext uri="{FF2B5EF4-FFF2-40B4-BE49-F238E27FC236}">
                  <a16:creationId xmlns:a16="http://schemas.microsoft.com/office/drawing/2014/main" id="{0F09DB11-E1BE-DBBD-7E8D-4C74B343421F}"/>
                </a:ext>
              </a:extLst>
            </p:cNvPr>
            <p:cNvSpPr/>
            <p:nvPr/>
          </p:nvSpPr>
          <p:spPr>
            <a:xfrm>
              <a:off x="6901720" y="4451382"/>
              <a:ext cx="2628709" cy="915166"/>
            </a:xfrm>
            <a:prstGeom prst="borderCallout1">
              <a:avLst>
                <a:gd name="adj1" fmla="val 25936"/>
                <a:gd name="adj2" fmla="val 3901"/>
                <a:gd name="adj3" fmla="val -8957"/>
                <a:gd name="adj4" fmla="val -91785"/>
              </a:avLst>
            </a:prstGeom>
            <a:solidFill>
              <a:schemeClr val="bg1"/>
            </a:solidFill>
            <a:ln w="28575" cap="flat" cmpd="sng" algn="ctr">
              <a:solidFill>
                <a:srgbClr val="C00000"/>
              </a:solid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CLINS1.12.0</a:t>
              </a:r>
              <a:r>
                <a:rPr kumimoji="1" lang="ja-JP" altLang="en-US"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のサポートを令和</a:t>
              </a:r>
              <a:r>
                <a:rPr kumimoji="1" lang="en-US" altLang="ja-JP"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9</a:t>
              </a:r>
              <a:r>
                <a:rPr kumimoji="1" lang="ja-JP" altLang="en-US"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年度</a:t>
              </a:r>
              <a:r>
                <a:rPr kumimoji="1" lang="en-US" altLang="ja-JP"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12</a:t>
              </a:r>
              <a:r>
                <a:rPr kumimoji="1" lang="ja-JP" altLang="en-US"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月リリースのタイミングでシステム的に利用終了としていただきたい。</a:t>
              </a:r>
              <a:endParaRPr kumimoji="1" lang="en-US" altLang="ja-JP"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18" name="正方形/長方形 17">
              <a:extLst>
                <a:ext uri="{FF2B5EF4-FFF2-40B4-BE49-F238E27FC236}">
                  <a16:creationId xmlns:a16="http://schemas.microsoft.com/office/drawing/2014/main" id="{ACC9F076-481A-79B3-BB43-4C341E75EA09}"/>
                </a:ext>
              </a:extLst>
            </p:cNvPr>
            <p:cNvSpPr/>
            <p:nvPr/>
          </p:nvSpPr>
          <p:spPr>
            <a:xfrm>
              <a:off x="6901719" y="4275217"/>
              <a:ext cx="1054267" cy="176165"/>
            </a:xfrm>
            <a:prstGeom prst="rect">
              <a:avLst/>
            </a:prstGeom>
            <a:solidFill>
              <a:srgbClr val="C00000"/>
            </a:solidFill>
            <a:ln w="28575" cap="flat" cmpd="sng" algn="ctr">
              <a:solidFill>
                <a:srgbClr val="C00000"/>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要求事項</a:t>
              </a:r>
            </a:p>
          </p:txBody>
        </p:sp>
      </p:grpSp>
      <p:sp>
        <p:nvSpPr>
          <p:cNvPr id="5" name="正方形/長方形 4">
            <a:extLst>
              <a:ext uri="{FF2B5EF4-FFF2-40B4-BE49-F238E27FC236}">
                <a16:creationId xmlns:a16="http://schemas.microsoft.com/office/drawing/2014/main" id="{68E41E27-050F-F564-B3F1-FA6A77560E9E}"/>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8172208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C2655-3714-5B93-F1F7-91BB555B8CF4}"/>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97809C1D-CDF0-15A8-60D4-D9EE5AB1938E}"/>
              </a:ext>
            </a:extLst>
          </p:cNvPr>
          <p:cNvSpPr>
            <a:spLocks noGrp="1"/>
          </p:cNvSpPr>
          <p:nvPr>
            <p:ph type="title"/>
          </p:nvPr>
        </p:nvSpPr>
        <p:spPr/>
        <p:txBody>
          <a:bodyPr>
            <a:noAutofit/>
          </a:bodyPr>
          <a:lstStyle/>
          <a:p>
            <a:r>
              <a:rPr lang="en-US" altLang="ja-JP" sz="1800"/>
              <a:t>2</a:t>
            </a:r>
            <a:r>
              <a:rPr lang="ja-JP" altLang="en-US" sz="1800"/>
              <a:t>．令和</a:t>
            </a:r>
            <a:r>
              <a:rPr lang="en-US" altLang="ja-JP" sz="1800"/>
              <a:t>9</a:t>
            </a:r>
            <a:r>
              <a:rPr lang="ja-JP" altLang="en-US" sz="1800"/>
              <a:t>年度案件について</a:t>
            </a:r>
            <a:br>
              <a:rPr lang="en-US" altLang="ja-JP" sz="1800"/>
            </a:br>
            <a:r>
              <a:rPr lang="ja-JP" altLang="en-US" sz="1800"/>
              <a:t>案件</a:t>
            </a:r>
            <a:r>
              <a:rPr lang="en-US" altLang="ja-JP" sz="1800"/>
              <a:t>ID217</a:t>
            </a:r>
            <a:r>
              <a:rPr kumimoji="1" lang="en-US" altLang="ja-JP" sz="1800"/>
              <a:t>_</a:t>
            </a:r>
            <a:r>
              <a:rPr lang="ja-JP" altLang="en-US" sz="1800"/>
              <a:t>健診文書の閲覧同意の制御範囲の変更</a:t>
            </a:r>
            <a:endParaRPr kumimoji="1" lang="ja-JP" altLang="en-US" sz="1800"/>
          </a:p>
        </p:txBody>
      </p:sp>
      <p:graphicFrame>
        <p:nvGraphicFramePr>
          <p:cNvPr id="2" name="表 1">
            <a:extLst>
              <a:ext uri="{FF2B5EF4-FFF2-40B4-BE49-F238E27FC236}">
                <a16:creationId xmlns:a16="http://schemas.microsoft.com/office/drawing/2014/main" id="{FBEC880A-CCB9-5698-A446-CC6B218DD6B0}"/>
              </a:ext>
            </a:extLst>
          </p:cNvPr>
          <p:cNvGraphicFramePr>
            <a:graphicFrameLocks noGrp="1"/>
          </p:cNvGraphicFramePr>
          <p:nvPr/>
        </p:nvGraphicFramePr>
        <p:xfrm>
          <a:off x="578253" y="761825"/>
          <a:ext cx="8536012" cy="2539320"/>
        </p:xfrm>
        <a:graphic>
          <a:graphicData uri="http://schemas.openxmlformats.org/drawingml/2006/table">
            <a:tbl>
              <a:tblPr/>
              <a:tblGrid>
                <a:gridCol w="1080000">
                  <a:extLst>
                    <a:ext uri="{9D8B030D-6E8A-4147-A177-3AD203B41FA5}">
                      <a16:colId xmlns:a16="http://schemas.microsoft.com/office/drawing/2014/main" val="3507052572"/>
                    </a:ext>
                  </a:extLst>
                </a:gridCol>
                <a:gridCol w="7456012">
                  <a:extLst>
                    <a:ext uri="{9D8B030D-6E8A-4147-A177-3AD203B41FA5}">
                      <a16:colId xmlns:a16="http://schemas.microsoft.com/office/drawing/2014/main" val="3506754757"/>
                    </a:ext>
                  </a:extLst>
                </a:gridCol>
              </a:tblGrid>
              <a:tr h="0">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背景</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r>
                        <a:rPr lang="ja-JP" altLang="ja-JP" sz="1100"/>
                        <a:t>・健診情報を電子カルテ情報共有サービスに登録する際には、患者から以下の同意を取得する運用となっている。</a:t>
                      </a:r>
                    </a:p>
                    <a:p>
                      <a:r>
                        <a:rPr lang="ja-JP" altLang="ja-JP" sz="1100"/>
                        <a:t>「保健事業への活用のために、電子カルテ情報共有サービスを利用して、社会保険診療報酬支払基金を通じて、あなたが健診実施日に加入している保険者へ本健診結果を提供することに同意しますか。」</a:t>
                      </a:r>
                    </a:p>
                    <a:p>
                      <a:r>
                        <a:rPr lang="ja-JP" altLang="ja-JP" sz="1100"/>
                        <a:t>・当該同意は、中央基盤から健診実施日に受診者が加入している保険者へ健診結果を提供することに対する同意であり、健診実施機関から中央基盤へ健診情報を登録すること自体については、法令上、受診者の同意は不要である。</a:t>
                      </a: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2394099348"/>
                  </a:ext>
                </a:extLst>
              </a:tr>
              <a:tr h="0">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課題</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r>
                        <a:rPr lang="ja-JP" altLang="ja-JP" sz="1100"/>
                        <a:t>・現行運用では、患者が保険者への健診結果の提供に同意しない場合、健診文書が中央基盤に登録されないため、保険者への提供だけでなく、他の医療機関や患者本人のマイナポータルへの共有もできない。</a:t>
                      </a:r>
                    </a:p>
                    <a:p>
                      <a:r>
                        <a:rPr lang="ja-JP" altLang="ja-JP" sz="1100"/>
                        <a:t>・他の医療機関への共有については、患者が顔認証付きカードリーダー等で閲覧に同意することで閲覧可能となる仕組みであるにもかかわらず、保険者への提供に同意しないことを理由として、他の共有先への情報共有まで制限される状態となっている。</a:t>
                      </a: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808508447"/>
                  </a:ext>
                </a:extLst>
              </a:tr>
              <a:tr h="0">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目的</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ja-JP" altLang="ja-JP" sz="1100"/>
                        <a:t>・保険者への健診結果の提供に係る同意と、健診文書の中央基盤への登録および他の医療機関・患者本人への共有を切り分け、患者が保険者への提供に同意しない場合であっても、必要に応じて他の医療機関や患者本人へ健診情報を共有できる運用とする。</a:t>
                      </a:r>
                      <a:endParaRPr lang="en-US" altLang="ja-JP" sz="1100"/>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149341942"/>
                  </a:ext>
                </a:extLst>
              </a:tr>
              <a:tr h="0">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要求事項</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en-US" altLang="ja-JP" sz="1100" b="0" i="0" u="none" strike="noStrike">
                          <a:solidFill>
                            <a:schemeClr val="tx1"/>
                          </a:solidFill>
                          <a:effectLst/>
                          <a:latin typeface="+mj-ea"/>
                          <a:ea typeface="+mj-ea"/>
                        </a:rPr>
                        <a:t>※</a:t>
                      </a:r>
                      <a:r>
                        <a:rPr lang="ja-JP" altLang="en-US" sz="1100" b="0" i="0" u="none" strike="noStrike">
                          <a:solidFill>
                            <a:schemeClr val="tx1"/>
                          </a:solidFill>
                          <a:effectLst/>
                          <a:latin typeface="+mj-ea"/>
                          <a:ea typeface="+mj-ea"/>
                        </a:rPr>
                        <a:t>整理中</a:t>
                      </a:r>
                      <a:endParaRPr lang="en-US" altLang="ja-JP" sz="1100" b="0" i="0" u="none" strike="noStrike">
                        <a:solidFill>
                          <a:schemeClr val="tx1"/>
                        </a:solidFill>
                        <a:effectLst/>
                        <a:latin typeface="+mj-ea"/>
                        <a:ea typeface="+mj-ea"/>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3847957461"/>
                  </a:ext>
                </a:extLst>
              </a:tr>
              <a:tr h="0">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備考</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a:noFill/>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endParaRPr kumimoji="1" lang="en-US" altLang="ja-JP" sz="1100" b="0" i="0" u="none" strike="noStrike" kern="1200">
                        <a:solidFill>
                          <a:schemeClr val="tx1"/>
                        </a:solidFill>
                        <a:effectLst/>
                        <a:latin typeface="+mj-ea"/>
                        <a:ea typeface="+mn-ea"/>
                        <a:cs typeface="+mn-cs"/>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606374615"/>
                  </a:ext>
                </a:extLst>
              </a:tr>
            </a:tbl>
          </a:graphicData>
        </a:graphic>
      </p:graphicFrame>
      <p:sp>
        <p:nvSpPr>
          <p:cNvPr id="5" name="四角形: 角を丸くする 4">
            <a:extLst>
              <a:ext uri="{FF2B5EF4-FFF2-40B4-BE49-F238E27FC236}">
                <a16:creationId xmlns:a16="http://schemas.microsoft.com/office/drawing/2014/main" id="{18AE1E71-16E6-1809-9130-18F47EEAC366}"/>
              </a:ext>
            </a:extLst>
          </p:cNvPr>
          <p:cNvSpPr/>
          <p:nvPr/>
        </p:nvSpPr>
        <p:spPr>
          <a:xfrm>
            <a:off x="1392662" y="4326608"/>
            <a:ext cx="1309411" cy="1004004"/>
          </a:xfrm>
          <a:prstGeom prst="roundRect">
            <a:avLst>
              <a:gd name="adj" fmla="val 9524"/>
            </a:avLst>
          </a:prstGeom>
          <a:solidFill>
            <a:schemeClr val="bg1">
              <a:lumMod val="95000"/>
            </a:schemeClr>
          </a:solidFill>
          <a:ln>
            <a:solidFill>
              <a:schemeClr val="bg1">
                <a:lumMod val="75000"/>
              </a:schemeClr>
            </a:solid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7" name="正方形/長方形 6">
            <a:extLst>
              <a:ext uri="{FF2B5EF4-FFF2-40B4-BE49-F238E27FC236}">
                <a16:creationId xmlns:a16="http://schemas.microsoft.com/office/drawing/2014/main" id="{EAF8E29F-2D5F-96FB-A43C-3788E65BC937}"/>
              </a:ext>
            </a:extLst>
          </p:cNvPr>
          <p:cNvSpPr/>
          <p:nvPr/>
        </p:nvSpPr>
        <p:spPr>
          <a:xfrm>
            <a:off x="1401331" y="4411469"/>
            <a:ext cx="1292073" cy="281620"/>
          </a:xfrm>
          <a:prstGeom prst="rect">
            <a:avLst/>
          </a:prstGeom>
          <a:noFill/>
          <a:ln w="19050">
            <a:no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prstClr val="black"/>
                </a:solidFill>
                <a:effectLst/>
                <a:uLnTx/>
                <a:uFillTx/>
                <a:latin typeface="Meiryo UI"/>
                <a:ea typeface="Meiryo UI"/>
                <a:cs typeface="Arial" charset="0"/>
              </a:rPr>
              <a:t>健診実施機関</a:t>
            </a:r>
            <a:endParaRPr kumimoji="1" lang="en-US" altLang="ja-JP" sz="1200" b="1" i="0" u="none" strike="noStrike" kern="1200" cap="none" spc="0" normalizeH="0" baseline="0" noProof="0">
              <a:ln>
                <a:noFill/>
              </a:ln>
              <a:solidFill>
                <a:prstClr val="black"/>
              </a:solidFill>
              <a:effectLst/>
              <a:uLnTx/>
              <a:uFillTx/>
              <a:latin typeface="Meiryo UI"/>
              <a:ea typeface="Meiryo UI"/>
              <a:cs typeface="Arial" charset="0"/>
            </a:endParaRPr>
          </a:p>
        </p:txBody>
      </p:sp>
      <p:pic>
        <p:nvPicPr>
          <p:cNvPr id="8" name="グラフィックス 7" descr="コンピューター 枠線">
            <a:extLst>
              <a:ext uri="{FF2B5EF4-FFF2-40B4-BE49-F238E27FC236}">
                <a16:creationId xmlns:a16="http://schemas.microsoft.com/office/drawing/2014/main" id="{EA92CF5F-5491-473F-B785-B69DCA74D2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72756" y="4757964"/>
            <a:ext cx="549222" cy="549222"/>
          </a:xfrm>
          <a:prstGeom prst="rect">
            <a:avLst/>
          </a:prstGeom>
        </p:spPr>
      </p:pic>
      <p:sp>
        <p:nvSpPr>
          <p:cNvPr id="9" name="四角形: 角を丸くする 8">
            <a:extLst>
              <a:ext uri="{FF2B5EF4-FFF2-40B4-BE49-F238E27FC236}">
                <a16:creationId xmlns:a16="http://schemas.microsoft.com/office/drawing/2014/main" id="{8854BE13-ADF5-8618-8DC3-F4C841E2C12A}"/>
              </a:ext>
            </a:extLst>
          </p:cNvPr>
          <p:cNvSpPr/>
          <p:nvPr/>
        </p:nvSpPr>
        <p:spPr>
          <a:xfrm>
            <a:off x="4115942" y="4147072"/>
            <a:ext cx="1674115" cy="1239869"/>
          </a:xfrm>
          <a:prstGeom prst="roundRect">
            <a:avLst>
              <a:gd name="adj" fmla="val 9524"/>
            </a:avLst>
          </a:prstGeom>
          <a:solidFill>
            <a:srgbClr val="E3EBF5"/>
          </a:solidFill>
          <a:ln>
            <a:solidFill>
              <a:schemeClr val="tx2"/>
            </a:solid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10" name="正方形/長方形 9">
            <a:extLst>
              <a:ext uri="{FF2B5EF4-FFF2-40B4-BE49-F238E27FC236}">
                <a16:creationId xmlns:a16="http://schemas.microsoft.com/office/drawing/2014/main" id="{B7640AF1-6620-EAAB-F4A3-3253F3B3AA61}"/>
              </a:ext>
            </a:extLst>
          </p:cNvPr>
          <p:cNvSpPr/>
          <p:nvPr/>
        </p:nvSpPr>
        <p:spPr>
          <a:xfrm>
            <a:off x="4177096" y="4102945"/>
            <a:ext cx="1514163" cy="308524"/>
          </a:xfrm>
          <a:prstGeom prst="rect">
            <a:avLst/>
          </a:prstGeom>
          <a:noFill/>
          <a:ln w="19050">
            <a:no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prstClr val="black"/>
                </a:solidFill>
                <a:effectLst/>
                <a:uLnTx/>
                <a:uFillTx/>
                <a:latin typeface="Meiryo UI"/>
                <a:ea typeface="Meiryo UI"/>
                <a:cs typeface="Arial" charset="0"/>
              </a:rPr>
              <a:t>中央基盤</a:t>
            </a:r>
            <a:endParaRPr kumimoji="1" lang="en-US" altLang="ja-JP" sz="1200" b="1" i="0" u="none" strike="noStrike" kern="1200" cap="none" spc="0" normalizeH="0" baseline="0" noProof="0">
              <a:ln>
                <a:noFill/>
              </a:ln>
              <a:solidFill>
                <a:prstClr val="black"/>
              </a:solidFill>
              <a:effectLst/>
              <a:uLnTx/>
              <a:uFillTx/>
              <a:latin typeface="Meiryo UI"/>
              <a:ea typeface="Meiryo UI"/>
              <a:cs typeface="Arial" charset="0"/>
            </a:endParaRPr>
          </a:p>
        </p:txBody>
      </p:sp>
      <p:cxnSp>
        <p:nvCxnSpPr>
          <p:cNvPr id="11" name="直線矢印コネクタ 10">
            <a:extLst>
              <a:ext uri="{FF2B5EF4-FFF2-40B4-BE49-F238E27FC236}">
                <a16:creationId xmlns:a16="http://schemas.microsoft.com/office/drawing/2014/main" id="{36CEBD41-8644-362D-609E-2F4AF2BED3D9}"/>
              </a:ext>
            </a:extLst>
          </p:cNvPr>
          <p:cNvCxnSpPr>
            <a:cxnSpLocks/>
          </p:cNvCxnSpPr>
          <p:nvPr/>
        </p:nvCxnSpPr>
        <p:spPr bwMode="auto">
          <a:xfrm>
            <a:off x="2335001" y="5008285"/>
            <a:ext cx="2144607" cy="0"/>
          </a:xfrm>
          <a:prstGeom prst="straightConnector1">
            <a:avLst/>
          </a:prstGeom>
          <a:solidFill>
            <a:schemeClr val="bg1"/>
          </a:solidFill>
          <a:ln w="9525" cap="flat" cmpd="sng" algn="ctr">
            <a:solidFill>
              <a:schemeClr val="tx1"/>
            </a:solidFill>
            <a:prstDash val="solid"/>
            <a:round/>
            <a:headEnd type="none" w="med" len="med"/>
            <a:tailEnd type="triangle"/>
          </a:ln>
          <a:effectLst/>
        </p:spPr>
      </p:cxnSp>
      <p:sp>
        <p:nvSpPr>
          <p:cNvPr id="12" name="四角形: 角を丸くする 11">
            <a:extLst>
              <a:ext uri="{FF2B5EF4-FFF2-40B4-BE49-F238E27FC236}">
                <a16:creationId xmlns:a16="http://schemas.microsoft.com/office/drawing/2014/main" id="{0DB3D5F2-6A0B-527E-3258-56C2AF88057E}"/>
              </a:ext>
            </a:extLst>
          </p:cNvPr>
          <p:cNvSpPr/>
          <p:nvPr/>
        </p:nvSpPr>
        <p:spPr>
          <a:xfrm>
            <a:off x="7224778" y="4246460"/>
            <a:ext cx="1190374" cy="912731"/>
          </a:xfrm>
          <a:prstGeom prst="roundRect">
            <a:avLst>
              <a:gd name="adj" fmla="val 7500"/>
            </a:avLst>
          </a:prstGeom>
          <a:solidFill>
            <a:schemeClr val="bg1">
              <a:lumMod val="95000"/>
            </a:schemeClr>
          </a:solidFill>
          <a:ln>
            <a:solidFill>
              <a:schemeClr val="bg1">
                <a:lumMod val="75000"/>
              </a:schemeClr>
            </a:solid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13" name="正方形/長方形 12">
            <a:extLst>
              <a:ext uri="{FF2B5EF4-FFF2-40B4-BE49-F238E27FC236}">
                <a16:creationId xmlns:a16="http://schemas.microsoft.com/office/drawing/2014/main" id="{F6A06E4B-597C-3015-5BCE-59904E756787}"/>
              </a:ext>
            </a:extLst>
          </p:cNvPr>
          <p:cNvSpPr/>
          <p:nvPr/>
        </p:nvSpPr>
        <p:spPr>
          <a:xfrm>
            <a:off x="7173929" y="4252732"/>
            <a:ext cx="1292073" cy="281620"/>
          </a:xfrm>
          <a:prstGeom prst="rect">
            <a:avLst/>
          </a:prstGeom>
          <a:noFill/>
          <a:ln w="19050">
            <a:no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200" b="1" i="0" u="none" strike="noStrike" kern="1200" cap="none" spc="0" normalizeH="0" baseline="0" noProof="0">
                <a:ln>
                  <a:noFill/>
                </a:ln>
                <a:solidFill>
                  <a:prstClr val="black"/>
                </a:solidFill>
                <a:effectLst/>
                <a:uLnTx/>
                <a:uFillTx/>
                <a:latin typeface="Meiryo UI"/>
                <a:ea typeface="Meiryo UI"/>
                <a:cs typeface="Arial" charset="0"/>
              </a:rPr>
              <a:t>保険者</a:t>
            </a:r>
            <a:endParaRPr kumimoji="1" lang="en-US" altLang="ja-JP" sz="1200" b="1" i="0" u="none" strike="noStrike" kern="1200" cap="none" spc="0" normalizeH="0" baseline="0" noProof="0">
              <a:ln>
                <a:noFill/>
              </a:ln>
              <a:solidFill>
                <a:prstClr val="black"/>
              </a:solidFill>
              <a:effectLst/>
              <a:uLnTx/>
              <a:uFillTx/>
              <a:latin typeface="Meiryo UI"/>
              <a:ea typeface="Meiryo UI"/>
              <a:cs typeface="Arial" charset="0"/>
            </a:endParaRPr>
          </a:p>
        </p:txBody>
      </p:sp>
      <p:pic>
        <p:nvPicPr>
          <p:cNvPr id="14" name="グラフィックス 13" descr="コンピューター 枠線">
            <a:extLst>
              <a:ext uri="{FF2B5EF4-FFF2-40B4-BE49-F238E27FC236}">
                <a16:creationId xmlns:a16="http://schemas.microsoft.com/office/drawing/2014/main" id="{3B4B6626-F19C-B710-A4A2-99AF6EE1FCB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554879" y="4632179"/>
            <a:ext cx="549222" cy="549222"/>
          </a:xfrm>
          <a:prstGeom prst="rect">
            <a:avLst/>
          </a:prstGeom>
        </p:spPr>
      </p:pic>
      <p:cxnSp>
        <p:nvCxnSpPr>
          <p:cNvPr id="19" name="コネクタ: カギ線 18">
            <a:extLst>
              <a:ext uri="{FF2B5EF4-FFF2-40B4-BE49-F238E27FC236}">
                <a16:creationId xmlns:a16="http://schemas.microsoft.com/office/drawing/2014/main" id="{B64C9B62-01B7-9AE4-5829-2FC1414405E0}"/>
              </a:ext>
            </a:extLst>
          </p:cNvPr>
          <p:cNvCxnSpPr>
            <a:cxnSpLocks/>
          </p:cNvCxnSpPr>
          <p:nvPr/>
        </p:nvCxnSpPr>
        <p:spPr bwMode="auto">
          <a:xfrm rot="10800000" flipV="1">
            <a:off x="7111529" y="4560895"/>
            <a:ext cx="71925" cy="398438"/>
          </a:xfrm>
          <a:prstGeom prst="bentConnector3">
            <a:avLst>
              <a:gd name="adj1" fmla="val 2103132"/>
            </a:avLst>
          </a:prstGeom>
          <a:solidFill>
            <a:schemeClr val="bg1"/>
          </a:solidFill>
          <a:ln w="9525" cap="flat" cmpd="sng" algn="ctr">
            <a:solidFill>
              <a:schemeClr val="bg1">
                <a:lumMod val="50000"/>
              </a:schemeClr>
            </a:solidFill>
            <a:prstDash val="solid"/>
            <a:round/>
            <a:headEnd type="none" w="med" len="med"/>
            <a:tailEnd type="triangle"/>
          </a:ln>
          <a:effectLst/>
        </p:spPr>
      </p:cxnSp>
      <p:grpSp>
        <p:nvGrpSpPr>
          <p:cNvPr id="20" name="グループ化 19">
            <a:extLst>
              <a:ext uri="{FF2B5EF4-FFF2-40B4-BE49-F238E27FC236}">
                <a16:creationId xmlns:a16="http://schemas.microsoft.com/office/drawing/2014/main" id="{1200C511-C886-DA00-D08F-A07C30B6315E}"/>
              </a:ext>
            </a:extLst>
          </p:cNvPr>
          <p:cNvGrpSpPr/>
          <p:nvPr/>
        </p:nvGrpSpPr>
        <p:grpSpPr>
          <a:xfrm>
            <a:off x="6372798" y="4766689"/>
            <a:ext cx="315123" cy="353580"/>
            <a:chOff x="10349344" y="5411140"/>
            <a:chExt cx="315123" cy="353580"/>
          </a:xfrm>
        </p:grpSpPr>
        <p:sp>
          <p:nvSpPr>
            <p:cNvPr id="21" name="四角形: 角を丸くする 20">
              <a:extLst>
                <a:ext uri="{FF2B5EF4-FFF2-40B4-BE49-F238E27FC236}">
                  <a16:creationId xmlns:a16="http://schemas.microsoft.com/office/drawing/2014/main" id="{40D2B7EA-AC70-C6A1-4CA7-EEEE4AEB7217}"/>
                </a:ext>
              </a:extLst>
            </p:cNvPr>
            <p:cNvSpPr/>
            <p:nvPr/>
          </p:nvSpPr>
          <p:spPr>
            <a:xfrm flipV="1">
              <a:off x="10349344" y="5411140"/>
              <a:ext cx="315123" cy="353580"/>
            </a:xfrm>
            <a:prstGeom prst="roundRect">
              <a:avLst>
                <a:gd name="adj" fmla="val 9524"/>
              </a:avLst>
            </a:prstGeom>
            <a:solidFill>
              <a:schemeClr val="bg1"/>
            </a:solidFill>
            <a:ln>
              <a:solidFill>
                <a:schemeClr val="bg1"/>
              </a:solid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endParaRPr>
            </a:p>
          </p:txBody>
        </p:sp>
        <p:pic>
          <p:nvPicPr>
            <p:cNvPr id="22" name="グラフィックス 21" descr="ドキュメント 枠線">
              <a:extLst>
                <a:ext uri="{FF2B5EF4-FFF2-40B4-BE49-F238E27FC236}">
                  <a16:creationId xmlns:a16="http://schemas.microsoft.com/office/drawing/2014/main" id="{625806DD-D1CC-73D1-710D-9DE02118523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49344" y="5437416"/>
              <a:ext cx="315123" cy="315123"/>
            </a:xfrm>
            <a:prstGeom prst="rect">
              <a:avLst/>
            </a:prstGeom>
          </p:spPr>
        </p:pic>
      </p:grpSp>
      <p:grpSp>
        <p:nvGrpSpPr>
          <p:cNvPr id="23" name="グループ化 22">
            <a:extLst>
              <a:ext uri="{FF2B5EF4-FFF2-40B4-BE49-F238E27FC236}">
                <a16:creationId xmlns:a16="http://schemas.microsoft.com/office/drawing/2014/main" id="{DFC76FD4-207C-F518-09B5-BA76F955ED1D}"/>
              </a:ext>
            </a:extLst>
          </p:cNvPr>
          <p:cNvGrpSpPr/>
          <p:nvPr/>
        </p:nvGrpSpPr>
        <p:grpSpPr>
          <a:xfrm>
            <a:off x="3164375" y="4828610"/>
            <a:ext cx="315123" cy="353580"/>
            <a:chOff x="10349344" y="5411140"/>
            <a:chExt cx="315123" cy="353580"/>
          </a:xfrm>
        </p:grpSpPr>
        <p:sp>
          <p:nvSpPr>
            <p:cNvPr id="24" name="四角形: 角を丸くする 23">
              <a:extLst>
                <a:ext uri="{FF2B5EF4-FFF2-40B4-BE49-F238E27FC236}">
                  <a16:creationId xmlns:a16="http://schemas.microsoft.com/office/drawing/2014/main" id="{D30836EA-87EC-558B-174E-AC165A6DF39B}"/>
                </a:ext>
              </a:extLst>
            </p:cNvPr>
            <p:cNvSpPr/>
            <p:nvPr/>
          </p:nvSpPr>
          <p:spPr>
            <a:xfrm flipV="1">
              <a:off x="10349344" y="5411140"/>
              <a:ext cx="315123" cy="353580"/>
            </a:xfrm>
            <a:prstGeom prst="roundRect">
              <a:avLst>
                <a:gd name="adj" fmla="val 9524"/>
              </a:avLst>
            </a:prstGeom>
            <a:solidFill>
              <a:schemeClr val="bg1"/>
            </a:solidFill>
            <a:ln>
              <a:solidFill>
                <a:schemeClr val="bg1"/>
              </a:solid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0">
                <a:ln>
                  <a:noFill/>
                </a:ln>
                <a:solidFill>
                  <a:prstClr val="black"/>
                </a:solidFill>
                <a:effectLst/>
                <a:uLnTx/>
                <a:uFillTx/>
                <a:latin typeface="Meiryo UI"/>
                <a:ea typeface="Meiryo UI"/>
                <a:cs typeface="Arial" charset="0"/>
              </a:endParaRPr>
            </a:p>
          </p:txBody>
        </p:sp>
        <p:pic>
          <p:nvPicPr>
            <p:cNvPr id="25" name="グラフィックス 24" descr="ドキュメント 枠線">
              <a:extLst>
                <a:ext uri="{FF2B5EF4-FFF2-40B4-BE49-F238E27FC236}">
                  <a16:creationId xmlns:a16="http://schemas.microsoft.com/office/drawing/2014/main" id="{89C9D4FC-C4BF-7B31-133A-E7EC35E5D2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49344" y="5437416"/>
              <a:ext cx="315123" cy="315123"/>
            </a:xfrm>
            <a:prstGeom prst="rect">
              <a:avLst/>
            </a:prstGeom>
          </p:spPr>
        </p:pic>
      </p:grpSp>
      <p:grpSp>
        <p:nvGrpSpPr>
          <p:cNvPr id="26" name="グループ化 25">
            <a:extLst>
              <a:ext uri="{FF2B5EF4-FFF2-40B4-BE49-F238E27FC236}">
                <a16:creationId xmlns:a16="http://schemas.microsoft.com/office/drawing/2014/main" id="{66673C9B-999B-2269-B3E3-DB35164EFE9C}"/>
              </a:ext>
            </a:extLst>
          </p:cNvPr>
          <p:cNvGrpSpPr/>
          <p:nvPr/>
        </p:nvGrpSpPr>
        <p:grpSpPr>
          <a:xfrm>
            <a:off x="4370106" y="4762527"/>
            <a:ext cx="1165559" cy="380408"/>
            <a:chOff x="5164616" y="2357402"/>
            <a:chExt cx="1165559" cy="380408"/>
          </a:xfrm>
        </p:grpSpPr>
        <p:sp>
          <p:nvSpPr>
            <p:cNvPr id="27" name="正方形/長方形 26">
              <a:extLst>
                <a:ext uri="{FF2B5EF4-FFF2-40B4-BE49-F238E27FC236}">
                  <a16:creationId xmlns:a16="http://schemas.microsoft.com/office/drawing/2014/main" id="{2869942C-05AC-546E-209E-9960CE08B95F}"/>
                </a:ext>
              </a:extLst>
            </p:cNvPr>
            <p:cNvSpPr/>
            <p:nvPr/>
          </p:nvSpPr>
          <p:spPr>
            <a:xfrm>
              <a:off x="5164616" y="2488640"/>
              <a:ext cx="1165559" cy="212625"/>
            </a:xfrm>
            <a:prstGeom prst="rect">
              <a:avLst/>
            </a:prstGeom>
            <a:noFill/>
            <a:ln w="19050">
              <a:no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a:ln>
                    <a:noFill/>
                  </a:ln>
                  <a:solidFill>
                    <a:prstClr val="black"/>
                  </a:solidFill>
                  <a:effectLst/>
                  <a:uLnTx/>
                  <a:uFillTx/>
                  <a:latin typeface="Meiryo UI"/>
                  <a:ea typeface="Meiryo UI"/>
                  <a:cs typeface="Arial" charset="0"/>
                </a:rPr>
                <a:t>健診</a:t>
              </a:r>
              <a:r>
                <a:rPr kumimoji="1" lang="en-US" altLang="ja-JP" sz="1050" b="0" i="0" u="none" strike="noStrike" kern="1200" cap="none" spc="0" normalizeH="0" baseline="0" noProof="0">
                  <a:ln>
                    <a:noFill/>
                  </a:ln>
                  <a:solidFill>
                    <a:prstClr val="black"/>
                  </a:solidFill>
                  <a:effectLst/>
                  <a:uLnTx/>
                  <a:uFillTx/>
                  <a:latin typeface="Meiryo UI"/>
                  <a:ea typeface="Meiryo UI"/>
                  <a:cs typeface="Arial" charset="0"/>
                </a:rPr>
                <a:t>DB</a:t>
              </a:r>
            </a:p>
          </p:txBody>
        </p:sp>
        <p:sp>
          <p:nvSpPr>
            <p:cNvPr id="28" name="フローチャート: 磁気ディスク 27">
              <a:extLst>
                <a:ext uri="{FF2B5EF4-FFF2-40B4-BE49-F238E27FC236}">
                  <a16:creationId xmlns:a16="http://schemas.microsoft.com/office/drawing/2014/main" id="{513F5766-D091-4895-B9B5-61501EEF5394}"/>
                </a:ext>
              </a:extLst>
            </p:cNvPr>
            <p:cNvSpPr/>
            <p:nvPr/>
          </p:nvSpPr>
          <p:spPr>
            <a:xfrm>
              <a:off x="5274118" y="2357402"/>
              <a:ext cx="914401" cy="380408"/>
            </a:xfrm>
            <a:prstGeom prst="flowChartMagneticDisk">
              <a:avLst/>
            </a:prstGeom>
            <a:noFill/>
            <a:ln w="28575">
              <a:solidFill>
                <a:schemeClr val="bg1">
                  <a:lumMod val="50000"/>
                </a:schemeClr>
              </a:solidFill>
            </a:ln>
          </p:spPr>
          <p:txBody>
            <a:bodyPr rtlCol="0" anchor="ctr"/>
            <a:lstStyle/>
            <a:p>
              <a:pPr marL="0" marR="0" lvl="0" indent="0" algn="l" defTabSz="914400" rtl="0" eaLnBrk="1" fontAlgn="base" latinLnBrk="0" hangingPunct="1">
                <a:lnSpc>
                  <a:spcPct val="100000"/>
                </a:lnSpc>
                <a:spcBef>
                  <a:spcPct val="20000"/>
                </a:spcBef>
                <a:spcAft>
                  <a:spcPct val="0"/>
                </a:spcAft>
                <a:buClrTx/>
                <a:buSzTx/>
                <a:buFontTx/>
                <a:buNone/>
                <a:tabLst/>
                <a:defRPr/>
              </a:pPr>
              <a:endParaRPr kumimoji="1" lang="ja-JP" altLang="en-US" sz="1400" b="0" i="0" u="none" strike="noStrike" kern="1200" cap="none" spc="0" normalizeH="0" baseline="0" noProof="0" err="1">
                <a:ln>
                  <a:noFill/>
                </a:ln>
                <a:solidFill>
                  <a:prstClr val="black"/>
                </a:solidFill>
                <a:effectLst/>
                <a:uLnTx/>
                <a:uFillTx/>
                <a:latin typeface="Meiryo UI"/>
                <a:ea typeface="Meiryo UI"/>
                <a:cs typeface="+mn-cs"/>
              </a:endParaRPr>
            </a:p>
          </p:txBody>
        </p:sp>
      </p:grpSp>
      <p:pic>
        <p:nvPicPr>
          <p:cNvPr id="29" name="グラフィックス 28" descr="医師男性 単色塗りつぶし">
            <a:extLst>
              <a:ext uri="{FF2B5EF4-FFF2-40B4-BE49-F238E27FC236}">
                <a16:creationId xmlns:a16="http://schemas.microsoft.com/office/drawing/2014/main" id="{9282BF48-BD8F-6D91-D09B-D6D06569344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32030" y="4634712"/>
            <a:ext cx="387795" cy="387795"/>
          </a:xfrm>
          <a:prstGeom prst="rect">
            <a:avLst/>
          </a:prstGeom>
        </p:spPr>
      </p:pic>
      <p:pic>
        <p:nvPicPr>
          <p:cNvPr id="30" name="グラフィックス 29" descr="オフィス ワーカー (女性) 単色塗りつぶし">
            <a:extLst>
              <a:ext uri="{FF2B5EF4-FFF2-40B4-BE49-F238E27FC236}">
                <a16:creationId xmlns:a16="http://schemas.microsoft.com/office/drawing/2014/main" id="{88759A83-9CC7-5A7A-25C6-8F93C352844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248476" y="4417643"/>
            <a:ext cx="387795" cy="387795"/>
          </a:xfrm>
          <a:prstGeom prst="rect">
            <a:avLst/>
          </a:prstGeom>
        </p:spPr>
      </p:pic>
      <p:sp>
        <p:nvSpPr>
          <p:cNvPr id="31" name="右中かっこ 30">
            <a:extLst>
              <a:ext uri="{FF2B5EF4-FFF2-40B4-BE49-F238E27FC236}">
                <a16:creationId xmlns:a16="http://schemas.microsoft.com/office/drawing/2014/main" id="{1F247B56-68BC-5BDA-27E8-DDFAF94BF958}"/>
              </a:ext>
            </a:extLst>
          </p:cNvPr>
          <p:cNvSpPr/>
          <p:nvPr/>
        </p:nvSpPr>
        <p:spPr bwMode="auto">
          <a:xfrm rot="5400000">
            <a:off x="3313258" y="4888853"/>
            <a:ext cx="188092" cy="1217066"/>
          </a:xfrm>
          <a:prstGeom prst="rightBrace">
            <a:avLst/>
          </a:prstGeom>
          <a:solidFill>
            <a:schemeClr val="bg1"/>
          </a:solidFill>
          <a:ln w="9525" cap="flat" cmpd="sng" algn="ctr">
            <a:solidFill>
              <a:schemeClr val="bg1">
                <a:lumMod val="50000"/>
              </a:schemeClr>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32" name="右中かっこ 31">
            <a:extLst>
              <a:ext uri="{FF2B5EF4-FFF2-40B4-BE49-F238E27FC236}">
                <a16:creationId xmlns:a16="http://schemas.microsoft.com/office/drawing/2014/main" id="{DB89A067-5C5C-8ADF-EE9F-28F064D7A3F7}"/>
              </a:ext>
            </a:extLst>
          </p:cNvPr>
          <p:cNvSpPr/>
          <p:nvPr/>
        </p:nvSpPr>
        <p:spPr bwMode="auto">
          <a:xfrm rot="5400000">
            <a:off x="6388833" y="4942053"/>
            <a:ext cx="188092" cy="1217066"/>
          </a:xfrm>
          <a:prstGeom prst="rightBrace">
            <a:avLst/>
          </a:prstGeom>
          <a:solidFill>
            <a:schemeClr val="bg1"/>
          </a:solidFill>
          <a:ln w="9525" cap="flat" cmpd="sng" algn="ctr">
            <a:solidFill>
              <a:schemeClr val="bg1">
                <a:lumMod val="50000"/>
              </a:schemeClr>
            </a:solidFill>
            <a:prstDash val="solid"/>
            <a:round/>
            <a:headEnd type="none" w="med" len="med"/>
            <a:tailEnd type="none" w="med" len="med"/>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Arial"/>
              <a:ea typeface="Meiryo UI"/>
              <a:cs typeface="+mn-cs"/>
            </a:endParaRPr>
          </a:p>
        </p:txBody>
      </p:sp>
      <p:sp>
        <p:nvSpPr>
          <p:cNvPr id="33" name="正方形/長方形 32">
            <a:extLst>
              <a:ext uri="{FF2B5EF4-FFF2-40B4-BE49-F238E27FC236}">
                <a16:creationId xmlns:a16="http://schemas.microsoft.com/office/drawing/2014/main" id="{F2E8E960-3A51-795B-3342-C686EEE80C03}"/>
              </a:ext>
            </a:extLst>
          </p:cNvPr>
          <p:cNvSpPr/>
          <p:nvPr/>
        </p:nvSpPr>
        <p:spPr>
          <a:xfrm>
            <a:off x="2723210" y="4643347"/>
            <a:ext cx="1165559" cy="212625"/>
          </a:xfrm>
          <a:prstGeom prst="rect">
            <a:avLst/>
          </a:prstGeom>
          <a:noFill/>
          <a:ln w="19050">
            <a:noFill/>
          </a:ln>
        </p:spPr>
        <p:txBody>
          <a:bodyPr wrap="square" lIns="36000" tIns="36000" rIns="36000" bIns="3600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a:ln>
                  <a:noFill/>
                </a:ln>
                <a:solidFill>
                  <a:prstClr val="black"/>
                </a:solidFill>
                <a:effectLst/>
                <a:uLnTx/>
                <a:uFillTx/>
                <a:latin typeface="Meiryo UI"/>
                <a:ea typeface="Meiryo UI"/>
                <a:cs typeface="Arial" charset="0"/>
              </a:rPr>
              <a:t>健診文書</a:t>
            </a:r>
            <a:endParaRPr kumimoji="1" lang="en-US" altLang="ja-JP" sz="105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34" name="正方形/長方形 33">
            <a:extLst>
              <a:ext uri="{FF2B5EF4-FFF2-40B4-BE49-F238E27FC236}">
                <a16:creationId xmlns:a16="http://schemas.microsoft.com/office/drawing/2014/main" id="{AC0D659B-4C6C-21AE-A1DD-F0CA8E6353B4}"/>
              </a:ext>
            </a:extLst>
          </p:cNvPr>
          <p:cNvSpPr/>
          <p:nvPr/>
        </p:nvSpPr>
        <p:spPr>
          <a:xfrm>
            <a:off x="2462843" y="5631686"/>
            <a:ext cx="1877146" cy="212625"/>
          </a:xfrm>
          <a:prstGeom prst="rect">
            <a:avLst/>
          </a:prstGeom>
          <a:noFill/>
          <a:ln w="19050">
            <a:noFill/>
          </a:ln>
        </p:spPr>
        <p:txBody>
          <a:bodyPr wrap="square" lIns="36000" tIns="36000" rIns="36000" bIns="3600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050" b="1" i="0" u="none" strike="noStrike" kern="1200" cap="none" spc="0" normalizeH="0" baseline="0" noProof="0">
                <a:ln>
                  <a:noFill/>
                </a:ln>
                <a:solidFill>
                  <a:srgbClr val="0070C0"/>
                </a:solidFill>
                <a:effectLst/>
                <a:uLnTx/>
                <a:uFillTx/>
                <a:latin typeface="Meiryo UI"/>
                <a:ea typeface="Meiryo UI"/>
                <a:cs typeface="Arial" charset="0"/>
              </a:rPr>
              <a:t>患者の同意不要</a:t>
            </a:r>
            <a:endParaRPr kumimoji="1" lang="en-US" altLang="ja-JP" sz="1050" b="1" i="0" u="none" strike="noStrike" kern="1200" cap="none" spc="0" normalizeH="0" baseline="0" noProof="0">
              <a:ln>
                <a:noFill/>
              </a:ln>
              <a:solidFill>
                <a:srgbClr val="0070C0"/>
              </a:solidFill>
              <a:effectLst/>
              <a:uLnTx/>
              <a:uFillTx/>
              <a:latin typeface="Meiryo UI"/>
              <a:ea typeface="Meiryo UI"/>
              <a:cs typeface="Arial"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a:ln>
                  <a:noFill/>
                </a:ln>
                <a:solidFill>
                  <a:prstClr val="black"/>
                </a:solidFill>
                <a:effectLst/>
                <a:uLnTx/>
                <a:uFillTx/>
                <a:latin typeface="Meiryo UI"/>
                <a:ea typeface="Meiryo UI"/>
                <a:cs typeface="Arial" charset="0"/>
              </a:rPr>
              <a:t>（健診実施機関→中央基盤）</a:t>
            </a:r>
            <a:endParaRPr kumimoji="1" lang="en-US" altLang="ja-JP" sz="105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35" name="正方形/長方形 34">
            <a:extLst>
              <a:ext uri="{FF2B5EF4-FFF2-40B4-BE49-F238E27FC236}">
                <a16:creationId xmlns:a16="http://schemas.microsoft.com/office/drawing/2014/main" id="{C10E88FC-0222-CD3E-7DD1-1711ECDE410D}"/>
              </a:ext>
            </a:extLst>
          </p:cNvPr>
          <p:cNvSpPr/>
          <p:nvPr/>
        </p:nvSpPr>
        <p:spPr>
          <a:xfrm>
            <a:off x="5525730" y="5650375"/>
            <a:ext cx="1877146" cy="212625"/>
          </a:xfrm>
          <a:prstGeom prst="rect">
            <a:avLst/>
          </a:prstGeom>
          <a:noFill/>
          <a:ln w="19050">
            <a:noFill/>
          </a:ln>
        </p:spPr>
        <p:txBody>
          <a:bodyPr wrap="square" lIns="36000" tIns="36000" rIns="36000" bIns="36000" rtlCol="0" anchor="t">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050" b="1" i="0" u="none" strike="noStrike" kern="1200" cap="none" spc="0" normalizeH="0" baseline="0" noProof="0">
                <a:ln>
                  <a:noFill/>
                </a:ln>
                <a:solidFill>
                  <a:srgbClr val="FF0000"/>
                </a:solidFill>
                <a:effectLst/>
                <a:uLnTx/>
                <a:uFillTx/>
                <a:latin typeface="Meiryo UI"/>
                <a:ea typeface="Meiryo UI"/>
                <a:cs typeface="Arial" charset="0"/>
              </a:rPr>
              <a:t>患者の同意必要</a:t>
            </a:r>
            <a:endParaRPr kumimoji="1" lang="en-US" altLang="ja-JP" sz="1050" b="1" i="0" u="none" strike="noStrike" kern="1200" cap="none" spc="0" normalizeH="0" baseline="0" noProof="0">
              <a:ln>
                <a:noFill/>
              </a:ln>
              <a:solidFill>
                <a:srgbClr val="FF0000"/>
              </a:solidFill>
              <a:effectLst/>
              <a:uLnTx/>
              <a:uFillTx/>
              <a:latin typeface="Meiryo UI"/>
              <a:ea typeface="Meiryo UI"/>
              <a:cs typeface="Arial"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050" b="0" i="0" u="none" strike="noStrike" kern="1200" cap="none" spc="0" normalizeH="0" baseline="0" noProof="0">
                <a:ln>
                  <a:noFill/>
                </a:ln>
                <a:solidFill>
                  <a:prstClr val="black"/>
                </a:solidFill>
                <a:effectLst/>
                <a:uLnTx/>
                <a:uFillTx/>
                <a:latin typeface="Meiryo UI"/>
                <a:ea typeface="Meiryo UI"/>
                <a:cs typeface="Arial" charset="0"/>
              </a:rPr>
              <a:t>（中央基盤→保険者）</a:t>
            </a:r>
            <a:endParaRPr kumimoji="1" lang="en-US" altLang="ja-JP" sz="105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6" name="正方形/長方形 5">
            <a:extLst>
              <a:ext uri="{FF2B5EF4-FFF2-40B4-BE49-F238E27FC236}">
                <a16:creationId xmlns:a16="http://schemas.microsoft.com/office/drawing/2014/main" id="{A82D36EA-F40F-1709-2F89-12B26D505E90}"/>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28030031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55E73-C072-CAD5-7C88-C30C78A1B58B}"/>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9AA3617B-5116-51BF-1B0D-E76D60CF82C8}"/>
              </a:ext>
            </a:extLst>
          </p:cNvPr>
          <p:cNvSpPr>
            <a:spLocks noGrp="1"/>
          </p:cNvSpPr>
          <p:nvPr>
            <p:ph type="title"/>
          </p:nvPr>
        </p:nvSpPr>
        <p:spPr/>
        <p:txBody>
          <a:bodyPr>
            <a:normAutofit fontScale="90000"/>
          </a:bodyPr>
          <a:lstStyle/>
          <a:p>
            <a:r>
              <a:rPr lang="en-US" altLang="ja-JP" sz="2000"/>
              <a:t>2</a:t>
            </a:r>
            <a:r>
              <a:rPr lang="ja-JP" altLang="en-US" sz="2000"/>
              <a:t>．令和</a:t>
            </a:r>
            <a:r>
              <a:rPr lang="en-US" altLang="ja-JP" sz="2000"/>
              <a:t>9</a:t>
            </a:r>
            <a:r>
              <a:rPr lang="ja-JP" altLang="en-US" sz="2000"/>
              <a:t>年度案件について</a:t>
            </a:r>
            <a:br>
              <a:rPr lang="en-US" altLang="ja-JP" sz="2000"/>
            </a:br>
            <a:r>
              <a:rPr lang="ja-JP" altLang="en-US" sz="2000"/>
              <a:t>案件</a:t>
            </a:r>
            <a:r>
              <a:rPr lang="en-US" altLang="ja-JP" sz="2000"/>
              <a:t>ID218</a:t>
            </a:r>
            <a:r>
              <a:rPr kumimoji="1" lang="en-US" altLang="ja-JP"/>
              <a:t>_</a:t>
            </a:r>
            <a:r>
              <a:rPr lang="ja-JP" altLang="en-US" sz="2000"/>
              <a:t>検査・感染症の検査結果に対する注意事項の追記</a:t>
            </a:r>
            <a:endParaRPr kumimoji="1" lang="ja-JP" altLang="en-US"/>
          </a:p>
        </p:txBody>
      </p:sp>
      <p:graphicFrame>
        <p:nvGraphicFramePr>
          <p:cNvPr id="4" name="表 3">
            <a:extLst>
              <a:ext uri="{FF2B5EF4-FFF2-40B4-BE49-F238E27FC236}">
                <a16:creationId xmlns:a16="http://schemas.microsoft.com/office/drawing/2014/main" id="{342E1E6C-3924-E042-8B4E-6FCAC9D6C5D1}"/>
              </a:ext>
            </a:extLst>
          </p:cNvPr>
          <p:cNvGraphicFramePr>
            <a:graphicFrameLocks noGrp="1"/>
          </p:cNvGraphicFramePr>
          <p:nvPr/>
        </p:nvGraphicFramePr>
        <p:xfrm>
          <a:off x="495302" y="727616"/>
          <a:ext cx="8755378" cy="3514680"/>
        </p:xfrm>
        <a:graphic>
          <a:graphicData uri="http://schemas.openxmlformats.org/drawingml/2006/table">
            <a:tbl>
              <a:tblPr/>
              <a:tblGrid>
                <a:gridCol w="1107755">
                  <a:extLst>
                    <a:ext uri="{9D8B030D-6E8A-4147-A177-3AD203B41FA5}">
                      <a16:colId xmlns:a16="http://schemas.microsoft.com/office/drawing/2014/main" val="3507052572"/>
                    </a:ext>
                  </a:extLst>
                </a:gridCol>
                <a:gridCol w="7647623">
                  <a:extLst>
                    <a:ext uri="{9D8B030D-6E8A-4147-A177-3AD203B41FA5}">
                      <a16:colId xmlns:a16="http://schemas.microsoft.com/office/drawing/2014/main" val="3506754757"/>
                    </a:ext>
                  </a:extLst>
                </a:gridCol>
              </a:tblGrid>
              <a:tr h="358061">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背景</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900" b="0" i="0" u="none" strike="noStrike">
                          <a:solidFill>
                            <a:srgbClr val="000000"/>
                          </a:solidFill>
                          <a:effectLst/>
                          <a:latin typeface="Meiryo UI" panose="020B0604030504040204" pitchFamily="50" charset="-128"/>
                          <a:ea typeface="Meiryo UI" panose="020B0604030504040204" pitchFamily="50" charset="-128"/>
                        </a:rPr>
                        <a:t>・感染症検査等では、試薬・測定系の検出限界／定量下限の特性により、以下の</a:t>
                      </a:r>
                      <a:r>
                        <a:rPr lang="en-US" altLang="ja-JP" sz="900" b="0" i="0" u="none" strike="noStrike">
                          <a:solidFill>
                            <a:srgbClr val="000000"/>
                          </a:solidFill>
                          <a:effectLst/>
                          <a:latin typeface="Meiryo UI" panose="020B0604030504040204" pitchFamily="50" charset="-128"/>
                          <a:ea typeface="Meiryo UI" panose="020B0604030504040204" pitchFamily="50" charset="-128"/>
                        </a:rPr>
                        <a:t>2</a:t>
                      </a:r>
                      <a:r>
                        <a:rPr lang="ja-JP" altLang="en-US" sz="900" b="0" i="0" u="none" strike="noStrike">
                          <a:solidFill>
                            <a:srgbClr val="000000"/>
                          </a:solidFill>
                          <a:effectLst/>
                          <a:latin typeface="Meiryo UI" panose="020B0604030504040204" pitchFamily="50" charset="-128"/>
                          <a:ea typeface="Meiryo UI" panose="020B0604030504040204" pitchFamily="50" charset="-128"/>
                        </a:rPr>
                        <a:t>種類の「数値が得られない」結果が存在する。</a:t>
                      </a: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r>
                        <a:rPr lang="en-US" altLang="ja-JP" sz="900" b="0" i="0" u="none" strike="noStrike">
                          <a:solidFill>
                            <a:srgbClr val="000000"/>
                          </a:solidFill>
                          <a:effectLst/>
                          <a:latin typeface="Meiryo UI" panose="020B0604030504040204" pitchFamily="50" charset="-128"/>
                          <a:ea typeface="Meiryo UI" panose="020B0604030504040204" pitchFamily="50" charset="-128"/>
                        </a:rPr>
                        <a:t>- </a:t>
                      </a:r>
                      <a:r>
                        <a:rPr lang="ja-JP" altLang="en-US" sz="900" b="0" i="0" u="none" strike="noStrike">
                          <a:solidFill>
                            <a:srgbClr val="000000"/>
                          </a:solidFill>
                          <a:effectLst/>
                          <a:latin typeface="Meiryo UI" panose="020B0604030504040204" pitchFamily="50" charset="-128"/>
                          <a:ea typeface="Meiryo UI" panose="020B0604030504040204" pitchFamily="50" charset="-128"/>
                        </a:rPr>
                        <a:t>「検出せず」：測定対象が検出されない（検出限界未満）</a:t>
                      </a: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b="0" i="0" u="none" strike="noStrike">
                          <a:solidFill>
                            <a:srgbClr val="000000"/>
                          </a:solidFill>
                          <a:effectLst/>
                          <a:latin typeface="Meiryo UI" panose="020B0604030504040204" pitchFamily="50" charset="-128"/>
                          <a:ea typeface="Meiryo UI" panose="020B0604030504040204" pitchFamily="50" charset="-128"/>
                        </a:rPr>
                        <a:t> 「定量下限未満」：測定対象の存在は確認できるが、定量下限を下回るため数値として定量できない</a:t>
                      </a: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900" b="0" i="0" u="none" strike="noStrike">
                          <a:solidFill>
                            <a:srgbClr val="000000"/>
                          </a:solidFill>
                          <a:effectLst/>
                          <a:latin typeface="Meiryo UI" panose="020B0604030504040204" pitchFamily="50" charset="-128"/>
                          <a:ea typeface="Meiryo UI" panose="020B0604030504040204" pitchFamily="50" charset="-128"/>
                        </a:rPr>
                        <a:t>・電子カルテ情報共有サービス（</a:t>
                      </a:r>
                      <a:r>
                        <a:rPr lang="en-US" altLang="ja-JP" sz="900" b="0" i="0" u="none" strike="noStrike">
                          <a:solidFill>
                            <a:srgbClr val="000000"/>
                          </a:solidFill>
                          <a:effectLst/>
                          <a:latin typeface="Meiryo UI" panose="020B0604030504040204" pitchFamily="50" charset="-128"/>
                          <a:ea typeface="Meiryo UI" panose="020B0604030504040204" pitchFamily="50" charset="-128"/>
                        </a:rPr>
                        <a:t>CLINS</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では、定量検査の結果について、数値を設定するか「検査結果を登録できない理由」を設定する仕様となっている。ただし、「登録できない理由」を設定した場合、当該検査結果は他医療機関へ共有されない。</a:t>
                      </a:r>
                      <a:endParaRPr lang="en-US" altLang="ja-JP" sz="900" b="0" i="0" u="none" strike="noStrike">
                        <a:solidFill>
                          <a:srgbClr val="000000"/>
                        </a:solidFill>
                        <a:effectLst/>
                        <a:latin typeface="Meiryo UI" panose="020B0604030504040204" pitchFamily="50" charset="-128"/>
                        <a:ea typeface="Meiryo UI" panose="020B0604030504040204" pitchFamily="50" charset="-128"/>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900" b="0" i="0" u="none" strike="noStrike">
                          <a:solidFill>
                            <a:srgbClr val="000000"/>
                          </a:solidFill>
                          <a:effectLst/>
                          <a:latin typeface="Meiryo UI" panose="020B0604030504040204" pitchFamily="50" charset="-128"/>
                          <a:ea typeface="Meiryo UI" panose="020B0604030504040204" pitchFamily="50" charset="-128"/>
                        </a:rPr>
                        <a:t>一方で</a:t>
                      </a:r>
                      <a:r>
                        <a:rPr kumimoji="1" lang="ja-JP" altLang="en-US" sz="900" b="0" i="0" u="none" strike="noStrike" kern="1200" cap="none" spc="0" normalizeH="0" baseline="0" noProof="0">
                          <a:ln>
                            <a:noFill/>
                          </a:ln>
                          <a:solidFill>
                            <a:prstClr val="black"/>
                          </a:solidFill>
                          <a:effectLst/>
                          <a:uLnTx/>
                          <a:uFillTx/>
                          <a:latin typeface="+mn-lt"/>
                          <a:ea typeface="+mn-ea"/>
                          <a:cs typeface="+mn-cs"/>
                        </a:rPr>
                        <a:t>感染症検査では、病原体が「検出されなかった」という事実自体が、診療上有用な情報となる場合がある。</a:t>
                      </a:r>
                      <a:endParaRPr kumimoji="1" lang="en-US" altLang="ja-JP" sz="900" b="0" i="0" u="none" strike="noStrike" kern="1200" cap="none" spc="0" normalizeH="0" baseline="0" noProof="0">
                        <a:ln>
                          <a:noFill/>
                        </a:ln>
                        <a:solidFill>
                          <a:prstClr val="black"/>
                        </a:solidFill>
                        <a:effectLst/>
                        <a:uLnTx/>
                        <a:uFillTx/>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900" b="0" i="0" u="none" strike="noStrike" kern="1200" cap="none" spc="0" normalizeH="0" baseline="0" noProof="0">
                          <a:ln>
                            <a:noFill/>
                          </a:ln>
                          <a:solidFill>
                            <a:prstClr val="black"/>
                          </a:solidFill>
                          <a:effectLst/>
                          <a:uLnTx/>
                          <a:uFillTx/>
                          <a:latin typeface="+mn-lt"/>
                          <a:ea typeface="+mn-ea"/>
                          <a:cs typeface="+mn-cs"/>
                        </a:rPr>
                        <a:t>しかし、現行の案内では「検出せず」の場合は登録対象外としているため、他医療機関では、検査を実施した結果として「検出されなかった」のか、そもそも検査結果が登録されていないのかを判別できない。</a:t>
                      </a:r>
                      <a:endParaRPr kumimoji="1" lang="en-US" altLang="ja-JP" sz="900" b="0" i="0" u="none" strike="noStrike" kern="1200" cap="none" spc="0" normalizeH="0" baseline="0" noProof="0">
                        <a:ln>
                          <a:noFill/>
                        </a:ln>
                        <a:solidFill>
                          <a:prstClr val="black"/>
                        </a:solidFill>
                        <a:effectLst/>
                        <a:uLnTx/>
                        <a:uFillTx/>
                        <a:latin typeface="+mn-lt"/>
                        <a:ea typeface="+mn-ea"/>
                        <a:cs typeface="+mn-cs"/>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2394099348"/>
                  </a:ext>
                </a:extLst>
              </a:tr>
              <a:tr h="232056">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課題</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rtl="0"/>
                      <a:r>
                        <a:rPr lang="ja-JP" altLang="en-US" sz="900"/>
                        <a:t>・</a:t>
                      </a:r>
                      <a:r>
                        <a:rPr kumimoji="1" lang="ja-JP" altLang="en-US" sz="900" b="0" i="0" u="none" strike="noStrike" kern="1200" cap="none" spc="0" normalizeH="0" baseline="0" noProof="0">
                          <a:ln>
                            <a:noFill/>
                          </a:ln>
                          <a:solidFill>
                            <a:prstClr val="black"/>
                          </a:solidFill>
                          <a:effectLst/>
                          <a:uLnTx/>
                          <a:uFillTx/>
                          <a:latin typeface="+mn-lt"/>
                          <a:ea typeface="+mn-ea"/>
                          <a:cs typeface="+mn-cs"/>
                        </a:rPr>
                        <a:t>感染症検査では、病原体が「検出されなかった」という事実自体が、診療上有用な情報となる場合がある。一方で、定量検査の検査結果は数値で設定する必要がある</a:t>
                      </a:r>
                      <a:endParaRPr kumimoji="1" lang="en-US" altLang="ja-JP" sz="900" b="0" i="0" u="none" strike="noStrike" kern="1200" cap="none" spc="0" normalizeH="0" baseline="0" noProof="0">
                        <a:ln>
                          <a:noFill/>
                        </a:ln>
                        <a:solidFill>
                          <a:prstClr val="black"/>
                        </a:solidFill>
                        <a:effectLst/>
                        <a:uLnTx/>
                        <a:uFillTx/>
                        <a:latin typeface="+mn-lt"/>
                        <a:ea typeface="+mn-ea"/>
                        <a:cs typeface="+mn-cs"/>
                      </a:endParaRPr>
                    </a:p>
                    <a:p>
                      <a:pPr rtl="0"/>
                      <a:r>
                        <a:rPr lang="ja-JP" altLang="en-US" sz="900"/>
                        <a:t>・</a:t>
                      </a:r>
                      <a:r>
                        <a:rPr lang="ja-JP" altLang="ja-JP" sz="900"/>
                        <a:t>「検出せず」を結果値「</a:t>
                      </a:r>
                      <a:r>
                        <a:rPr lang="en-US" altLang="ja-JP" sz="900"/>
                        <a:t>0</a:t>
                      </a:r>
                      <a:r>
                        <a:rPr lang="ja-JP" altLang="ja-JP" sz="900"/>
                        <a:t>」として登録する運用となることで、以下の2種類の「</a:t>
                      </a:r>
                      <a:r>
                        <a:rPr lang="en-US" altLang="ja-JP" sz="900"/>
                        <a:t>0</a:t>
                      </a:r>
                      <a:r>
                        <a:rPr lang="ja-JP" altLang="ja-JP" sz="900"/>
                        <a:t>」が混在することになる。</a:t>
                      </a:r>
                    </a:p>
                    <a:p>
                      <a:pPr lvl="0" rtl="0"/>
                      <a:r>
                        <a:rPr lang="ja-JP" altLang="en-US" sz="900"/>
                        <a:t>　</a:t>
                      </a:r>
                      <a:r>
                        <a:rPr lang="en-US" altLang="ja-JP" sz="900"/>
                        <a:t>-</a:t>
                      </a:r>
                      <a:r>
                        <a:rPr lang="ja-JP" altLang="en-US" sz="900"/>
                        <a:t> </a:t>
                      </a:r>
                      <a:r>
                        <a:rPr lang="ja-JP" altLang="ja-JP" sz="900"/>
                        <a:t>試薬や機器の測定値として実際に「</a:t>
                      </a:r>
                      <a:r>
                        <a:rPr lang="en-US" altLang="ja-JP" sz="900"/>
                        <a:t>0</a:t>
                      </a:r>
                      <a:r>
                        <a:rPr lang="ja-JP" altLang="ja-JP" sz="900"/>
                        <a:t>」が得られたもの</a:t>
                      </a:r>
                    </a:p>
                    <a:p>
                      <a:pPr lvl="0" rtl="0"/>
                      <a:r>
                        <a:rPr lang="ja-JP" altLang="en-US" sz="900"/>
                        <a:t>　</a:t>
                      </a:r>
                      <a:r>
                        <a:rPr lang="en-US" altLang="ja-JP" sz="900"/>
                        <a:t>-</a:t>
                      </a:r>
                      <a:r>
                        <a:rPr lang="ja-JP" altLang="en-US" sz="900"/>
                        <a:t> </a:t>
                      </a:r>
                      <a:r>
                        <a:rPr lang="ja-JP" altLang="ja-JP" sz="900"/>
                        <a:t>「検出せず」の結果を運用方針に基づき「</a:t>
                      </a:r>
                      <a:r>
                        <a:rPr lang="en-US" altLang="ja-JP" sz="900"/>
                        <a:t>0</a:t>
                      </a:r>
                      <a:r>
                        <a:rPr lang="ja-JP" altLang="ja-JP" sz="900"/>
                        <a:t>」として登録したもの</a:t>
                      </a:r>
                    </a:p>
                    <a:p>
                      <a:pPr marL="0" marR="0" lvl="0" indent="0" algn="l" defTabSz="843930" rtl="0" eaLnBrk="1" fontAlgn="auto" latinLnBrk="0" hangingPunct="1">
                        <a:lnSpc>
                          <a:spcPct val="100000"/>
                        </a:lnSpc>
                        <a:spcBef>
                          <a:spcPts val="0"/>
                        </a:spcBef>
                        <a:spcAft>
                          <a:spcPts val="0"/>
                        </a:spcAft>
                        <a:buClrTx/>
                        <a:buSzTx/>
                        <a:buFontTx/>
                        <a:buNone/>
                        <a:tabLst/>
                        <a:defRPr/>
                      </a:pPr>
                      <a:r>
                        <a:rPr lang="ja-JP" altLang="en-US" sz="900"/>
                        <a:t>・</a:t>
                      </a:r>
                      <a:r>
                        <a:rPr lang="ja-JP" altLang="ja-JP" sz="900"/>
                        <a:t>このため、</a:t>
                      </a:r>
                      <a:r>
                        <a:rPr lang="ja-JP" altLang="en-US" sz="900"/>
                        <a:t> </a:t>
                      </a:r>
                      <a:r>
                        <a:rPr lang="ja-JP" altLang="ja-JP" sz="900"/>
                        <a:t>「検出せず」の結果を運用方針に基づき「</a:t>
                      </a:r>
                      <a:r>
                        <a:rPr lang="en-US" altLang="ja-JP" sz="900"/>
                        <a:t>0</a:t>
                      </a:r>
                      <a:r>
                        <a:rPr lang="ja-JP" altLang="ja-JP" sz="900"/>
                        <a:t>」として登録した</a:t>
                      </a:r>
                      <a:r>
                        <a:rPr lang="ja-JP" altLang="en-US" sz="900"/>
                        <a:t>場合において、他医療機関や患者</a:t>
                      </a:r>
                      <a:r>
                        <a:rPr lang="ja-JP" altLang="ja-JP" sz="900"/>
                        <a:t>が結果値「</a:t>
                      </a:r>
                      <a:r>
                        <a:rPr lang="en-US" altLang="ja-JP" sz="900"/>
                        <a:t>0</a:t>
                      </a:r>
                      <a:r>
                        <a:rPr lang="ja-JP" altLang="ja-JP" sz="900"/>
                        <a:t>」を参照した際に、</a:t>
                      </a:r>
                      <a:r>
                        <a:rPr lang="ja-JP" altLang="en-US" sz="900"/>
                        <a:t>誤解を招く</a:t>
                      </a:r>
                      <a:r>
                        <a:rPr lang="ja-JP" altLang="ja-JP" sz="900"/>
                        <a:t>恐れがある。</a:t>
                      </a: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808508447"/>
                  </a:ext>
                </a:extLst>
              </a:tr>
              <a:tr h="106998">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目的</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a:t>検査・感染症情報</a:t>
                      </a:r>
                      <a:r>
                        <a:rPr lang="ja-JP" altLang="ja-JP" sz="900"/>
                        <a:t>の閲覧時に、「</a:t>
                      </a:r>
                      <a:r>
                        <a:rPr lang="en-US" altLang="ja-JP" sz="900"/>
                        <a:t>0</a:t>
                      </a:r>
                      <a:r>
                        <a:rPr lang="ja-JP" altLang="ja-JP" sz="900"/>
                        <a:t>」には「検出せず」が含まれる場合があることを注意書きにより明示し、医療従事者</a:t>
                      </a:r>
                      <a:r>
                        <a:rPr lang="ja-JP" altLang="en-US" sz="900"/>
                        <a:t>及び患者</a:t>
                      </a:r>
                      <a:r>
                        <a:rPr lang="ja-JP" altLang="ja-JP" sz="900"/>
                        <a:t>が結果を適切に解釈できるようにする。</a:t>
                      </a:r>
                      <a:endParaRPr lang="en-US" altLang="ja-JP" sz="900" b="0" i="0" u="none" strike="noStrike">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149341942"/>
                  </a:ext>
                </a:extLst>
              </a:tr>
              <a:tr h="316059">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要求事項</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a:solidFill>
                            <a:schemeClr val="tx1"/>
                          </a:solidFill>
                          <a:effectLst/>
                          <a:latin typeface="+mj-ea"/>
                          <a:ea typeface="+mn-ea"/>
                          <a:cs typeface="+mn-cs"/>
                        </a:rPr>
                        <a:t>※</a:t>
                      </a:r>
                      <a:r>
                        <a:rPr kumimoji="1" lang="ja-JP" altLang="en-US" sz="900" b="0" i="0" u="none" strike="noStrike" kern="1200">
                          <a:solidFill>
                            <a:schemeClr val="tx1"/>
                          </a:solidFill>
                          <a:effectLst/>
                          <a:latin typeface="+mj-ea"/>
                          <a:ea typeface="+mn-ea"/>
                          <a:cs typeface="+mn-cs"/>
                        </a:rPr>
                        <a:t>精査中</a:t>
                      </a:r>
                      <a:br>
                        <a:rPr kumimoji="1" lang="en-US" altLang="ja-JP" sz="900" b="0" i="0" u="none" strike="noStrike" kern="1200">
                          <a:solidFill>
                            <a:schemeClr val="tx1"/>
                          </a:solidFill>
                          <a:effectLst/>
                          <a:latin typeface="+mj-ea"/>
                          <a:ea typeface="+mn-ea"/>
                          <a:cs typeface="+mn-cs"/>
                        </a:rPr>
                      </a:br>
                      <a:r>
                        <a:rPr kumimoji="1" lang="ja-JP" altLang="en-US" sz="900" b="0" i="0" u="none" strike="noStrike" kern="1200">
                          <a:solidFill>
                            <a:schemeClr val="tx1"/>
                          </a:solidFill>
                          <a:effectLst/>
                          <a:latin typeface="+mj-ea"/>
                          <a:ea typeface="+mn-ea"/>
                          <a:cs typeface="+mn-cs"/>
                        </a:rPr>
                        <a:t>要求事項①</a:t>
                      </a:r>
                      <a:endParaRPr kumimoji="1" lang="en-US" altLang="ja-JP" sz="900" b="0" i="0" u="none" strike="noStrike" kern="1200">
                        <a:solidFill>
                          <a:schemeClr val="tx1"/>
                        </a:solidFill>
                        <a:effectLst/>
                        <a:latin typeface="+mj-ea"/>
                        <a:ea typeface="+mn-ea"/>
                        <a:cs typeface="+mn-cs"/>
                      </a:endParaRPr>
                    </a:p>
                    <a:p>
                      <a:pPr marL="0" marR="0" lvl="0" indent="0" algn="l" defTabSz="84393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a:solidFill>
                            <a:schemeClr val="tx1"/>
                          </a:solidFill>
                          <a:effectLst/>
                          <a:latin typeface="+mj-ea"/>
                          <a:ea typeface="+mn-ea"/>
                          <a:cs typeface="+mn-cs"/>
                        </a:rPr>
                        <a:t>■機能：</a:t>
                      </a:r>
                      <a:r>
                        <a:rPr kumimoji="1" lang="en-US" altLang="ja-JP" sz="900" b="0" i="0" u="none" strike="noStrike" kern="1200">
                          <a:solidFill>
                            <a:schemeClr val="tx1"/>
                          </a:solidFill>
                          <a:effectLst/>
                          <a:latin typeface="+mj-ea"/>
                          <a:ea typeface="+mn-ea"/>
                          <a:cs typeface="+mn-cs"/>
                        </a:rPr>
                        <a:t>PDF</a:t>
                      </a:r>
                      <a:r>
                        <a:rPr kumimoji="1" lang="ja-JP" altLang="en-US" sz="900" b="0" i="0" u="none" strike="noStrike" kern="1200">
                          <a:solidFill>
                            <a:schemeClr val="tx1"/>
                          </a:solidFill>
                          <a:effectLst/>
                          <a:latin typeface="+mj-ea"/>
                          <a:ea typeface="+mn-ea"/>
                          <a:cs typeface="+mn-cs"/>
                        </a:rPr>
                        <a:t>帳票での臨床情報・患者サマリー出力機能</a:t>
                      </a:r>
                      <a:r>
                        <a:rPr kumimoji="1" lang="en-US" altLang="ja-JP" sz="900" b="0" i="0" u="none" strike="noStrike" kern="1200">
                          <a:solidFill>
                            <a:schemeClr val="tx1"/>
                          </a:solidFill>
                          <a:effectLst/>
                          <a:latin typeface="+mj-ea"/>
                          <a:ea typeface="+mn-ea"/>
                          <a:cs typeface="+mn-cs"/>
                        </a:rPr>
                        <a:t>(</a:t>
                      </a:r>
                      <a:r>
                        <a:rPr kumimoji="1" lang="ja-JP" altLang="en-US" sz="900" b="0" i="0" u="none" strike="noStrike" kern="1200">
                          <a:solidFill>
                            <a:schemeClr val="tx1"/>
                          </a:solidFill>
                          <a:effectLst/>
                          <a:latin typeface="+mj-ea"/>
                          <a:ea typeface="+mn-ea"/>
                          <a:cs typeface="+mn-cs"/>
                        </a:rPr>
                        <a:t>他医療機関向け臨床情報</a:t>
                      </a:r>
                      <a:r>
                        <a:rPr kumimoji="1" lang="en-US" altLang="ja-JP" sz="900" b="0" i="0" u="none" strike="noStrike" kern="1200">
                          <a:solidFill>
                            <a:schemeClr val="tx1"/>
                          </a:solidFill>
                          <a:effectLst/>
                          <a:latin typeface="+mj-ea"/>
                          <a:ea typeface="+mn-ea"/>
                          <a:cs typeface="+mn-cs"/>
                        </a:rPr>
                        <a:t>PDF</a:t>
                      </a:r>
                      <a:r>
                        <a:rPr kumimoji="1" lang="ja-JP" altLang="en-US" sz="900" b="0" i="0" u="none" strike="noStrike" kern="1200">
                          <a:solidFill>
                            <a:schemeClr val="tx1"/>
                          </a:solidFill>
                          <a:effectLst/>
                          <a:latin typeface="+mj-ea"/>
                          <a:ea typeface="+mn-ea"/>
                          <a:cs typeface="+mn-cs"/>
                        </a:rPr>
                        <a:t>・マイナポータル向け臨床情報</a:t>
                      </a:r>
                      <a:r>
                        <a:rPr kumimoji="1" lang="en-US" altLang="ja-JP" sz="900" b="0" i="0" u="none" strike="noStrike" kern="1200">
                          <a:solidFill>
                            <a:schemeClr val="tx1"/>
                          </a:solidFill>
                          <a:effectLst/>
                          <a:latin typeface="+mj-ea"/>
                          <a:ea typeface="+mn-ea"/>
                          <a:cs typeface="+mn-cs"/>
                        </a:rPr>
                        <a:t>PDF</a:t>
                      </a:r>
                      <a:r>
                        <a:rPr kumimoji="1" lang="ja-JP" altLang="en-US" sz="900" b="0" i="0" u="none" strike="noStrike" kern="1200">
                          <a:solidFill>
                            <a:schemeClr val="tx1"/>
                          </a:solidFill>
                          <a:effectLst/>
                          <a:latin typeface="+mj-ea"/>
                          <a:ea typeface="+mn-ea"/>
                          <a:cs typeface="+mn-cs"/>
                        </a:rPr>
                        <a:t>・マイナポータル向け患者サマリー</a:t>
                      </a:r>
                      <a:r>
                        <a:rPr kumimoji="1" lang="en-US" altLang="ja-JP" sz="900" b="0" i="0" u="none" strike="noStrike" kern="1200">
                          <a:solidFill>
                            <a:schemeClr val="tx1"/>
                          </a:solidFill>
                          <a:effectLst/>
                          <a:latin typeface="+mj-ea"/>
                          <a:ea typeface="+mn-ea"/>
                          <a:cs typeface="+mn-cs"/>
                        </a:rPr>
                        <a:t>PDF)</a:t>
                      </a:r>
                    </a:p>
                    <a:p>
                      <a:pPr marL="0" marR="0" lvl="0" indent="0" algn="l" defTabSz="84393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a:solidFill>
                            <a:schemeClr val="tx1"/>
                          </a:solidFill>
                          <a:effectLst/>
                          <a:latin typeface="+mj-ea"/>
                          <a:ea typeface="+mn-ea"/>
                          <a:cs typeface="+mn-cs"/>
                        </a:rPr>
                        <a:t>■内容：</a:t>
                      </a:r>
                      <a:r>
                        <a:rPr kumimoji="1" lang="en-US" altLang="ja-JP" sz="900" b="0" i="0" u="none" strike="noStrike" kern="1200">
                          <a:solidFill>
                            <a:schemeClr val="tx1"/>
                          </a:solidFill>
                          <a:effectLst/>
                          <a:latin typeface="+mj-ea"/>
                          <a:ea typeface="+mn-ea"/>
                          <a:cs typeface="+mn-cs"/>
                        </a:rPr>
                        <a:t>PDF</a:t>
                      </a:r>
                      <a:r>
                        <a:rPr kumimoji="1" lang="ja-JP" altLang="en-US" sz="900" b="0" i="0" u="none" strike="noStrike" kern="1200">
                          <a:solidFill>
                            <a:schemeClr val="tx1"/>
                          </a:solidFill>
                          <a:effectLst/>
                          <a:latin typeface="+mj-ea"/>
                          <a:ea typeface="+mn-ea"/>
                          <a:cs typeface="+mn-cs"/>
                        </a:rPr>
                        <a:t>帳票の下部の注意書き欄に、結果値</a:t>
                      </a:r>
                      <a:r>
                        <a:rPr lang="ja-JP" altLang="ja-JP" sz="900"/>
                        <a:t>「</a:t>
                      </a:r>
                      <a:r>
                        <a:rPr lang="en-US" altLang="ja-JP" sz="900"/>
                        <a:t>0</a:t>
                      </a:r>
                      <a:r>
                        <a:rPr lang="ja-JP" altLang="ja-JP" sz="900"/>
                        <a:t>」には「検出せず」が含まれる場合がある</a:t>
                      </a:r>
                      <a:r>
                        <a:rPr lang="ja-JP" altLang="en-US" sz="900"/>
                        <a:t>旨を周知する注意書きを追記する。</a:t>
                      </a:r>
                      <a:endParaRPr lang="en-US" altLang="ja-JP" sz="900"/>
                    </a:p>
                    <a:p>
                      <a:pPr marL="0" marR="0" lvl="0" indent="0" algn="l" defTabSz="84393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a:solidFill>
                            <a:schemeClr val="tx1"/>
                          </a:solidFill>
                          <a:effectLst/>
                          <a:latin typeface="+mj-ea"/>
                          <a:ea typeface="+mn-ea"/>
                          <a:cs typeface="+mn-cs"/>
                        </a:rPr>
                        <a:t>要求事項②</a:t>
                      </a:r>
                      <a:br>
                        <a:rPr kumimoji="1" lang="en-US" altLang="ja-JP" sz="900" b="0" i="0" u="none" strike="noStrike" kern="1200">
                          <a:solidFill>
                            <a:schemeClr val="tx1"/>
                          </a:solidFill>
                          <a:effectLst/>
                          <a:latin typeface="+mj-ea"/>
                          <a:ea typeface="+mn-ea"/>
                          <a:cs typeface="+mn-cs"/>
                        </a:rPr>
                      </a:br>
                      <a:r>
                        <a:rPr kumimoji="1" lang="ja-JP" altLang="en-US" sz="900" b="0" i="0" u="none" strike="noStrike" kern="1200">
                          <a:solidFill>
                            <a:schemeClr val="tx1"/>
                          </a:solidFill>
                          <a:effectLst/>
                          <a:latin typeface="+mj-ea"/>
                          <a:ea typeface="+mn-ea"/>
                          <a:cs typeface="+mn-cs"/>
                        </a:rPr>
                        <a:t>■機能：資格確認端末の臨床情報詳細画面の表示機能</a:t>
                      </a:r>
                      <a:endParaRPr kumimoji="1" lang="en-US" altLang="ja-JP" sz="900" b="0" i="0" u="none" strike="noStrike" kern="1200">
                        <a:solidFill>
                          <a:schemeClr val="tx1"/>
                        </a:solidFill>
                        <a:effectLst/>
                        <a:latin typeface="+mj-ea"/>
                        <a:ea typeface="+mn-ea"/>
                        <a:cs typeface="+mn-cs"/>
                      </a:endParaRPr>
                    </a:p>
                    <a:p>
                      <a:pPr marL="0" marR="0" lvl="0" indent="0" algn="l" defTabSz="84393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a:solidFill>
                            <a:schemeClr val="tx1"/>
                          </a:solidFill>
                          <a:effectLst/>
                          <a:latin typeface="+mj-ea"/>
                          <a:ea typeface="+mn-ea"/>
                          <a:cs typeface="+mn-cs"/>
                        </a:rPr>
                        <a:t>■内容：ページ下部の注意書き欄に、結果値</a:t>
                      </a:r>
                      <a:r>
                        <a:rPr lang="ja-JP" altLang="ja-JP" sz="900"/>
                        <a:t>「</a:t>
                      </a:r>
                      <a:r>
                        <a:rPr lang="en-US" altLang="ja-JP" sz="900"/>
                        <a:t>0</a:t>
                      </a:r>
                      <a:r>
                        <a:rPr lang="ja-JP" altLang="ja-JP" sz="900"/>
                        <a:t>」には「検出せず」が含まれる場合がある</a:t>
                      </a:r>
                      <a:r>
                        <a:rPr lang="ja-JP" altLang="en-US" sz="900"/>
                        <a:t>旨を周知する注意書きを追記する。</a:t>
                      </a:r>
                      <a:endParaRPr kumimoji="1" lang="en-US" altLang="ja-JP" sz="900" b="0" i="0" u="none" strike="noStrike" kern="1200">
                        <a:solidFill>
                          <a:schemeClr val="tx1"/>
                        </a:solidFill>
                        <a:effectLst/>
                        <a:latin typeface="+mj-ea"/>
                        <a:ea typeface="+mn-ea"/>
                        <a:cs typeface="+mn-cs"/>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3847957461"/>
                  </a:ext>
                </a:extLst>
              </a:tr>
              <a:tr h="106051">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備考</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a:noFill/>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50" charset="-128"/>
                          <a:ea typeface="Meiryo UI" panose="020B0604030504040204" pitchFamily="50" charset="-128"/>
                        </a:rPr>
                        <a:t>・表示する文言については、厚労省にて引き続き検討を行う。</a:t>
                      </a:r>
                      <a:endParaRPr lang="en-US" altLang="ja-JP" sz="900" b="0" i="0" u="none" strike="noStrike">
                        <a:solidFill>
                          <a:schemeClr val="tx1"/>
                        </a:solidFill>
                        <a:effectLst/>
                        <a:latin typeface="Meiryo UI" panose="020B0604030504040204" pitchFamily="50" charset="-128"/>
                        <a:ea typeface="Meiryo UI" panose="020B0604030504040204" pitchFamily="50" charset="-128"/>
                      </a:endParaRP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50" charset="-128"/>
                          <a:ea typeface="Meiryo UI" panose="020B0604030504040204" pitchFamily="50" charset="-128"/>
                        </a:rPr>
                        <a:t>・マイナポータルにおける</a:t>
                      </a:r>
                      <a:r>
                        <a:rPr lang="en-US" altLang="ja-JP" sz="900" b="0" i="0" u="none" strike="noStrike">
                          <a:solidFill>
                            <a:schemeClr val="tx1"/>
                          </a:solidFill>
                          <a:effectLst/>
                          <a:latin typeface="Meiryo UI" panose="020B0604030504040204" pitchFamily="50" charset="-128"/>
                          <a:ea typeface="Meiryo UI" panose="020B0604030504040204" pitchFamily="50" charset="-128"/>
                        </a:rPr>
                        <a:t>FAQ</a:t>
                      </a:r>
                      <a:r>
                        <a:rPr lang="ja-JP" altLang="en-US" sz="900" b="0" i="0" u="none" strike="noStrike">
                          <a:solidFill>
                            <a:schemeClr val="tx1"/>
                          </a:solidFill>
                          <a:effectLst/>
                          <a:latin typeface="Meiryo UI" panose="020B0604030504040204" pitchFamily="50" charset="-128"/>
                          <a:ea typeface="Meiryo UI" panose="020B0604030504040204" pitchFamily="50" charset="-128"/>
                        </a:rPr>
                        <a:t>においても必要に応じて</a:t>
                      </a:r>
                      <a:r>
                        <a:rPr kumimoji="1" lang="ja-JP" altLang="en-US" sz="900" b="0" i="0" u="none" strike="noStrike" kern="1200">
                          <a:solidFill>
                            <a:schemeClr val="tx1"/>
                          </a:solidFill>
                          <a:effectLst/>
                          <a:latin typeface="+mj-ea"/>
                          <a:ea typeface="+mn-ea"/>
                          <a:cs typeface="+mn-cs"/>
                        </a:rPr>
                        <a:t>結果値</a:t>
                      </a:r>
                      <a:r>
                        <a:rPr lang="ja-JP" altLang="ja-JP" sz="900"/>
                        <a:t>「</a:t>
                      </a:r>
                      <a:r>
                        <a:rPr lang="en-US" altLang="ja-JP" sz="900"/>
                        <a:t>0</a:t>
                      </a:r>
                      <a:r>
                        <a:rPr lang="ja-JP" altLang="ja-JP" sz="900"/>
                        <a:t>」には「検出せず」が含まれる場合がある</a:t>
                      </a:r>
                      <a:r>
                        <a:rPr lang="ja-JP" altLang="en-US" sz="900"/>
                        <a:t>旨を周知する。</a:t>
                      </a:r>
                      <a:endParaRPr lang="en-US" altLang="ja-JP" sz="9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606374615"/>
                  </a:ext>
                </a:extLst>
              </a:tr>
            </a:tbl>
          </a:graphicData>
        </a:graphic>
      </p:graphicFrame>
      <p:pic>
        <p:nvPicPr>
          <p:cNvPr id="6" name="図 5">
            <a:extLst>
              <a:ext uri="{FF2B5EF4-FFF2-40B4-BE49-F238E27FC236}">
                <a16:creationId xmlns:a16="http://schemas.microsoft.com/office/drawing/2014/main" id="{A1EC8EE6-6F27-C315-FA99-C7E670C11577}"/>
              </a:ext>
            </a:extLst>
          </p:cNvPr>
          <p:cNvPicPr>
            <a:picLocks noChangeAspect="1"/>
          </p:cNvPicPr>
          <p:nvPr/>
        </p:nvPicPr>
        <p:blipFill>
          <a:blip r:embed="rId2"/>
          <a:stretch>
            <a:fillRect/>
          </a:stretch>
        </p:blipFill>
        <p:spPr>
          <a:xfrm>
            <a:off x="1927861" y="4610319"/>
            <a:ext cx="4000747" cy="2090100"/>
          </a:xfrm>
          <a:prstGeom prst="rect">
            <a:avLst/>
          </a:prstGeom>
        </p:spPr>
      </p:pic>
      <p:sp>
        <p:nvSpPr>
          <p:cNvPr id="15" name="テキスト ボックス 14">
            <a:extLst>
              <a:ext uri="{FF2B5EF4-FFF2-40B4-BE49-F238E27FC236}">
                <a16:creationId xmlns:a16="http://schemas.microsoft.com/office/drawing/2014/main" id="{B57CEA64-7667-4550-8074-A95AE09AB5EC}"/>
              </a:ext>
            </a:extLst>
          </p:cNvPr>
          <p:cNvSpPr txBox="1"/>
          <p:nvPr/>
        </p:nvSpPr>
        <p:spPr>
          <a:xfrm>
            <a:off x="1927861" y="6650606"/>
            <a:ext cx="7284719" cy="164567"/>
          </a:xfrm>
          <a:prstGeom prst="rect">
            <a:avLst/>
          </a:prstGeom>
          <a:noFill/>
        </p:spPr>
        <p:txBody>
          <a:bodyPr wrap="square" lIns="36000" tIns="36000" rIns="36000" bIns="36000" rtlCol="0" anchor="t">
            <a:noAutofit/>
          </a:bodyPr>
          <a:lstStyle/>
          <a:p>
            <a:pPr marL="0" marR="0" lvl="0" indent="0" algn="l" defTabSz="914400" rtl="0" eaLnBrk="1" fontAlgn="base" latinLnBrk="0" hangingPunct="1">
              <a:lnSpc>
                <a:spcPct val="100000"/>
              </a:lnSpc>
              <a:spcBef>
                <a:spcPct val="20000"/>
              </a:spcBef>
              <a:spcAft>
                <a:spcPct val="0"/>
              </a:spcAft>
              <a:buClrTx/>
              <a:buSzTx/>
              <a:buFontTx/>
              <a:buNone/>
              <a:tabLst/>
              <a:defRPr/>
            </a:pPr>
            <a:r>
              <a:rPr kumimoji="1" lang="en-US" altLang="ja-JP" sz="600" b="0" i="0" u="none" strike="noStrike" kern="1200" cap="none" spc="0" normalizeH="0" baseline="0" noProof="0">
                <a:ln>
                  <a:noFill/>
                </a:ln>
                <a:solidFill>
                  <a:prstClr val="black"/>
                </a:solidFill>
                <a:effectLst/>
                <a:uLnTx/>
                <a:uFillTx/>
                <a:latin typeface="Meiryo UI"/>
                <a:ea typeface="Meiryo UI"/>
                <a:cs typeface="+mn-cs"/>
              </a:rPr>
              <a:t>※</a:t>
            </a:r>
            <a:r>
              <a:rPr kumimoji="1" lang="ja-JP" altLang="en-US" sz="600" b="0" i="0" u="none" strike="noStrike" kern="1200" cap="none" spc="0" normalizeH="0" baseline="0" noProof="0">
                <a:ln>
                  <a:noFill/>
                </a:ln>
                <a:solidFill>
                  <a:prstClr val="black"/>
                </a:solidFill>
                <a:effectLst/>
                <a:uLnTx/>
                <a:uFillTx/>
                <a:latin typeface="Meiryo UI"/>
                <a:ea typeface="Meiryo UI"/>
                <a:cs typeface="+mn-cs"/>
              </a:rPr>
              <a:t>検査情報および感染症情報における結果値「</a:t>
            </a:r>
            <a:r>
              <a:rPr kumimoji="1" lang="en-US" altLang="ja-JP" sz="600" b="0" i="0" u="none" strike="noStrike" kern="1200" cap="none" spc="0" normalizeH="0" baseline="0" noProof="0">
                <a:ln>
                  <a:noFill/>
                </a:ln>
                <a:solidFill>
                  <a:prstClr val="black"/>
                </a:solidFill>
                <a:effectLst/>
                <a:uLnTx/>
                <a:uFillTx/>
                <a:latin typeface="Meiryo UI"/>
                <a:ea typeface="Meiryo UI"/>
                <a:cs typeface="+mn-cs"/>
              </a:rPr>
              <a:t>0</a:t>
            </a:r>
            <a:r>
              <a:rPr kumimoji="1" lang="ja-JP" altLang="en-US" sz="600" b="0" i="0" u="none" strike="noStrike" kern="1200" cap="none" spc="0" normalizeH="0" baseline="0" noProof="0">
                <a:ln>
                  <a:noFill/>
                </a:ln>
                <a:solidFill>
                  <a:prstClr val="black"/>
                </a:solidFill>
                <a:effectLst/>
                <a:uLnTx/>
                <a:uFillTx/>
                <a:latin typeface="Meiryo UI"/>
                <a:ea typeface="Meiryo UI"/>
                <a:cs typeface="+mn-cs"/>
              </a:rPr>
              <a:t>」には、「検出せず」など検査システムの検出限界値が含まれる場合があります。</a:t>
            </a:r>
            <a:endParaRPr kumimoji="1" lang="en-US" altLang="ja-JP" sz="600" b="0" i="0" u="none" strike="noStrike" kern="1200" cap="none" spc="0" normalizeH="0" baseline="0" noProof="0">
              <a:ln>
                <a:noFill/>
              </a:ln>
              <a:solidFill>
                <a:prstClr val="black"/>
              </a:solidFill>
              <a:effectLst/>
              <a:uLnTx/>
              <a:uFillTx/>
              <a:latin typeface="Meiryo UI"/>
              <a:ea typeface="Meiryo UI"/>
              <a:cs typeface="+mn-cs"/>
            </a:endParaRPr>
          </a:p>
        </p:txBody>
      </p:sp>
      <p:sp>
        <p:nvSpPr>
          <p:cNvPr id="16" name="正方形/長方形 15">
            <a:extLst>
              <a:ext uri="{FF2B5EF4-FFF2-40B4-BE49-F238E27FC236}">
                <a16:creationId xmlns:a16="http://schemas.microsoft.com/office/drawing/2014/main" id="{05C44232-AFE3-EAC8-10DF-DDDCDBBE8BF5}"/>
              </a:ext>
            </a:extLst>
          </p:cNvPr>
          <p:cNvSpPr/>
          <p:nvPr/>
        </p:nvSpPr>
        <p:spPr>
          <a:xfrm>
            <a:off x="1959578" y="6650606"/>
            <a:ext cx="3854514" cy="164567"/>
          </a:xfrm>
          <a:prstGeom prst="rect">
            <a:avLst/>
          </a:prstGeom>
          <a:noFill/>
          <a:ln w="28575">
            <a:solidFill>
              <a:srgbClr val="C00000"/>
            </a:solidFill>
          </a:ln>
        </p:spPr>
        <p:style>
          <a:lnRef idx="2">
            <a:schemeClr val="accent2"/>
          </a:lnRef>
          <a:fillRef idx="1">
            <a:schemeClr val="lt1"/>
          </a:fillRef>
          <a:effectRef idx="0">
            <a:schemeClr val="accent2"/>
          </a:effectRef>
          <a:fontRef idx="minor">
            <a:schemeClr val="dk1"/>
          </a:fontRef>
        </p:style>
        <p:txBody>
          <a:bodyPr wrap="none" lIns="36000" tIns="36000" rIns="36000" bIns="36000" rtlCol="0"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prstClr val="black"/>
              </a:solidFill>
              <a:effectLst/>
              <a:uLnTx/>
              <a:uFillTx/>
              <a:latin typeface="Meiryo UI"/>
              <a:ea typeface="Meiryo UI"/>
              <a:cs typeface="Arial" charset="0"/>
            </a:endParaRPr>
          </a:p>
        </p:txBody>
      </p:sp>
      <p:grpSp>
        <p:nvGrpSpPr>
          <p:cNvPr id="17" name="グループ化 16">
            <a:extLst>
              <a:ext uri="{FF2B5EF4-FFF2-40B4-BE49-F238E27FC236}">
                <a16:creationId xmlns:a16="http://schemas.microsoft.com/office/drawing/2014/main" id="{89E8B961-06D1-2F26-F5D7-29BF5CF4213B}"/>
              </a:ext>
            </a:extLst>
          </p:cNvPr>
          <p:cNvGrpSpPr/>
          <p:nvPr/>
        </p:nvGrpSpPr>
        <p:grpSpPr>
          <a:xfrm>
            <a:off x="6867039" y="5453845"/>
            <a:ext cx="2188476" cy="1064600"/>
            <a:chOff x="6901720" y="4867030"/>
            <a:chExt cx="2667407" cy="1184021"/>
          </a:xfrm>
        </p:grpSpPr>
        <p:sp>
          <p:nvSpPr>
            <p:cNvPr id="18" name="正方形/長方形 17">
              <a:extLst>
                <a:ext uri="{FF2B5EF4-FFF2-40B4-BE49-F238E27FC236}">
                  <a16:creationId xmlns:a16="http://schemas.microsoft.com/office/drawing/2014/main" id="{A33126B1-80B0-B406-F1F2-FE1C197918C7}"/>
                </a:ext>
              </a:extLst>
            </p:cNvPr>
            <p:cNvSpPr/>
            <p:nvPr/>
          </p:nvSpPr>
          <p:spPr>
            <a:xfrm>
              <a:off x="6901720" y="4867030"/>
              <a:ext cx="1054267" cy="176164"/>
            </a:xfrm>
            <a:prstGeom prst="rect">
              <a:avLst/>
            </a:prstGeom>
            <a:solidFill>
              <a:srgbClr val="C00000"/>
            </a:solidFill>
            <a:ln w="28575" cap="flat" cmpd="sng" algn="ctr">
              <a:solidFill>
                <a:srgbClr val="C00000"/>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要求事項</a:t>
              </a:r>
            </a:p>
          </p:txBody>
        </p:sp>
        <p:sp>
          <p:nvSpPr>
            <p:cNvPr id="36" name="吹き出し: 線 35">
              <a:extLst>
                <a:ext uri="{FF2B5EF4-FFF2-40B4-BE49-F238E27FC236}">
                  <a16:creationId xmlns:a16="http://schemas.microsoft.com/office/drawing/2014/main" id="{69CFDC82-D309-8A7C-055E-E59D0745ED78}"/>
                </a:ext>
              </a:extLst>
            </p:cNvPr>
            <p:cNvSpPr/>
            <p:nvPr/>
          </p:nvSpPr>
          <p:spPr>
            <a:xfrm>
              <a:off x="6940418" y="5041677"/>
              <a:ext cx="2628709" cy="1009374"/>
            </a:xfrm>
            <a:prstGeom prst="borderCallout1">
              <a:avLst>
                <a:gd name="adj1" fmla="val 63353"/>
                <a:gd name="adj2" fmla="val -515"/>
                <a:gd name="adj3" fmla="val 114234"/>
                <a:gd name="adj4" fmla="val -52626"/>
              </a:avLst>
            </a:prstGeom>
            <a:solidFill>
              <a:schemeClr val="bg1"/>
            </a:solidFill>
            <a:ln w="28575" cap="flat" cmpd="sng" algn="ctr">
              <a:solidFill>
                <a:srgbClr val="C00000"/>
              </a:solid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PDF</a:t>
              </a:r>
              <a:r>
                <a:rPr kumimoji="1" lang="ja-JP" altLang="en-US"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帳票の下部の注意書き欄に、「</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結果値</a:t>
              </a:r>
              <a:r>
                <a:rPr kumimoji="1" lang="ja-JP" altLang="ja-JP" sz="1100" b="0" i="0" u="none" strike="noStrike" kern="1200" cap="none" spc="0" normalizeH="0" baseline="0" noProof="0">
                  <a:ln>
                    <a:noFill/>
                  </a:ln>
                  <a:solidFill>
                    <a:prstClr val="black"/>
                  </a:solidFill>
                  <a:effectLst/>
                  <a:uLnTx/>
                  <a:uFillTx/>
                  <a:latin typeface="Arial"/>
                  <a:ea typeface="Meiryo UI"/>
                  <a:cs typeface="+mn-cs"/>
                </a:rPr>
                <a:t>「</a:t>
              </a:r>
              <a:r>
                <a:rPr kumimoji="1" lang="en-US" altLang="ja-JP" sz="1100" b="0" i="0" u="none" strike="noStrike" kern="1200" cap="none" spc="0" normalizeH="0" baseline="0" noProof="0">
                  <a:ln>
                    <a:noFill/>
                  </a:ln>
                  <a:solidFill>
                    <a:prstClr val="black"/>
                  </a:solidFill>
                  <a:effectLst/>
                  <a:uLnTx/>
                  <a:uFillTx/>
                  <a:latin typeface="Arial"/>
                  <a:ea typeface="Meiryo UI"/>
                  <a:cs typeface="+mn-cs"/>
                </a:rPr>
                <a:t>0</a:t>
              </a:r>
              <a:r>
                <a:rPr kumimoji="1" lang="ja-JP" altLang="ja-JP" sz="1100" b="0" i="0" u="none" strike="noStrike" kern="1200" cap="none" spc="0" normalizeH="0" baseline="0" noProof="0">
                  <a:ln>
                    <a:noFill/>
                  </a:ln>
                  <a:solidFill>
                    <a:prstClr val="black"/>
                  </a:solidFill>
                  <a:effectLst/>
                  <a:uLnTx/>
                  <a:uFillTx/>
                  <a:latin typeface="Arial"/>
                  <a:ea typeface="Meiryo UI"/>
                  <a:cs typeface="+mn-cs"/>
                </a:rPr>
                <a:t>」には「検出せず」が含まれる場合がある</a:t>
              </a:r>
              <a:r>
                <a:rPr kumimoji="1" lang="ja-JP" altLang="en-US" sz="1100" b="0" i="0" u="none" strike="noStrike" kern="1200" cap="none" spc="0" normalizeH="0" baseline="0" noProof="0">
                  <a:ln>
                    <a:noFill/>
                  </a:ln>
                  <a:solidFill>
                    <a:prstClr val="black"/>
                  </a:solidFill>
                  <a:effectLst/>
                  <a:uLnTx/>
                  <a:uFillTx/>
                  <a:latin typeface="Arial"/>
                  <a:ea typeface="Meiryo UI"/>
                  <a:cs typeface="+mn-cs"/>
                </a:rPr>
                <a:t>旨」を追記する。</a:t>
              </a:r>
              <a:endParaRPr kumimoji="1" lang="en-US" altLang="ja-JP" sz="11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grpSp>
      <p:sp>
        <p:nvSpPr>
          <p:cNvPr id="37" name="正方形/長方形 36">
            <a:extLst>
              <a:ext uri="{FF2B5EF4-FFF2-40B4-BE49-F238E27FC236}">
                <a16:creationId xmlns:a16="http://schemas.microsoft.com/office/drawing/2014/main" id="{47165CF3-06BA-50EB-7EDC-065EDB4E4BC6}"/>
              </a:ext>
            </a:extLst>
          </p:cNvPr>
          <p:cNvSpPr/>
          <p:nvPr/>
        </p:nvSpPr>
        <p:spPr>
          <a:xfrm>
            <a:off x="1900543" y="4522356"/>
            <a:ext cx="3978935" cy="2312784"/>
          </a:xfrm>
          <a:prstGeom prst="rect">
            <a:avLst/>
          </a:prstGeom>
          <a:noFill/>
          <a:ln>
            <a:solidFill>
              <a:schemeClr val="tx1"/>
            </a:solidFill>
          </a:ln>
        </p:spPr>
        <p:txBody>
          <a:bodyPr wrap="square"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8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38" name="正方形/長方形 37">
            <a:extLst>
              <a:ext uri="{FF2B5EF4-FFF2-40B4-BE49-F238E27FC236}">
                <a16:creationId xmlns:a16="http://schemas.microsoft.com/office/drawing/2014/main" id="{2936E03F-EC35-7329-B71E-B84BBFE034AD}"/>
              </a:ext>
            </a:extLst>
          </p:cNvPr>
          <p:cNvSpPr/>
          <p:nvPr/>
        </p:nvSpPr>
        <p:spPr>
          <a:xfrm>
            <a:off x="2008962" y="4425785"/>
            <a:ext cx="1622050" cy="164567"/>
          </a:xfrm>
          <a:prstGeom prst="rect">
            <a:avLst/>
          </a:prstGeom>
          <a:solidFill>
            <a:schemeClr val="bg1"/>
          </a:solidFill>
          <a:ln>
            <a:solidFill>
              <a:schemeClr val="tx1"/>
            </a:solidFill>
          </a:ln>
        </p:spPr>
        <p:txBody>
          <a:bodyPr wrap="square" lIns="36000" tIns="36000" rIns="36000" bIns="3600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i="0" u="none" strike="noStrike" kern="1200" cap="none" spc="0" normalizeH="0" baseline="0" noProof="0">
                <a:ln>
                  <a:noFill/>
                </a:ln>
                <a:solidFill>
                  <a:prstClr val="black"/>
                </a:solidFill>
                <a:effectLst/>
                <a:uLnTx/>
                <a:uFillTx/>
                <a:latin typeface="Meiryo UI"/>
                <a:ea typeface="Meiryo UI"/>
                <a:cs typeface="Arial" charset="0"/>
              </a:rPr>
              <a:t>PDF</a:t>
            </a:r>
            <a:r>
              <a:rPr kumimoji="1" lang="ja-JP" altLang="en-US" sz="800" b="0" i="0" u="none" strike="noStrike" kern="1200" cap="none" spc="0" normalizeH="0" baseline="0" noProof="0">
                <a:ln>
                  <a:noFill/>
                </a:ln>
                <a:solidFill>
                  <a:prstClr val="black"/>
                </a:solidFill>
                <a:effectLst/>
                <a:uLnTx/>
                <a:uFillTx/>
                <a:latin typeface="Meiryo UI"/>
                <a:ea typeface="Meiryo UI"/>
                <a:cs typeface="Arial" charset="0"/>
              </a:rPr>
              <a:t>帳票レイアウトイメージ図 抜粋</a:t>
            </a:r>
          </a:p>
        </p:txBody>
      </p:sp>
      <p:sp>
        <p:nvSpPr>
          <p:cNvPr id="5" name="正方形/長方形 4">
            <a:extLst>
              <a:ext uri="{FF2B5EF4-FFF2-40B4-BE49-F238E27FC236}">
                <a16:creationId xmlns:a16="http://schemas.microsoft.com/office/drawing/2014/main" id="{144D07E0-6D0D-D9F7-128D-CE37DEB7CFF5}"/>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24953842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20567-DE06-47E9-02D3-6A6701CBE43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9F53ED0-B12C-9A6B-9771-C06DB42558B1}"/>
              </a:ext>
            </a:extLst>
          </p:cNvPr>
          <p:cNvSpPr>
            <a:spLocks noGrp="1"/>
          </p:cNvSpPr>
          <p:nvPr>
            <p:ph type="title"/>
          </p:nvPr>
        </p:nvSpPr>
        <p:spPr/>
        <p:txBody>
          <a:bodyPr>
            <a:noAutofit/>
          </a:bodyPr>
          <a:lstStyle/>
          <a:p>
            <a:r>
              <a:rPr lang="en-US" altLang="ja-JP" sz="1400"/>
              <a:t>2</a:t>
            </a:r>
            <a:r>
              <a:rPr lang="ja-JP" altLang="en-US" sz="1400"/>
              <a:t>．令和</a:t>
            </a:r>
            <a:r>
              <a:rPr lang="en-US" altLang="ja-JP" sz="1400"/>
              <a:t>9</a:t>
            </a:r>
            <a:r>
              <a:rPr lang="ja-JP" altLang="en-US" sz="1400"/>
              <a:t>年度案件について</a:t>
            </a:r>
            <a:br>
              <a:rPr lang="en-US" altLang="ja-JP" sz="1400"/>
            </a:br>
            <a:r>
              <a:rPr lang="ja-JP" altLang="en-US" sz="1400"/>
              <a:t>案件</a:t>
            </a:r>
            <a:r>
              <a:rPr lang="en-US" altLang="ja-JP" sz="1400"/>
              <a:t>ID218_</a:t>
            </a:r>
            <a:r>
              <a:rPr lang="ja-JP" altLang="en-US" sz="1400"/>
              <a:t>検査・感染症の検査結果に対する注意事項の追記</a:t>
            </a:r>
            <a:br>
              <a:rPr lang="en-US" altLang="ja-JP" sz="1400"/>
            </a:br>
            <a:r>
              <a:rPr lang="en-US" altLang="ja-JP" sz="1400"/>
              <a:t>【</a:t>
            </a:r>
            <a:r>
              <a:rPr lang="ja-JP" altLang="en-US" sz="1400"/>
              <a:t>参考</a:t>
            </a:r>
            <a:r>
              <a:rPr lang="en-US" altLang="ja-JP" sz="1400"/>
              <a:t>】</a:t>
            </a:r>
            <a:r>
              <a:rPr lang="ja-JP" altLang="en-US" sz="1400"/>
              <a:t>検討背景および対応方針の共有</a:t>
            </a:r>
            <a:endParaRPr kumimoji="1" lang="ja-JP" altLang="en-US" sz="1400">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B740B124-FB99-A591-EB7B-87A518ED030B}"/>
              </a:ext>
            </a:extLst>
          </p:cNvPr>
          <p:cNvSpPr/>
          <p:nvPr/>
        </p:nvSpPr>
        <p:spPr>
          <a:xfrm>
            <a:off x="426239" y="942008"/>
            <a:ext cx="9408031" cy="1497308"/>
          </a:xfrm>
          <a:prstGeom prst="rect">
            <a:avLst/>
          </a:prstGeom>
          <a:solidFill>
            <a:schemeClr val="bg1"/>
          </a:solidFill>
        </p:spPr>
        <p:txBody>
          <a:bodyPr wrap="square" lIns="36000" tIns="36000" rIns="36000" bIns="36000" rtlCol="0" anchor="t">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a:ln>
                  <a:noFill/>
                </a:ln>
                <a:solidFill>
                  <a:prstClr val="black"/>
                </a:solidFill>
                <a:effectLst/>
                <a:uLnTx/>
                <a:uFillTx/>
                <a:latin typeface="Meiryo UI"/>
                <a:ea typeface="Meiryo UI"/>
                <a:cs typeface="+mn-cs"/>
              </a:rPr>
              <a:t>感染症検査等では、試薬・測定系の検出限界／定量下限により、以下のような結果が生じる場合がある。</a:t>
            </a:r>
            <a:br>
              <a:rPr kumimoji="1" lang="en-US" altLang="ja-JP" sz="1200" b="0" i="0" u="none" strike="noStrike" kern="1200" cap="none" spc="0" normalizeH="0" baseline="0" noProof="0">
                <a:ln>
                  <a:noFill/>
                </a:ln>
                <a:solidFill>
                  <a:prstClr val="black"/>
                </a:solidFill>
                <a:effectLst/>
                <a:uLnTx/>
                <a:uFillTx/>
                <a:latin typeface="Meiryo UI"/>
                <a:ea typeface="Meiryo UI"/>
                <a:cs typeface="+mn-cs"/>
              </a:rPr>
            </a:br>
            <a:r>
              <a:rPr kumimoji="1" lang="ja-JP" altLang="en-US" sz="1200" b="0" i="0" u="none" strike="noStrike" kern="1200" cap="none" spc="0" normalizeH="0" baseline="0" noProof="0">
                <a:ln>
                  <a:noFill/>
                </a:ln>
                <a:solidFill>
                  <a:prstClr val="black"/>
                </a:solidFill>
                <a:effectLst/>
                <a:uLnTx/>
                <a:uFillTx/>
                <a:latin typeface="Meiryo UI"/>
                <a:ea typeface="Meiryo UI"/>
                <a:cs typeface="+mn-cs"/>
              </a:rPr>
              <a:t>① 検出せず：測定対象が検出されない</a:t>
            </a:r>
            <a:br>
              <a:rPr kumimoji="1" lang="en-US" altLang="ja-JP" sz="1200" b="0" i="0" u="none" strike="noStrike" kern="1200" cap="none" spc="0" normalizeH="0" baseline="0" noProof="0">
                <a:ln>
                  <a:noFill/>
                </a:ln>
                <a:solidFill>
                  <a:prstClr val="black"/>
                </a:solidFill>
                <a:effectLst/>
                <a:uLnTx/>
                <a:uFillTx/>
                <a:latin typeface="Meiryo UI"/>
                <a:ea typeface="Meiryo UI"/>
                <a:cs typeface="+mn-cs"/>
              </a:rPr>
            </a:br>
            <a:r>
              <a:rPr kumimoji="1" lang="ja-JP" altLang="en-US" sz="1200" b="0" i="0" u="none" strike="noStrike" kern="1200" cap="none" spc="0" normalizeH="0" baseline="0" noProof="0">
                <a:ln>
                  <a:noFill/>
                </a:ln>
                <a:solidFill>
                  <a:prstClr val="black"/>
                </a:solidFill>
                <a:effectLst/>
                <a:uLnTx/>
                <a:uFillTx/>
                <a:latin typeface="Meiryo UI"/>
                <a:ea typeface="Meiryo UI"/>
                <a:cs typeface="+mn-cs"/>
              </a:rPr>
              <a:t>② 定量下限未満：測定対象の存在は確認できるものの、定量下限を下回るため数値として定量できない</a:t>
            </a:r>
            <a:br>
              <a:rPr kumimoji="1" lang="en-US" altLang="ja-JP" sz="1200" b="0" i="0" u="none" strike="noStrike" kern="1200" cap="none" spc="0" normalizeH="0" baseline="0" noProof="0">
                <a:ln>
                  <a:noFill/>
                </a:ln>
                <a:solidFill>
                  <a:prstClr val="black"/>
                </a:solidFill>
                <a:effectLst/>
                <a:uLnTx/>
                <a:uFillTx/>
                <a:latin typeface="Meiryo UI"/>
                <a:ea typeface="Meiryo UI"/>
                <a:cs typeface="+mn-cs"/>
              </a:rPr>
            </a:br>
            <a:endParaRPr kumimoji="1" lang="en-US" altLang="ja-JP" sz="1200" b="0" i="0" u="none" strike="noStrike" kern="1200" cap="none" spc="0" normalizeH="0" baseline="0" noProof="0">
              <a:ln>
                <a:noFill/>
              </a:ln>
              <a:solidFill>
                <a:prstClr val="black"/>
              </a:solidFill>
              <a:effectLst/>
              <a:uLnTx/>
              <a:uFillTx/>
              <a:latin typeface="Meiryo UI"/>
              <a:ea typeface="Meiryo UI"/>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200" b="0" i="0" u="none" strike="noStrike" kern="1200" cap="none" spc="0" normalizeH="0" baseline="0" noProof="0">
              <a:ln>
                <a:noFill/>
              </a:ln>
              <a:solidFill>
                <a:prstClr val="black"/>
              </a:solidFill>
              <a:effectLst/>
              <a:uLnTx/>
              <a:uFillTx/>
              <a:latin typeface="Meiryo UI"/>
              <a:ea typeface="Meiryo UI"/>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200" b="0" i="0" u="none" strike="noStrike" kern="1200" cap="none" spc="0" normalizeH="0" baseline="0" noProof="0">
              <a:ln>
                <a:noFill/>
              </a:ln>
              <a:solidFill>
                <a:prstClr val="black"/>
              </a:solidFill>
              <a:effectLst/>
              <a:uLnTx/>
              <a:uFillTx/>
              <a:latin typeface="Meiryo UI"/>
              <a:ea typeface="Meiryo UI"/>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a:ln>
                  <a:noFill/>
                </a:ln>
                <a:solidFill>
                  <a:prstClr val="black"/>
                </a:solidFill>
                <a:effectLst/>
                <a:uLnTx/>
                <a:uFillTx/>
                <a:latin typeface="Meiryo UI"/>
                <a:ea typeface="Meiryo UI"/>
                <a:cs typeface="+mn-cs"/>
              </a:rPr>
              <a:t>電子カルテ情報共有サービスでは、定量検査の結果について、数値を設定するか、検査結果を登録できない理由を設定する仕様としている。</a:t>
            </a:r>
            <a:endParaRPr kumimoji="1" lang="en-US" altLang="ja-JP" sz="1200" b="0" i="0" u="none" strike="noStrike" kern="1200" cap="none" spc="0" normalizeH="0" baseline="0" noProof="0">
              <a:ln>
                <a:noFill/>
              </a:ln>
              <a:solidFill>
                <a:prstClr val="black"/>
              </a:solidFill>
              <a:effectLst/>
              <a:uLnTx/>
              <a:uFillTx/>
              <a:latin typeface="Meiryo UI"/>
              <a:ea typeface="Meiryo UI"/>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a:ln>
                  <a:noFill/>
                </a:ln>
                <a:solidFill>
                  <a:prstClr val="black"/>
                </a:solidFill>
                <a:effectLst/>
                <a:uLnTx/>
                <a:uFillTx/>
                <a:latin typeface="Meiryo UI"/>
                <a:ea typeface="Meiryo UI"/>
                <a:cs typeface="+mn-cs"/>
              </a:rPr>
              <a:t>一方、「検査結果を登録できない理由」を設定した場合、現行仕様では当該検査結果は他医療機関に共有されない。</a:t>
            </a:r>
            <a:endParaRPr kumimoji="1" lang="en-US" altLang="ja-JP" sz="1200" b="0" i="0" u="none" strike="noStrike" kern="1200" cap="none" spc="0" normalizeH="0" baseline="0" noProof="0">
              <a:ln>
                <a:noFill/>
              </a:ln>
              <a:solidFill>
                <a:prstClr val="black"/>
              </a:solidFill>
              <a:effectLst/>
              <a:uLnTx/>
              <a:uFillTx/>
              <a:latin typeface="Meiryo UI"/>
              <a:ea typeface="Meiryo UI"/>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ja-JP" sz="1200" b="0" i="0" u="none" strike="noStrike" kern="1200" cap="none" spc="0" normalizeH="0" baseline="0" noProof="0">
              <a:ln>
                <a:noFill/>
              </a:ln>
              <a:solidFill>
                <a:prstClr val="black"/>
              </a:solidFill>
              <a:effectLst/>
              <a:uLnTx/>
              <a:uFillTx/>
              <a:latin typeface="Meiryo UI"/>
              <a:ea typeface="Meiryo UI"/>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a:ln>
                  <a:noFill/>
                </a:ln>
                <a:solidFill>
                  <a:prstClr val="black"/>
                </a:solidFill>
                <a:effectLst/>
                <a:uLnTx/>
                <a:uFillTx/>
                <a:latin typeface="Meiryo UI"/>
                <a:ea typeface="Meiryo UI"/>
                <a:cs typeface="+mn-cs"/>
              </a:rPr>
              <a:t>これまで、システムベンダからの問い合わせに対しては、以下のように案内している。</a:t>
            </a:r>
            <a:endParaRPr kumimoji="1" lang="en-US" altLang="ja-JP" sz="1200" b="0" i="0" u="none" strike="noStrike" kern="1200" cap="none" spc="0" normalizeH="0" baseline="0" noProof="0">
              <a:ln>
                <a:noFill/>
              </a:ln>
              <a:solidFill>
                <a:prstClr val="black"/>
              </a:solidFill>
              <a:effectLst/>
              <a:uLnTx/>
              <a:uFillTx/>
              <a:latin typeface="Meiryo UI"/>
              <a:ea typeface="Meiryo UI"/>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a:ln>
                  <a:noFill/>
                </a:ln>
                <a:solidFill>
                  <a:prstClr val="black"/>
                </a:solidFill>
                <a:effectLst/>
                <a:uLnTx/>
                <a:uFillTx/>
                <a:latin typeface="Meiryo UI"/>
                <a:ea typeface="Meiryo UI"/>
                <a:cs typeface="+mn-cs"/>
              </a:rPr>
              <a:t>「検出せず」の場合：登録しない</a:t>
            </a:r>
            <a:endParaRPr kumimoji="1" lang="en-US" altLang="ja-JP" sz="1200" b="0" i="0" u="none" strike="noStrike" kern="1200" cap="none" spc="0" normalizeH="0" baseline="0" noProof="0">
              <a:ln>
                <a:noFill/>
              </a:ln>
              <a:solidFill>
                <a:prstClr val="black"/>
              </a:solidFill>
              <a:effectLst/>
              <a:uLnTx/>
              <a:uFillTx/>
              <a:latin typeface="Meiryo UI"/>
              <a:ea typeface="Meiryo UI"/>
              <a:cs typeface="+mn-cs"/>
            </a:endParaRP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a:ln>
                  <a:noFill/>
                </a:ln>
                <a:solidFill>
                  <a:prstClr val="black"/>
                </a:solidFill>
                <a:effectLst/>
                <a:uLnTx/>
                <a:uFillTx/>
                <a:latin typeface="Meiryo UI"/>
                <a:ea typeface="Meiryo UI"/>
                <a:cs typeface="+mn-cs"/>
              </a:rPr>
              <a:t>測定対象は検出されるが定量下限未満の場合：定量下限未満であることが分かる形で数値を登録する</a:t>
            </a:r>
            <a:r>
              <a:rPr kumimoji="1" lang="en-US" altLang="ja-JP" sz="1200" b="0" i="0" u="none" strike="noStrike" kern="1200" cap="none" spc="0" normalizeH="0" baseline="0" noProof="0">
                <a:ln>
                  <a:noFill/>
                </a:ln>
                <a:solidFill>
                  <a:prstClr val="black"/>
                </a:solidFill>
                <a:effectLst/>
                <a:uLnTx/>
                <a:uFillTx/>
                <a:latin typeface="Meiryo UI"/>
                <a:ea typeface="Meiryo UI"/>
                <a:cs typeface="+mn-cs"/>
              </a:rPr>
              <a:t>1.5IU/</a:t>
            </a:r>
            <a:r>
              <a:rPr kumimoji="1" lang="ja-JP" altLang="en-US" sz="1200" b="0" i="0" u="none" strike="noStrike" kern="1200" cap="none" spc="0" normalizeH="0" baseline="0" noProof="0">
                <a:ln>
                  <a:noFill/>
                </a:ln>
                <a:solidFill>
                  <a:prstClr val="black"/>
                </a:solidFill>
                <a:effectLst/>
                <a:uLnTx/>
                <a:uFillTx/>
                <a:latin typeface="Meiryo UI"/>
                <a:ea typeface="Meiryo UI"/>
                <a:cs typeface="+mn-cs"/>
              </a:rPr>
              <a:t>ｍ</a:t>
            </a:r>
            <a:r>
              <a:rPr kumimoji="1" lang="en-US" altLang="ja-JP" sz="1200" b="0" i="0" u="none" strike="noStrike" kern="1200" cap="none" spc="0" normalizeH="0" baseline="0" noProof="0">
                <a:ln>
                  <a:noFill/>
                </a:ln>
                <a:solidFill>
                  <a:prstClr val="black"/>
                </a:solidFill>
                <a:effectLst/>
                <a:uLnTx/>
                <a:uFillTx/>
                <a:latin typeface="Meiryo UI"/>
                <a:ea typeface="Meiryo UI"/>
                <a:cs typeface="+mn-cs"/>
              </a:rPr>
              <a:t>L</a:t>
            </a:r>
            <a:r>
              <a:rPr kumimoji="1" lang="ja-JP" altLang="en-US" sz="1200" b="0" i="0" u="none" strike="noStrike" kern="1200" cap="none" spc="0" normalizeH="0" baseline="0" noProof="0">
                <a:ln>
                  <a:noFill/>
                </a:ln>
                <a:solidFill>
                  <a:prstClr val="black"/>
                </a:solidFill>
                <a:effectLst/>
                <a:uLnTx/>
                <a:uFillTx/>
                <a:latin typeface="Meiryo UI"/>
                <a:ea typeface="Meiryo UI"/>
                <a:cs typeface="+mn-cs"/>
              </a:rPr>
              <a:t>＞</a:t>
            </a:r>
            <a:endParaRPr kumimoji="1" lang="en-US" altLang="ja-JP" sz="1200" b="0" i="0" u="none" strike="noStrike" kern="1200" cap="none" spc="0" normalizeH="0" baseline="0" noProof="0">
              <a:ln>
                <a:noFill/>
              </a:ln>
              <a:solidFill>
                <a:prstClr val="black"/>
              </a:solidFill>
              <a:effectLst/>
              <a:uLnTx/>
              <a:uFillTx/>
              <a:latin typeface="Arial"/>
              <a:ea typeface="Meiryo UI"/>
              <a:cs typeface="+mn-cs"/>
            </a:endParaRPr>
          </a:p>
        </p:txBody>
      </p:sp>
      <p:sp>
        <p:nvSpPr>
          <p:cNvPr id="6" name="四角形: 角を丸くする 5">
            <a:extLst>
              <a:ext uri="{FF2B5EF4-FFF2-40B4-BE49-F238E27FC236}">
                <a16:creationId xmlns:a16="http://schemas.microsoft.com/office/drawing/2014/main" id="{ADE9C1E8-8784-02D7-59C4-FB63033C64F4}"/>
              </a:ext>
            </a:extLst>
          </p:cNvPr>
          <p:cNvSpPr/>
          <p:nvPr/>
        </p:nvSpPr>
        <p:spPr>
          <a:xfrm>
            <a:off x="426239" y="753768"/>
            <a:ext cx="1368104" cy="196551"/>
          </a:xfrm>
          <a:prstGeom prst="roundRect">
            <a:avLst/>
          </a:prstGeom>
          <a:solidFill>
            <a:schemeClr val="tx2"/>
          </a:solid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200" b="1" i="0" u="none" strike="noStrike" kern="1200" cap="none" spc="0" normalizeH="0" baseline="0" noProof="1">
                <a:ln>
                  <a:noFill/>
                </a:ln>
                <a:solidFill>
                  <a:prstClr val="white"/>
                </a:solidFill>
                <a:effectLst/>
                <a:uLnTx/>
                <a:uFillTx/>
                <a:latin typeface="Meiryo UI"/>
                <a:ea typeface="Meiryo UI"/>
                <a:cs typeface="+mn-cs"/>
              </a:rPr>
              <a:t>背景</a:t>
            </a:r>
          </a:p>
        </p:txBody>
      </p:sp>
      <p:sp>
        <p:nvSpPr>
          <p:cNvPr id="7" name="正方形/長方形 6">
            <a:extLst>
              <a:ext uri="{FF2B5EF4-FFF2-40B4-BE49-F238E27FC236}">
                <a16:creationId xmlns:a16="http://schemas.microsoft.com/office/drawing/2014/main" id="{E65E57B4-20F1-7D58-3F41-92600E974A6A}"/>
              </a:ext>
            </a:extLst>
          </p:cNvPr>
          <p:cNvSpPr/>
          <p:nvPr/>
        </p:nvSpPr>
        <p:spPr>
          <a:xfrm>
            <a:off x="426239" y="3550037"/>
            <a:ext cx="9408031" cy="915474"/>
          </a:xfrm>
          <a:prstGeom prst="rect">
            <a:avLst/>
          </a:prstGeom>
          <a:solidFill>
            <a:schemeClr val="bg1"/>
          </a:solidFill>
        </p:spPr>
        <p:txBody>
          <a:bodyPr wrap="square" lIns="36000" tIns="36000" rIns="36000" bIns="36000" rtlCol="0" anchor="t">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a:ln>
                  <a:noFill/>
                </a:ln>
                <a:solidFill>
                  <a:prstClr val="black"/>
                </a:solidFill>
                <a:effectLst/>
                <a:uLnTx/>
                <a:uFillTx/>
                <a:latin typeface="Arial"/>
                <a:ea typeface="Meiryo UI"/>
                <a:cs typeface="+mn-cs"/>
              </a:rPr>
              <a:t>感染症検査では、病原体が「検出されなかった」という事実自体が、診療上有用な情報となる場合がある。</a:t>
            </a:r>
            <a:endParaRPr kumimoji="1" lang="en-US" altLang="ja-JP" sz="1200" b="0" i="0" u="none" strike="noStrike" kern="1200" cap="none" spc="0" normalizeH="0" baseline="0" noProof="0">
              <a:ln>
                <a:noFill/>
              </a:ln>
              <a:solidFill>
                <a:prstClr val="black"/>
              </a:solidFill>
              <a:effectLst/>
              <a:uLnTx/>
              <a:uFillTx/>
              <a:latin typeface="Arial"/>
              <a:ea typeface="Meiryo UI"/>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a:ln>
                  <a:noFill/>
                </a:ln>
                <a:solidFill>
                  <a:prstClr val="black"/>
                </a:solidFill>
                <a:effectLst/>
                <a:uLnTx/>
                <a:uFillTx/>
                <a:latin typeface="Arial"/>
                <a:ea typeface="Meiryo UI"/>
                <a:cs typeface="+mn-cs"/>
              </a:rPr>
              <a:t>しかし、現行の案内では「検出せず」の場合は登録対象外としているため、他医療機関では、検査を実施した結果として「検出されなかった」のか、そもそも検査結果が登録されていないのかを判別できない。</a:t>
            </a:r>
            <a:endParaRPr kumimoji="1" lang="en-US" altLang="ja-JP" sz="1200" b="0" i="0" u="none" strike="noStrike" kern="1200" cap="none" spc="0" normalizeH="0" baseline="0" noProof="0">
              <a:ln>
                <a:noFill/>
              </a:ln>
              <a:solidFill>
                <a:prstClr val="black"/>
              </a:solidFill>
              <a:effectLst/>
              <a:uLnTx/>
              <a:uFillTx/>
              <a:latin typeface="Arial"/>
              <a:ea typeface="Meiryo UI"/>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a:ln>
                  <a:noFill/>
                </a:ln>
                <a:solidFill>
                  <a:prstClr val="black"/>
                </a:solidFill>
                <a:effectLst/>
                <a:uLnTx/>
                <a:uFillTx/>
                <a:latin typeface="Arial"/>
                <a:ea typeface="Meiryo UI"/>
                <a:cs typeface="+mn-cs"/>
              </a:rPr>
              <a:t>そのため、「検出せず」の結果を電子カルテ情報共有サービス上でどのように取り扱うか、方針を明確化する必要がある。</a:t>
            </a:r>
            <a:endParaRPr kumimoji="1" lang="en-US" altLang="ja-JP" sz="1200" b="0" i="0" u="none" strike="noStrike" kern="1200" cap="none" spc="0" normalizeH="0" baseline="0" noProof="0">
              <a:ln>
                <a:noFill/>
              </a:ln>
              <a:solidFill>
                <a:prstClr val="black"/>
              </a:solidFill>
              <a:effectLst/>
              <a:uLnTx/>
              <a:uFillTx/>
              <a:latin typeface="Arial"/>
              <a:ea typeface="Meiryo UI"/>
              <a:cs typeface="+mn-cs"/>
            </a:endParaRPr>
          </a:p>
        </p:txBody>
      </p:sp>
      <p:sp>
        <p:nvSpPr>
          <p:cNvPr id="10" name="四角形: 角を丸くする 9">
            <a:extLst>
              <a:ext uri="{FF2B5EF4-FFF2-40B4-BE49-F238E27FC236}">
                <a16:creationId xmlns:a16="http://schemas.microsoft.com/office/drawing/2014/main" id="{BCF7AEC7-8546-D1EA-F38A-5FFAF3470C34}"/>
              </a:ext>
            </a:extLst>
          </p:cNvPr>
          <p:cNvSpPr/>
          <p:nvPr/>
        </p:nvSpPr>
        <p:spPr>
          <a:xfrm>
            <a:off x="426239" y="3361797"/>
            <a:ext cx="1368104" cy="196551"/>
          </a:xfrm>
          <a:prstGeom prst="roundRect">
            <a:avLst/>
          </a:prstGeom>
          <a:solidFill>
            <a:schemeClr val="tx2"/>
          </a:solid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200" b="1" i="0" u="none" strike="noStrike" kern="1200" cap="none" spc="0" normalizeH="0" baseline="0" noProof="1">
                <a:ln>
                  <a:noFill/>
                </a:ln>
                <a:solidFill>
                  <a:prstClr val="white"/>
                </a:solidFill>
                <a:effectLst/>
                <a:uLnTx/>
                <a:uFillTx/>
                <a:latin typeface="Meiryo UI"/>
                <a:ea typeface="Meiryo UI"/>
                <a:cs typeface="+mn-cs"/>
              </a:rPr>
              <a:t>課題</a:t>
            </a:r>
          </a:p>
        </p:txBody>
      </p:sp>
      <p:sp>
        <p:nvSpPr>
          <p:cNvPr id="12" name="四角形: 角を丸くする 11">
            <a:extLst>
              <a:ext uri="{FF2B5EF4-FFF2-40B4-BE49-F238E27FC236}">
                <a16:creationId xmlns:a16="http://schemas.microsoft.com/office/drawing/2014/main" id="{034F4100-D8FC-8014-E4BE-C5CA145AC56E}"/>
              </a:ext>
            </a:extLst>
          </p:cNvPr>
          <p:cNvSpPr/>
          <p:nvPr/>
        </p:nvSpPr>
        <p:spPr>
          <a:xfrm>
            <a:off x="426239" y="4615491"/>
            <a:ext cx="1368104" cy="196551"/>
          </a:xfrm>
          <a:prstGeom prst="roundRect">
            <a:avLst/>
          </a:prstGeom>
          <a:solidFill>
            <a:schemeClr val="tx2"/>
          </a:solid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200" b="1" i="0" u="none" strike="noStrike" kern="1200" cap="none" spc="0" normalizeH="0" baseline="0" noProof="1">
                <a:ln>
                  <a:noFill/>
                </a:ln>
                <a:solidFill>
                  <a:prstClr val="white"/>
                </a:solidFill>
                <a:effectLst/>
                <a:uLnTx/>
                <a:uFillTx/>
                <a:latin typeface="Meiryo UI"/>
                <a:ea typeface="Meiryo UI"/>
                <a:cs typeface="+mn-cs"/>
              </a:rPr>
              <a:t>対応方針</a:t>
            </a:r>
          </a:p>
        </p:txBody>
      </p:sp>
      <p:pic>
        <p:nvPicPr>
          <p:cNvPr id="106" name="図 105">
            <a:extLst>
              <a:ext uri="{FF2B5EF4-FFF2-40B4-BE49-F238E27FC236}">
                <a16:creationId xmlns:a16="http://schemas.microsoft.com/office/drawing/2014/main" id="{CB4860FE-FED4-8D4E-1F85-FCB7E069806A}"/>
              </a:ext>
            </a:extLst>
          </p:cNvPr>
          <p:cNvPicPr>
            <a:picLocks noChangeAspect="1"/>
          </p:cNvPicPr>
          <p:nvPr/>
        </p:nvPicPr>
        <p:blipFill>
          <a:blip r:embed="rId3"/>
          <a:stretch>
            <a:fillRect/>
          </a:stretch>
        </p:blipFill>
        <p:spPr>
          <a:xfrm>
            <a:off x="818704" y="1506528"/>
            <a:ext cx="5464432" cy="535908"/>
          </a:xfrm>
          <a:prstGeom prst="rect">
            <a:avLst/>
          </a:prstGeom>
        </p:spPr>
      </p:pic>
      <p:sp>
        <p:nvSpPr>
          <p:cNvPr id="8" name="正方形/長方形 7">
            <a:extLst>
              <a:ext uri="{FF2B5EF4-FFF2-40B4-BE49-F238E27FC236}">
                <a16:creationId xmlns:a16="http://schemas.microsoft.com/office/drawing/2014/main" id="{AA51611C-FED4-9EEC-C5CB-77E06ECE18C5}"/>
              </a:ext>
            </a:extLst>
          </p:cNvPr>
          <p:cNvSpPr/>
          <p:nvPr/>
        </p:nvSpPr>
        <p:spPr>
          <a:xfrm>
            <a:off x="426239" y="4858560"/>
            <a:ext cx="9098761" cy="915474"/>
          </a:xfrm>
          <a:prstGeom prst="rect">
            <a:avLst/>
          </a:prstGeom>
          <a:solidFill>
            <a:schemeClr val="bg1"/>
          </a:solidFill>
        </p:spPr>
        <p:txBody>
          <a:bodyPr wrap="square" lIns="36000" tIns="36000" rIns="36000" bIns="36000" rtlCol="0" anchor="t">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a:ln>
                  <a:noFill/>
                </a:ln>
                <a:solidFill>
                  <a:prstClr val="black"/>
                </a:solidFill>
                <a:effectLst/>
                <a:uLnTx/>
                <a:uFillTx/>
                <a:latin typeface="Arial"/>
                <a:ea typeface="Meiryo UI"/>
                <a:cs typeface="+mn-cs"/>
              </a:rPr>
              <a:t>検査結果が「検出せず」であった情報を「０」で登録すると、</a:t>
            </a:r>
            <a:r>
              <a:rPr kumimoji="1" lang="ja-JP" altLang="ja-JP" sz="1200" b="0" i="0" u="none" strike="noStrike" kern="1200" cap="none" spc="0" normalizeH="0" baseline="0" noProof="0">
                <a:ln>
                  <a:noFill/>
                </a:ln>
                <a:solidFill>
                  <a:prstClr val="black"/>
                </a:solidFill>
                <a:effectLst/>
                <a:uLnTx/>
                <a:uFillTx/>
                <a:latin typeface="Arial"/>
                <a:ea typeface="Meiryo UI"/>
                <a:cs typeface="+mn-cs"/>
              </a:rPr>
              <a:t>実際に「0」を測定したわけではなく、検出限界未満であることと0であることは同義ではないため、事実と異なる表現となる可能性</a:t>
            </a:r>
            <a:r>
              <a:rPr kumimoji="1" lang="ja-JP" altLang="en-US" sz="1200" b="0" i="0" u="none" strike="noStrike" kern="1200" cap="none" spc="0" normalizeH="0" baseline="0" noProof="0">
                <a:ln>
                  <a:noFill/>
                </a:ln>
                <a:solidFill>
                  <a:prstClr val="black"/>
                </a:solidFill>
                <a:effectLst/>
                <a:uLnTx/>
                <a:uFillTx/>
                <a:latin typeface="Arial"/>
                <a:ea typeface="Meiryo UI"/>
                <a:cs typeface="+mn-cs"/>
              </a:rPr>
              <a:t>がある。</a:t>
            </a:r>
            <a:endParaRPr kumimoji="1" lang="en-US" altLang="ja-JP" sz="1200" b="0" i="0" u="none" strike="noStrike" kern="1200" cap="none" spc="0" normalizeH="0" baseline="0" noProof="0">
              <a:ln>
                <a:noFill/>
              </a:ln>
              <a:solidFill>
                <a:prstClr val="black"/>
              </a:solidFill>
              <a:effectLst/>
              <a:uLnTx/>
              <a:uFillTx/>
              <a:latin typeface="Arial"/>
              <a:ea typeface="Meiryo UI"/>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a:ln>
                  <a:noFill/>
                </a:ln>
                <a:solidFill>
                  <a:prstClr val="black"/>
                </a:solidFill>
                <a:effectLst/>
                <a:uLnTx/>
                <a:uFillTx/>
                <a:latin typeface="Arial"/>
                <a:ea typeface="Meiryo UI"/>
                <a:cs typeface="+mn-cs"/>
              </a:rPr>
              <a:t>そのため、</a:t>
            </a:r>
            <a:r>
              <a:rPr kumimoji="1" lang="en-US" altLang="ja-JP" sz="1200" b="0" i="0" u="none" strike="noStrike" kern="1200" cap="none" spc="0" normalizeH="0" baseline="0" noProof="0">
                <a:ln>
                  <a:noFill/>
                </a:ln>
                <a:solidFill>
                  <a:prstClr val="black"/>
                </a:solidFill>
                <a:effectLst/>
                <a:uLnTx/>
                <a:uFillTx/>
                <a:latin typeface="Arial"/>
                <a:ea typeface="Meiryo UI"/>
                <a:cs typeface="+mn-cs"/>
              </a:rPr>
              <a:t>PDF</a:t>
            </a:r>
            <a:r>
              <a:rPr kumimoji="1" lang="ja-JP" altLang="en-US" sz="1200" b="0" i="0" u="none" strike="noStrike" kern="1200" cap="none" spc="0" normalizeH="0" baseline="0" noProof="0">
                <a:ln>
                  <a:noFill/>
                </a:ln>
                <a:solidFill>
                  <a:prstClr val="black"/>
                </a:solidFill>
                <a:effectLst/>
                <a:uLnTx/>
                <a:uFillTx/>
                <a:latin typeface="Arial"/>
                <a:ea typeface="Meiryo UI"/>
                <a:cs typeface="+mn-cs"/>
              </a:rPr>
              <a:t>帳票などに閲覧時の資材の注意事項として、「検査情報および感染症情報における結果値「</a:t>
            </a:r>
            <a:r>
              <a:rPr kumimoji="1" lang="en-US" altLang="ja-JP" sz="1200" b="0" i="0" u="none" strike="noStrike" kern="1200" cap="none" spc="0" normalizeH="0" baseline="0" noProof="0">
                <a:ln>
                  <a:noFill/>
                </a:ln>
                <a:solidFill>
                  <a:prstClr val="black"/>
                </a:solidFill>
                <a:effectLst/>
                <a:uLnTx/>
                <a:uFillTx/>
                <a:latin typeface="Arial"/>
                <a:ea typeface="Meiryo UI"/>
                <a:cs typeface="+mn-cs"/>
              </a:rPr>
              <a:t>0</a:t>
            </a:r>
            <a:r>
              <a:rPr kumimoji="1" lang="ja-JP" altLang="en-US" sz="1200" b="0" i="0" u="none" strike="noStrike" kern="1200" cap="none" spc="0" normalizeH="0" baseline="0" noProof="0">
                <a:ln>
                  <a:noFill/>
                </a:ln>
                <a:solidFill>
                  <a:prstClr val="black"/>
                </a:solidFill>
                <a:effectLst/>
                <a:uLnTx/>
                <a:uFillTx/>
                <a:latin typeface="Arial"/>
                <a:ea typeface="Meiryo UI"/>
                <a:cs typeface="+mn-cs"/>
              </a:rPr>
              <a:t>」には、「検出せず」など検査システムの検出限界値が含まれる場合があります。」と検査結果「</a:t>
            </a:r>
            <a:r>
              <a:rPr kumimoji="1" lang="en-US" altLang="ja-JP" sz="1200" b="0" i="0" u="none" strike="noStrike" kern="1200" cap="none" spc="0" normalizeH="0" baseline="0" noProof="0">
                <a:ln>
                  <a:noFill/>
                </a:ln>
                <a:solidFill>
                  <a:prstClr val="black"/>
                </a:solidFill>
                <a:effectLst/>
                <a:uLnTx/>
                <a:uFillTx/>
                <a:latin typeface="Arial"/>
                <a:ea typeface="Meiryo UI"/>
                <a:cs typeface="+mn-cs"/>
              </a:rPr>
              <a:t>0</a:t>
            </a:r>
            <a:r>
              <a:rPr kumimoji="1" lang="ja-JP" altLang="en-US" sz="1200" b="0" i="0" u="none" strike="noStrike" kern="1200" cap="none" spc="0" normalizeH="0" baseline="0" noProof="0">
                <a:ln>
                  <a:noFill/>
                </a:ln>
                <a:solidFill>
                  <a:prstClr val="black"/>
                </a:solidFill>
                <a:effectLst/>
                <a:uLnTx/>
                <a:uFillTx/>
                <a:latin typeface="Arial"/>
                <a:ea typeface="Meiryo UI"/>
                <a:cs typeface="+mn-cs"/>
              </a:rPr>
              <a:t>」の内容を正しく認識できるようにされている状況下を整えたうえで、</a:t>
            </a:r>
            <a:br>
              <a:rPr kumimoji="1" lang="en-US" altLang="ja-JP" sz="1200" b="0" i="0" u="none" strike="noStrike" kern="1200" cap="none" spc="0" normalizeH="0" baseline="0" noProof="0">
                <a:ln>
                  <a:noFill/>
                </a:ln>
                <a:solidFill>
                  <a:prstClr val="black"/>
                </a:solidFill>
                <a:effectLst/>
                <a:uLnTx/>
                <a:uFillTx/>
                <a:latin typeface="Arial"/>
                <a:ea typeface="Meiryo UI"/>
                <a:cs typeface="+mn-cs"/>
              </a:rPr>
            </a:br>
            <a:r>
              <a:rPr kumimoji="1" lang="ja-JP" altLang="en-US" sz="1200" b="0" i="0" u="none" strike="noStrike" kern="1200" cap="none" spc="0" normalizeH="0" baseline="0" noProof="0">
                <a:ln>
                  <a:noFill/>
                </a:ln>
                <a:solidFill>
                  <a:prstClr val="black"/>
                </a:solidFill>
                <a:effectLst/>
                <a:uLnTx/>
                <a:uFillTx/>
                <a:latin typeface="Arial"/>
                <a:ea typeface="Meiryo UI"/>
                <a:cs typeface="+mn-cs"/>
              </a:rPr>
              <a:t>技術解説書および医療従事者向けの指針、</a:t>
            </a:r>
            <a:r>
              <a:rPr kumimoji="1" lang="en-US" altLang="ja-JP" sz="1200" b="0" i="0" u="none" strike="noStrike" kern="1200" cap="none" spc="0" normalizeH="0" baseline="0" noProof="0">
                <a:ln>
                  <a:noFill/>
                </a:ln>
                <a:solidFill>
                  <a:prstClr val="black"/>
                </a:solidFill>
                <a:effectLst/>
                <a:uLnTx/>
                <a:uFillTx/>
                <a:latin typeface="Arial"/>
                <a:ea typeface="Meiryo UI"/>
                <a:cs typeface="+mn-cs"/>
              </a:rPr>
              <a:t>ONS</a:t>
            </a:r>
            <a:r>
              <a:rPr kumimoji="1" lang="ja-JP" altLang="en-US" sz="1200" b="0" i="0" u="none" strike="noStrike" kern="1200" cap="none" spc="0" normalizeH="0" baseline="0" noProof="0">
                <a:ln>
                  <a:noFill/>
                </a:ln>
                <a:solidFill>
                  <a:prstClr val="black"/>
                </a:solidFill>
                <a:effectLst/>
                <a:uLnTx/>
                <a:uFillTx/>
                <a:latin typeface="Arial"/>
                <a:ea typeface="Meiryo UI"/>
                <a:cs typeface="+mn-cs"/>
              </a:rPr>
              <a:t>の</a:t>
            </a:r>
            <a:r>
              <a:rPr kumimoji="1" lang="en-US" altLang="ja-JP" sz="1200" b="0" i="0" u="none" strike="noStrike" kern="1200" cap="none" spc="0" normalizeH="0" baseline="0" noProof="0">
                <a:ln>
                  <a:noFill/>
                </a:ln>
                <a:solidFill>
                  <a:prstClr val="black"/>
                </a:solidFill>
                <a:effectLst/>
                <a:uLnTx/>
                <a:uFillTx/>
                <a:latin typeface="Arial"/>
                <a:ea typeface="Meiryo UI"/>
                <a:cs typeface="+mn-cs"/>
              </a:rPr>
              <a:t>FAQ</a:t>
            </a:r>
            <a:r>
              <a:rPr kumimoji="1" lang="ja-JP" altLang="en-US" sz="1200" b="0" i="0" u="none" strike="noStrike" kern="1200" cap="none" spc="0" normalizeH="0" baseline="0" noProof="0">
                <a:ln>
                  <a:noFill/>
                </a:ln>
                <a:solidFill>
                  <a:prstClr val="black"/>
                </a:solidFill>
                <a:effectLst/>
                <a:uLnTx/>
                <a:uFillTx/>
                <a:latin typeface="Arial"/>
                <a:ea typeface="Meiryo UI"/>
                <a:cs typeface="+mn-cs"/>
              </a:rPr>
              <a:t>などにおいて「検出せず」の検査結果については「０」を登録して共有してよい旨を周知する方針とする。</a:t>
            </a:r>
            <a:endParaRPr kumimoji="1" lang="en-US" altLang="ja-JP" sz="1200" b="0" i="0" u="none" strike="noStrike" kern="1200" cap="none" spc="0" normalizeH="0" baseline="0" noProof="0">
              <a:ln>
                <a:noFill/>
              </a:ln>
              <a:solidFill>
                <a:prstClr val="black"/>
              </a:solidFill>
              <a:effectLst/>
              <a:uLnTx/>
              <a:uFillTx/>
              <a:latin typeface="Arial"/>
              <a:ea typeface="Meiryo UI"/>
              <a:cs typeface="+mn-cs"/>
            </a:endParaRPr>
          </a:p>
        </p:txBody>
      </p:sp>
      <p:sp>
        <p:nvSpPr>
          <p:cNvPr id="4" name="正方形/長方形 3">
            <a:extLst>
              <a:ext uri="{FF2B5EF4-FFF2-40B4-BE49-F238E27FC236}">
                <a16:creationId xmlns:a16="http://schemas.microsoft.com/office/drawing/2014/main" id="{02D36C50-6B9F-901F-45F2-4D264187820A}"/>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8145297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8F6D9-CA65-510A-50C3-1E02E1A9C7B7}"/>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4608FABC-D4D3-3815-4381-D212088A0A75}"/>
              </a:ext>
            </a:extLst>
          </p:cNvPr>
          <p:cNvSpPr>
            <a:spLocks noGrp="1"/>
          </p:cNvSpPr>
          <p:nvPr>
            <p:ph type="title"/>
          </p:nvPr>
        </p:nvSpPr>
        <p:spPr/>
        <p:txBody>
          <a:bodyPr>
            <a:noAutofit/>
          </a:bodyPr>
          <a:lstStyle/>
          <a:p>
            <a:r>
              <a:rPr lang="en-US" altLang="ja-JP" sz="1400"/>
              <a:t>2</a:t>
            </a:r>
            <a:r>
              <a:rPr lang="ja-JP" altLang="en-US" sz="1400"/>
              <a:t>．令和</a:t>
            </a:r>
            <a:r>
              <a:rPr lang="en-US" altLang="ja-JP" sz="1400"/>
              <a:t>9</a:t>
            </a:r>
            <a:r>
              <a:rPr lang="ja-JP" altLang="en-US" sz="1400"/>
              <a:t>年度案件について</a:t>
            </a:r>
            <a:br>
              <a:rPr lang="en-US" altLang="ja-JP" sz="1400"/>
            </a:br>
            <a:r>
              <a:rPr lang="ja-JP" altLang="en-US" sz="1400"/>
              <a:t>案件</a:t>
            </a:r>
            <a:r>
              <a:rPr lang="en-US" altLang="ja-JP" sz="1400"/>
              <a:t>ID219</a:t>
            </a:r>
            <a:r>
              <a:rPr kumimoji="1" lang="en-US" altLang="ja-JP" sz="1400"/>
              <a:t>_</a:t>
            </a:r>
            <a:r>
              <a:rPr lang="ja-JP" altLang="en-US" sz="1400"/>
              <a:t>医療機関の承継が発生した際における患者サマリーのマイナポでの処方情報・検査情報の表示対象範囲の正規化</a:t>
            </a:r>
            <a:endParaRPr kumimoji="1" lang="ja-JP" altLang="en-US" sz="1400"/>
          </a:p>
        </p:txBody>
      </p:sp>
      <p:graphicFrame>
        <p:nvGraphicFramePr>
          <p:cNvPr id="2" name="表 1">
            <a:extLst>
              <a:ext uri="{FF2B5EF4-FFF2-40B4-BE49-F238E27FC236}">
                <a16:creationId xmlns:a16="http://schemas.microsoft.com/office/drawing/2014/main" id="{03CFF7D6-DA77-21DB-A131-D999676A685D}"/>
              </a:ext>
            </a:extLst>
          </p:cNvPr>
          <p:cNvGraphicFramePr>
            <a:graphicFrameLocks noGrp="1"/>
          </p:cNvGraphicFramePr>
          <p:nvPr/>
        </p:nvGraphicFramePr>
        <p:xfrm>
          <a:off x="295386" y="1087927"/>
          <a:ext cx="9389613" cy="2493600"/>
        </p:xfrm>
        <a:graphic>
          <a:graphicData uri="http://schemas.openxmlformats.org/drawingml/2006/table">
            <a:tbl>
              <a:tblPr/>
              <a:tblGrid>
                <a:gridCol w="1188000">
                  <a:extLst>
                    <a:ext uri="{9D8B030D-6E8A-4147-A177-3AD203B41FA5}">
                      <a16:colId xmlns:a16="http://schemas.microsoft.com/office/drawing/2014/main" val="3507052572"/>
                    </a:ext>
                  </a:extLst>
                </a:gridCol>
                <a:gridCol w="8201613">
                  <a:extLst>
                    <a:ext uri="{9D8B030D-6E8A-4147-A177-3AD203B41FA5}">
                      <a16:colId xmlns:a16="http://schemas.microsoft.com/office/drawing/2014/main" val="3506754757"/>
                    </a:ext>
                  </a:extLst>
                </a:gridCol>
              </a:tblGrid>
              <a:tr h="603841">
                <a:tc>
                  <a:txBody>
                    <a:bodyPr/>
                    <a:lstStyle/>
                    <a:p>
                      <a:pPr algn="ctr" rtl="0" fontAlgn="ctr"/>
                      <a:r>
                        <a:rPr lang="ja-JP" altLang="en-US" sz="1000" b="1" i="0" u="none" strike="noStrike">
                          <a:solidFill>
                            <a:srgbClr val="FFFFFF"/>
                          </a:solidFill>
                          <a:effectLst/>
                          <a:latin typeface="Meiryo UI" panose="020B0604030504040204" pitchFamily="50" charset="-128"/>
                          <a:ea typeface="Meiryo UI" panose="020B0604030504040204" pitchFamily="50" charset="-128"/>
                        </a:rPr>
                        <a:t>背景</a:t>
                      </a:r>
                    </a:p>
                  </a:txBody>
                  <a:tcPr marL="110642" marR="110642"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algn="l" rtl="0" fontAlgn="ctr"/>
                      <a:r>
                        <a:rPr lang="ja-JP" altLang="en-US" sz="1000" b="0" i="0" u="none" strike="noStrike">
                          <a:solidFill>
                            <a:srgbClr val="000000"/>
                          </a:solidFill>
                          <a:effectLst/>
                          <a:latin typeface="+mj-ea"/>
                          <a:ea typeface="+mj-ea"/>
                        </a:rPr>
                        <a:t>・</a:t>
                      </a:r>
                      <a:r>
                        <a:rPr lang="ja-JP" altLang="en-US" sz="1000">
                          <a:latin typeface="+mj-ea"/>
                          <a:cs typeface="+mj-ea"/>
                        </a:rPr>
                        <a:t>患者サマリーに表示される検査・処方情報は、患者サマリー</a:t>
                      </a:r>
                      <a:r>
                        <a:rPr lang="en-US" altLang="ja-JP" sz="1000">
                          <a:latin typeface="+mj-ea"/>
                          <a:cs typeface="+mj-ea"/>
                        </a:rPr>
                        <a:t>(FHIR</a:t>
                      </a:r>
                      <a:r>
                        <a:rPr lang="ja-JP" altLang="en-US" sz="1000">
                          <a:latin typeface="+mj-ea"/>
                          <a:cs typeface="+mj-ea"/>
                        </a:rPr>
                        <a:t>データ</a:t>
                      </a:r>
                      <a:r>
                        <a:rPr lang="en-US" altLang="ja-JP" sz="1000">
                          <a:latin typeface="+mj-ea"/>
                          <a:cs typeface="+mj-ea"/>
                        </a:rPr>
                        <a:t>)</a:t>
                      </a:r>
                      <a:r>
                        <a:rPr lang="ja-JP" altLang="en-US" sz="1000">
                          <a:latin typeface="+mj-ea"/>
                          <a:cs typeface="+mj-ea"/>
                        </a:rPr>
                        <a:t>内に記述されている医療機関コードをキーとして、処方情報・検査情報側の医療機関コードと紐づけることで抽出・表示される仕様となっている。</a:t>
                      </a:r>
                      <a:endParaRPr lang="en-US" altLang="ja-JP" sz="1000">
                        <a:latin typeface="+mj-ea"/>
                        <a:cs typeface="+mj-ea"/>
                      </a:endParaRPr>
                    </a:p>
                    <a:p>
                      <a:pPr algn="l" rtl="0" fontAlgn="ctr"/>
                      <a:r>
                        <a:rPr lang="ja-JP" altLang="en-US" sz="1000">
                          <a:latin typeface="+mj-ea"/>
                          <a:cs typeface="+mj-ea"/>
                        </a:rPr>
                        <a:t>・指導実施医療機関にて承継が行われた場合、承継元旧医療機関コードが記述されている検査・処方情報は抽出・表示されない。</a:t>
                      </a:r>
                      <a:endParaRPr lang="en-US" altLang="ja-JP" sz="1000">
                        <a:latin typeface="+mj-ea"/>
                        <a:cs typeface="+mj-ea"/>
                      </a:endParaRPr>
                    </a:p>
                    <a:p>
                      <a:pPr algn="l" rtl="0" fontAlgn="ctr"/>
                      <a:r>
                        <a:rPr lang="ja-JP" altLang="en-US" sz="1000"/>
                        <a:t>・技術解説書上では</a:t>
                      </a:r>
                      <a:r>
                        <a:rPr kumimoji="1" lang="ja-JP" altLang="en-US" sz="1000"/>
                        <a:t>「</a:t>
                      </a:r>
                      <a:r>
                        <a:rPr lang="ja-JP" altLang="ja-JP" sz="1000"/>
                        <a:t>同一医療機関が指導日から直近過去30日間に登録した情報</a:t>
                      </a:r>
                      <a:r>
                        <a:rPr lang="ja-JP" altLang="en-US" sz="1000"/>
                        <a:t>を表示する」と記載されている。</a:t>
                      </a:r>
                      <a:endParaRPr lang="en-US" altLang="ja-JP" sz="1000"/>
                    </a:p>
                  </a:txBody>
                  <a:tcPr marL="39600" marR="396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2394099348"/>
                  </a:ext>
                </a:extLst>
              </a:tr>
              <a:tr h="140602">
                <a:tc>
                  <a:txBody>
                    <a:bodyPr/>
                    <a:lstStyle/>
                    <a:p>
                      <a:pPr algn="ctr" rtl="0" fontAlgn="ctr"/>
                      <a:r>
                        <a:rPr lang="ja-JP" altLang="en-US" sz="1000" b="1" i="0" u="none" strike="noStrike">
                          <a:solidFill>
                            <a:srgbClr val="FFFFFF"/>
                          </a:solidFill>
                          <a:effectLst/>
                          <a:latin typeface="Meiryo UI" panose="020B0604030504040204" pitchFamily="50" charset="-128"/>
                          <a:ea typeface="Meiryo UI" panose="020B0604030504040204" pitchFamily="50" charset="-128"/>
                        </a:rPr>
                        <a:t>課題</a:t>
                      </a:r>
                    </a:p>
                  </a:txBody>
                  <a:tcPr marL="110642" marR="110642"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a:latin typeface="+mj-ea"/>
                          <a:cs typeface="+mj-ea"/>
                        </a:rPr>
                        <a:t>・現在、承継後の医療機関から登録された患者サマリーは、承継後医療機関から登録された処方・検査情報のみ表示され、承継元医療機関で登録された情報は表示されない。</a:t>
                      </a:r>
                      <a:endParaRPr lang="en-US" altLang="ja-JP" sz="1000">
                        <a:latin typeface="+mj-ea"/>
                        <a:cs typeface="+mj-ea"/>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a:latin typeface="+mj-ea"/>
                          <a:cs typeface="+mj-ea"/>
                        </a:rPr>
                        <a:t>・また、</a:t>
                      </a:r>
                      <a:r>
                        <a:rPr kumimoji="1" lang="ja-JP" altLang="en-US" sz="1000"/>
                        <a:t>技術解説書においては、「</a:t>
                      </a:r>
                      <a:r>
                        <a:rPr lang="ja-JP" altLang="ja-JP" sz="1000"/>
                        <a:t>同一医療機関が指導日から直近過去30日間に登録した情報</a:t>
                      </a:r>
                      <a:r>
                        <a:rPr lang="ja-JP" altLang="en-US" sz="1000"/>
                        <a:t>を表示する」と記載しており、現状の仕様と乖離が生じている。</a:t>
                      </a:r>
                      <a:endParaRPr kumimoji="1" lang="en-US" altLang="ja-JP" sz="1000" b="0" i="0" u="none" strike="noStrike" kern="0" cap="none" spc="0" normalizeH="0" baseline="0" noProof="0">
                        <a:ln>
                          <a:noFill/>
                        </a:ln>
                        <a:solidFill>
                          <a:prstClr val="black"/>
                        </a:solidFill>
                        <a:effectLst/>
                        <a:uLnTx/>
                        <a:uFillTx/>
                        <a:latin typeface="Meiryo UI"/>
                        <a:ea typeface="+mn-ea"/>
                        <a:cs typeface="+mn-cs"/>
                      </a:endParaRPr>
                    </a:p>
                  </a:txBody>
                  <a:tcPr marL="39600" marR="396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808508447"/>
                  </a:ext>
                </a:extLst>
              </a:tr>
              <a:tr h="130202">
                <a:tc>
                  <a:txBody>
                    <a:bodyPr/>
                    <a:lstStyle/>
                    <a:p>
                      <a:pPr algn="ctr" rtl="0" fontAlgn="ctr"/>
                      <a:r>
                        <a:rPr lang="ja-JP" altLang="en-US" sz="1000" b="1" i="0" u="none" strike="noStrike">
                          <a:solidFill>
                            <a:srgbClr val="FFFFFF"/>
                          </a:solidFill>
                          <a:effectLst/>
                          <a:latin typeface="Meiryo UI" panose="020B0604030504040204" pitchFamily="50" charset="-128"/>
                          <a:ea typeface="Meiryo UI" panose="020B0604030504040204" pitchFamily="50" charset="-128"/>
                        </a:rPr>
                        <a:t>目的</a:t>
                      </a:r>
                    </a:p>
                  </a:txBody>
                  <a:tcPr marL="9220" marR="9220"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685673" rtl="0" eaLnBrk="1" fontAlgn="ctr"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prstClr val="black"/>
                          </a:solidFill>
                          <a:effectLst/>
                          <a:uLnTx/>
                          <a:uFillTx/>
                          <a:latin typeface="+mj-ea"/>
                          <a:ea typeface="+mn-ea"/>
                          <a:cs typeface="Meiryo UI" panose="020B0604030504040204" pitchFamily="50" charset="-128"/>
                        </a:rPr>
                        <a:t>・承継後に登録された患者サマリについて、承継前に実施した処方情報・検査情報についても抽出・表示することを可能とする。</a:t>
                      </a:r>
                      <a:endParaRPr kumimoji="0" lang="en-US" altLang="ja-JP" sz="1000" b="0" i="0" u="none" strike="noStrike" kern="0" cap="none" spc="0" normalizeH="0" baseline="0" noProof="0">
                        <a:ln>
                          <a:noFill/>
                        </a:ln>
                        <a:solidFill>
                          <a:prstClr val="black"/>
                        </a:solidFill>
                        <a:effectLst/>
                        <a:uLnTx/>
                        <a:uFillTx/>
                        <a:latin typeface="+mj-ea"/>
                        <a:ea typeface="+mn-ea"/>
                        <a:cs typeface="Meiryo UI" panose="020B0604030504040204" pitchFamily="50" charset="-128"/>
                      </a:endParaRPr>
                    </a:p>
                  </a:txBody>
                  <a:tcPr marL="39600" marR="396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149341942"/>
                  </a:ext>
                </a:extLst>
              </a:tr>
              <a:tr h="397396">
                <a:tc>
                  <a:txBody>
                    <a:bodyPr/>
                    <a:lstStyle/>
                    <a:p>
                      <a:pPr algn="ctr" rtl="0" fontAlgn="ctr"/>
                      <a:r>
                        <a:rPr lang="ja-JP" altLang="en-US" sz="1000" b="1" i="0" u="none" strike="noStrike">
                          <a:solidFill>
                            <a:srgbClr val="FFFFFF"/>
                          </a:solidFill>
                          <a:effectLst/>
                          <a:latin typeface="Meiryo UI" panose="020B0604030504040204" pitchFamily="50" charset="-128"/>
                          <a:ea typeface="Meiryo UI" panose="020B0604030504040204" pitchFamily="50" charset="-128"/>
                        </a:rPr>
                        <a:t>要求事項</a:t>
                      </a:r>
                    </a:p>
                  </a:txBody>
                  <a:tcPr marL="9220" marR="9220"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000" b="0" i="0" u="none" strike="noStrike">
                          <a:solidFill>
                            <a:schemeClr val="tx1"/>
                          </a:solidFill>
                          <a:effectLst/>
                          <a:latin typeface="+mj-ea"/>
                          <a:ea typeface="+mj-ea"/>
                        </a:rPr>
                        <a:t>■機能</a:t>
                      </a:r>
                      <a:endParaRPr lang="en-US" altLang="ja-JP" sz="1000" b="0" i="0" u="none" strike="noStrike">
                        <a:solidFill>
                          <a:schemeClr val="tx1"/>
                        </a:solidFill>
                        <a:effectLst/>
                        <a:latin typeface="+mj-ea"/>
                        <a:ea typeface="+mj-ea"/>
                      </a:endParaRP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000" b="0" i="0" u="none" strike="noStrike">
                          <a:solidFill>
                            <a:schemeClr val="tx1"/>
                          </a:solidFill>
                          <a:effectLst/>
                          <a:latin typeface="+mj-ea"/>
                          <a:ea typeface="+mj-ea"/>
                        </a:rPr>
                        <a:t>　患者サマリーにおける処方情報・検査情報の抽出・表示機能　</a:t>
                      </a:r>
                      <a:endParaRPr lang="en-US" altLang="ja-JP" sz="1000" b="0" i="0" u="none" strike="noStrike">
                        <a:solidFill>
                          <a:schemeClr val="tx1"/>
                        </a:solidFill>
                        <a:effectLst/>
                        <a:latin typeface="+mj-ea"/>
                        <a:ea typeface="+mj-ea"/>
                      </a:endParaRP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000" b="0" i="0" u="none" strike="noStrike">
                          <a:solidFill>
                            <a:schemeClr val="tx1"/>
                          </a:solidFill>
                          <a:effectLst/>
                          <a:latin typeface="+mj-ea"/>
                          <a:ea typeface="+mj-ea"/>
                        </a:rPr>
                        <a:t>■内容</a:t>
                      </a:r>
                      <a:endParaRPr lang="en-US" altLang="ja-JP" sz="1000" b="0" i="0" u="none" strike="noStrike">
                        <a:solidFill>
                          <a:schemeClr val="tx1"/>
                        </a:solidFill>
                        <a:effectLst/>
                        <a:latin typeface="+mj-ea"/>
                        <a:ea typeface="+mj-ea"/>
                      </a:endParaRPr>
                    </a:p>
                    <a:p>
                      <a:r>
                        <a:rPr kumimoji="0" lang="ja-JP" altLang="en-US" sz="1000" b="0" i="0" u="none" strike="noStrike" kern="0" cap="none" spc="0" normalizeH="0" baseline="0" noProof="0">
                          <a:ln>
                            <a:noFill/>
                          </a:ln>
                          <a:solidFill>
                            <a:prstClr val="black"/>
                          </a:solidFill>
                          <a:effectLst/>
                          <a:uLnTx/>
                          <a:uFillTx/>
                          <a:latin typeface="+mj-ea"/>
                          <a:ea typeface="+mn-ea"/>
                          <a:cs typeface="Meiryo UI" panose="020B0604030504040204" pitchFamily="50" charset="-128"/>
                        </a:rPr>
                        <a:t>承継後の医療機関にて登録された患者サマリについて、承継元医療機関として登録した処方情報・検査情報も含めた指導日から</a:t>
                      </a:r>
                      <a:r>
                        <a:rPr kumimoji="0" lang="en-US" altLang="ja-JP" sz="1000" b="0" i="0" u="none" strike="noStrike" kern="0" cap="none" spc="0" normalizeH="0" baseline="0" noProof="0">
                          <a:ln>
                            <a:noFill/>
                          </a:ln>
                          <a:solidFill>
                            <a:prstClr val="black"/>
                          </a:solidFill>
                          <a:effectLst/>
                          <a:uLnTx/>
                          <a:uFillTx/>
                          <a:latin typeface="+mj-ea"/>
                          <a:ea typeface="+mn-ea"/>
                          <a:cs typeface="Meiryo UI" panose="020B0604030504040204" pitchFamily="50" charset="-128"/>
                        </a:rPr>
                        <a:t>30</a:t>
                      </a:r>
                      <a:r>
                        <a:rPr kumimoji="0" lang="ja-JP" altLang="en-US" sz="1000" b="0" i="0" u="none" strike="noStrike" kern="0" cap="none" spc="0" normalizeH="0" baseline="0" noProof="0">
                          <a:ln>
                            <a:noFill/>
                          </a:ln>
                          <a:solidFill>
                            <a:prstClr val="black"/>
                          </a:solidFill>
                          <a:effectLst/>
                          <a:uLnTx/>
                          <a:uFillTx/>
                          <a:latin typeface="+mj-ea"/>
                          <a:ea typeface="+mn-ea"/>
                          <a:cs typeface="Meiryo UI" panose="020B0604030504040204" pitchFamily="50" charset="-128"/>
                        </a:rPr>
                        <a:t>日間分の処方情報・検査情報を抽出・表示する仕様に変更する。</a:t>
                      </a:r>
                      <a:endParaRPr lang="ja-JP" altLang="ja-JP" sz="1000"/>
                    </a:p>
                  </a:txBody>
                  <a:tcPr marL="39600" marR="396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3847957461"/>
                  </a:ext>
                </a:extLst>
              </a:tr>
              <a:tr h="0">
                <a:tc>
                  <a:txBody>
                    <a:bodyPr/>
                    <a:lstStyle/>
                    <a:p>
                      <a:pPr algn="ctr" rtl="0" fontAlgn="ctr"/>
                      <a:r>
                        <a:rPr lang="ja-JP" altLang="en-US" sz="1000" b="1" i="0" u="none" strike="noStrike">
                          <a:solidFill>
                            <a:srgbClr val="FFFFFF"/>
                          </a:solidFill>
                          <a:effectLst/>
                          <a:latin typeface="Meiryo UI" panose="020B0604030504040204" pitchFamily="50" charset="-128"/>
                          <a:ea typeface="Meiryo UI" panose="020B0604030504040204" pitchFamily="50" charset="-128"/>
                        </a:rPr>
                        <a:t>備考</a:t>
                      </a:r>
                    </a:p>
                  </a:txBody>
                  <a:tcPr marL="9220" marR="9220"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a:noFill/>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en-US" altLang="ja-JP" sz="1000" b="0" i="0" u="none" strike="noStrike">
                          <a:solidFill>
                            <a:schemeClr val="tx1"/>
                          </a:solidFill>
                          <a:effectLst/>
                          <a:latin typeface="+mj-ea"/>
                          <a:ea typeface="+mj-ea"/>
                        </a:rPr>
                        <a:t>―</a:t>
                      </a:r>
                    </a:p>
                  </a:txBody>
                  <a:tcPr marL="39600" marR="396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606374615"/>
                  </a:ext>
                </a:extLst>
              </a:tr>
            </a:tbl>
          </a:graphicData>
        </a:graphic>
      </p:graphicFrame>
      <p:sp>
        <p:nvSpPr>
          <p:cNvPr id="5" name="Text 23">
            <a:extLst>
              <a:ext uri="{FF2B5EF4-FFF2-40B4-BE49-F238E27FC236}">
                <a16:creationId xmlns:a16="http://schemas.microsoft.com/office/drawing/2014/main" id="{7F22029B-638D-A051-7D94-0395BDC97E16}"/>
              </a:ext>
            </a:extLst>
          </p:cNvPr>
          <p:cNvSpPr/>
          <p:nvPr/>
        </p:nvSpPr>
        <p:spPr>
          <a:xfrm>
            <a:off x="2651559" y="5190054"/>
            <a:ext cx="1964378" cy="121866"/>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853"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202</a:t>
            </a:r>
            <a:r>
              <a:rPr kumimoji="1" lang="en-US" altLang="ja-JP" sz="853"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6</a:t>
            </a:r>
            <a:r>
              <a:rPr kumimoji="1" lang="en-US" sz="853"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年7月15日</a:t>
            </a:r>
            <a:r>
              <a:rPr kumimoji="1" lang="ja-JP" altLang="en-US" sz="569"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　</a:t>
            </a:r>
            <a:endParaRPr kumimoji="1" lang="en-US" sz="569"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7" name="正方形/長方形 6">
            <a:extLst>
              <a:ext uri="{FF2B5EF4-FFF2-40B4-BE49-F238E27FC236}">
                <a16:creationId xmlns:a16="http://schemas.microsoft.com/office/drawing/2014/main" id="{18696BFF-C82E-5DD1-BA67-76EE3F93FDE8}"/>
              </a:ext>
            </a:extLst>
          </p:cNvPr>
          <p:cNvSpPr/>
          <p:nvPr/>
        </p:nvSpPr>
        <p:spPr>
          <a:xfrm>
            <a:off x="2509211" y="3862387"/>
            <a:ext cx="2183047" cy="29702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63" b="0" i="0" u="none" strike="noStrike" kern="1200" cap="none" spc="0" normalizeH="0" baseline="0" noProof="1">
              <a:ln>
                <a:noFill/>
              </a:ln>
              <a:solidFill>
                <a:prstClr val="white"/>
              </a:solidFill>
              <a:effectLst/>
              <a:uLnTx/>
              <a:uFillTx/>
              <a:latin typeface="Arial"/>
              <a:ea typeface="Meiryo UI"/>
              <a:cs typeface="+mn-cs"/>
            </a:endParaRPr>
          </a:p>
        </p:txBody>
      </p:sp>
      <p:sp>
        <p:nvSpPr>
          <p:cNvPr id="8" name="Text 22">
            <a:extLst>
              <a:ext uri="{FF2B5EF4-FFF2-40B4-BE49-F238E27FC236}">
                <a16:creationId xmlns:a16="http://schemas.microsoft.com/office/drawing/2014/main" id="{8F562E29-D64C-D3F0-BA8F-A5022A87ABE7}"/>
              </a:ext>
            </a:extLst>
          </p:cNvPr>
          <p:cNvSpPr/>
          <p:nvPr/>
        </p:nvSpPr>
        <p:spPr>
          <a:xfrm>
            <a:off x="2628174" y="3962373"/>
            <a:ext cx="1610123" cy="65013"/>
          </a:xfrm>
          <a:prstGeom prst="rect">
            <a:avLst/>
          </a:prstGeom>
          <a:noFill/>
          <a:ln/>
        </p:spPr>
        <p:txBody>
          <a:bodyPr wrap="none" lIns="0" tIns="0" rIns="0" bIns="0" rtlCol="0" anchor="t">
            <a:normAutofit fontScale="70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731" b="0" i="0" u="none" strike="noStrike" kern="1200" cap="none" spc="0" normalizeH="0" baseline="0" noProof="1">
                <a:ln>
                  <a:noFill/>
                </a:ln>
                <a:solidFill>
                  <a:srgbClr val="727272"/>
                </a:solidFill>
                <a:effectLst/>
                <a:uLnTx/>
                <a:uFillTx/>
                <a:latin typeface="Meiryo UI" panose="020B0604030504040204" pitchFamily="50" charset="-128"/>
                <a:ea typeface="Meiryo UI" panose="020B0604030504040204" pitchFamily="50" charset="-128"/>
                <a:cs typeface="Noto Sans CJK JP" pitchFamily="34" charset="-120"/>
              </a:rPr>
              <a:t>療養上のアドバイス（患者サマリー）</a:t>
            </a:r>
            <a:endParaRPr kumimoji="1" lang="en-US" sz="731"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9" name="Text 23">
            <a:extLst>
              <a:ext uri="{FF2B5EF4-FFF2-40B4-BE49-F238E27FC236}">
                <a16:creationId xmlns:a16="http://schemas.microsoft.com/office/drawing/2014/main" id="{87ACB8A0-E849-2E64-A165-2789FC3D7DBE}"/>
              </a:ext>
            </a:extLst>
          </p:cNvPr>
          <p:cNvSpPr/>
          <p:nvPr/>
        </p:nvSpPr>
        <p:spPr>
          <a:xfrm>
            <a:off x="2628175" y="4019326"/>
            <a:ext cx="1738934" cy="180035"/>
          </a:xfrm>
          <a:prstGeom prst="rect">
            <a:avLst/>
          </a:prstGeom>
          <a:noFill/>
          <a:ln/>
        </p:spPr>
        <p:txBody>
          <a:bodyPr wrap="non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138"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202</a:t>
            </a:r>
            <a:r>
              <a:rPr kumimoji="1" lang="en-US" altLang="ja-JP" sz="1138"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6</a:t>
            </a:r>
            <a:r>
              <a:rPr kumimoji="1" lang="en-US" sz="1138"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年</a:t>
            </a:r>
            <a:r>
              <a:rPr kumimoji="1" lang="en-US" altLang="ja-JP" sz="1138"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7</a:t>
            </a:r>
            <a:r>
              <a:rPr kumimoji="1" lang="en-US" sz="1138"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月15日</a:t>
            </a:r>
            <a:endParaRPr kumimoji="1" lang="en-US" sz="1138"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10" name="Text 24">
            <a:extLst>
              <a:ext uri="{FF2B5EF4-FFF2-40B4-BE49-F238E27FC236}">
                <a16:creationId xmlns:a16="http://schemas.microsoft.com/office/drawing/2014/main" id="{E64C9EF0-B9D7-D64E-33D7-82F8A0B0CCA5}"/>
              </a:ext>
            </a:extLst>
          </p:cNvPr>
          <p:cNvSpPr/>
          <p:nvPr/>
        </p:nvSpPr>
        <p:spPr>
          <a:xfrm>
            <a:off x="2628174" y="4211718"/>
            <a:ext cx="1674528" cy="209624"/>
          </a:xfrm>
          <a:prstGeom prst="rect">
            <a:avLst/>
          </a:prstGeom>
          <a:noFill/>
          <a:ln/>
        </p:spPr>
        <p:txBody>
          <a:bodyPr wrap="none" lIns="0" tIns="0" rIns="0" bIns="0" rtlCol="0" anchor="t">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894" b="0" i="0" u="none" strike="noStrike" kern="1200" cap="none" spc="0" normalizeH="0" baseline="0" noProof="1">
                <a:ln>
                  <a:noFill/>
                </a:ln>
                <a:solidFill>
                  <a:srgbClr val="727272"/>
                </a:solidFill>
                <a:effectLst/>
                <a:uLnTx/>
                <a:uFillTx/>
                <a:latin typeface="Meiryo UI" panose="020B0604030504040204" pitchFamily="50" charset="-128"/>
                <a:ea typeface="Meiryo UI" panose="020B0604030504040204" pitchFamily="50" charset="-128"/>
                <a:cs typeface="+mn-cs"/>
              </a:rPr>
              <a:t>医療機関：</a:t>
            </a:r>
            <a:r>
              <a:rPr kumimoji="1" lang="en-US" altLang="ja-JP" sz="894"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rPr>
              <a:t>B</a:t>
            </a:r>
            <a:r>
              <a:rPr kumimoji="1" lang="ja-JP" altLang="en-US" sz="894"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rPr>
              <a:t>病院</a:t>
            </a:r>
            <a:endParaRPr kumimoji="1" lang="en-US" altLang="ja-JP" sz="894"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894" b="0" i="0" u="none" strike="noStrike" kern="1200" cap="none" spc="0" normalizeH="0" baseline="0" noProof="1">
                <a:ln>
                  <a:noFill/>
                </a:ln>
                <a:solidFill>
                  <a:srgbClr val="727272"/>
                </a:solidFill>
                <a:effectLst/>
                <a:uLnTx/>
                <a:uFillTx/>
                <a:latin typeface="Meiryo UI" panose="020B0604030504040204" pitchFamily="50" charset="-128"/>
                <a:ea typeface="Meiryo UI" panose="020B0604030504040204" pitchFamily="50" charset="-128"/>
                <a:cs typeface="Noto Sans CJK JP" pitchFamily="34" charset="-120"/>
              </a:rPr>
              <a:t>医師氏名：医師太郎</a:t>
            </a:r>
            <a:endParaRPr kumimoji="1" lang="en-US" sz="894"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11" name="Text 25">
            <a:extLst>
              <a:ext uri="{FF2B5EF4-FFF2-40B4-BE49-F238E27FC236}">
                <a16:creationId xmlns:a16="http://schemas.microsoft.com/office/drawing/2014/main" id="{C5991D3D-AB25-D53C-9954-4D643C481658}"/>
              </a:ext>
            </a:extLst>
          </p:cNvPr>
          <p:cNvSpPr/>
          <p:nvPr/>
        </p:nvSpPr>
        <p:spPr>
          <a:xfrm>
            <a:off x="2628175" y="4438597"/>
            <a:ext cx="772859" cy="130025"/>
          </a:xfrm>
          <a:prstGeom prst="rect">
            <a:avLst/>
          </a:prstGeom>
          <a:noFill/>
          <a:ln/>
        </p:spPr>
        <p:txBody>
          <a:bodyPr wrap="none" lIns="0" tIns="0" rIns="0" bIns="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894"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傷病名</a:t>
            </a:r>
            <a:endParaRPr kumimoji="1" lang="en-US" sz="894"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12" name="Text 30">
            <a:extLst>
              <a:ext uri="{FF2B5EF4-FFF2-40B4-BE49-F238E27FC236}">
                <a16:creationId xmlns:a16="http://schemas.microsoft.com/office/drawing/2014/main" id="{95FBE350-DB9C-5A5E-12F6-00C049CD55C0}"/>
              </a:ext>
            </a:extLst>
          </p:cNvPr>
          <p:cNvSpPr/>
          <p:nvPr/>
        </p:nvSpPr>
        <p:spPr>
          <a:xfrm>
            <a:off x="2628175" y="4765322"/>
            <a:ext cx="1738934" cy="130025"/>
          </a:xfrm>
          <a:prstGeom prst="rect">
            <a:avLst/>
          </a:prstGeom>
          <a:noFill/>
          <a:ln/>
        </p:spPr>
        <p:txBody>
          <a:bodyPr wrap="none" lIns="0" tIns="0" rIns="0" bIns="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894"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療養上の計画・アドバイス</a:t>
            </a:r>
            <a:endParaRPr kumimoji="1" lang="en-US" sz="894"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grpSp>
        <p:nvGrpSpPr>
          <p:cNvPr id="13" name="グループ化 12">
            <a:extLst>
              <a:ext uri="{FF2B5EF4-FFF2-40B4-BE49-F238E27FC236}">
                <a16:creationId xmlns:a16="http://schemas.microsoft.com/office/drawing/2014/main" id="{8A0DCFB9-A4E8-0D50-CBD4-D6C5DD5EC853}"/>
              </a:ext>
            </a:extLst>
          </p:cNvPr>
          <p:cNvGrpSpPr/>
          <p:nvPr/>
        </p:nvGrpSpPr>
        <p:grpSpPr>
          <a:xfrm>
            <a:off x="2619384" y="4909170"/>
            <a:ext cx="1996553" cy="139610"/>
            <a:chOff x="537973" y="3084830"/>
            <a:chExt cx="2834640" cy="1459738"/>
          </a:xfrm>
        </p:grpSpPr>
        <p:sp>
          <p:nvSpPr>
            <p:cNvPr id="14" name="Shape 31">
              <a:extLst>
                <a:ext uri="{FF2B5EF4-FFF2-40B4-BE49-F238E27FC236}">
                  <a16:creationId xmlns:a16="http://schemas.microsoft.com/office/drawing/2014/main" id="{0AE7CB69-55A0-3A4D-7CCA-9ECDB8673991}"/>
                </a:ext>
              </a:extLst>
            </p:cNvPr>
            <p:cNvSpPr/>
            <p:nvPr/>
          </p:nvSpPr>
          <p:spPr>
            <a:xfrm>
              <a:off x="537973" y="3084830"/>
              <a:ext cx="2834640" cy="1459738"/>
            </a:xfrm>
            <a:prstGeom prst="roundRect">
              <a:avLst>
                <a:gd name="adj" fmla="val 2727"/>
              </a:avLst>
            </a:prstGeom>
            <a:solidFill>
              <a:srgbClr val="FFFFFF"/>
            </a:solidFill>
            <a:ln w="8890">
              <a:solidFill>
                <a:srgbClr val="D9D9D9"/>
              </a:solid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975"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19" name="Text 32">
              <a:extLst>
                <a:ext uri="{FF2B5EF4-FFF2-40B4-BE49-F238E27FC236}">
                  <a16:creationId xmlns:a16="http://schemas.microsoft.com/office/drawing/2014/main" id="{DD5760D1-005F-C1BB-BDA0-0EB1984FD542}"/>
                </a:ext>
              </a:extLst>
            </p:cNvPr>
            <p:cNvSpPr/>
            <p:nvPr/>
          </p:nvSpPr>
          <p:spPr>
            <a:xfrm>
              <a:off x="694944" y="3249420"/>
              <a:ext cx="2542032" cy="1203706"/>
            </a:xfrm>
            <a:prstGeom prst="rect">
              <a:avLst/>
            </a:prstGeom>
            <a:noFill/>
            <a:ln/>
          </p:spPr>
          <p:txBody>
            <a:bodyPr wrap="none" lIns="0" tIns="0" rIns="0" bIns="0" rtlCol="0" anchor="ctr">
              <a:normAutofit fontScale="92500"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94" b="0"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省略</a:t>
              </a:r>
              <a:endParaRPr kumimoji="1" lang="en-US" sz="894"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grpSp>
      <p:sp>
        <p:nvSpPr>
          <p:cNvPr id="20" name="Text 40">
            <a:extLst>
              <a:ext uri="{FF2B5EF4-FFF2-40B4-BE49-F238E27FC236}">
                <a16:creationId xmlns:a16="http://schemas.microsoft.com/office/drawing/2014/main" id="{11973026-58DA-0F59-25D9-BF100A10BFCC}"/>
              </a:ext>
            </a:extLst>
          </p:cNvPr>
          <p:cNvSpPr/>
          <p:nvPr/>
        </p:nvSpPr>
        <p:spPr>
          <a:xfrm>
            <a:off x="2680915" y="5346554"/>
            <a:ext cx="966075" cy="85017"/>
          </a:xfrm>
          <a:prstGeom prst="rect">
            <a:avLst/>
          </a:prstGeom>
          <a:noFill/>
          <a:ln/>
        </p:spPr>
        <p:txBody>
          <a:bodyPr wrap="none" lIns="0" tIns="0" rIns="0" bIns="0" rtlCol="0" anchor="t">
            <a:normAutofit fontScale="700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853" b="0" i="0" u="none" strike="noStrike" kern="1200" cap="none" spc="0" normalizeH="0" baseline="0" noProof="1">
                <a:ln>
                  <a:noFill/>
                </a:ln>
                <a:solidFill>
                  <a:srgbClr val="727272"/>
                </a:solidFill>
                <a:effectLst/>
                <a:uLnTx/>
                <a:uFillTx/>
                <a:latin typeface="Meiryo UI" panose="020B0604030504040204" pitchFamily="50" charset="-128"/>
                <a:ea typeface="Meiryo UI" panose="020B0604030504040204" pitchFamily="50" charset="-128"/>
                <a:cs typeface="Noto Sans CJK JP" pitchFamily="34" charset="-120"/>
              </a:rPr>
              <a:t>処方医師　</a:t>
            </a:r>
            <a:r>
              <a:rPr kumimoji="1" lang="ja-JP" altLang="en-US" sz="853" b="0" i="0" u="none" strike="noStrike" kern="1200" cap="none" spc="0" normalizeH="0" baseline="0" noProof="1">
                <a:ln>
                  <a:noFill/>
                </a:ln>
                <a:solidFill>
                  <a:srgbClr val="727272"/>
                </a:solidFill>
                <a:effectLst/>
                <a:uLnTx/>
                <a:uFillTx/>
                <a:latin typeface="Meiryo UI" panose="020B0604030504040204" pitchFamily="50" charset="-128"/>
                <a:ea typeface="Meiryo UI" panose="020B0604030504040204" pitchFamily="50" charset="-128"/>
                <a:cs typeface="Noto Sans CJK JP" pitchFamily="34" charset="-120"/>
              </a:rPr>
              <a:t>田中三郎</a:t>
            </a:r>
            <a:endParaRPr kumimoji="1" lang="en-US" sz="853"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21" name="Text 35">
            <a:extLst>
              <a:ext uri="{FF2B5EF4-FFF2-40B4-BE49-F238E27FC236}">
                <a16:creationId xmlns:a16="http://schemas.microsoft.com/office/drawing/2014/main" id="{5369F865-5B1B-6594-B704-2FFE4DA9CE33}"/>
              </a:ext>
            </a:extLst>
          </p:cNvPr>
          <p:cNvSpPr/>
          <p:nvPr/>
        </p:nvSpPr>
        <p:spPr>
          <a:xfrm>
            <a:off x="2628175" y="5079787"/>
            <a:ext cx="708455" cy="125024"/>
          </a:xfrm>
          <a:prstGeom prst="rect">
            <a:avLst/>
          </a:prstGeom>
          <a:noFill/>
          <a:ln/>
        </p:spPr>
        <p:txBody>
          <a:bodyPr wrap="none" lIns="0" tIns="0" rIns="0" bIns="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894"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処方情報</a:t>
            </a:r>
            <a:endParaRPr kumimoji="1" lang="en-US" sz="894"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grpSp>
        <p:nvGrpSpPr>
          <p:cNvPr id="22" name="グループ化 21">
            <a:extLst>
              <a:ext uri="{FF2B5EF4-FFF2-40B4-BE49-F238E27FC236}">
                <a16:creationId xmlns:a16="http://schemas.microsoft.com/office/drawing/2014/main" id="{B59FF266-AB93-36D0-B7B7-B87FAD146280}"/>
              </a:ext>
            </a:extLst>
          </p:cNvPr>
          <p:cNvGrpSpPr/>
          <p:nvPr/>
        </p:nvGrpSpPr>
        <p:grpSpPr>
          <a:xfrm>
            <a:off x="2626895" y="4569515"/>
            <a:ext cx="1996553" cy="139610"/>
            <a:chOff x="537973" y="3084830"/>
            <a:chExt cx="2834640" cy="1459735"/>
          </a:xfrm>
        </p:grpSpPr>
        <p:sp>
          <p:nvSpPr>
            <p:cNvPr id="23" name="Shape 31">
              <a:extLst>
                <a:ext uri="{FF2B5EF4-FFF2-40B4-BE49-F238E27FC236}">
                  <a16:creationId xmlns:a16="http://schemas.microsoft.com/office/drawing/2014/main" id="{B751E179-E201-950B-7423-793EEFFCDBD5}"/>
                </a:ext>
              </a:extLst>
            </p:cNvPr>
            <p:cNvSpPr/>
            <p:nvPr/>
          </p:nvSpPr>
          <p:spPr>
            <a:xfrm>
              <a:off x="537973" y="3084830"/>
              <a:ext cx="2834640" cy="1459735"/>
            </a:xfrm>
            <a:prstGeom prst="roundRect">
              <a:avLst>
                <a:gd name="adj" fmla="val 2727"/>
              </a:avLst>
            </a:prstGeom>
            <a:solidFill>
              <a:srgbClr val="FFFFFF"/>
            </a:solidFill>
            <a:ln w="8890">
              <a:solidFill>
                <a:srgbClr val="D9D9D9"/>
              </a:solid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975"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24" name="Text 32">
              <a:extLst>
                <a:ext uri="{FF2B5EF4-FFF2-40B4-BE49-F238E27FC236}">
                  <a16:creationId xmlns:a16="http://schemas.microsoft.com/office/drawing/2014/main" id="{35FE27FC-9CEA-5535-4C2E-AFBD2AE06F70}"/>
                </a:ext>
              </a:extLst>
            </p:cNvPr>
            <p:cNvSpPr/>
            <p:nvPr/>
          </p:nvSpPr>
          <p:spPr>
            <a:xfrm>
              <a:off x="694944" y="3249422"/>
              <a:ext cx="2542032" cy="1203706"/>
            </a:xfrm>
            <a:prstGeom prst="rect">
              <a:avLst/>
            </a:prstGeom>
            <a:noFill/>
            <a:ln/>
          </p:spPr>
          <p:txBody>
            <a:bodyPr wrap="none" lIns="0" tIns="0" rIns="0" bIns="0" rtlCol="0" anchor="ctr">
              <a:normAutofit fontScale="92500"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94" b="0"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省略</a:t>
              </a:r>
              <a:endParaRPr kumimoji="1" lang="en-US" sz="894"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grpSp>
      <p:sp>
        <p:nvSpPr>
          <p:cNvPr id="25" name="正方形/長方形 24">
            <a:extLst>
              <a:ext uri="{FF2B5EF4-FFF2-40B4-BE49-F238E27FC236}">
                <a16:creationId xmlns:a16="http://schemas.microsoft.com/office/drawing/2014/main" id="{FD4AAF00-05C3-621B-ABB1-1AD26A30B6A7}"/>
              </a:ext>
            </a:extLst>
          </p:cNvPr>
          <p:cNvSpPr/>
          <p:nvPr/>
        </p:nvSpPr>
        <p:spPr>
          <a:xfrm>
            <a:off x="2510250" y="3666798"/>
            <a:ext cx="2183047" cy="188814"/>
          </a:xfrm>
          <a:prstGeom prst="rect">
            <a:avLst/>
          </a:prstGeom>
          <a:solidFill>
            <a:schemeClr val="tx2">
              <a:lumMod val="60000"/>
              <a:lumOff val="40000"/>
            </a:schemeClr>
          </a:solidFill>
          <a:ln>
            <a:noFill/>
          </a:ln>
        </p:spPr>
        <p:txBody>
          <a:bodyPr wrap="none"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138" b="1" i="0" u="none" strike="noStrike" kern="1200" cap="none" spc="0" normalizeH="0" baseline="0" noProof="1">
                <a:ln>
                  <a:noFill/>
                </a:ln>
                <a:solidFill>
                  <a:prstClr val="white"/>
                </a:solidFill>
                <a:effectLst/>
                <a:uLnTx/>
                <a:uFillTx/>
                <a:latin typeface="Meiryo UI"/>
                <a:ea typeface="Meiryo UI"/>
                <a:cs typeface="+mn-cs"/>
              </a:rPr>
              <a:t>現状</a:t>
            </a:r>
          </a:p>
        </p:txBody>
      </p:sp>
      <p:grpSp>
        <p:nvGrpSpPr>
          <p:cNvPr id="26" name="グループ化 25">
            <a:extLst>
              <a:ext uri="{FF2B5EF4-FFF2-40B4-BE49-F238E27FC236}">
                <a16:creationId xmlns:a16="http://schemas.microsoft.com/office/drawing/2014/main" id="{A92128F8-F2CF-633A-DBFA-6E0893F128AC}"/>
              </a:ext>
            </a:extLst>
          </p:cNvPr>
          <p:cNvGrpSpPr/>
          <p:nvPr/>
        </p:nvGrpSpPr>
        <p:grpSpPr>
          <a:xfrm>
            <a:off x="2619385" y="5442407"/>
            <a:ext cx="1996553" cy="139610"/>
            <a:chOff x="537973" y="3084830"/>
            <a:chExt cx="2834640" cy="1459738"/>
          </a:xfrm>
        </p:grpSpPr>
        <p:sp>
          <p:nvSpPr>
            <p:cNvPr id="27" name="Shape 31">
              <a:extLst>
                <a:ext uri="{FF2B5EF4-FFF2-40B4-BE49-F238E27FC236}">
                  <a16:creationId xmlns:a16="http://schemas.microsoft.com/office/drawing/2014/main" id="{C32F841D-227F-1BDC-9C6E-0B22D1ABD3DF}"/>
                </a:ext>
              </a:extLst>
            </p:cNvPr>
            <p:cNvSpPr/>
            <p:nvPr/>
          </p:nvSpPr>
          <p:spPr>
            <a:xfrm>
              <a:off x="537973" y="3084830"/>
              <a:ext cx="2834640" cy="1459738"/>
            </a:xfrm>
            <a:prstGeom prst="roundRect">
              <a:avLst>
                <a:gd name="adj" fmla="val 2727"/>
              </a:avLst>
            </a:prstGeom>
            <a:solidFill>
              <a:srgbClr val="FFFFFF"/>
            </a:solidFill>
            <a:ln w="8890">
              <a:solidFill>
                <a:srgbClr val="D9D9D9"/>
              </a:solid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975"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28" name="Text 32">
              <a:extLst>
                <a:ext uri="{FF2B5EF4-FFF2-40B4-BE49-F238E27FC236}">
                  <a16:creationId xmlns:a16="http://schemas.microsoft.com/office/drawing/2014/main" id="{3AD4184A-6A10-6FB4-2C4D-840853E50CED}"/>
                </a:ext>
              </a:extLst>
            </p:cNvPr>
            <p:cNvSpPr/>
            <p:nvPr/>
          </p:nvSpPr>
          <p:spPr>
            <a:xfrm>
              <a:off x="694944" y="3249420"/>
              <a:ext cx="2542032" cy="1203706"/>
            </a:xfrm>
            <a:prstGeom prst="rect">
              <a:avLst/>
            </a:prstGeom>
            <a:noFill/>
            <a:ln/>
          </p:spPr>
          <p:txBody>
            <a:bodyPr wrap="none" lIns="0" tIns="0" rIns="0" bIns="0" rtlCol="0" anchor="ctr">
              <a:normAutofit fontScale="92500" lnSpcReduction="1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94" b="0"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省略</a:t>
              </a:r>
              <a:endParaRPr kumimoji="1" lang="en-US" sz="894"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grpSp>
      <p:sp>
        <p:nvSpPr>
          <p:cNvPr id="29" name="Text 35">
            <a:extLst>
              <a:ext uri="{FF2B5EF4-FFF2-40B4-BE49-F238E27FC236}">
                <a16:creationId xmlns:a16="http://schemas.microsoft.com/office/drawing/2014/main" id="{F866FB53-7F41-1D4A-F72E-E05B54018AE6}"/>
              </a:ext>
            </a:extLst>
          </p:cNvPr>
          <p:cNvSpPr/>
          <p:nvPr/>
        </p:nvSpPr>
        <p:spPr>
          <a:xfrm>
            <a:off x="2632910" y="5822616"/>
            <a:ext cx="708455" cy="125024"/>
          </a:xfrm>
          <a:prstGeom prst="rect">
            <a:avLst/>
          </a:prstGeom>
          <a:noFill/>
          <a:ln/>
        </p:spPr>
        <p:txBody>
          <a:bodyPr wrap="none" lIns="0" tIns="0" rIns="0" bIns="0" rtlCol="0" anchor="t">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94"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mn-cs"/>
              </a:rPr>
              <a:t>検査結果</a:t>
            </a:r>
            <a:endParaRPr kumimoji="1" lang="en-US" sz="894"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30" name="Shape 31">
            <a:extLst>
              <a:ext uri="{FF2B5EF4-FFF2-40B4-BE49-F238E27FC236}">
                <a16:creationId xmlns:a16="http://schemas.microsoft.com/office/drawing/2014/main" id="{32FEAEC0-9BF9-F843-DB46-2D610348CC67}"/>
              </a:ext>
            </a:extLst>
          </p:cNvPr>
          <p:cNvSpPr/>
          <p:nvPr/>
        </p:nvSpPr>
        <p:spPr>
          <a:xfrm>
            <a:off x="2624121" y="5960649"/>
            <a:ext cx="1005790" cy="289823"/>
          </a:xfrm>
          <a:prstGeom prst="roundRect">
            <a:avLst>
              <a:gd name="adj" fmla="val 2727"/>
            </a:avLst>
          </a:prstGeom>
          <a:solidFill>
            <a:srgbClr val="FFFFFF"/>
          </a:solidFill>
          <a:ln w="8890">
            <a:solidFill>
              <a:srgbClr val="D9D9D9"/>
            </a:solidFill>
            <a:prstDash val="solid"/>
          </a:ln>
        </p:spPr>
        <p:txBody>
          <a:bodyPr wrap="none"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en-US" altLang="ja-JP" sz="650" b="1" i="0" u="none" strike="noStrike" kern="1200" cap="none" spc="0" normalizeH="0" baseline="0" noProof="0">
                <a:ln>
                  <a:noFill/>
                </a:ln>
                <a:solidFill>
                  <a:sysClr val="windowText" lastClr="000000"/>
                </a:solidFill>
                <a:effectLst/>
                <a:uLnTx/>
                <a:uFillTx/>
                <a:latin typeface="Meiryo UI"/>
                <a:ea typeface="Meiryo UI"/>
                <a:cs typeface="+mn-cs"/>
              </a:rPr>
              <a:t>2026/06/20</a:t>
            </a:r>
            <a:br>
              <a:rPr kumimoji="1" lang="en-US" altLang="ja-JP" sz="650" b="1" i="0" u="none" strike="noStrike" kern="1200" cap="none" spc="0" normalizeH="0" baseline="0" noProof="0">
                <a:ln>
                  <a:noFill/>
                </a:ln>
                <a:solidFill>
                  <a:sysClr val="windowText" lastClr="000000"/>
                </a:solidFill>
                <a:effectLst/>
                <a:uLnTx/>
                <a:uFillTx/>
                <a:latin typeface="Meiryo UI"/>
                <a:ea typeface="Meiryo UI"/>
                <a:cs typeface="+mn-cs"/>
              </a:rPr>
            </a:br>
            <a:r>
              <a:rPr kumimoji="1" lang="en-US" altLang="ja-JP" sz="650" b="1" i="0" u="none" strike="noStrike" kern="1200" cap="none" spc="0" normalizeH="0" baseline="0" noProof="0">
                <a:ln>
                  <a:noFill/>
                </a:ln>
                <a:solidFill>
                  <a:sysClr val="windowText" lastClr="000000"/>
                </a:solidFill>
                <a:effectLst/>
                <a:uLnTx/>
                <a:uFillTx/>
                <a:latin typeface="Meiryo UI"/>
                <a:ea typeface="Meiryo UI"/>
                <a:cs typeface="+mn-cs"/>
              </a:rPr>
              <a:t>12:30</a:t>
            </a:r>
            <a:endParaRPr kumimoji="1" lang="ja-JP" altLang="en-US" sz="650" b="1" i="0" u="none" strike="noStrike" kern="1200" cap="none" spc="0" normalizeH="0" baseline="0" noProof="0">
              <a:ln>
                <a:noFill/>
              </a:ln>
              <a:solidFill>
                <a:sysClr val="windowText" lastClr="000000"/>
              </a:solidFill>
              <a:effectLst/>
              <a:uLnTx/>
              <a:uFillTx/>
              <a:latin typeface="Meiryo UI"/>
              <a:ea typeface="Meiryo UI"/>
              <a:cs typeface="+mn-cs"/>
            </a:endParaRPr>
          </a:p>
        </p:txBody>
      </p:sp>
      <p:sp>
        <p:nvSpPr>
          <p:cNvPr id="31" name="Shape 31">
            <a:extLst>
              <a:ext uri="{FF2B5EF4-FFF2-40B4-BE49-F238E27FC236}">
                <a16:creationId xmlns:a16="http://schemas.microsoft.com/office/drawing/2014/main" id="{097F9489-3F51-92D2-A8CB-97005F8FCCA9}"/>
              </a:ext>
            </a:extLst>
          </p:cNvPr>
          <p:cNvSpPr/>
          <p:nvPr/>
        </p:nvSpPr>
        <p:spPr>
          <a:xfrm>
            <a:off x="2624121" y="6249466"/>
            <a:ext cx="1995788" cy="216326"/>
          </a:xfrm>
          <a:prstGeom prst="roundRect">
            <a:avLst>
              <a:gd name="adj" fmla="val 2727"/>
            </a:avLst>
          </a:prstGeom>
          <a:solidFill>
            <a:srgbClr val="FFFFFF"/>
          </a:solidFill>
          <a:ln w="8890">
            <a:solidFill>
              <a:srgbClr val="D9D9D9"/>
            </a:solid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813" b="1" i="0" u="none" strike="noStrike" kern="1200" cap="none" spc="0" normalizeH="0" baseline="0" noProof="0">
                <a:ln>
                  <a:noFill/>
                </a:ln>
                <a:solidFill>
                  <a:prstClr val="black"/>
                </a:solidFill>
                <a:effectLst/>
                <a:uLnTx/>
                <a:uFillTx/>
                <a:latin typeface="Meiryo UI"/>
                <a:ea typeface="Meiryo UI"/>
                <a:cs typeface="+mn-cs"/>
              </a:rPr>
              <a:t>検査結果</a:t>
            </a:r>
            <a:r>
              <a:rPr kumimoji="1" lang="en-US" altLang="ja-JP" sz="813" b="1" i="0" u="none" strike="noStrike" kern="1200" cap="none" spc="0" normalizeH="0" baseline="0" noProof="0">
                <a:ln>
                  <a:noFill/>
                </a:ln>
                <a:solidFill>
                  <a:prstClr val="black"/>
                </a:solidFill>
                <a:effectLst/>
                <a:uLnTx/>
                <a:uFillTx/>
                <a:latin typeface="Meiryo UI"/>
                <a:ea typeface="Meiryo UI"/>
                <a:cs typeface="+mn-cs"/>
              </a:rPr>
              <a:t>(</a:t>
            </a:r>
            <a:r>
              <a:rPr kumimoji="1" lang="ja-JP" altLang="en-US" sz="813" b="1" i="0" u="none" strike="noStrike" kern="1200" cap="none" spc="0" normalizeH="0" baseline="0" noProof="0">
                <a:ln>
                  <a:noFill/>
                </a:ln>
                <a:solidFill>
                  <a:prstClr val="black"/>
                </a:solidFill>
                <a:effectLst/>
                <a:uLnTx/>
                <a:uFillTx/>
                <a:latin typeface="Meiryo UI"/>
                <a:ea typeface="Meiryo UI"/>
                <a:cs typeface="+mn-cs"/>
              </a:rPr>
              <a:t>総蛋白・アルブミン等</a:t>
            </a:r>
            <a:r>
              <a:rPr kumimoji="1" lang="en-US" altLang="ja-JP" sz="813" b="1" i="0" u="none" strike="noStrike" kern="1200" cap="none" spc="0" normalizeH="0" baseline="0" noProof="0">
                <a:ln>
                  <a:noFill/>
                </a:ln>
                <a:solidFill>
                  <a:prstClr val="black"/>
                </a:solidFill>
                <a:effectLst/>
                <a:uLnTx/>
                <a:uFillTx/>
                <a:latin typeface="Meiryo UI"/>
                <a:ea typeface="Meiryo UI"/>
                <a:cs typeface="+mn-cs"/>
              </a:rPr>
              <a:t>)</a:t>
            </a:r>
            <a:endParaRPr kumimoji="1" lang="ja-JP" altLang="en-US" sz="813" b="1" i="0" u="none" strike="noStrike" kern="1200" cap="none" spc="0" normalizeH="0" baseline="0" noProof="0">
              <a:ln>
                <a:noFill/>
              </a:ln>
              <a:solidFill>
                <a:prstClr val="black"/>
              </a:solidFill>
              <a:effectLst/>
              <a:uLnTx/>
              <a:uFillTx/>
              <a:latin typeface="Meiryo UI"/>
              <a:ea typeface="Meiryo UI"/>
              <a:cs typeface="+mn-cs"/>
            </a:endParaRPr>
          </a:p>
        </p:txBody>
      </p:sp>
      <p:sp>
        <p:nvSpPr>
          <p:cNvPr id="32" name="Shape 31">
            <a:extLst>
              <a:ext uri="{FF2B5EF4-FFF2-40B4-BE49-F238E27FC236}">
                <a16:creationId xmlns:a16="http://schemas.microsoft.com/office/drawing/2014/main" id="{DFD61E79-4251-5783-3C75-B6AC5BCD011C}"/>
              </a:ext>
            </a:extLst>
          </p:cNvPr>
          <p:cNvSpPr/>
          <p:nvPr/>
        </p:nvSpPr>
        <p:spPr>
          <a:xfrm>
            <a:off x="2624122" y="6466810"/>
            <a:ext cx="1995787" cy="122888"/>
          </a:xfrm>
          <a:prstGeom prst="roundRect">
            <a:avLst>
              <a:gd name="adj" fmla="val 2727"/>
            </a:avLst>
          </a:prstGeom>
          <a:solidFill>
            <a:srgbClr val="FFFFFF"/>
          </a:solidFill>
          <a:ln w="8890">
            <a:solidFill>
              <a:srgbClr val="D9D9D9"/>
            </a:solidFill>
            <a:prstDash val="solid"/>
          </a:ln>
        </p:spPr>
        <p:txBody>
          <a:bodyPr wrap="none"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13"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rPr>
              <a:t>検査値</a:t>
            </a:r>
          </a:p>
        </p:txBody>
      </p:sp>
      <p:sp>
        <p:nvSpPr>
          <p:cNvPr id="33" name="Shape 31">
            <a:extLst>
              <a:ext uri="{FF2B5EF4-FFF2-40B4-BE49-F238E27FC236}">
                <a16:creationId xmlns:a16="http://schemas.microsoft.com/office/drawing/2014/main" id="{41D2DCA7-B751-AD1B-A169-F92113D00540}"/>
              </a:ext>
            </a:extLst>
          </p:cNvPr>
          <p:cNvSpPr/>
          <p:nvPr/>
        </p:nvSpPr>
        <p:spPr>
          <a:xfrm>
            <a:off x="2624121" y="5960381"/>
            <a:ext cx="1995788" cy="289824"/>
          </a:xfrm>
          <a:prstGeom prst="roundRect">
            <a:avLst>
              <a:gd name="adj" fmla="val 2727"/>
            </a:avLst>
          </a:prstGeom>
          <a:solidFill>
            <a:srgbClr val="FFFFFF"/>
          </a:solidFill>
          <a:ln w="8890">
            <a:solidFill>
              <a:srgbClr val="D9D9D9"/>
            </a:solidFill>
            <a:prstDash val="solid"/>
          </a:ln>
        </p:spPr>
        <p:txBody>
          <a:bodyPr wrap="none"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en-US" altLang="ja-JP" sz="650" b="1" i="0" u="none" strike="noStrike" kern="1200" cap="none" spc="0" normalizeH="0" baseline="0" noProof="0">
                <a:ln>
                  <a:noFill/>
                </a:ln>
                <a:solidFill>
                  <a:sysClr val="windowText" lastClr="000000"/>
                </a:solidFill>
                <a:effectLst/>
                <a:uLnTx/>
                <a:uFillTx/>
                <a:latin typeface="Meiryo UI"/>
                <a:ea typeface="Meiryo UI"/>
                <a:cs typeface="+mn-cs"/>
              </a:rPr>
              <a:t>2026/07/15</a:t>
            </a:r>
            <a:br>
              <a:rPr kumimoji="1" lang="en-US" altLang="ja-JP" sz="650" b="1" i="0" u="none" strike="noStrike" kern="1200" cap="none" spc="0" normalizeH="0" baseline="0" noProof="0">
                <a:ln>
                  <a:noFill/>
                </a:ln>
                <a:solidFill>
                  <a:sysClr val="windowText" lastClr="000000"/>
                </a:solidFill>
                <a:effectLst/>
                <a:uLnTx/>
                <a:uFillTx/>
                <a:latin typeface="Meiryo UI"/>
                <a:ea typeface="Meiryo UI"/>
                <a:cs typeface="+mn-cs"/>
              </a:rPr>
            </a:br>
            <a:r>
              <a:rPr kumimoji="1" lang="en-US" altLang="ja-JP" sz="650" b="1" i="0" u="none" strike="noStrike" kern="1200" cap="none" spc="0" normalizeH="0" baseline="0" noProof="0">
                <a:ln>
                  <a:noFill/>
                </a:ln>
                <a:solidFill>
                  <a:sysClr val="windowText" lastClr="000000"/>
                </a:solidFill>
                <a:effectLst/>
                <a:uLnTx/>
                <a:uFillTx/>
                <a:latin typeface="Meiryo UI"/>
                <a:ea typeface="Meiryo UI"/>
                <a:cs typeface="+mn-cs"/>
              </a:rPr>
              <a:t>12:30</a:t>
            </a:r>
            <a:endParaRPr kumimoji="1" lang="ja-JP" altLang="en-US" sz="650" b="1" i="0" u="none" strike="noStrike" kern="1200" cap="none" spc="0" normalizeH="0" baseline="0" noProof="0">
              <a:ln>
                <a:noFill/>
              </a:ln>
              <a:solidFill>
                <a:sysClr val="windowText" lastClr="000000"/>
              </a:solidFill>
              <a:effectLst/>
              <a:uLnTx/>
              <a:uFillTx/>
              <a:latin typeface="Meiryo UI"/>
              <a:ea typeface="Meiryo UI"/>
              <a:cs typeface="+mn-cs"/>
            </a:endParaRPr>
          </a:p>
        </p:txBody>
      </p:sp>
      <p:sp>
        <p:nvSpPr>
          <p:cNvPr id="34" name="正方形/長方形 33">
            <a:extLst>
              <a:ext uri="{FF2B5EF4-FFF2-40B4-BE49-F238E27FC236}">
                <a16:creationId xmlns:a16="http://schemas.microsoft.com/office/drawing/2014/main" id="{529C3BF9-1DF1-D9A4-8AEA-A495DF82ECD0}"/>
              </a:ext>
            </a:extLst>
          </p:cNvPr>
          <p:cNvSpPr/>
          <p:nvPr/>
        </p:nvSpPr>
        <p:spPr>
          <a:xfrm>
            <a:off x="2526979" y="5605458"/>
            <a:ext cx="2149583" cy="155758"/>
          </a:xfrm>
          <a:prstGeom prst="rect">
            <a:avLst/>
          </a:prstGeom>
          <a:noFill/>
          <a:ln>
            <a:prstDash val="dash"/>
          </a:ln>
        </p:spPr>
        <p:style>
          <a:lnRef idx="2">
            <a:schemeClr val="accent2"/>
          </a:lnRef>
          <a:fillRef idx="1">
            <a:schemeClr val="lt1"/>
          </a:fillRef>
          <a:effectRef idx="0">
            <a:schemeClr val="accent2"/>
          </a:effectRef>
          <a:fontRef idx="minor">
            <a:schemeClr val="dk1"/>
          </a:fontRef>
        </p:style>
        <p:txBody>
          <a:bodyPr wrap="none"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ja-JP" sz="900" b="1" i="0" u="none" strike="noStrike" kern="1200" cap="none" spc="0" normalizeH="0" baseline="0" noProof="0">
                <a:ln>
                  <a:noFill/>
                </a:ln>
                <a:solidFill>
                  <a:prstClr val="black"/>
                </a:solidFill>
                <a:effectLst/>
                <a:uLnTx/>
                <a:uFillTx/>
                <a:latin typeface="Meiryo UI"/>
                <a:ea typeface="Meiryo UI"/>
                <a:cs typeface="+mn-cs"/>
              </a:rPr>
              <a:t>6</a:t>
            </a:r>
            <a:r>
              <a:rPr kumimoji="1" lang="ja-JP" altLang="en-US" sz="900" b="1" i="0" u="none" strike="noStrike" kern="1200" cap="none" spc="0" normalizeH="0" baseline="0" noProof="0">
                <a:ln>
                  <a:noFill/>
                </a:ln>
                <a:solidFill>
                  <a:prstClr val="black"/>
                </a:solidFill>
                <a:effectLst/>
                <a:uLnTx/>
                <a:uFillTx/>
                <a:latin typeface="Meiryo UI"/>
                <a:ea typeface="Meiryo UI"/>
                <a:cs typeface="+mn-cs"/>
              </a:rPr>
              <a:t>月</a:t>
            </a:r>
            <a:r>
              <a:rPr kumimoji="1" lang="en-US" altLang="ja-JP" sz="900" b="1" i="0" u="none" strike="noStrike" kern="1200" cap="none" spc="0" normalizeH="0" baseline="0" noProof="0">
                <a:ln>
                  <a:noFill/>
                </a:ln>
                <a:solidFill>
                  <a:prstClr val="black"/>
                </a:solidFill>
                <a:effectLst/>
                <a:uLnTx/>
                <a:uFillTx/>
                <a:latin typeface="Meiryo UI"/>
                <a:ea typeface="Meiryo UI"/>
                <a:cs typeface="+mn-cs"/>
              </a:rPr>
              <a:t>20</a:t>
            </a:r>
            <a:r>
              <a:rPr kumimoji="1" lang="ja-JP" altLang="en-US" sz="900" b="1" i="0" u="none" strike="noStrike" kern="1200" cap="none" spc="0" normalizeH="0" baseline="0" noProof="0">
                <a:ln>
                  <a:noFill/>
                </a:ln>
                <a:solidFill>
                  <a:prstClr val="black"/>
                </a:solidFill>
                <a:effectLst/>
                <a:uLnTx/>
                <a:uFillTx/>
                <a:latin typeface="Meiryo UI"/>
                <a:ea typeface="Meiryo UI"/>
                <a:cs typeface="+mn-cs"/>
              </a:rPr>
              <a:t>日の処方情報が表示されない</a:t>
            </a:r>
          </a:p>
        </p:txBody>
      </p:sp>
      <p:sp>
        <p:nvSpPr>
          <p:cNvPr id="35" name="正方形/長方形 34">
            <a:extLst>
              <a:ext uri="{FF2B5EF4-FFF2-40B4-BE49-F238E27FC236}">
                <a16:creationId xmlns:a16="http://schemas.microsoft.com/office/drawing/2014/main" id="{34E3A4F4-013A-49CB-1F4B-C10441F236C5}"/>
              </a:ext>
            </a:extLst>
          </p:cNvPr>
          <p:cNvSpPr/>
          <p:nvPr/>
        </p:nvSpPr>
        <p:spPr>
          <a:xfrm>
            <a:off x="2523967" y="6609553"/>
            <a:ext cx="2149583" cy="155759"/>
          </a:xfrm>
          <a:prstGeom prst="rect">
            <a:avLst/>
          </a:prstGeom>
          <a:noFill/>
          <a:ln>
            <a:prstDash val="dash"/>
          </a:ln>
        </p:spPr>
        <p:style>
          <a:lnRef idx="2">
            <a:schemeClr val="accent2"/>
          </a:lnRef>
          <a:fillRef idx="1">
            <a:schemeClr val="lt1"/>
          </a:fillRef>
          <a:effectRef idx="0">
            <a:schemeClr val="accent2"/>
          </a:effectRef>
          <a:fontRef idx="minor">
            <a:schemeClr val="dk1"/>
          </a:fontRef>
        </p:style>
        <p:txBody>
          <a:bodyPr wrap="none"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en-US" altLang="ja-JP" sz="900" b="1" i="0" u="none" strike="noStrike" kern="1200" cap="none" spc="0" normalizeH="0" baseline="0" noProof="0">
                <a:ln>
                  <a:noFill/>
                </a:ln>
                <a:solidFill>
                  <a:prstClr val="black"/>
                </a:solidFill>
                <a:effectLst/>
                <a:uLnTx/>
                <a:uFillTx/>
                <a:latin typeface="Meiryo UI"/>
                <a:ea typeface="Meiryo UI"/>
                <a:cs typeface="+mn-cs"/>
              </a:rPr>
              <a:t>6</a:t>
            </a:r>
            <a:r>
              <a:rPr kumimoji="1" lang="ja-JP" altLang="en-US" sz="900" b="1" i="0" u="none" strike="noStrike" kern="1200" cap="none" spc="0" normalizeH="0" baseline="0" noProof="0">
                <a:ln>
                  <a:noFill/>
                </a:ln>
                <a:solidFill>
                  <a:prstClr val="black"/>
                </a:solidFill>
                <a:effectLst/>
                <a:uLnTx/>
                <a:uFillTx/>
                <a:latin typeface="Meiryo UI"/>
                <a:ea typeface="Meiryo UI"/>
                <a:cs typeface="+mn-cs"/>
              </a:rPr>
              <a:t>月</a:t>
            </a:r>
            <a:r>
              <a:rPr kumimoji="1" lang="en-US" altLang="ja-JP" sz="900" b="1" i="0" u="none" strike="noStrike" kern="1200" cap="none" spc="0" normalizeH="0" baseline="0" noProof="0">
                <a:ln>
                  <a:noFill/>
                </a:ln>
                <a:solidFill>
                  <a:prstClr val="black"/>
                </a:solidFill>
                <a:effectLst/>
                <a:uLnTx/>
                <a:uFillTx/>
                <a:latin typeface="Meiryo UI"/>
                <a:ea typeface="Meiryo UI"/>
                <a:cs typeface="+mn-cs"/>
              </a:rPr>
              <a:t>20</a:t>
            </a:r>
            <a:r>
              <a:rPr kumimoji="1" lang="ja-JP" altLang="en-US" sz="900" b="1" i="0" u="none" strike="noStrike" kern="1200" cap="none" spc="0" normalizeH="0" baseline="0" noProof="0">
                <a:ln>
                  <a:noFill/>
                </a:ln>
                <a:solidFill>
                  <a:prstClr val="black"/>
                </a:solidFill>
                <a:effectLst/>
                <a:uLnTx/>
                <a:uFillTx/>
                <a:latin typeface="Meiryo UI"/>
                <a:ea typeface="Meiryo UI"/>
                <a:cs typeface="+mn-cs"/>
              </a:rPr>
              <a:t>日の検査情報が表示されない</a:t>
            </a:r>
          </a:p>
        </p:txBody>
      </p:sp>
      <p:sp>
        <p:nvSpPr>
          <p:cNvPr id="39" name="正方形/長方形 38">
            <a:extLst>
              <a:ext uri="{FF2B5EF4-FFF2-40B4-BE49-F238E27FC236}">
                <a16:creationId xmlns:a16="http://schemas.microsoft.com/office/drawing/2014/main" id="{4C76A712-64BE-12DB-4D1E-C726AFB20986}"/>
              </a:ext>
            </a:extLst>
          </p:cNvPr>
          <p:cNvSpPr/>
          <p:nvPr/>
        </p:nvSpPr>
        <p:spPr>
          <a:xfrm>
            <a:off x="5379340" y="3855612"/>
            <a:ext cx="2106680" cy="297433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200" b="0" i="0" u="none" strike="noStrike" kern="1200" cap="none" spc="0" normalizeH="0" baseline="0" noProof="1">
              <a:ln>
                <a:noFill/>
              </a:ln>
              <a:solidFill>
                <a:prstClr val="white"/>
              </a:solidFill>
              <a:effectLst/>
              <a:uLnTx/>
              <a:uFillTx/>
              <a:latin typeface="Arial"/>
              <a:ea typeface="Meiryo UI"/>
              <a:cs typeface="+mn-cs"/>
            </a:endParaRPr>
          </a:p>
        </p:txBody>
      </p:sp>
      <p:sp>
        <p:nvSpPr>
          <p:cNvPr id="40" name="Text 40">
            <a:extLst>
              <a:ext uri="{FF2B5EF4-FFF2-40B4-BE49-F238E27FC236}">
                <a16:creationId xmlns:a16="http://schemas.microsoft.com/office/drawing/2014/main" id="{04ACFDB9-B65C-1F65-2AB9-816F8D73949C}"/>
              </a:ext>
            </a:extLst>
          </p:cNvPr>
          <p:cNvSpPr/>
          <p:nvPr/>
        </p:nvSpPr>
        <p:spPr>
          <a:xfrm>
            <a:off x="5740826" y="5556875"/>
            <a:ext cx="704080" cy="60283"/>
          </a:xfrm>
          <a:prstGeom prst="rect">
            <a:avLst/>
          </a:prstGeom>
          <a:noFill/>
          <a:ln/>
        </p:spPr>
        <p:txBody>
          <a:bodyPr wrap="non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500" b="0" i="0" u="none" strike="noStrike" kern="1200" cap="none" spc="0" normalizeH="0" baseline="0" noProof="1">
                <a:ln>
                  <a:noFill/>
                </a:ln>
                <a:solidFill>
                  <a:srgbClr val="727272"/>
                </a:solidFill>
                <a:effectLst/>
                <a:uLnTx/>
                <a:uFillTx/>
                <a:latin typeface="Meiryo UI" panose="020B0604030504040204" pitchFamily="50" charset="-128"/>
                <a:ea typeface="Meiryo UI" panose="020B0604030504040204" pitchFamily="50" charset="-128"/>
                <a:cs typeface="Noto Sans CJK JP" pitchFamily="34" charset="-120"/>
              </a:rPr>
              <a:t>処方医師　</a:t>
            </a:r>
            <a:r>
              <a:rPr kumimoji="1" lang="ja-JP" altLang="en-US" sz="500" b="0" i="0" u="none" strike="noStrike" kern="1200" cap="none" spc="0" normalizeH="0" baseline="0" noProof="1">
                <a:ln>
                  <a:noFill/>
                </a:ln>
                <a:solidFill>
                  <a:srgbClr val="727272"/>
                </a:solidFill>
                <a:effectLst/>
                <a:uLnTx/>
                <a:uFillTx/>
                <a:latin typeface="Meiryo UI" panose="020B0604030504040204" pitchFamily="50" charset="-128"/>
                <a:ea typeface="Meiryo UI" panose="020B0604030504040204" pitchFamily="50" charset="-128"/>
                <a:cs typeface="Noto Sans CJK JP" pitchFamily="34" charset="-120"/>
              </a:rPr>
              <a:t>田中次郎</a:t>
            </a:r>
            <a:endParaRPr kumimoji="1" lang="en-US" sz="500"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41" name="Text 23">
            <a:extLst>
              <a:ext uri="{FF2B5EF4-FFF2-40B4-BE49-F238E27FC236}">
                <a16:creationId xmlns:a16="http://schemas.microsoft.com/office/drawing/2014/main" id="{BFE51440-855D-F83C-C338-A58A64FC3622}"/>
              </a:ext>
            </a:extLst>
          </p:cNvPr>
          <p:cNvSpPr/>
          <p:nvPr/>
        </p:nvSpPr>
        <p:spPr>
          <a:xfrm>
            <a:off x="5752894" y="5395294"/>
            <a:ext cx="811912" cy="72379"/>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700"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202</a:t>
            </a:r>
            <a:r>
              <a:rPr kumimoji="1" lang="en-US" altLang="ja-JP" sz="700"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6</a:t>
            </a:r>
            <a:r>
              <a:rPr kumimoji="1" lang="en-US" sz="700"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年7月15日</a:t>
            </a:r>
            <a:endParaRPr kumimoji="1" lang="en-US" sz="400"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42" name="Text 22">
            <a:extLst>
              <a:ext uri="{FF2B5EF4-FFF2-40B4-BE49-F238E27FC236}">
                <a16:creationId xmlns:a16="http://schemas.microsoft.com/office/drawing/2014/main" id="{39F2ABB4-23E4-C4F8-5561-2FFB76780B2D}"/>
              </a:ext>
            </a:extLst>
          </p:cNvPr>
          <p:cNvSpPr/>
          <p:nvPr/>
        </p:nvSpPr>
        <p:spPr>
          <a:xfrm>
            <a:off x="5481069" y="4003284"/>
            <a:ext cx="1209709" cy="44405"/>
          </a:xfrm>
          <a:prstGeom prst="rect">
            <a:avLst/>
          </a:prstGeom>
          <a:noFill/>
          <a:ln/>
        </p:spPr>
        <p:txBody>
          <a:bodyPr wrap="non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400" b="0" i="0" u="none" strike="noStrike" kern="1200" cap="none" spc="0" normalizeH="0" baseline="0" noProof="1">
                <a:ln>
                  <a:noFill/>
                </a:ln>
                <a:solidFill>
                  <a:srgbClr val="727272"/>
                </a:solidFill>
                <a:effectLst/>
                <a:uLnTx/>
                <a:uFillTx/>
                <a:latin typeface="Meiryo UI" panose="020B0604030504040204" pitchFamily="50" charset="-128"/>
                <a:ea typeface="Meiryo UI" panose="020B0604030504040204" pitchFamily="50" charset="-128"/>
                <a:cs typeface="Noto Sans CJK JP" pitchFamily="34" charset="-120"/>
              </a:rPr>
              <a:t>療養上のアドバイス（患者サマリー）</a:t>
            </a:r>
            <a:endParaRPr kumimoji="1" lang="en-US" sz="400"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43" name="Text 23">
            <a:extLst>
              <a:ext uri="{FF2B5EF4-FFF2-40B4-BE49-F238E27FC236}">
                <a16:creationId xmlns:a16="http://schemas.microsoft.com/office/drawing/2014/main" id="{213F4D60-317A-EF0B-3B62-71FCF069295F}"/>
              </a:ext>
            </a:extLst>
          </p:cNvPr>
          <p:cNvSpPr/>
          <p:nvPr/>
        </p:nvSpPr>
        <p:spPr>
          <a:xfrm>
            <a:off x="5485302" y="4062896"/>
            <a:ext cx="1306486" cy="92385"/>
          </a:xfrm>
          <a:prstGeom prst="rect">
            <a:avLst/>
          </a:prstGeom>
          <a:noFill/>
          <a:ln/>
        </p:spPr>
        <p:txBody>
          <a:bodyPr wrap="non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900"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202</a:t>
            </a:r>
            <a:r>
              <a:rPr kumimoji="1" lang="en-US" altLang="ja-JP" sz="900"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6</a:t>
            </a:r>
            <a:r>
              <a:rPr kumimoji="1" lang="en-US" sz="900"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年7月15日</a:t>
            </a:r>
            <a:endParaRPr kumimoji="1" lang="en-US" sz="900"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44" name="Text 24">
            <a:extLst>
              <a:ext uri="{FF2B5EF4-FFF2-40B4-BE49-F238E27FC236}">
                <a16:creationId xmlns:a16="http://schemas.microsoft.com/office/drawing/2014/main" id="{51A7463A-8454-C2F7-5CA4-832F9968C52F}"/>
              </a:ext>
            </a:extLst>
          </p:cNvPr>
          <p:cNvSpPr/>
          <p:nvPr/>
        </p:nvSpPr>
        <p:spPr>
          <a:xfrm>
            <a:off x="5490382" y="4173427"/>
            <a:ext cx="1258097" cy="232873"/>
          </a:xfrm>
          <a:prstGeom prst="rect">
            <a:avLst/>
          </a:prstGeom>
          <a:noFill/>
          <a:ln/>
        </p:spPr>
        <p:txBody>
          <a:bodyPr wrap="non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700" b="0" i="0" u="none" strike="noStrike" kern="1200" cap="none" spc="0" normalizeH="0" baseline="0" noProof="1">
                <a:ln>
                  <a:noFill/>
                </a:ln>
                <a:solidFill>
                  <a:srgbClr val="727272"/>
                </a:solidFill>
                <a:effectLst/>
                <a:uLnTx/>
                <a:uFillTx/>
                <a:latin typeface="Meiryo UI" panose="020B0604030504040204" pitchFamily="50" charset="-128"/>
                <a:ea typeface="Meiryo UI" panose="020B0604030504040204" pitchFamily="50" charset="-128"/>
                <a:cs typeface="+mn-cs"/>
              </a:rPr>
              <a:t>医療機関：</a:t>
            </a:r>
            <a:r>
              <a:rPr kumimoji="1" lang="en-US" altLang="ja-JP" sz="700"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rPr>
              <a:t>B</a:t>
            </a:r>
            <a:r>
              <a:rPr kumimoji="1" lang="ja-JP" altLang="en-US" sz="700"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rPr>
              <a:t>病院</a:t>
            </a:r>
            <a:endParaRPr kumimoji="1" lang="en-US" altLang="ja-JP" sz="700"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700" b="0" i="0" u="none" strike="noStrike" kern="1200" cap="none" spc="0" normalizeH="0" baseline="0" noProof="1">
                <a:ln>
                  <a:noFill/>
                </a:ln>
                <a:solidFill>
                  <a:srgbClr val="727272"/>
                </a:solidFill>
                <a:effectLst/>
                <a:uLnTx/>
                <a:uFillTx/>
                <a:latin typeface="Meiryo UI" panose="020B0604030504040204" pitchFamily="50" charset="-128"/>
                <a:ea typeface="Meiryo UI" panose="020B0604030504040204" pitchFamily="50" charset="-128"/>
                <a:cs typeface="Noto Sans CJK JP" pitchFamily="34" charset="-120"/>
              </a:rPr>
              <a:t>医師氏名：医師太郎</a:t>
            </a:r>
            <a:endParaRPr kumimoji="1" lang="en-US" sz="700"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45" name="Text 25">
            <a:extLst>
              <a:ext uri="{FF2B5EF4-FFF2-40B4-BE49-F238E27FC236}">
                <a16:creationId xmlns:a16="http://schemas.microsoft.com/office/drawing/2014/main" id="{B31717CE-15BD-DFB2-AA4A-EE132AE2C24A}"/>
              </a:ext>
            </a:extLst>
          </p:cNvPr>
          <p:cNvSpPr/>
          <p:nvPr/>
        </p:nvSpPr>
        <p:spPr>
          <a:xfrm>
            <a:off x="5701202" y="4413903"/>
            <a:ext cx="580660" cy="88808"/>
          </a:xfrm>
          <a:prstGeom prst="rect">
            <a:avLst/>
          </a:prstGeom>
          <a:noFill/>
          <a:ln/>
        </p:spPr>
        <p:txBody>
          <a:bodyPr wrap="non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700"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傷病名</a:t>
            </a:r>
            <a:endParaRPr kumimoji="1" lang="en-US" sz="700"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46" name="Text 30">
            <a:extLst>
              <a:ext uri="{FF2B5EF4-FFF2-40B4-BE49-F238E27FC236}">
                <a16:creationId xmlns:a16="http://schemas.microsoft.com/office/drawing/2014/main" id="{355847F2-C9D2-F4F7-8874-6AFF85E21955}"/>
              </a:ext>
            </a:extLst>
          </p:cNvPr>
          <p:cNvSpPr/>
          <p:nvPr/>
        </p:nvSpPr>
        <p:spPr>
          <a:xfrm>
            <a:off x="5701202" y="4665974"/>
            <a:ext cx="1306486" cy="88808"/>
          </a:xfrm>
          <a:prstGeom prst="rect">
            <a:avLst/>
          </a:prstGeom>
          <a:noFill/>
          <a:ln/>
        </p:spPr>
        <p:txBody>
          <a:bodyPr wrap="non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700"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療養上の計画・アドバイス</a:t>
            </a:r>
            <a:endParaRPr kumimoji="1" lang="en-US" sz="700"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grpSp>
        <p:nvGrpSpPr>
          <p:cNvPr id="47" name="グループ化 46">
            <a:extLst>
              <a:ext uri="{FF2B5EF4-FFF2-40B4-BE49-F238E27FC236}">
                <a16:creationId xmlns:a16="http://schemas.microsoft.com/office/drawing/2014/main" id="{41BA9C16-8E34-D538-BB00-2F4697BCD446}"/>
              </a:ext>
            </a:extLst>
          </p:cNvPr>
          <p:cNvGrpSpPr/>
          <p:nvPr/>
        </p:nvGrpSpPr>
        <p:grpSpPr>
          <a:xfrm>
            <a:off x="5481264" y="4781572"/>
            <a:ext cx="1926707" cy="95354"/>
            <a:chOff x="537973" y="3084830"/>
            <a:chExt cx="2834640" cy="1459738"/>
          </a:xfrm>
        </p:grpSpPr>
        <p:sp>
          <p:nvSpPr>
            <p:cNvPr id="48" name="Shape 31">
              <a:extLst>
                <a:ext uri="{FF2B5EF4-FFF2-40B4-BE49-F238E27FC236}">
                  <a16:creationId xmlns:a16="http://schemas.microsoft.com/office/drawing/2014/main" id="{5DF3A5BB-CFDD-E383-2193-CABD46110847}"/>
                </a:ext>
              </a:extLst>
            </p:cNvPr>
            <p:cNvSpPr/>
            <p:nvPr/>
          </p:nvSpPr>
          <p:spPr>
            <a:xfrm>
              <a:off x="537973" y="3084830"/>
              <a:ext cx="2834640" cy="1459738"/>
            </a:xfrm>
            <a:prstGeom prst="roundRect">
              <a:avLst>
                <a:gd name="adj" fmla="val 2727"/>
              </a:avLst>
            </a:prstGeom>
            <a:solidFill>
              <a:srgbClr val="FFFFFF"/>
            </a:solidFill>
            <a:ln w="8890">
              <a:solidFill>
                <a:srgbClr val="D9D9D9"/>
              </a:solid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800"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49" name="Text 32">
              <a:extLst>
                <a:ext uri="{FF2B5EF4-FFF2-40B4-BE49-F238E27FC236}">
                  <a16:creationId xmlns:a16="http://schemas.microsoft.com/office/drawing/2014/main" id="{613BC85F-C032-2539-B926-FD2F9079D016}"/>
                </a:ext>
              </a:extLst>
            </p:cNvPr>
            <p:cNvSpPr/>
            <p:nvPr/>
          </p:nvSpPr>
          <p:spPr>
            <a:xfrm>
              <a:off x="694944" y="3249420"/>
              <a:ext cx="2542032" cy="1203706"/>
            </a:xfrm>
            <a:prstGeom prst="rect">
              <a:avLst/>
            </a:prstGeom>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600" b="0"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省略</a:t>
              </a:r>
              <a:endParaRPr kumimoji="1" lang="en-US" sz="600"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grpSp>
      <p:sp>
        <p:nvSpPr>
          <p:cNvPr id="50" name="Text 35">
            <a:extLst>
              <a:ext uri="{FF2B5EF4-FFF2-40B4-BE49-F238E27FC236}">
                <a16:creationId xmlns:a16="http://schemas.microsoft.com/office/drawing/2014/main" id="{80E9246A-ACCB-9892-3052-4CDE9A9B01E1}"/>
              </a:ext>
            </a:extLst>
          </p:cNvPr>
          <p:cNvSpPr/>
          <p:nvPr/>
        </p:nvSpPr>
        <p:spPr>
          <a:xfrm>
            <a:off x="5701202" y="4931522"/>
            <a:ext cx="532273" cy="85393"/>
          </a:xfrm>
          <a:prstGeom prst="rect">
            <a:avLst/>
          </a:prstGeom>
          <a:noFill/>
          <a:ln/>
        </p:spPr>
        <p:txBody>
          <a:bodyPr wrap="non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700"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処方情報</a:t>
            </a:r>
            <a:endParaRPr kumimoji="1" lang="en-US" sz="700"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grpSp>
        <p:nvGrpSpPr>
          <p:cNvPr id="51" name="グループ化 50">
            <a:extLst>
              <a:ext uri="{FF2B5EF4-FFF2-40B4-BE49-F238E27FC236}">
                <a16:creationId xmlns:a16="http://schemas.microsoft.com/office/drawing/2014/main" id="{C2530E7C-5E49-8D15-A4C3-4AE5E036AC94}"/>
              </a:ext>
            </a:extLst>
          </p:cNvPr>
          <p:cNvGrpSpPr/>
          <p:nvPr/>
        </p:nvGrpSpPr>
        <p:grpSpPr>
          <a:xfrm>
            <a:off x="5486907" y="4526454"/>
            <a:ext cx="1926707" cy="95354"/>
            <a:chOff x="537973" y="3084830"/>
            <a:chExt cx="2834640" cy="1459735"/>
          </a:xfrm>
        </p:grpSpPr>
        <p:sp>
          <p:nvSpPr>
            <p:cNvPr id="52" name="Shape 31">
              <a:extLst>
                <a:ext uri="{FF2B5EF4-FFF2-40B4-BE49-F238E27FC236}">
                  <a16:creationId xmlns:a16="http://schemas.microsoft.com/office/drawing/2014/main" id="{887A94E4-F542-0307-70D3-10FDBDA5BCD6}"/>
                </a:ext>
              </a:extLst>
            </p:cNvPr>
            <p:cNvSpPr/>
            <p:nvPr/>
          </p:nvSpPr>
          <p:spPr>
            <a:xfrm>
              <a:off x="537973" y="3084830"/>
              <a:ext cx="2834640" cy="1459735"/>
            </a:xfrm>
            <a:prstGeom prst="roundRect">
              <a:avLst>
                <a:gd name="adj" fmla="val 2727"/>
              </a:avLst>
            </a:prstGeom>
            <a:solidFill>
              <a:srgbClr val="FFFFFF"/>
            </a:solidFill>
            <a:ln w="8890">
              <a:solidFill>
                <a:srgbClr val="D9D9D9"/>
              </a:solid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800"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53" name="Text 32">
              <a:extLst>
                <a:ext uri="{FF2B5EF4-FFF2-40B4-BE49-F238E27FC236}">
                  <a16:creationId xmlns:a16="http://schemas.microsoft.com/office/drawing/2014/main" id="{596AA4DB-679E-1C0B-D679-DC60166FA9C5}"/>
                </a:ext>
              </a:extLst>
            </p:cNvPr>
            <p:cNvSpPr/>
            <p:nvPr/>
          </p:nvSpPr>
          <p:spPr>
            <a:xfrm>
              <a:off x="694944" y="3249422"/>
              <a:ext cx="2542032" cy="1203706"/>
            </a:xfrm>
            <a:prstGeom prst="rect">
              <a:avLst/>
            </a:prstGeom>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600" b="0"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省略</a:t>
              </a:r>
              <a:endParaRPr kumimoji="1" lang="en-US" sz="600"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grpSp>
      <p:sp>
        <p:nvSpPr>
          <p:cNvPr id="54" name="Text 35">
            <a:extLst>
              <a:ext uri="{FF2B5EF4-FFF2-40B4-BE49-F238E27FC236}">
                <a16:creationId xmlns:a16="http://schemas.microsoft.com/office/drawing/2014/main" id="{12E08FE1-C12A-CA59-0915-339629151CAE}"/>
              </a:ext>
            </a:extLst>
          </p:cNvPr>
          <p:cNvSpPr/>
          <p:nvPr/>
        </p:nvSpPr>
        <p:spPr>
          <a:xfrm>
            <a:off x="5701202" y="5841762"/>
            <a:ext cx="532273" cy="85393"/>
          </a:xfrm>
          <a:prstGeom prst="rect">
            <a:avLst/>
          </a:prstGeom>
          <a:noFill/>
          <a:ln/>
        </p:spPr>
        <p:txBody>
          <a:bodyPr wrap="non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mn-cs"/>
              </a:rPr>
              <a:t>検査結果</a:t>
            </a:r>
            <a:endParaRPr kumimoji="1" lang="en-US" sz="700"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55" name="Shape 31">
            <a:extLst>
              <a:ext uri="{FF2B5EF4-FFF2-40B4-BE49-F238E27FC236}">
                <a16:creationId xmlns:a16="http://schemas.microsoft.com/office/drawing/2014/main" id="{A7C094CA-EDA7-672A-B14B-0F4BC60DFB3F}"/>
              </a:ext>
            </a:extLst>
          </p:cNvPr>
          <p:cNvSpPr/>
          <p:nvPr/>
        </p:nvSpPr>
        <p:spPr>
          <a:xfrm>
            <a:off x="5694599" y="6349285"/>
            <a:ext cx="755664" cy="197951"/>
          </a:xfrm>
          <a:prstGeom prst="roundRect">
            <a:avLst>
              <a:gd name="adj" fmla="val 2727"/>
            </a:avLst>
          </a:prstGeom>
          <a:solidFill>
            <a:srgbClr val="FFFFFF"/>
          </a:solidFill>
          <a:ln w="8890">
            <a:solidFill>
              <a:srgbClr val="D9D9D9"/>
            </a:solidFill>
            <a:prstDash val="solid"/>
          </a:ln>
        </p:spPr>
        <p:txBody>
          <a:bodyPr wrap="none"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en-US" altLang="ja-JP" sz="500" b="0" i="0" u="none" strike="noStrike" kern="1200" cap="none" spc="0" normalizeH="0" baseline="0" noProof="0">
                <a:ln>
                  <a:noFill/>
                </a:ln>
                <a:solidFill>
                  <a:sysClr val="windowText" lastClr="000000"/>
                </a:solidFill>
                <a:effectLst/>
                <a:uLnTx/>
                <a:uFillTx/>
                <a:latin typeface="Meiryo UI"/>
                <a:ea typeface="Meiryo UI"/>
                <a:cs typeface="+mn-cs"/>
              </a:rPr>
              <a:t>2026/06/20</a:t>
            </a:r>
            <a:br>
              <a:rPr kumimoji="1" lang="en-US" altLang="ja-JP" sz="500" b="0" i="0" u="none" strike="noStrike" kern="1200" cap="none" spc="0" normalizeH="0" baseline="0" noProof="0">
                <a:ln>
                  <a:noFill/>
                </a:ln>
                <a:solidFill>
                  <a:sysClr val="windowText" lastClr="000000"/>
                </a:solidFill>
                <a:effectLst/>
                <a:uLnTx/>
                <a:uFillTx/>
                <a:latin typeface="Meiryo UI"/>
                <a:ea typeface="Meiryo UI"/>
                <a:cs typeface="+mn-cs"/>
              </a:rPr>
            </a:br>
            <a:r>
              <a:rPr kumimoji="1" lang="en-US" altLang="ja-JP" sz="500" b="0" i="0" u="none" strike="noStrike" kern="1200" cap="none" spc="0" normalizeH="0" baseline="0" noProof="0">
                <a:ln>
                  <a:noFill/>
                </a:ln>
                <a:solidFill>
                  <a:sysClr val="windowText" lastClr="000000"/>
                </a:solidFill>
                <a:effectLst/>
                <a:uLnTx/>
                <a:uFillTx/>
                <a:latin typeface="Meiryo UI"/>
                <a:ea typeface="Meiryo UI"/>
                <a:cs typeface="+mn-cs"/>
              </a:rPr>
              <a:t>12:30</a:t>
            </a:r>
            <a:endParaRPr kumimoji="1" lang="ja-JP" altLang="en-US" sz="500" b="0" i="0" u="none" strike="noStrike" kern="1200" cap="none" spc="0" normalizeH="0" baseline="0" noProof="0">
              <a:ln>
                <a:noFill/>
              </a:ln>
              <a:solidFill>
                <a:sysClr val="windowText" lastClr="000000"/>
              </a:solidFill>
              <a:effectLst/>
              <a:uLnTx/>
              <a:uFillTx/>
              <a:latin typeface="Meiryo UI"/>
              <a:ea typeface="Meiryo UI"/>
              <a:cs typeface="+mn-cs"/>
            </a:endParaRPr>
          </a:p>
        </p:txBody>
      </p:sp>
      <p:grpSp>
        <p:nvGrpSpPr>
          <p:cNvPr id="56" name="グループ化 55">
            <a:extLst>
              <a:ext uri="{FF2B5EF4-FFF2-40B4-BE49-F238E27FC236}">
                <a16:creationId xmlns:a16="http://schemas.microsoft.com/office/drawing/2014/main" id="{46CFB0C2-8A7D-4948-388A-587A52EF6504}"/>
              </a:ext>
            </a:extLst>
          </p:cNvPr>
          <p:cNvGrpSpPr/>
          <p:nvPr/>
        </p:nvGrpSpPr>
        <p:grpSpPr>
          <a:xfrm>
            <a:off x="5473631" y="5276737"/>
            <a:ext cx="1926707" cy="103259"/>
            <a:chOff x="523548" y="2872368"/>
            <a:chExt cx="2834640" cy="1580753"/>
          </a:xfrm>
        </p:grpSpPr>
        <p:sp>
          <p:nvSpPr>
            <p:cNvPr id="57" name="Shape 31">
              <a:extLst>
                <a:ext uri="{FF2B5EF4-FFF2-40B4-BE49-F238E27FC236}">
                  <a16:creationId xmlns:a16="http://schemas.microsoft.com/office/drawing/2014/main" id="{1599289D-911C-C1A9-8433-B1FEC057679A}"/>
                </a:ext>
              </a:extLst>
            </p:cNvPr>
            <p:cNvSpPr/>
            <p:nvPr/>
          </p:nvSpPr>
          <p:spPr>
            <a:xfrm>
              <a:off x="523548" y="2872368"/>
              <a:ext cx="2834640" cy="1459738"/>
            </a:xfrm>
            <a:prstGeom prst="roundRect">
              <a:avLst>
                <a:gd name="adj" fmla="val 2727"/>
              </a:avLst>
            </a:prstGeom>
            <a:solidFill>
              <a:srgbClr val="FFFFFF"/>
            </a:solidFill>
            <a:ln w="8890">
              <a:solidFill>
                <a:srgbClr val="D9D9D9"/>
              </a:solid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800"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58" name="Text 32">
              <a:extLst>
                <a:ext uri="{FF2B5EF4-FFF2-40B4-BE49-F238E27FC236}">
                  <a16:creationId xmlns:a16="http://schemas.microsoft.com/office/drawing/2014/main" id="{BAA45360-69FF-675E-D17F-383B567EF76A}"/>
                </a:ext>
              </a:extLst>
            </p:cNvPr>
            <p:cNvSpPr/>
            <p:nvPr/>
          </p:nvSpPr>
          <p:spPr>
            <a:xfrm>
              <a:off x="666094" y="3249415"/>
              <a:ext cx="2542032" cy="1203706"/>
            </a:xfrm>
            <a:prstGeom prst="rect">
              <a:avLst/>
            </a:prstGeom>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600" b="0"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省略</a:t>
              </a:r>
              <a:endParaRPr kumimoji="1" lang="en-US" sz="600"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grpSp>
      <p:grpSp>
        <p:nvGrpSpPr>
          <p:cNvPr id="59" name="グループ化 58">
            <a:extLst>
              <a:ext uri="{FF2B5EF4-FFF2-40B4-BE49-F238E27FC236}">
                <a16:creationId xmlns:a16="http://schemas.microsoft.com/office/drawing/2014/main" id="{A9AF0F31-4C3B-60DC-9ACB-D7CEF534FC8C}"/>
              </a:ext>
            </a:extLst>
          </p:cNvPr>
          <p:cNvGrpSpPr/>
          <p:nvPr/>
        </p:nvGrpSpPr>
        <p:grpSpPr>
          <a:xfrm>
            <a:off x="5488267" y="5645594"/>
            <a:ext cx="1926707" cy="95354"/>
            <a:chOff x="537973" y="3084830"/>
            <a:chExt cx="2834640" cy="1459738"/>
          </a:xfrm>
        </p:grpSpPr>
        <p:sp>
          <p:nvSpPr>
            <p:cNvPr id="60" name="Shape 31">
              <a:extLst>
                <a:ext uri="{FF2B5EF4-FFF2-40B4-BE49-F238E27FC236}">
                  <a16:creationId xmlns:a16="http://schemas.microsoft.com/office/drawing/2014/main" id="{CC5AB614-E982-24D1-9125-BD11F3D00C9B}"/>
                </a:ext>
              </a:extLst>
            </p:cNvPr>
            <p:cNvSpPr/>
            <p:nvPr/>
          </p:nvSpPr>
          <p:spPr>
            <a:xfrm>
              <a:off x="537973" y="3084830"/>
              <a:ext cx="2834640" cy="1459738"/>
            </a:xfrm>
            <a:prstGeom prst="roundRect">
              <a:avLst>
                <a:gd name="adj" fmla="val 2727"/>
              </a:avLst>
            </a:prstGeom>
            <a:solidFill>
              <a:srgbClr val="FFFFFF"/>
            </a:solidFill>
            <a:ln w="8890">
              <a:solidFill>
                <a:srgbClr val="D9D9D9"/>
              </a:solid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800"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61" name="Text 32">
              <a:extLst>
                <a:ext uri="{FF2B5EF4-FFF2-40B4-BE49-F238E27FC236}">
                  <a16:creationId xmlns:a16="http://schemas.microsoft.com/office/drawing/2014/main" id="{197584C0-609F-936F-8457-AAA2DC56FC54}"/>
                </a:ext>
              </a:extLst>
            </p:cNvPr>
            <p:cNvSpPr/>
            <p:nvPr/>
          </p:nvSpPr>
          <p:spPr>
            <a:xfrm>
              <a:off x="694944" y="3249413"/>
              <a:ext cx="2542032" cy="1203701"/>
            </a:xfrm>
            <a:prstGeom prst="rect">
              <a:avLst/>
            </a:prstGeom>
            <a:noFill/>
            <a:ln/>
          </p:spPr>
          <p:txBody>
            <a:bodyPr wrap="none"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600" b="0"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省略</a:t>
              </a:r>
              <a:endParaRPr kumimoji="1" lang="en-US" sz="600"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grpSp>
      <p:sp>
        <p:nvSpPr>
          <p:cNvPr id="62" name="Shape 31">
            <a:extLst>
              <a:ext uri="{FF2B5EF4-FFF2-40B4-BE49-F238E27FC236}">
                <a16:creationId xmlns:a16="http://schemas.microsoft.com/office/drawing/2014/main" id="{70018BCD-7A87-7E9B-E7EE-007E3EA79B90}"/>
              </a:ext>
            </a:extLst>
          </p:cNvPr>
          <p:cNvSpPr/>
          <p:nvPr/>
        </p:nvSpPr>
        <p:spPr>
          <a:xfrm>
            <a:off x="5587129" y="6349102"/>
            <a:ext cx="970605" cy="197951"/>
          </a:xfrm>
          <a:prstGeom prst="roundRect">
            <a:avLst>
              <a:gd name="adj" fmla="val 2727"/>
            </a:avLst>
          </a:prstGeom>
          <a:solidFill>
            <a:srgbClr val="FFFFFF"/>
          </a:solidFill>
          <a:ln w="8890">
            <a:solidFill>
              <a:srgbClr val="D9D9D9"/>
            </a:solidFill>
            <a:prstDash val="solid"/>
          </a:ln>
        </p:spPr>
        <p:txBody>
          <a:bodyPr wrap="none"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sz="500" b="0" i="0" u="none" strike="noStrike" kern="1200" cap="none" spc="0" normalizeH="0" baseline="0" noProof="0">
                <a:ln>
                  <a:noFill/>
                </a:ln>
                <a:solidFill>
                  <a:sysClr val="windowText" lastClr="000000"/>
                </a:solidFill>
                <a:effectLst/>
                <a:uLnTx/>
                <a:uFillTx/>
                <a:latin typeface="Meiryo UI"/>
                <a:ea typeface="Meiryo UI"/>
                <a:cs typeface="+mn-cs"/>
              </a:rPr>
              <a:t>検体採取日</a:t>
            </a:r>
          </a:p>
        </p:txBody>
      </p:sp>
      <p:sp>
        <p:nvSpPr>
          <p:cNvPr id="63" name="Shape 31">
            <a:extLst>
              <a:ext uri="{FF2B5EF4-FFF2-40B4-BE49-F238E27FC236}">
                <a16:creationId xmlns:a16="http://schemas.microsoft.com/office/drawing/2014/main" id="{F508461A-8549-29AF-B7F0-BC10324C4D1B}"/>
              </a:ext>
            </a:extLst>
          </p:cNvPr>
          <p:cNvSpPr/>
          <p:nvPr/>
        </p:nvSpPr>
        <p:spPr>
          <a:xfrm>
            <a:off x="5587131" y="6549244"/>
            <a:ext cx="970599" cy="147752"/>
          </a:xfrm>
          <a:prstGeom prst="roundRect">
            <a:avLst>
              <a:gd name="adj" fmla="val 2727"/>
            </a:avLst>
          </a:prstGeom>
          <a:solidFill>
            <a:srgbClr val="FFFFFF"/>
          </a:solidFill>
          <a:ln w="8890">
            <a:solidFill>
              <a:srgbClr val="D9D9D9"/>
            </a:solid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総蛋白</a:t>
            </a:r>
          </a:p>
        </p:txBody>
      </p:sp>
      <p:sp>
        <p:nvSpPr>
          <p:cNvPr id="64" name="Text 40">
            <a:extLst>
              <a:ext uri="{FF2B5EF4-FFF2-40B4-BE49-F238E27FC236}">
                <a16:creationId xmlns:a16="http://schemas.microsoft.com/office/drawing/2014/main" id="{C2CBBFF7-3011-139E-6B20-5029393311F5}"/>
              </a:ext>
            </a:extLst>
          </p:cNvPr>
          <p:cNvSpPr/>
          <p:nvPr/>
        </p:nvSpPr>
        <p:spPr>
          <a:xfrm>
            <a:off x="5731301" y="5197645"/>
            <a:ext cx="704080" cy="60283"/>
          </a:xfrm>
          <a:prstGeom prst="rect">
            <a:avLst/>
          </a:prstGeom>
          <a:noFill/>
          <a:ln/>
        </p:spPr>
        <p:txBody>
          <a:bodyPr wrap="non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500" b="0" i="0" u="none" strike="noStrike" kern="1200" cap="none" spc="0" normalizeH="0" baseline="0" noProof="1">
                <a:ln>
                  <a:noFill/>
                </a:ln>
                <a:solidFill>
                  <a:srgbClr val="727272"/>
                </a:solidFill>
                <a:effectLst/>
                <a:uLnTx/>
                <a:uFillTx/>
                <a:latin typeface="Meiryo UI" panose="020B0604030504040204" pitchFamily="50" charset="-128"/>
                <a:ea typeface="Meiryo UI" panose="020B0604030504040204" pitchFamily="50" charset="-128"/>
                <a:cs typeface="Noto Sans CJK JP" pitchFamily="34" charset="-120"/>
              </a:rPr>
              <a:t>処方医師　</a:t>
            </a:r>
            <a:r>
              <a:rPr kumimoji="1" lang="ja-JP" altLang="en-US" sz="500" b="0" i="0" u="none" strike="noStrike" kern="1200" cap="none" spc="0" normalizeH="0" baseline="0" noProof="1">
                <a:ln>
                  <a:noFill/>
                </a:ln>
                <a:solidFill>
                  <a:srgbClr val="727272"/>
                </a:solidFill>
                <a:effectLst/>
                <a:uLnTx/>
                <a:uFillTx/>
                <a:latin typeface="Meiryo UI" panose="020B0604030504040204" pitchFamily="50" charset="-128"/>
                <a:ea typeface="Meiryo UI" panose="020B0604030504040204" pitchFamily="50" charset="-128"/>
                <a:cs typeface="Noto Sans CJK JP" pitchFamily="34" charset="-120"/>
              </a:rPr>
              <a:t>田中次郎</a:t>
            </a:r>
            <a:endParaRPr kumimoji="1" lang="en-US" sz="500"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65" name="Shape 31">
            <a:extLst>
              <a:ext uri="{FF2B5EF4-FFF2-40B4-BE49-F238E27FC236}">
                <a16:creationId xmlns:a16="http://schemas.microsoft.com/office/drawing/2014/main" id="{FB770F36-B14A-EC2D-FF95-EC1837FC4D02}"/>
              </a:ext>
            </a:extLst>
          </p:cNvPr>
          <p:cNvSpPr/>
          <p:nvPr/>
        </p:nvSpPr>
        <p:spPr>
          <a:xfrm>
            <a:off x="6342791" y="6356331"/>
            <a:ext cx="970605" cy="197951"/>
          </a:xfrm>
          <a:prstGeom prst="roundRect">
            <a:avLst>
              <a:gd name="adj" fmla="val 2727"/>
            </a:avLst>
          </a:prstGeom>
          <a:solidFill>
            <a:srgbClr val="FFFFFF"/>
          </a:solidFill>
          <a:ln w="8890">
            <a:solidFill>
              <a:srgbClr val="D9D9D9"/>
            </a:solidFill>
            <a:prstDash val="solid"/>
          </a:ln>
        </p:spPr>
        <p:txBody>
          <a:bodyPr wrap="none"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en-US" altLang="ja-JP" sz="500" b="0" i="0" u="none" strike="noStrike" kern="1200" cap="none" spc="0" normalizeH="0" baseline="0" noProof="0">
                <a:ln>
                  <a:noFill/>
                </a:ln>
                <a:solidFill>
                  <a:sysClr val="windowText" lastClr="000000"/>
                </a:solidFill>
                <a:effectLst/>
                <a:uLnTx/>
                <a:uFillTx/>
                <a:latin typeface="Meiryo UI"/>
                <a:ea typeface="Meiryo UI"/>
                <a:cs typeface="+mn-cs"/>
              </a:rPr>
              <a:t>2026/7/15</a:t>
            </a:r>
            <a:br>
              <a:rPr kumimoji="1" lang="en-US" altLang="ja-JP" sz="500" b="0" i="0" u="none" strike="noStrike" kern="1200" cap="none" spc="0" normalizeH="0" baseline="0" noProof="0">
                <a:ln>
                  <a:noFill/>
                </a:ln>
                <a:solidFill>
                  <a:sysClr val="windowText" lastClr="000000"/>
                </a:solidFill>
                <a:effectLst/>
                <a:uLnTx/>
                <a:uFillTx/>
                <a:latin typeface="Meiryo UI"/>
                <a:ea typeface="Meiryo UI"/>
                <a:cs typeface="+mn-cs"/>
              </a:rPr>
            </a:br>
            <a:r>
              <a:rPr kumimoji="1" lang="en-US" altLang="ja-JP" sz="500" b="0" i="0" u="none" strike="noStrike" kern="1200" cap="none" spc="0" normalizeH="0" baseline="0" noProof="0">
                <a:ln>
                  <a:noFill/>
                </a:ln>
                <a:solidFill>
                  <a:sysClr val="windowText" lastClr="000000"/>
                </a:solidFill>
                <a:effectLst/>
                <a:uLnTx/>
                <a:uFillTx/>
                <a:latin typeface="Meiryo UI"/>
                <a:ea typeface="Meiryo UI"/>
                <a:cs typeface="+mn-cs"/>
              </a:rPr>
              <a:t>12:30</a:t>
            </a:r>
            <a:endParaRPr kumimoji="1" lang="ja-JP" altLang="en-US" sz="500" b="0" i="0" u="none" strike="noStrike" kern="1200" cap="none" spc="0" normalizeH="0" baseline="0" noProof="0">
              <a:ln>
                <a:noFill/>
              </a:ln>
              <a:solidFill>
                <a:sysClr val="windowText" lastClr="000000"/>
              </a:solidFill>
              <a:effectLst/>
              <a:uLnTx/>
              <a:uFillTx/>
              <a:latin typeface="Meiryo UI"/>
              <a:ea typeface="Meiryo UI"/>
              <a:cs typeface="+mn-cs"/>
            </a:endParaRPr>
          </a:p>
        </p:txBody>
      </p:sp>
      <p:sp>
        <p:nvSpPr>
          <p:cNvPr id="66" name="Shape 31">
            <a:extLst>
              <a:ext uri="{FF2B5EF4-FFF2-40B4-BE49-F238E27FC236}">
                <a16:creationId xmlns:a16="http://schemas.microsoft.com/office/drawing/2014/main" id="{98A1DBD4-CB1F-CBB0-DF32-6AAB59A1217D}"/>
              </a:ext>
            </a:extLst>
          </p:cNvPr>
          <p:cNvSpPr/>
          <p:nvPr/>
        </p:nvSpPr>
        <p:spPr>
          <a:xfrm>
            <a:off x="6342791" y="6548725"/>
            <a:ext cx="970600" cy="147752"/>
          </a:xfrm>
          <a:prstGeom prst="roundRect">
            <a:avLst>
              <a:gd name="adj" fmla="val 2727"/>
            </a:avLst>
          </a:prstGeom>
          <a:solidFill>
            <a:srgbClr val="FFFFFF"/>
          </a:solidFill>
          <a:ln w="8890">
            <a:solidFill>
              <a:srgbClr val="D9D9D9"/>
            </a:solid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a:ln>
                  <a:noFill/>
                </a:ln>
                <a:solidFill>
                  <a:prstClr val="black"/>
                </a:solidFill>
                <a:effectLst/>
                <a:uLnTx/>
                <a:uFillTx/>
                <a:latin typeface="Meiryo UI"/>
                <a:ea typeface="Meiryo UI"/>
                <a:cs typeface="+mn-cs"/>
              </a:rPr>
              <a:t>7.0g/dL</a:t>
            </a:r>
            <a:endParaRPr kumimoji="1" lang="ja-JP" alt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67" name="Text 23">
            <a:extLst>
              <a:ext uri="{FF2B5EF4-FFF2-40B4-BE49-F238E27FC236}">
                <a16:creationId xmlns:a16="http://schemas.microsoft.com/office/drawing/2014/main" id="{97EB08B6-51CC-DE79-609C-9BDCEE50D696}"/>
              </a:ext>
            </a:extLst>
          </p:cNvPr>
          <p:cNvSpPr/>
          <p:nvPr/>
        </p:nvSpPr>
        <p:spPr>
          <a:xfrm>
            <a:off x="5752894" y="5061911"/>
            <a:ext cx="756878" cy="51065"/>
          </a:xfrm>
          <a:prstGeom prst="rect">
            <a:avLst/>
          </a:prstGeom>
          <a:noFill/>
          <a:ln/>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700"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202</a:t>
            </a:r>
            <a:r>
              <a:rPr kumimoji="1" lang="en-US" altLang="ja-JP" sz="700"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6</a:t>
            </a:r>
            <a:r>
              <a:rPr kumimoji="1" lang="en-US" sz="700"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年</a:t>
            </a:r>
            <a:r>
              <a:rPr kumimoji="1" lang="ja-JP" altLang="en-US" sz="700"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６</a:t>
            </a:r>
            <a:r>
              <a:rPr kumimoji="1" lang="en-US" sz="700"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月</a:t>
            </a:r>
            <a:r>
              <a:rPr kumimoji="1" lang="en-US" altLang="ja-JP" sz="700"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20</a:t>
            </a:r>
            <a:r>
              <a:rPr kumimoji="1" lang="en-US" sz="700" b="1" i="0" u="none" strike="noStrike" kern="1200" cap="none" spc="0" normalizeH="0" baseline="0" noProof="1">
                <a:ln>
                  <a:noFill/>
                </a:ln>
                <a:solidFill>
                  <a:srgbClr val="252525"/>
                </a:solidFill>
                <a:effectLst/>
                <a:uLnTx/>
                <a:uFillTx/>
                <a:latin typeface="Meiryo UI" panose="020B0604030504040204" pitchFamily="50" charset="-128"/>
                <a:ea typeface="Meiryo UI" panose="020B0604030504040204" pitchFamily="50" charset="-128"/>
                <a:cs typeface="Noto Sans CJK JP" pitchFamily="34" charset="-120"/>
              </a:rPr>
              <a:t>日</a:t>
            </a:r>
            <a:endParaRPr kumimoji="1" lang="en-US" sz="400" b="0" i="0" u="none" strike="noStrike" kern="1200" cap="none" spc="0" normalizeH="0" baseline="0" noProof="1">
              <a:ln>
                <a:noFill/>
              </a:ln>
              <a:solidFill>
                <a:prstClr val="black"/>
              </a:solidFill>
              <a:effectLst/>
              <a:uLnTx/>
              <a:uFillTx/>
              <a:latin typeface="Meiryo UI" panose="020B0604030504040204" pitchFamily="50" charset="-128"/>
              <a:ea typeface="Meiryo UI" panose="020B0604030504040204" pitchFamily="50" charset="-128"/>
              <a:cs typeface="+mn-cs"/>
            </a:endParaRPr>
          </a:p>
        </p:txBody>
      </p:sp>
      <p:sp>
        <p:nvSpPr>
          <p:cNvPr id="68" name="Shape 31">
            <a:extLst>
              <a:ext uri="{FF2B5EF4-FFF2-40B4-BE49-F238E27FC236}">
                <a16:creationId xmlns:a16="http://schemas.microsoft.com/office/drawing/2014/main" id="{EDC46E50-8E46-542F-F858-CCBA4A7B7138}"/>
              </a:ext>
            </a:extLst>
          </p:cNvPr>
          <p:cNvSpPr/>
          <p:nvPr/>
        </p:nvSpPr>
        <p:spPr>
          <a:xfrm>
            <a:off x="5694599" y="5980827"/>
            <a:ext cx="755664" cy="197951"/>
          </a:xfrm>
          <a:prstGeom prst="roundRect">
            <a:avLst>
              <a:gd name="adj" fmla="val 2727"/>
            </a:avLst>
          </a:prstGeom>
          <a:solidFill>
            <a:srgbClr val="FFFFFF"/>
          </a:solidFill>
          <a:ln w="8890">
            <a:solidFill>
              <a:srgbClr val="D9D9D9"/>
            </a:solidFill>
            <a:prstDash val="solid"/>
          </a:ln>
        </p:spPr>
        <p:txBody>
          <a:bodyPr wrap="none"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en-US" altLang="ja-JP" sz="500" b="0" i="0" u="none" strike="noStrike" kern="1200" cap="none" spc="0" normalizeH="0" baseline="0" noProof="0">
                <a:ln>
                  <a:noFill/>
                </a:ln>
                <a:solidFill>
                  <a:sysClr val="windowText" lastClr="000000"/>
                </a:solidFill>
                <a:effectLst/>
                <a:uLnTx/>
                <a:uFillTx/>
                <a:latin typeface="Meiryo UI"/>
                <a:ea typeface="Meiryo UI"/>
                <a:cs typeface="+mn-cs"/>
              </a:rPr>
              <a:t>2026/06/20</a:t>
            </a:r>
            <a:br>
              <a:rPr kumimoji="1" lang="en-US" altLang="ja-JP" sz="500" b="0" i="0" u="none" strike="noStrike" kern="1200" cap="none" spc="0" normalizeH="0" baseline="0" noProof="0">
                <a:ln>
                  <a:noFill/>
                </a:ln>
                <a:solidFill>
                  <a:sysClr val="windowText" lastClr="000000"/>
                </a:solidFill>
                <a:effectLst/>
                <a:uLnTx/>
                <a:uFillTx/>
                <a:latin typeface="Meiryo UI"/>
                <a:ea typeface="Meiryo UI"/>
                <a:cs typeface="+mn-cs"/>
              </a:rPr>
            </a:br>
            <a:r>
              <a:rPr kumimoji="1" lang="en-US" altLang="ja-JP" sz="500" b="0" i="0" u="none" strike="noStrike" kern="1200" cap="none" spc="0" normalizeH="0" baseline="0" noProof="0">
                <a:ln>
                  <a:noFill/>
                </a:ln>
                <a:solidFill>
                  <a:sysClr val="windowText" lastClr="000000"/>
                </a:solidFill>
                <a:effectLst/>
                <a:uLnTx/>
                <a:uFillTx/>
                <a:latin typeface="Meiryo UI"/>
                <a:ea typeface="Meiryo UI"/>
                <a:cs typeface="+mn-cs"/>
              </a:rPr>
              <a:t>12:30</a:t>
            </a:r>
            <a:endParaRPr kumimoji="1" lang="ja-JP" altLang="en-US" sz="500" b="0" i="0" u="none" strike="noStrike" kern="1200" cap="none" spc="0" normalizeH="0" baseline="0" noProof="0">
              <a:ln>
                <a:noFill/>
              </a:ln>
              <a:solidFill>
                <a:sysClr val="windowText" lastClr="000000"/>
              </a:solidFill>
              <a:effectLst/>
              <a:uLnTx/>
              <a:uFillTx/>
              <a:latin typeface="Meiryo UI"/>
              <a:ea typeface="Meiryo UI"/>
              <a:cs typeface="+mn-cs"/>
            </a:endParaRPr>
          </a:p>
        </p:txBody>
      </p:sp>
      <p:sp>
        <p:nvSpPr>
          <p:cNvPr id="69" name="Shape 31">
            <a:extLst>
              <a:ext uri="{FF2B5EF4-FFF2-40B4-BE49-F238E27FC236}">
                <a16:creationId xmlns:a16="http://schemas.microsoft.com/office/drawing/2014/main" id="{AF1A2A69-79C3-671B-5F54-B6E4F5216FA8}"/>
              </a:ext>
            </a:extLst>
          </p:cNvPr>
          <p:cNvSpPr/>
          <p:nvPr/>
        </p:nvSpPr>
        <p:spPr>
          <a:xfrm>
            <a:off x="5587129" y="5980644"/>
            <a:ext cx="970605" cy="197951"/>
          </a:xfrm>
          <a:prstGeom prst="roundRect">
            <a:avLst>
              <a:gd name="adj" fmla="val 2727"/>
            </a:avLst>
          </a:prstGeom>
          <a:solidFill>
            <a:srgbClr val="FFFFFF"/>
          </a:solidFill>
          <a:ln w="8890">
            <a:solidFill>
              <a:srgbClr val="D9D9D9"/>
            </a:solidFill>
            <a:prstDash val="solid"/>
          </a:ln>
        </p:spPr>
        <p:txBody>
          <a:bodyPr wrap="none"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ja-JP" altLang="en-US" sz="500" b="0" i="0" u="none" strike="noStrike" kern="1200" cap="none" spc="0" normalizeH="0" baseline="0" noProof="0">
                <a:ln>
                  <a:noFill/>
                </a:ln>
                <a:solidFill>
                  <a:sysClr val="windowText" lastClr="000000"/>
                </a:solidFill>
                <a:effectLst/>
                <a:uLnTx/>
                <a:uFillTx/>
                <a:latin typeface="Meiryo UI"/>
                <a:ea typeface="Meiryo UI"/>
                <a:cs typeface="+mn-cs"/>
              </a:rPr>
              <a:t>検体採取日</a:t>
            </a:r>
          </a:p>
        </p:txBody>
      </p:sp>
      <p:sp>
        <p:nvSpPr>
          <p:cNvPr id="70" name="Shape 31">
            <a:extLst>
              <a:ext uri="{FF2B5EF4-FFF2-40B4-BE49-F238E27FC236}">
                <a16:creationId xmlns:a16="http://schemas.microsoft.com/office/drawing/2014/main" id="{B931B71B-9646-65E5-5417-9D35F3705C5D}"/>
              </a:ext>
            </a:extLst>
          </p:cNvPr>
          <p:cNvSpPr/>
          <p:nvPr/>
        </p:nvSpPr>
        <p:spPr>
          <a:xfrm>
            <a:off x="5587131" y="6174011"/>
            <a:ext cx="970599" cy="147752"/>
          </a:xfrm>
          <a:prstGeom prst="roundRect">
            <a:avLst>
              <a:gd name="adj" fmla="val 2727"/>
            </a:avLst>
          </a:prstGeom>
          <a:solidFill>
            <a:srgbClr val="FFFFFF"/>
          </a:solidFill>
          <a:ln w="8890">
            <a:solidFill>
              <a:srgbClr val="D9D9D9"/>
            </a:solid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a:ln>
                  <a:noFill/>
                </a:ln>
                <a:solidFill>
                  <a:prstClr val="black"/>
                </a:solidFill>
                <a:effectLst/>
                <a:uLnTx/>
                <a:uFillTx/>
                <a:latin typeface="Meiryo UI"/>
                <a:ea typeface="Meiryo UI"/>
                <a:cs typeface="+mn-cs"/>
              </a:rPr>
              <a:t>総蛋白</a:t>
            </a:r>
          </a:p>
        </p:txBody>
      </p:sp>
      <p:sp>
        <p:nvSpPr>
          <p:cNvPr id="71" name="Shape 31">
            <a:extLst>
              <a:ext uri="{FF2B5EF4-FFF2-40B4-BE49-F238E27FC236}">
                <a16:creationId xmlns:a16="http://schemas.microsoft.com/office/drawing/2014/main" id="{48207508-D60D-39AA-531E-BA18755C6322}"/>
              </a:ext>
            </a:extLst>
          </p:cNvPr>
          <p:cNvSpPr/>
          <p:nvPr/>
        </p:nvSpPr>
        <p:spPr>
          <a:xfrm>
            <a:off x="6342791" y="5980124"/>
            <a:ext cx="970605" cy="197951"/>
          </a:xfrm>
          <a:prstGeom prst="roundRect">
            <a:avLst>
              <a:gd name="adj" fmla="val 2727"/>
            </a:avLst>
          </a:prstGeom>
          <a:solidFill>
            <a:srgbClr val="FFFFFF"/>
          </a:solidFill>
          <a:ln w="8890">
            <a:solidFill>
              <a:srgbClr val="D9D9D9"/>
            </a:solidFill>
            <a:prstDash val="solid"/>
          </a:ln>
        </p:spPr>
        <p:txBody>
          <a:bodyPr wrap="none" anchor="ct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1" lang="en-US" altLang="ja-JP" sz="500" b="0" i="0" u="none" strike="noStrike" kern="1200" cap="none" spc="0" normalizeH="0" baseline="0" noProof="0">
                <a:ln>
                  <a:noFill/>
                </a:ln>
                <a:solidFill>
                  <a:sysClr val="windowText" lastClr="000000"/>
                </a:solidFill>
                <a:effectLst/>
                <a:uLnTx/>
                <a:uFillTx/>
                <a:latin typeface="Meiryo UI"/>
                <a:ea typeface="Meiryo UI"/>
                <a:cs typeface="+mn-cs"/>
              </a:rPr>
              <a:t>2026/06/20</a:t>
            </a:r>
            <a:br>
              <a:rPr kumimoji="1" lang="en-US" altLang="ja-JP" sz="500" b="0" i="0" u="none" strike="noStrike" kern="1200" cap="none" spc="0" normalizeH="0" baseline="0" noProof="0">
                <a:ln>
                  <a:noFill/>
                </a:ln>
                <a:solidFill>
                  <a:sysClr val="windowText" lastClr="000000"/>
                </a:solidFill>
                <a:effectLst/>
                <a:uLnTx/>
                <a:uFillTx/>
                <a:latin typeface="Meiryo UI"/>
                <a:ea typeface="Meiryo UI"/>
                <a:cs typeface="+mn-cs"/>
              </a:rPr>
            </a:br>
            <a:r>
              <a:rPr kumimoji="1" lang="en-US" altLang="ja-JP" sz="500" b="0" i="0" u="none" strike="noStrike" kern="1200" cap="none" spc="0" normalizeH="0" baseline="0" noProof="0">
                <a:ln>
                  <a:noFill/>
                </a:ln>
                <a:solidFill>
                  <a:sysClr val="windowText" lastClr="000000"/>
                </a:solidFill>
                <a:effectLst/>
                <a:uLnTx/>
                <a:uFillTx/>
                <a:latin typeface="Meiryo UI"/>
                <a:ea typeface="Meiryo UI"/>
                <a:cs typeface="+mn-cs"/>
              </a:rPr>
              <a:t>12:30</a:t>
            </a:r>
            <a:endParaRPr kumimoji="1" lang="ja-JP" altLang="en-US" sz="500" b="0" i="0" u="none" strike="noStrike" kern="1200" cap="none" spc="0" normalizeH="0" baseline="0" noProof="0">
              <a:ln>
                <a:noFill/>
              </a:ln>
              <a:solidFill>
                <a:sysClr val="windowText" lastClr="000000"/>
              </a:solidFill>
              <a:effectLst/>
              <a:uLnTx/>
              <a:uFillTx/>
              <a:latin typeface="Meiryo UI"/>
              <a:ea typeface="Meiryo UI"/>
              <a:cs typeface="+mn-cs"/>
            </a:endParaRPr>
          </a:p>
        </p:txBody>
      </p:sp>
      <p:sp>
        <p:nvSpPr>
          <p:cNvPr id="72" name="Shape 31">
            <a:extLst>
              <a:ext uri="{FF2B5EF4-FFF2-40B4-BE49-F238E27FC236}">
                <a16:creationId xmlns:a16="http://schemas.microsoft.com/office/drawing/2014/main" id="{024B7001-FB5B-D938-E8E7-BD307E3A1217}"/>
              </a:ext>
            </a:extLst>
          </p:cNvPr>
          <p:cNvSpPr/>
          <p:nvPr/>
        </p:nvSpPr>
        <p:spPr>
          <a:xfrm>
            <a:off x="6342791" y="6173492"/>
            <a:ext cx="970600" cy="147752"/>
          </a:xfrm>
          <a:prstGeom prst="roundRect">
            <a:avLst>
              <a:gd name="adj" fmla="val 2727"/>
            </a:avLst>
          </a:prstGeom>
          <a:solidFill>
            <a:srgbClr val="FFFFFF"/>
          </a:solidFill>
          <a:ln w="8890">
            <a:solidFill>
              <a:srgbClr val="D9D9D9"/>
            </a:solidFill>
            <a:prstDash val="soli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a:ln>
                  <a:noFill/>
                </a:ln>
                <a:solidFill>
                  <a:prstClr val="black"/>
                </a:solidFill>
                <a:effectLst/>
                <a:uLnTx/>
                <a:uFillTx/>
                <a:latin typeface="Meiryo UI"/>
                <a:ea typeface="Meiryo UI"/>
                <a:cs typeface="+mn-cs"/>
              </a:rPr>
              <a:t>6.8g/dL</a:t>
            </a:r>
            <a:endParaRPr kumimoji="1" lang="ja-JP" altLang="en-US" sz="700" b="0" i="0" u="none" strike="noStrike" kern="1200" cap="none" spc="0" normalizeH="0" baseline="0" noProof="0">
              <a:ln>
                <a:noFill/>
              </a:ln>
              <a:solidFill>
                <a:prstClr val="black"/>
              </a:solidFill>
              <a:effectLst/>
              <a:uLnTx/>
              <a:uFillTx/>
              <a:latin typeface="Meiryo UI"/>
              <a:ea typeface="Meiryo UI"/>
              <a:cs typeface="+mn-cs"/>
            </a:endParaRPr>
          </a:p>
        </p:txBody>
      </p:sp>
      <p:sp>
        <p:nvSpPr>
          <p:cNvPr id="73" name="正方形/長方形 72">
            <a:extLst>
              <a:ext uri="{FF2B5EF4-FFF2-40B4-BE49-F238E27FC236}">
                <a16:creationId xmlns:a16="http://schemas.microsoft.com/office/drawing/2014/main" id="{2F91E81B-6FF7-1543-DF22-9D4A056D6E67}"/>
              </a:ext>
            </a:extLst>
          </p:cNvPr>
          <p:cNvSpPr/>
          <p:nvPr/>
        </p:nvSpPr>
        <p:spPr>
          <a:xfrm>
            <a:off x="5375642" y="3666798"/>
            <a:ext cx="2118845" cy="188814"/>
          </a:xfrm>
          <a:prstGeom prst="rect">
            <a:avLst/>
          </a:prstGeom>
          <a:solidFill>
            <a:schemeClr val="tx2"/>
          </a:solidFill>
          <a:ln>
            <a:noFill/>
          </a:ln>
        </p:spPr>
        <p:txBody>
          <a:bodyPr wrap="none"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138" b="1" i="0" u="none" strike="noStrike" kern="1200" cap="none" spc="0" normalizeH="0" baseline="0" noProof="1">
                <a:ln>
                  <a:noFill/>
                </a:ln>
                <a:solidFill>
                  <a:prstClr val="white"/>
                </a:solidFill>
                <a:effectLst/>
                <a:uLnTx/>
                <a:uFillTx/>
                <a:latin typeface="Meiryo UI"/>
                <a:ea typeface="Meiryo UI"/>
                <a:cs typeface="+mn-cs"/>
              </a:rPr>
              <a:t>改修後</a:t>
            </a:r>
          </a:p>
        </p:txBody>
      </p:sp>
      <p:sp>
        <p:nvSpPr>
          <p:cNvPr id="74" name="正方形/長方形 73">
            <a:extLst>
              <a:ext uri="{FF2B5EF4-FFF2-40B4-BE49-F238E27FC236}">
                <a16:creationId xmlns:a16="http://schemas.microsoft.com/office/drawing/2014/main" id="{30068B9E-49E1-9C59-D41B-84AE9F056C7D}"/>
              </a:ext>
            </a:extLst>
          </p:cNvPr>
          <p:cNvSpPr/>
          <p:nvPr/>
        </p:nvSpPr>
        <p:spPr>
          <a:xfrm>
            <a:off x="5447681" y="5054181"/>
            <a:ext cx="1979994" cy="345272"/>
          </a:xfrm>
          <a:prstGeom prst="rect">
            <a:avLst/>
          </a:prstGeom>
          <a:noFill/>
          <a:ln>
            <a:prstDash val="dash"/>
          </a:ln>
        </p:spPr>
        <p:style>
          <a:lnRef idx="2">
            <a:schemeClr val="accent2"/>
          </a:lnRef>
          <a:fillRef idx="1">
            <a:schemeClr val="lt1"/>
          </a:fillRef>
          <a:effectRef idx="0">
            <a:schemeClr val="accent2"/>
          </a:effectRef>
          <a:fontRef idx="minor">
            <a:schemeClr val="dk1"/>
          </a:fontRef>
        </p:style>
        <p:txBody>
          <a:bodyPr wrap="none"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ja-JP" altLang="en-US" sz="900" b="1" i="0" u="none" strike="noStrike" kern="1200" cap="none" spc="0" normalizeH="0" baseline="0" noProof="0">
              <a:ln>
                <a:noFill/>
              </a:ln>
              <a:solidFill>
                <a:prstClr val="black"/>
              </a:solidFill>
              <a:effectLst/>
              <a:uLnTx/>
              <a:uFillTx/>
              <a:latin typeface="Meiryo UI"/>
              <a:ea typeface="Meiryo UI"/>
              <a:cs typeface="+mn-cs"/>
            </a:endParaRPr>
          </a:p>
        </p:txBody>
      </p:sp>
      <p:sp>
        <p:nvSpPr>
          <p:cNvPr id="75" name="正方形/長方形 74">
            <a:extLst>
              <a:ext uri="{FF2B5EF4-FFF2-40B4-BE49-F238E27FC236}">
                <a16:creationId xmlns:a16="http://schemas.microsoft.com/office/drawing/2014/main" id="{B9E805E5-5D32-3D28-1BB1-68BBFB0B1CA9}"/>
              </a:ext>
            </a:extLst>
          </p:cNvPr>
          <p:cNvSpPr/>
          <p:nvPr/>
        </p:nvSpPr>
        <p:spPr>
          <a:xfrm>
            <a:off x="5556731" y="5957525"/>
            <a:ext cx="1799995" cy="389386"/>
          </a:xfrm>
          <a:prstGeom prst="rect">
            <a:avLst/>
          </a:prstGeom>
          <a:noFill/>
          <a:ln>
            <a:prstDash val="dash"/>
          </a:ln>
        </p:spPr>
        <p:style>
          <a:lnRef idx="2">
            <a:schemeClr val="accent2"/>
          </a:lnRef>
          <a:fillRef idx="1">
            <a:schemeClr val="lt1"/>
          </a:fillRef>
          <a:effectRef idx="0">
            <a:schemeClr val="accent2"/>
          </a:effectRef>
          <a:fontRef idx="minor">
            <a:schemeClr val="dk1"/>
          </a:fontRef>
        </p:style>
        <p:txBody>
          <a:bodyPr wrap="none"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1" lang="ja-JP" altLang="en-US" sz="900" b="1" i="0" u="none" strike="noStrike" kern="1200" cap="none" spc="0" normalizeH="0" baseline="0" noProof="0">
              <a:ln>
                <a:noFill/>
              </a:ln>
              <a:solidFill>
                <a:prstClr val="black"/>
              </a:solidFill>
              <a:effectLst/>
              <a:uLnTx/>
              <a:uFillTx/>
              <a:latin typeface="Meiryo UI"/>
              <a:ea typeface="Meiryo UI"/>
              <a:cs typeface="+mn-cs"/>
            </a:endParaRPr>
          </a:p>
        </p:txBody>
      </p:sp>
      <p:sp>
        <p:nvSpPr>
          <p:cNvPr id="76" name="二等辺三角形 75">
            <a:extLst>
              <a:ext uri="{FF2B5EF4-FFF2-40B4-BE49-F238E27FC236}">
                <a16:creationId xmlns:a16="http://schemas.microsoft.com/office/drawing/2014/main" id="{83D15D13-C3DB-1427-2531-42154A854B65}"/>
              </a:ext>
            </a:extLst>
          </p:cNvPr>
          <p:cNvSpPr/>
          <p:nvPr/>
        </p:nvSpPr>
        <p:spPr>
          <a:xfrm rot="5400000">
            <a:off x="4654714" y="5212513"/>
            <a:ext cx="806575" cy="346493"/>
          </a:xfrm>
          <a:prstGeom prst="triangle">
            <a:avLst/>
          </a:prstGeom>
          <a:solidFill>
            <a:schemeClr val="bg1">
              <a:lumMod val="50000"/>
            </a:schemeClr>
          </a:solidFill>
        </p:spPr>
        <p:txBody>
          <a:bodyPr wrap="none" lIns="36000" tIns="36000" rIns="36000" bIns="3600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Meiryo UI"/>
              <a:ea typeface="Meiryo UI"/>
              <a:cs typeface="Arial" charset="0"/>
            </a:endParaRPr>
          </a:p>
        </p:txBody>
      </p:sp>
      <p:sp>
        <p:nvSpPr>
          <p:cNvPr id="6" name="正方形/長方形 5">
            <a:extLst>
              <a:ext uri="{FF2B5EF4-FFF2-40B4-BE49-F238E27FC236}">
                <a16:creationId xmlns:a16="http://schemas.microsoft.com/office/drawing/2014/main" id="{4A1383E5-694B-4417-055D-34E4856ECEC4}"/>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19359304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516F5-38D6-55E3-808C-2077BECBA815}"/>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C80F894E-F1F4-80A0-42C7-D5C3DF1615BF}"/>
              </a:ext>
            </a:extLst>
          </p:cNvPr>
          <p:cNvSpPr>
            <a:spLocks noGrp="1"/>
          </p:cNvSpPr>
          <p:nvPr>
            <p:ph type="title"/>
          </p:nvPr>
        </p:nvSpPr>
        <p:spPr/>
        <p:txBody>
          <a:bodyPr>
            <a:noAutofit/>
          </a:bodyPr>
          <a:lstStyle/>
          <a:p>
            <a:pPr fontAlgn="t">
              <a:tabLst>
                <a:tab pos="1073150" algn="l"/>
              </a:tabLst>
            </a:pPr>
            <a:r>
              <a:rPr lang="en-US" altLang="ja-JP" sz="1400"/>
              <a:t>2</a:t>
            </a:r>
            <a:r>
              <a:rPr lang="ja-JP" altLang="en-US" sz="1400"/>
              <a:t>．令和</a:t>
            </a:r>
            <a:r>
              <a:rPr lang="en-US" altLang="ja-JP" sz="1400"/>
              <a:t>9</a:t>
            </a:r>
            <a:r>
              <a:rPr lang="ja-JP" altLang="en-US" sz="1400"/>
              <a:t>年度案件について</a:t>
            </a:r>
            <a:br>
              <a:rPr lang="en-US" altLang="ja-JP" sz="1400"/>
            </a:br>
            <a:r>
              <a:rPr lang="ja-JP" altLang="en-US" sz="1400"/>
              <a:t>案件</a:t>
            </a:r>
            <a:r>
              <a:rPr lang="en-US" altLang="ja-JP" sz="1400"/>
              <a:t>ID220</a:t>
            </a:r>
            <a:r>
              <a:rPr kumimoji="1" lang="en-US" altLang="ja-JP" sz="1400"/>
              <a:t>_</a:t>
            </a:r>
            <a:r>
              <a:rPr lang="ja-JP" altLang="en-US" sz="1400"/>
              <a:t>承継申請に基づく医療機関コードの変換処理における旧医療機関発行した患者サマリーの挙動の変更</a:t>
            </a:r>
            <a:endParaRPr lang="ja-JP" altLang="en-US" sz="1400" b="0">
              <a:solidFill>
                <a:srgbClr val="000000"/>
              </a:solidFill>
              <a:latin typeface="Meiryo UI" panose="020B0604030504040204" pitchFamily="50" charset="-128"/>
              <a:ea typeface="Meiryo UI" panose="020B0604030504040204" pitchFamily="50" charset="-128"/>
            </a:endParaRPr>
          </a:p>
        </p:txBody>
      </p:sp>
      <p:graphicFrame>
        <p:nvGraphicFramePr>
          <p:cNvPr id="5" name="表 4">
            <a:extLst>
              <a:ext uri="{FF2B5EF4-FFF2-40B4-BE49-F238E27FC236}">
                <a16:creationId xmlns:a16="http://schemas.microsoft.com/office/drawing/2014/main" id="{CEE3328C-0A1A-BB92-31FD-70A5EDDF6E44}"/>
              </a:ext>
            </a:extLst>
          </p:cNvPr>
          <p:cNvGraphicFramePr>
            <a:graphicFrameLocks noGrp="1"/>
          </p:cNvGraphicFramePr>
          <p:nvPr/>
        </p:nvGraphicFramePr>
        <p:xfrm>
          <a:off x="578253" y="884118"/>
          <a:ext cx="8536012" cy="2950800"/>
        </p:xfrm>
        <a:graphic>
          <a:graphicData uri="http://schemas.openxmlformats.org/drawingml/2006/table">
            <a:tbl>
              <a:tblPr/>
              <a:tblGrid>
                <a:gridCol w="1080000">
                  <a:extLst>
                    <a:ext uri="{9D8B030D-6E8A-4147-A177-3AD203B41FA5}">
                      <a16:colId xmlns:a16="http://schemas.microsoft.com/office/drawing/2014/main" val="3507052572"/>
                    </a:ext>
                  </a:extLst>
                </a:gridCol>
                <a:gridCol w="7456012">
                  <a:extLst>
                    <a:ext uri="{9D8B030D-6E8A-4147-A177-3AD203B41FA5}">
                      <a16:colId xmlns:a16="http://schemas.microsoft.com/office/drawing/2014/main" val="3506754757"/>
                    </a:ext>
                  </a:extLst>
                </a:gridCol>
              </a:tblGrid>
              <a:tr h="603841">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背景</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algn="l" rtl="0" fontAlgn="ctr"/>
                      <a:r>
                        <a:rPr lang="ja-JP" altLang="en-US" sz="1000" b="0" i="0" u="none" strike="noStrike">
                          <a:solidFill>
                            <a:srgbClr val="000000"/>
                          </a:solidFill>
                          <a:effectLst/>
                          <a:latin typeface="+mj-ea"/>
                          <a:ea typeface="+mj-ea"/>
                        </a:rPr>
                        <a:t>・案件</a:t>
                      </a:r>
                      <a:r>
                        <a:rPr lang="en-US" altLang="ja-JP" sz="1000" b="0" i="0" u="none" strike="noStrike">
                          <a:solidFill>
                            <a:srgbClr val="000000"/>
                          </a:solidFill>
                          <a:effectLst/>
                          <a:latin typeface="+mj-ea"/>
                          <a:ea typeface="+mj-ea"/>
                        </a:rPr>
                        <a:t>141(FHIR</a:t>
                      </a:r>
                      <a:r>
                        <a:rPr lang="ja-JP" altLang="en-US" sz="1000" b="0" i="0" u="none" strike="noStrike">
                          <a:solidFill>
                            <a:srgbClr val="000000"/>
                          </a:solidFill>
                          <a:effectLst/>
                          <a:latin typeface="+mj-ea"/>
                          <a:ea typeface="+mj-ea"/>
                        </a:rPr>
                        <a:t>データに記録される医療機関コードが同一文字列であることのアドオンチェックの条件追加（新旧医療機関コード混在を許容する</a:t>
                      </a:r>
                      <a:r>
                        <a:rPr lang="en-US" altLang="ja-JP" sz="1000" b="0" i="0" u="none" strike="noStrike">
                          <a:solidFill>
                            <a:srgbClr val="000000"/>
                          </a:solidFill>
                          <a:effectLst/>
                          <a:latin typeface="+mj-ea"/>
                          <a:ea typeface="+mj-ea"/>
                        </a:rPr>
                        <a:t>))</a:t>
                      </a:r>
                      <a:r>
                        <a:rPr lang="ja-JP" altLang="en-US" sz="1000" b="0" i="0" u="none" strike="noStrike">
                          <a:solidFill>
                            <a:srgbClr val="000000"/>
                          </a:solidFill>
                          <a:effectLst/>
                          <a:latin typeface="+mj-ea"/>
                          <a:ea typeface="+mj-ea"/>
                        </a:rPr>
                        <a:t>において、承継の届出が医療機関等向け総合ポータルサイトにて行われている場合は、承継先の医療機関名称を表示する改修を行った。</a:t>
                      </a:r>
                      <a:endParaRPr lang="en-US" altLang="ja-JP" sz="1000" b="0" i="0" u="none" strike="noStrike">
                        <a:solidFill>
                          <a:srgbClr val="000000"/>
                        </a:solidFill>
                        <a:effectLst/>
                        <a:latin typeface="+mj-ea"/>
                        <a:ea typeface="+mj-ea"/>
                      </a:endParaRPr>
                    </a:p>
                    <a:p>
                      <a:pPr algn="l" rtl="0" fontAlgn="ctr"/>
                      <a:r>
                        <a:rPr lang="ja-JP" altLang="en-US" sz="1000">
                          <a:latin typeface="+mj-ea"/>
                          <a:cs typeface="+mj-ea"/>
                        </a:rPr>
                        <a:t>・案件</a:t>
                      </a:r>
                      <a:r>
                        <a:rPr lang="en-US" altLang="ja-JP" sz="1000">
                          <a:latin typeface="+mj-ea"/>
                          <a:cs typeface="+mj-ea"/>
                        </a:rPr>
                        <a:t>141</a:t>
                      </a:r>
                      <a:r>
                        <a:rPr lang="ja-JP" altLang="en-US" sz="1000">
                          <a:latin typeface="+mj-ea"/>
                          <a:cs typeface="+mj-ea"/>
                        </a:rPr>
                        <a:t>の結果、</a:t>
                      </a:r>
                      <a:r>
                        <a:rPr kumimoji="1" lang="ja-JP" altLang="en-US" sz="1000" b="0" i="0" u="none" strike="noStrike" kern="0" cap="none" spc="0" normalizeH="0" baseline="0" noProof="0">
                          <a:ln>
                            <a:noFill/>
                          </a:ln>
                          <a:solidFill>
                            <a:prstClr val="black"/>
                          </a:solidFill>
                          <a:effectLst/>
                          <a:uLnTx/>
                          <a:uFillTx/>
                          <a:latin typeface="Meiryo UI"/>
                          <a:ea typeface="+mn-ea"/>
                          <a:cs typeface="+mn-cs"/>
                        </a:rPr>
                        <a:t>承継元医療機関で登録した患者サマリーを承継後の医療機関において更新を行った場合、「指導医療機関：承継先医療機関」と表示される。</a:t>
                      </a:r>
                      <a:endParaRPr lang="en-US" altLang="ja-JP" sz="1000"/>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2394099348"/>
                  </a:ext>
                </a:extLst>
              </a:tr>
              <a:tr h="140602">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課題</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1000">
                          <a:latin typeface="+mj-ea"/>
                          <a:cs typeface="+mj-ea"/>
                        </a:rPr>
                        <a:t>・指導医療機関の名称</a:t>
                      </a:r>
                      <a:r>
                        <a:rPr kumimoji="1" lang="ja-JP" altLang="en-US" sz="1000" b="0" i="0" u="none" strike="noStrike" kern="0" cap="none" spc="0" normalizeH="0" baseline="0" noProof="0">
                          <a:ln>
                            <a:noFill/>
                          </a:ln>
                          <a:solidFill>
                            <a:prstClr val="black"/>
                          </a:solidFill>
                          <a:effectLst/>
                          <a:uLnTx/>
                          <a:uFillTx/>
                          <a:latin typeface="Meiryo UI"/>
                          <a:ea typeface="+mn-ea"/>
                          <a:cs typeface="+mn-cs"/>
                        </a:rPr>
                        <a:t>について、患者サマリーの閲覧タイミングによって異なる表示となる。</a:t>
                      </a:r>
                      <a:br>
                        <a:rPr kumimoji="1" lang="en-US" altLang="ja-JP" sz="1000" b="0" i="0" u="none" strike="noStrike" kern="0" cap="none" spc="0" normalizeH="0" baseline="0" noProof="0">
                          <a:ln>
                            <a:noFill/>
                          </a:ln>
                          <a:solidFill>
                            <a:prstClr val="black"/>
                          </a:solidFill>
                          <a:effectLst/>
                          <a:uLnTx/>
                          <a:uFillTx/>
                          <a:latin typeface="Meiryo UI"/>
                          <a:ea typeface="+mn-ea"/>
                          <a:cs typeface="+mn-cs"/>
                        </a:rPr>
                      </a:br>
                      <a:r>
                        <a:rPr kumimoji="1" lang="ja-JP" altLang="en-US" sz="1000" b="0" i="0" u="none" strike="noStrike" kern="0" cap="none" spc="0" normalizeH="0" baseline="0" noProof="0">
                          <a:ln>
                            <a:noFill/>
                          </a:ln>
                          <a:solidFill>
                            <a:prstClr val="black"/>
                          </a:solidFill>
                          <a:effectLst/>
                          <a:uLnTx/>
                          <a:uFillTx/>
                          <a:latin typeface="Meiryo UI"/>
                          <a:ea typeface="+mn-ea"/>
                          <a:cs typeface="+mn-cs"/>
                        </a:rPr>
                        <a:t>例：以下のケースにおいて、</a:t>
                      </a:r>
                      <a:r>
                        <a:rPr kumimoji="1" lang="en-US" altLang="ja-JP" sz="1000" b="0" i="0" u="none" strike="noStrike" kern="0" cap="none" spc="0" normalizeH="0" baseline="0" noProof="0">
                          <a:ln>
                            <a:noFill/>
                          </a:ln>
                          <a:solidFill>
                            <a:prstClr val="black"/>
                          </a:solidFill>
                          <a:effectLst/>
                          <a:uLnTx/>
                          <a:uFillTx/>
                          <a:latin typeface="Meiryo UI"/>
                          <a:ea typeface="+mn-ea"/>
                          <a:cs typeface="+mn-cs"/>
                        </a:rPr>
                        <a:t>6/20-7/1</a:t>
                      </a:r>
                      <a:r>
                        <a:rPr kumimoji="1" lang="ja-JP" altLang="en-US" sz="1000" b="0" i="0" u="none" strike="noStrike" kern="0" cap="none" spc="0" normalizeH="0" baseline="0" noProof="0">
                          <a:ln>
                            <a:noFill/>
                          </a:ln>
                          <a:solidFill>
                            <a:prstClr val="black"/>
                          </a:solidFill>
                          <a:effectLst/>
                          <a:uLnTx/>
                          <a:uFillTx/>
                          <a:latin typeface="Meiryo UI"/>
                          <a:ea typeface="+mn-ea"/>
                          <a:cs typeface="+mn-cs"/>
                        </a:rPr>
                        <a:t>は</a:t>
                      </a:r>
                      <a:r>
                        <a:rPr kumimoji="1" lang="en-US" altLang="ja-JP" sz="1000" b="0" i="0" u="none" strike="noStrike" kern="0" cap="none" spc="0" normalizeH="0" baseline="0" noProof="0">
                          <a:ln>
                            <a:noFill/>
                          </a:ln>
                          <a:solidFill>
                            <a:prstClr val="black"/>
                          </a:solidFill>
                          <a:effectLst/>
                          <a:uLnTx/>
                          <a:uFillTx/>
                          <a:latin typeface="Meiryo UI"/>
                          <a:ea typeface="+mn-ea"/>
                          <a:cs typeface="+mn-cs"/>
                        </a:rPr>
                        <a:t>A</a:t>
                      </a:r>
                      <a:r>
                        <a:rPr kumimoji="1" lang="ja-JP" altLang="en-US" sz="1000" b="0" i="0" u="none" strike="noStrike" kern="0" cap="none" spc="0" normalizeH="0" baseline="0" noProof="0">
                          <a:ln>
                            <a:noFill/>
                          </a:ln>
                          <a:solidFill>
                            <a:prstClr val="black"/>
                          </a:solidFill>
                          <a:effectLst/>
                          <a:uLnTx/>
                          <a:uFillTx/>
                          <a:latin typeface="Meiryo UI"/>
                          <a:ea typeface="+mn-ea"/>
                          <a:cs typeface="+mn-cs"/>
                        </a:rPr>
                        <a:t>病院と表示され、 </a:t>
                      </a:r>
                      <a:r>
                        <a:rPr kumimoji="1" lang="en-US" altLang="ja-JP" sz="1000" b="0" i="0" u="none" strike="noStrike" kern="0" cap="none" spc="0" normalizeH="0" baseline="0" noProof="0">
                          <a:ln>
                            <a:noFill/>
                          </a:ln>
                          <a:solidFill>
                            <a:prstClr val="black"/>
                          </a:solidFill>
                          <a:effectLst/>
                          <a:uLnTx/>
                          <a:uFillTx/>
                          <a:latin typeface="Meiryo UI"/>
                          <a:ea typeface="+mn-ea"/>
                          <a:cs typeface="+mn-cs"/>
                        </a:rPr>
                        <a:t>7/1-7/15</a:t>
                      </a:r>
                      <a:r>
                        <a:rPr kumimoji="1" lang="ja-JP" altLang="en-US" sz="1000" b="0" i="0" u="none" strike="noStrike" kern="0" cap="none" spc="0" normalizeH="0" baseline="0" noProof="0">
                          <a:ln>
                            <a:noFill/>
                          </a:ln>
                          <a:solidFill>
                            <a:prstClr val="black"/>
                          </a:solidFill>
                          <a:effectLst/>
                          <a:uLnTx/>
                          <a:uFillTx/>
                          <a:latin typeface="Meiryo UI"/>
                          <a:ea typeface="+mn-ea"/>
                          <a:cs typeface="+mn-cs"/>
                        </a:rPr>
                        <a:t>は</a:t>
                      </a:r>
                      <a:r>
                        <a:rPr kumimoji="1" lang="en-US" altLang="ja-JP" sz="1000" b="0" i="0" u="none" strike="noStrike" kern="0" cap="none" spc="0" normalizeH="0" baseline="0" noProof="0">
                          <a:ln>
                            <a:noFill/>
                          </a:ln>
                          <a:solidFill>
                            <a:prstClr val="black"/>
                          </a:solidFill>
                          <a:effectLst/>
                          <a:uLnTx/>
                          <a:uFillTx/>
                          <a:latin typeface="Meiryo UI"/>
                          <a:ea typeface="+mn-ea"/>
                          <a:cs typeface="+mn-cs"/>
                        </a:rPr>
                        <a:t>B</a:t>
                      </a:r>
                      <a:r>
                        <a:rPr kumimoji="1" lang="ja-JP" altLang="en-US" sz="1000" b="0" i="0" u="none" strike="noStrike" kern="0" cap="none" spc="0" normalizeH="0" baseline="0" noProof="0">
                          <a:ln>
                            <a:noFill/>
                          </a:ln>
                          <a:solidFill>
                            <a:prstClr val="black"/>
                          </a:solidFill>
                          <a:effectLst/>
                          <a:uLnTx/>
                          <a:uFillTx/>
                          <a:latin typeface="Meiryo UI"/>
                          <a:ea typeface="+mn-ea"/>
                          <a:cs typeface="+mn-cs"/>
                        </a:rPr>
                        <a:t>病院と表示される。</a:t>
                      </a:r>
                      <a:br>
                        <a:rPr kumimoji="1" lang="en-US" altLang="ja-JP" sz="1000" b="0" i="0" u="none" strike="noStrike" kern="0" cap="none" spc="0" normalizeH="0" baseline="0" noProof="0">
                          <a:ln>
                            <a:noFill/>
                          </a:ln>
                          <a:solidFill>
                            <a:prstClr val="black"/>
                          </a:solidFill>
                          <a:effectLst/>
                          <a:uLnTx/>
                          <a:uFillTx/>
                          <a:latin typeface="Meiryo UI"/>
                          <a:ea typeface="+mn-ea"/>
                          <a:cs typeface="+mn-cs"/>
                        </a:rPr>
                      </a:br>
                      <a:r>
                        <a:rPr kumimoji="1" lang="en-US" altLang="ja-JP" sz="1000" b="0" i="0" u="none" strike="noStrike" kern="0" cap="none" spc="0" normalizeH="0" baseline="0" noProof="0">
                          <a:ln>
                            <a:noFill/>
                          </a:ln>
                          <a:solidFill>
                            <a:prstClr val="black"/>
                          </a:solidFill>
                          <a:effectLst/>
                          <a:uLnTx/>
                          <a:uFillTx/>
                          <a:latin typeface="Meiryo UI"/>
                          <a:ea typeface="+mn-ea"/>
                          <a:cs typeface="+mn-cs"/>
                        </a:rPr>
                        <a:t>6/20</a:t>
                      </a:r>
                      <a:r>
                        <a:rPr kumimoji="1" lang="ja-JP" altLang="en-US" sz="1000" b="0" i="0" u="none" strike="noStrike" kern="0" cap="none" spc="0" normalizeH="0" baseline="0" noProof="0">
                          <a:ln>
                            <a:noFill/>
                          </a:ln>
                          <a:solidFill>
                            <a:prstClr val="black"/>
                          </a:solidFill>
                          <a:effectLst/>
                          <a:uLnTx/>
                          <a:uFillTx/>
                          <a:latin typeface="Meiryo UI"/>
                          <a:ea typeface="+mn-ea"/>
                          <a:cs typeface="+mn-cs"/>
                        </a:rPr>
                        <a:t>： </a:t>
                      </a:r>
                      <a:r>
                        <a:rPr kumimoji="1" lang="en-US" altLang="ja-JP" sz="1000" b="0" i="0" u="none" strike="noStrike" kern="0" cap="none" spc="0" normalizeH="0" baseline="0" noProof="0">
                          <a:ln>
                            <a:noFill/>
                          </a:ln>
                          <a:solidFill>
                            <a:prstClr val="black"/>
                          </a:solidFill>
                          <a:effectLst/>
                          <a:uLnTx/>
                          <a:uFillTx/>
                          <a:latin typeface="Meiryo UI"/>
                          <a:ea typeface="+mn-ea"/>
                          <a:cs typeface="+mn-cs"/>
                        </a:rPr>
                        <a:t>A</a:t>
                      </a:r>
                      <a:r>
                        <a:rPr kumimoji="1" lang="ja-JP" altLang="en-US" sz="1000" b="0" i="0" u="none" strike="noStrike" kern="0" cap="none" spc="0" normalizeH="0" baseline="0" noProof="0">
                          <a:ln>
                            <a:noFill/>
                          </a:ln>
                          <a:solidFill>
                            <a:prstClr val="black"/>
                          </a:solidFill>
                          <a:effectLst/>
                          <a:uLnTx/>
                          <a:uFillTx/>
                          <a:latin typeface="Meiryo UI"/>
                          <a:ea typeface="+mn-ea"/>
                          <a:cs typeface="+mn-cs"/>
                        </a:rPr>
                        <a:t>病院が患者サマリーを登録</a:t>
                      </a:r>
                      <a:br>
                        <a:rPr kumimoji="1" lang="en-US" altLang="ja-JP" sz="1000" b="0" i="0" u="none" strike="noStrike" kern="0" cap="none" spc="0" normalizeH="0" baseline="0" noProof="0">
                          <a:ln>
                            <a:noFill/>
                          </a:ln>
                          <a:solidFill>
                            <a:prstClr val="black"/>
                          </a:solidFill>
                          <a:effectLst/>
                          <a:uLnTx/>
                          <a:uFillTx/>
                          <a:latin typeface="Meiryo UI"/>
                          <a:ea typeface="+mn-ea"/>
                          <a:cs typeface="+mn-cs"/>
                        </a:rPr>
                      </a:br>
                      <a:r>
                        <a:rPr kumimoji="1" lang="en-US" altLang="ja-JP" sz="1000" b="0" i="0" u="none" strike="noStrike" kern="0" cap="none" spc="0" normalizeH="0" baseline="0" noProof="0">
                          <a:ln>
                            <a:noFill/>
                          </a:ln>
                          <a:solidFill>
                            <a:prstClr val="black"/>
                          </a:solidFill>
                          <a:effectLst/>
                          <a:uLnTx/>
                          <a:uFillTx/>
                          <a:latin typeface="Meiryo UI"/>
                          <a:ea typeface="+mn-ea"/>
                          <a:cs typeface="+mn-cs"/>
                        </a:rPr>
                        <a:t>7/1</a:t>
                      </a:r>
                      <a:r>
                        <a:rPr kumimoji="1" lang="ja-JP" altLang="en-US" sz="1000" b="0" i="0" u="none" strike="noStrike" kern="0" cap="none" spc="0" normalizeH="0" baseline="0" noProof="0">
                          <a:ln>
                            <a:noFill/>
                          </a:ln>
                          <a:solidFill>
                            <a:prstClr val="black"/>
                          </a:solidFill>
                          <a:effectLst/>
                          <a:uLnTx/>
                          <a:uFillTx/>
                          <a:latin typeface="Meiryo UI"/>
                          <a:ea typeface="+mn-ea"/>
                          <a:cs typeface="+mn-cs"/>
                        </a:rPr>
                        <a:t>： 　</a:t>
                      </a:r>
                      <a:r>
                        <a:rPr kumimoji="1" lang="en-US" altLang="ja-JP" sz="1000" b="0" i="0" u="none" strike="noStrike" kern="0" cap="none" spc="0" normalizeH="0" baseline="0" noProof="0">
                          <a:ln>
                            <a:noFill/>
                          </a:ln>
                          <a:solidFill>
                            <a:prstClr val="black"/>
                          </a:solidFill>
                          <a:effectLst/>
                          <a:uLnTx/>
                          <a:uFillTx/>
                          <a:latin typeface="Meiryo UI"/>
                          <a:ea typeface="+mn-ea"/>
                          <a:cs typeface="+mn-cs"/>
                        </a:rPr>
                        <a:t>A</a:t>
                      </a:r>
                      <a:r>
                        <a:rPr kumimoji="1" lang="ja-JP" altLang="en-US" sz="1000" b="0" i="0" u="none" strike="noStrike" kern="0" cap="none" spc="0" normalizeH="0" baseline="0" noProof="0">
                          <a:ln>
                            <a:noFill/>
                          </a:ln>
                          <a:solidFill>
                            <a:prstClr val="black"/>
                          </a:solidFill>
                          <a:effectLst/>
                          <a:uLnTx/>
                          <a:uFillTx/>
                          <a:latin typeface="Meiryo UI"/>
                          <a:ea typeface="+mn-ea"/>
                          <a:cs typeface="+mn-cs"/>
                        </a:rPr>
                        <a:t>病院から</a:t>
                      </a:r>
                      <a:r>
                        <a:rPr kumimoji="1" lang="en-US" altLang="ja-JP" sz="1000" b="0" i="0" u="none" strike="noStrike" kern="0" cap="none" spc="0" normalizeH="0" baseline="0" noProof="0">
                          <a:ln>
                            <a:noFill/>
                          </a:ln>
                          <a:solidFill>
                            <a:prstClr val="black"/>
                          </a:solidFill>
                          <a:effectLst/>
                          <a:uLnTx/>
                          <a:uFillTx/>
                          <a:latin typeface="Meiryo UI"/>
                          <a:ea typeface="+mn-ea"/>
                          <a:cs typeface="+mn-cs"/>
                        </a:rPr>
                        <a:t>B</a:t>
                      </a:r>
                      <a:r>
                        <a:rPr kumimoji="1" lang="ja-JP" altLang="en-US" sz="1000" b="0" i="0" u="none" strike="noStrike" kern="0" cap="none" spc="0" normalizeH="0" baseline="0" noProof="0">
                          <a:ln>
                            <a:noFill/>
                          </a:ln>
                          <a:solidFill>
                            <a:prstClr val="black"/>
                          </a:solidFill>
                          <a:effectLst/>
                          <a:uLnTx/>
                          <a:uFillTx/>
                          <a:latin typeface="Meiryo UI"/>
                          <a:ea typeface="+mn-ea"/>
                          <a:cs typeface="+mn-cs"/>
                        </a:rPr>
                        <a:t>病院へ承継</a:t>
                      </a:r>
                      <a:br>
                        <a:rPr kumimoji="1" lang="en-US" altLang="ja-JP" sz="1000" b="0" i="0" u="none" strike="noStrike" kern="0" cap="none" spc="0" normalizeH="0" baseline="0" noProof="0">
                          <a:ln>
                            <a:noFill/>
                          </a:ln>
                          <a:solidFill>
                            <a:prstClr val="black"/>
                          </a:solidFill>
                          <a:effectLst/>
                          <a:uLnTx/>
                          <a:uFillTx/>
                          <a:latin typeface="Meiryo UI"/>
                          <a:ea typeface="+mn-ea"/>
                          <a:cs typeface="+mn-cs"/>
                        </a:rPr>
                      </a:br>
                      <a:r>
                        <a:rPr kumimoji="1" lang="en-US" altLang="ja-JP" sz="1000" b="0" i="0" u="none" strike="noStrike" kern="0" cap="none" spc="0" normalizeH="0" baseline="0" noProof="0">
                          <a:ln>
                            <a:noFill/>
                          </a:ln>
                          <a:solidFill>
                            <a:prstClr val="black"/>
                          </a:solidFill>
                          <a:effectLst/>
                          <a:uLnTx/>
                          <a:uFillTx/>
                          <a:latin typeface="Meiryo UI"/>
                          <a:ea typeface="+mn-ea"/>
                          <a:cs typeface="+mn-cs"/>
                        </a:rPr>
                        <a:t>7/15</a:t>
                      </a:r>
                      <a:r>
                        <a:rPr kumimoji="1" lang="ja-JP" altLang="en-US" sz="1000" b="0" i="0" u="none" strike="noStrike" kern="0" cap="none" spc="0" normalizeH="0" baseline="0" noProof="0">
                          <a:ln>
                            <a:noFill/>
                          </a:ln>
                          <a:solidFill>
                            <a:prstClr val="black"/>
                          </a:solidFill>
                          <a:effectLst/>
                          <a:uLnTx/>
                          <a:uFillTx/>
                          <a:latin typeface="Meiryo UI"/>
                          <a:ea typeface="+mn-ea"/>
                          <a:cs typeface="+mn-cs"/>
                        </a:rPr>
                        <a:t>： </a:t>
                      </a:r>
                      <a:r>
                        <a:rPr kumimoji="1" lang="en-US" altLang="ja-JP" sz="1000" b="0" i="0" u="none" strike="noStrike" kern="0" cap="none" spc="0" normalizeH="0" baseline="0" noProof="0">
                          <a:ln>
                            <a:noFill/>
                          </a:ln>
                          <a:solidFill>
                            <a:prstClr val="black"/>
                          </a:solidFill>
                          <a:effectLst/>
                          <a:uLnTx/>
                          <a:uFillTx/>
                          <a:latin typeface="Meiryo UI"/>
                          <a:ea typeface="+mn-ea"/>
                          <a:cs typeface="+mn-cs"/>
                        </a:rPr>
                        <a:t>B</a:t>
                      </a:r>
                      <a:r>
                        <a:rPr kumimoji="1" lang="ja-JP" altLang="en-US" sz="1000" b="0" i="0" u="none" strike="noStrike" kern="0" cap="none" spc="0" normalizeH="0" baseline="0" noProof="0">
                          <a:ln>
                            <a:noFill/>
                          </a:ln>
                          <a:solidFill>
                            <a:prstClr val="black"/>
                          </a:solidFill>
                          <a:effectLst/>
                          <a:uLnTx/>
                          <a:uFillTx/>
                          <a:latin typeface="Meiryo UI"/>
                          <a:ea typeface="+mn-ea"/>
                          <a:cs typeface="+mn-cs"/>
                        </a:rPr>
                        <a:t>病院が</a:t>
                      </a:r>
                      <a:r>
                        <a:rPr kumimoji="1" lang="en-US" altLang="ja-JP" sz="1000" b="0" i="0" u="none" strike="noStrike" kern="0" cap="none" spc="0" normalizeH="0" baseline="0" noProof="0">
                          <a:ln>
                            <a:noFill/>
                          </a:ln>
                          <a:solidFill>
                            <a:prstClr val="black"/>
                          </a:solidFill>
                          <a:effectLst/>
                          <a:uLnTx/>
                          <a:uFillTx/>
                          <a:latin typeface="Meiryo UI"/>
                          <a:ea typeface="+mn-ea"/>
                          <a:cs typeface="+mn-cs"/>
                        </a:rPr>
                        <a:t>6/20</a:t>
                      </a:r>
                      <a:r>
                        <a:rPr kumimoji="1" lang="ja-JP" altLang="en-US" sz="1000" b="0" i="0" u="none" strike="noStrike" kern="0" cap="none" spc="0" normalizeH="0" baseline="0" noProof="0">
                          <a:ln>
                            <a:noFill/>
                          </a:ln>
                          <a:solidFill>
                            <a:prstClr val="black"/>
                          </a:solidFill>
                          <a:effectLst/>
                          <a:uLnTx/>
                          <a:uFillTx/>
                          <a:latin typeface="Meiryo UI"/>
                          <a:ea typeface="+mn-ea"/>
                          <a:cs typeface="+mn-cs"/>
                        </a:rPr>
                        <a:t>に登録した患者サマリーを更新</a:t>
                      </a:r>
                      <a:endParaRPr kumimoji="1" lang="en-US" altLang="ja-JP" sz="1000" b="0" i="0" u="none" strike="noStrike" kern="0" cap="none" spc="0" normalizeH="0" baseline="0" noProof="0">
                        <a:ln>
                          <a:noFill/>
                        </a:ln>
                        <a:solidFill>
                          <a:prstClr val="black"/>
                        </a:solidFill>
                        <a:effectLst/>
                        <a:uLnTx/>
                        <a:uFillTx/>
                        <a:latin typeface="Meiryo UI"/>
                        <a:ea typeface="+mn-ea"/>
                        <a:cs typeface="+mn-cs"/>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808508447"/>
                  </a:ext>
                </a:extLst>
              </a:tr>
              <a:tr h="130202">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目的</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685673" rtl="0" eaLnBrk="1" fontAlgn="ctr"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prstClr val="black"/>
                          </a:solidFill>
                          <a:effectLst/>
                          <a:uLnTx/>
                          <a:uFillTx/>
                          <a:latin typeface="+mj-ea"/>
                          <a:ea typeface="+mn-ea"/>
                          <a:cs typeface="Meiryo UI" panose="020B0604030504040204" pitchFamily="50" charset="-128"/>
                        </a:rPr>
                        <a:t>・更新前後で表示される指導医療機関名称が変わることを防ぎ、患者サマリーを閲覧する患者が混乱しないようにする。</a:t>
                      </a:r>
                      <a:endParaRPr kumimoji="0" lang="en-US" altLang="ja-JP" sz="1000" b="0" i="0" u="none" strike="noStrike" kern="0" cap="none" spc="0" normalizeH="0" baseline="0" noProof="0">
                        <a:ln>
                          <a:noFill/>
                        </a:ln>
                        <a:solidFill>
                          <a:prstClr val="black"/>
                        </a:solidFill>
                        <a:effectLst/>
                        <a:uLnTx/>
                        <a:uFillTx/>
                        <a:latin typeface="+mj-ea"/>
                        <a:ea typeface="+mn-ea"/>
                        <a:cs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149341942"/>
                  </a:ext>
                </a:extLst>
              </a:tr>
              <a:tr h="397396">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要求事項</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000" b="0" i="0" u="none" strike="noStrike">
                          <a:solidFill>
                            <a:schemeClr val="tx1"/>
                          </a:solidFill>
                          <a:effectLst/>
                          <a:latin typeface="+mj-ea"/>
                          <a:ea typeface="+mj-ea"/>
                        </a:rPr>
                        <a:t>■機能</a:t>
                      </a:r>
                      <a:endParaRPr lang="en-US" altLang="ja-JP" sz="1000" b="0" i="0" u="none" strike="noStrike">
                        <a:solidFill>
                          <a:schemeClr val="tx1"/>
                        </a:solidFill>
                        <a:effectLst/>
                        <a:latin typeface="+mj-ea"/>
                        <a:ea typeface="+mj-ea"/>
                      </a:endParaRP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000" b="0" i="0" u="none" strike="noStrike">
                          <a:solidFill>
                            <a:schemeClr val="tx1"/>
                          </a:solidFill>
                          <a:effectLst/>
                          <a:latin typeface="+mj-ea"/>
                          <a:ea typeface="+mj-ea"/>
                        </a:rPr>
                        <a:t>　患者サマリーの登録機能</a:t>
                      </a:r>
                      <a:endParaRPr lang="en-US" altLang="ja-JP" sz="1000" b="0" i="0" u="none" strike="noStrike">
                        <a:solidFill>
                          <a:schemeClr val="tx1"/>
                        </a:solidFill>
                        <a:effectLst/>
                        <a:latin typeface="+mj-ea"/>
                        <a:ea typeface="+mj-ea"/>
                      </a:endParaRP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000" b="0" i="0" u="none" strike="noStrike">
                          <a:solidFill>
                            <a:schemeClr val="tx1"/>
                          </a:solidFill>
                          <a:effectLst/>
                          <a:latin typeface="+mj-ea"/>
                          <a:ea typeface="+mj-ea"/>
                        </a:rPr>
                        <a:t>　</a:t>
                      </a:r>
                      <a:endParaRPr lang="en-US" altLang="ja-JP" sz="1000" b="0" i="0" u="none" strike="noStrike">
                        <a:solidFill>
                          <a:schemeClr val="tx1"/>
                        </a:solidFill>
                        <a:effectLst/>
                        <a:latin typeface="+mj-ea"/>
                        <a:ea typeface="+mj-ea"/>
                      </a:endParaRP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000" b="0" i="0" u="none" strike="noStrike">
                          <a:solidFill>
                            <a:schemeClr val="tx1"/>
                          </a:solidFill>
                          <a:effectLst/>
                          <a:latin typeface="+mj-ea"/>
                          <a:ea typeface="+mj-ea"/>
                        </a:rPr>
                        <a:t>■内容</a:t>
                      </a:r>
                      <a:endParaRPr lang="en-US" altLang="ja-JP" sz="1000" b="0" i="0" u="none" strike="noStrike">
                        <a:solidFill>
                          <a:schemeClr val="tx1"/>
                        </a:solidFill>
                        <a:effectLst/>
                        <a:latin typeface="+mj-ea"/>
                        <a:ea typeface="+mj-ea"/>
                      </a:endParaRP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000" b="0" i="0" u="none" strike="noStrike">
                          <a:solidFill>
                            <a:schemeClr val="tx1"/>
                          </a:solidFill>
                          <a:effectLst/>
                          <a:latin typeface="+mj-ea"/>
                          <a:ea typeface="+mj-ea"/>
                        </a:rPr>
                        <a:t>指導日が承継日より前の患者サマリーの登録</a:t>
                      </a:r>
                      <a:r>
                        <a:rPr lang="en-US" altLang="ja-JP" sz="1000" b="0" i="0" u="none" strike="noStrike">
                          <a:solidFill>
                            <a:schemeClr val="tx1"/>
                          </a:solidFill>
                          <a:effectLst/>
                          <a:latin typeface="+mj-ea"/>
                          <a:ea typeface="+mj-ea"/>
                        </a:rPr>
                        <a:t>(</a:t>
                      </a:r>
                      <a:r>
                        <a:rPr lang="ja-JP" altLang="en-US" sz="1000" b="0" i="0" u="none" strike="noStrike">
                          <a:solidFill>
                            <a:schemeClr val="tx1"/>
                          </a:solidFill>
                          <a:effectLst/>
                          <a:latin typeface="+mj-ea"/>
                          <a:ea typeface="+mj-ea"/>
                        </a:rPr>
                        <a:t>更新処理の一環としての登録</a:t>
                      </a:r>
                      <a:r>
                        <a:rPr lang="en-US" altLang="ja-JP" sz="1000" b="0" i="0" u="none" strike="noStrike">
                          <a:solidFill>
                            <a:schemeClr val="tx1"/>
                          </a:solidFill>
                          <a:effectLst/>
                          <a:latin typeface="+mj-ea"/>
                          <a:ea typeface="+mj-ea"/>
                        </a:rPr>
                        <a:t>)</a:t>
                      </a:r>
                      <a:r>
                        <a:rPr lang="ja-JP" altLang="en-US" sz="1000" b="0" i="0" u="none" strike="noStrike">
                          <a:solidFill>
                            <a:schemeClr val="tx1"/>
                          </a:solidFill>
                          <a:effectLst/>
                          <a:latin typeface="+mj-ea"/>
                          <a:ea typeface="+mj-ea"/>
                        </a:rPr>
                        <a:t>の場合には、医療機関名・医療機関コードを承継先医療機関に変換する処理の対象外とする。</a:t>
                      </a:r>
                      <a:endParaRPr lang="en-US" altLang="ja-JP" sz="1000" b="0" i="0" u="none" strike="noStrike">
                        <a:solidFill>
                          <a:schemeClr val="tx1"/>
                        </a:solidFill>
                        <a:effectLst/>
                        <a:latin typeface="+mj-ea"/>
                        <a:ea typeface="+mj-ea"/>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3847957461"/>
                  </a:ext>
                </a:extLst>
              </a:tr>
              <a:tr h="0">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備考</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a:noFill/>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en-US" altLang="ja-JP" sz="1000" b="0" i="0" u="none" strike="noStrike">
                          <a:solidFill>
                            <a:schemeClr val="tx1"/>
                          </a:solidFill>
                          <a:effectLst/>
                          <a:latin typeface="+mj-ea"/>
                          <a:ea typeface="+mj-ea"/>
                        </a:rPr>
                        <a:t>―</a:t>
                      </a: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606374615"/>
                  </a:ext>
                </a:extLst>
              </a:tr>
            </a:tbl>
          </a:graphicData>
        </a:graphic>
      </p:graphicFrame>
      <p:pic>
        <p:nvPicPr>
          <p:cNvPr id="191" name="図 190">
            <a:extLst>
              <a:ext uri="{FF2B5EF4-FFF2-40B4-BE49-F238E27FC236}">
                <a16:creationId xmlns:a16="http://schemas.microsoft.com/office/drawing/2014/main" id="{F8F6F207-B4FF-34B4-41D2-14953A8D5CC2}"/>
              </a:ext>
            </a:extLst>
          </p:cNvPr>
          <p:cNvPicPr>
            <a:picLocks noChangeAspect="1"/>
          </p:cNvPicPr>
          <p:nvPr/>
        </p:nvPicPr>
        <p:blipFill>
          <a:blip r:embed="rId2"/>
          <a:stretch>
            <a:fillRect/>
          </a:stretch>
        </p:blipFill>
        <p:spPr>
          <a:xfrm>
            <a:off x="1092868" y="4480641"/>
            <a:ext cx="6175228" cy="2298534"/>
          </a:xfrm>
          <a:prstGeom prst="rect">
            <a:avLst/>
          </a:prstGeom>
        </p:spPr>
      </p:pic>
      <p:sp>
        <p:nvSpPr>
          <p:cNvPr id="197" name="正方形/長方形 196">
            <a:extLst>
              <a:ext uri="{FF2B5EF4-FFF2-40B4-BE49-F238E27FC236}">
                <a16:creationId xmlns:a16="http://schemas.microsoft.com/office/drawing/2014/main" id="{DCEC6F5A-95EE-99FD-730C-C0D091BC58CD}"/>
              </a:ext>
            </a:extLst>
          </p:cNvPr>
          <p:cNvSpPr/>
          <p:nvPr/>
        </p:nvSpPr>
        <p:spPr>
          <a:xfrm>
            <a:off x="1187384" y="3915348"/>
            <a:ext cx="5287362" cy="485986"/>
          </a:xfrm>
          <a:prstGeom prst="rect">
            <a:avLst/>
          </a:prstGeom>
          <a:solidFill>
            <a:schemeClr val="bg1"/>
          </a:solidFill>
          <a:ln>
            <a:noFill/>
          </a:ln>
        </p:spPr>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cs typeface="+mn-cs"/>
              </a:rPr>
              <a:t>【</a:t>
            </a:r>
            <a:r>
              <a:rPr kumimoji="1" lang="ja-JP" altLang="en-US" sz="70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cs typeface="+mn-cs"/>
              </a:rPr>
              <a:t>例</a:t>
            </a:r>
            <a:r>
              <a:rPr kumimoji="1" lang="en-US" altLang="ja-JP" sz="70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cs typeface="+mn-cs"/>
              </a:rPr>
              <a:t>】</a:t>
            </a:r>
            <a:r>
              <a:rPr kumimoji="1" lang="ja-JP" altLang="en-US" sz="700" b="0" i="0" u="none" strike="noStrike" kern="0" cap="none" spc="0" normalizeH="0" baseline="0" noProof="0">
                <a:ln>
                  <a:noFill/>
                </a:ln>
                <a:solidFill>
                  <a:prstClr val="black"/>
                </a:solidFill>
                <a:effectLst/>
                <a:uLnTx/>
                <a:uFillTx/>
                <a:latin typeface="メイリオ" panose="020B0604030504040204" pitchFamily="50" charset="-128"/>
                <a:ea typeface="メイリオ" panose="020B0604030504040204" pitchFamily="50" charset="-128"/>
                <a:cs typeface="+mn-cs"/>
              </a:rPr>
              <a:t>以下のタイムラインで承継、患者サマリーの登録が行われた場合</a:t>
            </a:r>
            <a:endParaRPr kumimoji="1" lang="en-US" altLang="ja-JP" sz="700" b="0" i="0" u="none" strike="noStrike" kern="0" cap="none" spc="0" normalizeH="0" baseline="0" noProof="0">
              <a:ln>
                <a:noFill/>
              </a:ln>
              <a:solidFill>
                <a:prstClr val="black"/>
              </a:solidFill>
              <a:effectLst/>
              <a:uLnTx/>
              <a:uFillTx/>
              <a:latin typeface="Meiryo UI"/>
              <a:ea typeface="Meiryo UI"/>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700" b="0" i="0" u="none" strike="noStrike" kern="0" cap="none" spc="0" normalizeH="0" baseline="0" noProof="0">
                <a:ln>
                  <a:noFill/>
                </a:ln>
                <a:solidFill>
                  <a:prstClr val="black"/>
                </a:solidFill>
                <a:effectLst/>
                <a:uLnTx/>
                <a:uFillTx/>
                <a:latin typeface="Meiryo UI"/>
                <a:ea typeface="Meiryo UI"/>
                <a:cs typeface="+mn-cs"/>
              </a:rPr>
              <a:t>6/20</a:t>
            </a:r>
            <a:r>
              <a:rPr kumimoji="1" lang="ja-JP" altLang="en-US" sz="700" b="0" i="0" u="none" strike="noStrike" kern="0" cap="none" spc="0" normalizeH="0" baseline="0" noProof="0">
                <a:ln>
                  <a:noFill/>
                </a:ln>
                <a:solidFill>
                  <a:prstClr val="black"/>
                </a:solidFill>
                <a:effectLst/>
                <a:uLnTx/>
                <a:uFillTx/>
                <a:latin typeface="Meiryo UI"/>
                <a:ea typeface="Meiryo UI"/>
                <a:cs typeface="+mn-cs"/>
              </a:rPr>
              <a:t>： </a:t>
            </a:r>
            <a:r>
              <a:rPr kumimoji="1" lang="en-US" altLang="ja-JP" sz="700" b="0" i="0" u="none" strike="noStrike" kern="0" cap="none" spc="0" normalizeH="0" baseline="0" noProof="0">
                <a:ln>
                  <a:noFill/>
                </a:ln>
                <a:solidFill>
                  <a:prstClr val="black"/>
                </a:solidFill>
                <a:effectLst/>
                <a:uLnTx/>
                <a:uFillTx/>
                <a:latin typeface="Meiryo UI"/>
                <a:ea typeface="Meiryo UI"/>
                <a:cs typeface="+mn-cs"/>
              </a:rPr>
              <a:t>A</a:t>
            </a:r>
            <a:r>
              <a:rPr kumimoji="1" lang="ja-JP" altLang="en-US" sz="700" b="0" i="0" u="none" strike="noStrike" kern="0" cap="none" spc="0" normalizeH="0" baseline="0" noProof="0">
                <a:ln>
                  <a:noFill/>
                </a:ln>
                <a:solidFill>
                  <a:prstClr val="black"/>
                </a:solidFill>
                <a:effectLst/>
                <a:uLnTx/>
                <a:uFillTx/>
                <a:latin typeface="Meiryo UI"/>
                <a:ea typeface="Meiryo UI"/>
                <a:cs typeface="+mn-cs"/>
              </a:rPr>
              <a:t>病院が療養上のアドバイスを登録</a:t>
            </a:r>
            <a:endParaRPr kumimoji="1" lang="en-US" altLang="ja-JP" sz="700" b="0" i="0" u="none" strike="noStrike" kern="0" cap="none" spc="0" normalizeH="0" baseline="0" noProof="0">
              <a:ln>
                <a:noFill/>
              </a:ln>
              <a:solidFill>
                <a:prstClr val="black"/>
              </a:solidFill>
              <a:effectLst/>
              <a:uLnTx/>
              <a:uFillTx/>
              <a:latin typeface="Meiryo UI"/>
              <a:ea typeface="Meiryo UI"/>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700" b="0" i="0" u="none" strike="noStrike" kern="0" cap="none" spc="0" normalizeH="0" baseline="0" noProof="0">
                <a:ln>
                  <a:noFill/>
                </a:ln>
                <a:solidFill>
                  <a:prstClr val="black"/>
                </a:solidFill>
                <a:effectLst/>
                <a:uLnTx/>
                <a:uFillTx/>
                <a:latin typeface="Meiryo UI"/>
                <a:ea typeface="Meiryo UI"/>
                <a:cs typeface="+mn-cs"/>
              </a:rPr>
              <a:t>7/1</a:t>
            </a:r>
            <a:r>
              <a:rPr kumimoji="1" lang="ja-JP" altLang="en-US" sz="700" b="0" i="0" u="none" strike="noStrike" kern="0" cap="none" spc="0" normalizeH="0" baseline="0" noProof="0">
                <a:ln>
                  <a:noFill/>
                </a:ln>
                <a:solidFill>
                  <a:prstClr val="black"/>
                </a:solidFill>
                <a:effectLst/>
                <a:uLnTx/>
                <a:uFillTx/>
                <a:latin typeface="Meiryo UI"/>
                <a:ea typeface="Meiryo UI"/>
                <a:cs typeface="+mn-cs"/>
              </a:rPr>
              <a:t>： 　</a:t>
            </a:r>
            <a:r>
              <a:rPr kumimoji="1" lang="en-US" altLang="ja-JP" sz="700" b="0" i="0" u="none" strike="noStrike" kern="0" cap="none" spc="0" normalizeH="0" baseline="0" noProof="0">
                <a:ln>
                  <a:noFill/>
                </a:ln>
                <a:solidFill>
                  <a:prstClr val="black"/>
                </a:solidFill>
                <a:effectLst/>
                <a:uLnTx/>
                <a:uFillTx/>
                <a:latin typeface="Meiryo UI"/>
                <a:ea typeface="Meiryo UI"/>
                <a:cs typeface="+mn-cs"/>
              </a:rPr>
              <a:t>A</a:t>
            </a:r>
            <a:r>
              <a:rPr kumimoji="1" lang="ja-JP" altLang="en-US" sz="700" b="0" i="0" u="none" strike="noStrike" kern="0" cap="none" spc="0" normalizeH="0" baseline="0" noProof="0">
                <a:ln>
                  <a:noFill/>
                </a:ln>
                <a:solidFill>
                  <a:prstClr val="black"/>
                </a:solidFill>
                <a:effectLst/>
                <a:uLnTx/>
                <a:uFillTx/>
                <a:latin typeface="Meiryo UI"/>
                <a:ea typeface="Meiryo UI"/>
                <a:cs typeface="+mn-cs"/>
              </a:rPr>
              <a:t>病院から</a:t>
            </a:r>
            <a:r>
              <a:rPr kumimoji="1" lang="en-US" altLang="ja-JP" sz="700" b="0" i="0" u="none" strike="noStrike" kern="0" cap="none" spc="0" normalizeH="0" baseline="0" noProof="0">
                <a:ln>
                  <a:noFill/>
                </a:ln>
                <a:solidFill>
                  <a:prstClr val="black"/>
                </a:solidFill>
                <a:effectLst/>
                <a:uLnTx/>
                <a:uFillTx/>
                <a:latin typeface="Meiryo UI"/>
                <a:ea typeface="Meiryo UI"/>
                <a:cs typeface="+mn-cs"/>
              </a:rPr>
              <a:t>B</a:t>
            </a:r>
            <a:r>
              <a:rPr kumimoji="1" lang="ja-JP" altLang="en-US" sz="700" b="0" i="0" u="none" strike="noStrike" kern="0" cap="none" spc="0" normalizeH="0" baseline="0" noProof="0">
                <a:ln>
                  <a:noFill/>
                </a:ln>
                <a:solidFill>
                  <a:prstClr val="black"/>
                </a:solidFill>
                <a:effectLst/>
                <a:uLnTx/>
                <a:uFillTx/>
                <a:latin typeface="Meiryo UI"/>
                <a:ea typeface="Meiryo UI"/>
                <a:cs typeface="+mn-cs"/>
              </a:rPr>
              <a:t>病院へ承継</a:t>
            </a:r>
            <a:endParaRPr kumimoji="1" lang="en-US" altLang="ja-JP" sz="700" b="0" i="0" u="none" strike="noStrike" kern="0" cap="none" spc="0" normalizeH="0" baseline="0" noProof="0">
              <a:ln>
                <a:noFill/>
              </a:ln>
              <a:solidFill>
                <a:prstClr val="black"/>
              </a:solidFill>
              <a:effectLst/>
              <a:uLnTx/>
              <a:uFillTx/>
              <a:latin typeface="Meiryo UI"/>
              <a:ea typeface="Meiryo UI"/>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700" b="0" i="0" u="none" strike="noStrike" kern="0" cap="none" spc="0" normalizeH="0" baseline="0" noProof="0">
                <a:ln>
                  <a:noFill/>
                </a:ln>
                <a:solidFill>
                  <a:prstClr val="black"/>
                </a:solidFill>
                <a:effectLst/>
                <a:uLnTx/>
                <a:uFillTx/>
                <a:latin typeface="Meiryo UI"/>
                <a:ea typeface="Meiryo UI"/>
                <a:cs typeface="+mn-cs"/>
              </a:rPr>
              <a:t>7/15</a:t>
            </a:r>
            <a:r>
              <a:rPr kumimoji="1" lang="ja-JP" altLang="en-US" sz="700" b="0" i="0" u="none" strike="noStrike" kern="0" cap="none" spc="0" normalizeH="0" baseline="0" noProof="0">
                <a:ln>
                  <a:noFill/>
                </a:ln>
                <a:solidFill>
                  <a:prstClr val="black"/>
                </a:solidFill>
                <a:effectLst/>
                <a:uLnTx/>
                <a:uFillTx/>
                <a:latin typeface="Meiryo UI"/>
                <a:ea typeface="Meiryo UI"/>
                <a:cs typeface="+mn-cs"/>
              </a:rPr>
              <a:t>： </a:t>
            </a:r>
            <a:r>
              <a:rPr kumimoji="1" lang="en-US" altLang="ja-JP" sz="700" b="0" i="0" u="none" strike="noStrike" kern="0" cap="none" spc="0" normalizeH="0" baseline="0" noProof="0">
                <a:ln>
                  <a:noFill/>
                </a:ln>
                <a:solidFill>
                  <a:prstClr val="black"/>
                </a:solidFill>
                <a:effectLst/>
                <a:uLnTx/>
                <a:uFillTx/>
                <a:latin typeface="Meiryo UI"/>
                <a:ea typeface="Meiryo UI"/>
                <a:cs typeface="+mn-cs"/>
              </a:rPr>
              <a:t>B</a:t>
            </a:r>
            <a:r>
              <a:rPr kumimoji="1" lang="ja-JP" altLang="en-US" sz="700" b="0" i="0" u="none" strike="noStrike" kern="0" cap="none" spc="0" normalizeH="0" baseline="0" noProof="0">
                <a:ln>
                  <a:noFill/>
                </a:ln>
                <a:solidFill>
                  <a:prstClr val="black"/>
                </a:solidFill>
                <a:effectLst/>
                <a:uLnTx/>
                <a:uFillTx/>
                <a:latin typeface="Meiryo UI"/>
                <a:ea typeface="Meiryo UI"/>
                <a:cs typeface="+mn-cs"/>
              </a:rPr>
              <a:t>病院が</a:t>
            </a:r>
            <a:r>
              <a:rPr kumimoji="1" lang="en-US" altLang="ja-JP" sz="700" b="0" i="0" u="none" strike="noStrike" kern="0" cap="none" spc="0" normalizeH="0" baseline="0" noProof="0">
                <a:ln>
                  <a:noFill/>
                </a:ln>
                <a:solidFill>
                  <a:prstClr val="black"/>
                </a:solidFill>
                <a:effectLst/>
                <a:uLnTx/>
                <a:uFillTx/>
                <a:latin typeface="Meiryo UI"/>
                <a:ea typeface="Meiryo UI"/>
                <a:cs typeface="+mn-cs"/>
              </a:rPr>
              <a:t>6/20</a:t>
            </a:r>
            <a:r>
              <a:rPr kumimoji="1" lang="ja-JP" altLang="en-US" sz="700" b="0" i="0" u="none" strike="noStrike" kern="0" cap="none" spc="0" normalizeH="0" baseline="0" noProof="0">
                <a:ln>
                  <a:noFill/>
                </a:ln>
                <a:solidFill>
                  <a:prstClr val="black"/>
                </a:solidFill>
                <a:effectLst/>
                <a:uLnTx/>
                <a:uFillTx/>
                <a:latin typeface="Meiryo UI"/>
                <a:ea typeface="Meiryo UI"/>
                <a:cs typeface="+mn-cs"/>
              </a:rPr>
              <a:t>に登録した療養上のアドバイスを更新</a:t>
            </a:r>
            <a:endParaRPr kumimoji="1" lang="en-US" altLang="ja-JP" sz="700" b="0" i="0" u="none" strike="noStrike" kern="0" cap="none" spc="0" normalizeH="0" baseline="0" noProof="0">
              <a:ln>
                <a:noFill/>
              </a:ln>
              <a:solidFill>
                <a:prstClr val="black"/>
              </a:solidFill>
              <a:effectLst/>
              <a:uLnTx/>
              <a:uFillTx/>
              <a:latin typeface="Meiryo UI"/>
              <a:ea typeface="Meiryo UI"/>
              <a:cs typeface="+mn-cs"/>
            </a:endParaRPr>
          </a:p>
        </p:txBody>
      </p:sp>
      <p:grpSp>
        <p:nvGrpSpPr>
          <p:cNvPr id="198" name="グループ化 197">
            <a:extLst>
              <a:ext uri="{FF2B5EF4-FFF2-40B4-BE49-F238E27FC236}">
                <a16:creationId xmlns:a16="http://schemas.microsoft.com/office/drawing/2014/main" id="{B062D2BA-414A-CE17-2FED-F3E080B462EE}"/>
              </a:ext>
            </a:extLst>
          </p:cNvPr>
          <p:cNvGrpSpPr/>
          <p:nvPr/>
        </p:nvGrpSpPr>
        <p:grpSpPr>
          <a:xfrm>
            <a:off x="7340004" y="5441582"/>
            <a:ext cx="2188476" cy="1064600"/>
            <a:chOff x="6901720" y="4867030"/>
            <a:chExt cx="2667407" cy="1184021"/>
          </a:xfrm>
        </p:grpSpPr>
        <p:sp>
          <p:nvSpPr>
            <p:cNvPr id="199" name="正方形/長方形 198">
              <a:extLst>
                <a:ext uri="{FF2B5EF4-FFF2-40B4-BE49-F238E27FC236}">
                  <a16:creationId xmlns:a16="http://schemas.microsoft.com/office/drawing/2014/main" id="{120521CF-E732-AC3C-9CB8-756BBAF67EE5}"/>
                </a:ext>
              </a:extLst>
            </p:cNvPr>
            <p:cNvSpPr/>
            <p:nvPr/>
          </p:nvSpPr>
          <p:spPr>
            <a:xfrm>
              <a:off x="6901720" y="4867030"/>
              <a:ext cx="1054267" cy="176164"/>
            </a:xfrm>
            <a:prstGeom prst="rect">
              <a:avLst/>
            </a:prstGeom>
            <a:solidFill>
              <a:srgbClr val="C00000"/>
            </a:solidFill>
            <a:ln w="28575" cap="flat" cmpd="sng" algn="ctr">
              <a:solidFill>
                <a:srgbClr val="C00000"/>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05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要求事項</a:t>
              </a:r>
            </a:p>
          </p:txBody>
        </p:sp>
        <p:sp>
          <p:nvSpPr>
            <p:cNvPr id="200" name="吹き出し: 線 199">
              <a:extLst>
                <a:ext uri="{FF2B5EF4-FFF2-40B4-BE49-F238E27FC236}">
                  <a16:creationId xmlns:a16="http://schemas.microsoft.com/office/drawing/2014/main" id="{6DC092E1-F372-A233-0E60-ADA2330EBCA9}"/>
                </a:ext>
              </a:extLst>
            </p:cNvPr>
            <p:cNvSpPr/>
            <p:nvPr/>
          </p:nvSpPr>
          <p:spPr>
            <a:xfrm>
              <a:off x="6940418" y="5041677"/>
              <a:ext cx="2628709" cy="1009374"/>
            </a:xfrm>
            <a:prstGeom prst="borderCallout1">
              <a:avLst>
                <a:gd name="adj1" fmla="val 63353"/>
                <a:gd name="adj2" fmla="val -515"/>
                <a:gd name="adj3" fmla="val -50792"/>
                <a:gd name="adj4" fmla="val -58108"/>
              </a:avLst>
            </a:prstGeom>
            <a:solidFill>
              <a:schemeClr val="bg1"/>
            </a:solidFill>
            <a:ln w="28575" cap="flat" cmpd="sng" algn="ctr">
              <a:solidFill>
                <a:srgbClr val="C00000"/>
              </a:solid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指導日が承継日より前の患者サマリーの登録</a:t>
              </a:r>
              <a:r>
                <a:rPr kumimoji="1" lang="en-US" altLang="ja-JP" sz="1100" b="0" i="0" u="none" strike="noStrike" kern="1200" cap="none" spc="0" normalizeH="0" baseline="0" noProof="0">
                  <a:ln>
                    <a:noFill/>
                  </a:ln>
                  <a:solidFill>
                    <a:prstClr val="black"/>
                  </a:solidFill>
                  <a:effectLst/>
                  <a:uLnTx/>
                  <a:uFillTx/>
                  <a:latin typeface="Meiryo UI"/>
                  <a:ea typeface="Meiryo UI"/>
                  <a:cs typeface="+mn-cs"/>
                </a:rPr>
                <a:t>(</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更新処理の一環としての登録</a:t>
              </a:r>
              <a:r>
                <a:rPr kumimoji="1" lang="en-US" altLang="ja-JP" sz="1100" b="0" i="0" u="none" strike="noStrike" kern="1200" cap="none" spc="0" normalizeH="0" baseline="0" noProof="0">
                  <a:ln>
                    <a:noFill/>
                  </a:ln>
                  <a:solidFill>
                    <a:prstClr val="black"/>
                  </a:solidFill>
                  <a:effectLst/>
                  <a:uLnTx/>
                  <a:uFillTx/>
                  <a:latin typeface="Meiryo UI"/>
                  <a:ea typeface="Meiryo UI"/>
                  <a:cs typeface="+mn-cs"/>
                </a:rPr>
                <a:t>)</a:t>
              </a:r>
              <a:r>
                <a:rPr kumimoji="1" lang="ja-JP" altLang="en-US" sz="1100" b="0" i="0" u="none" strike="noStrike" kern="1200" cap="none" spc="0" normalizeH="0" baseline="0" noProof="0">
                  <a:ln>
                    <a:noFill/>
                  </a:ln>
                  <a:solidFill>
                    <a:prstClr val="black"/>
                  </a:solidFill>
                  <a:effectLst/>
                  <a:uLnTx/>
                  <a:uFillTx/>
                  <a:latin typeface="Meiryo UI"/>
                  <a:ea typeface="Meiryo UI"/>
                  <a:cs typeface="+mn-cs"/>
                </a:rPr>
                <a:t>の場合には、医療機関名・医療機関コードを承継先医療機関に変換する処理の対象外とする。</a:t>
              </a:r>
              <a:endParaRPr kumimoji="1" lang="en-US" altLang="ja-JP" sz="1100" b="0" i="0" u="none" strike="noStrike" kern="1200" cap="none" spc="0" normalizeH="0" baseline="0" noProof="0">
                <a:ln>
                  <a:noFill/>
                </a:ln>
                <a:solidFill>
                  <a:prstClr val="black"/>
                </a:solidFill>
                <a:effectLst/>
                <a:uLnTx/>
                <a:uFillTx/>
                <a:latin typeface="Meiryo UI"/>
                <a:ea typeface="Meiryo UI"/>
                <a:cs typeface="+mn-cs"/>
              </a:endParaRPr>
            </a:p>
          </p:txBody>
        </p:sp>
      </p:grpSp>
      <p:sp>
        <p:nvSpPr>
          <p:cNvPr id="4" name="正方形/長方形 3">
            <a:extLst>
              <a:ext uri="{FF2B5EF4-FFF2-40B4-BE49-F238E27FC236}">
                <a16:creationId xmlns:a16="http://schemas.microsoft.com/office/drawing/2014/main" id="{7D8CD601-8E8C-549A-CAB1-37723858C20D}"/>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40524676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F9333-B5AF-757D-0E4D-689A9C5D8206}"/>
            </a:ext>
          </a:extLst>
        </p:cNvPr>
        <p:cNvGrpSpPr/>
        <p:nvPr/>
      </p:nvGrpSpPr>
      <p:grpSpPr>
        <a:xfrm>
          <a:off x="0" y="0"/>
          <a:ext cx="0" cy="0"/>
          <a:chOff x="0" y="0"/>
          <a:chExt cx="0" cy="0"/>
        </a:xfrm>
      </p:grpSpPr>
      <p:sp>
        <p:nvSpPr>
          <p:cNvPr id="4" name="タイトル 2">
            <a:extLst>
              <a:ext uri="{FF2B5EF4-FFF2-40B4-BE49-F238E27FC236}">
                <a16:creationId xmlns:a16="http://schemas.microsoft.com/office/drawing/2014/main" id="{B1D3452C-2465-F475-88DF-662E9C813328}"/>
              </a:ext>
            </a:extLst>
          </p:cNvPr>
          <p:cNvSpPr>
            <a:spLocks noGrp="1"/>
          </p:cNvSpPr>
          <p:nvPr>
            <p:ph type="title"/>
          </p:nvPr>
        </p:nvSpPr>
        <p:spPr/>
        <p:txBody>
          <a:bodyPr lIns="0" tIns="45720" rIns="0" bIns="45720" anchor="b" anchorCtr="0">
            <a:normAutofit/>
          </a:bodyPr>
          <a:lstStyle/>
          <a:p>
            <a:pPr>
              <a:lnSpc>
                <a:spcPct val="90000"/>
              </a:lnSpc>
              <a:tabLst>
                <a:tab pos="1879600" algn="l"/>
                <a:tab pos="2693988" algn="l"/>
              </a:tabLst>
            </a:pPr>
            <a:r>
              <a:rPr lang="en-US" altLang="ja-JP" sz="1600"/>
              <a:t>2</a:t>
            </a:r>
            <a:r>
              <a:rPr lang="ja-JP" altLang="en-US" sz="1600"/>
              <a:t>．令和</a:t>
            </a:r>
            <a:r>
              <a:rPr lang="en-US" altLang="ja-JP" sz="1600"/>
              <a:t>9</a:t>
            </a:r>
            <a:r>
              <a:rPr lang="ja-JP" altLang="en-US" sz="1600"/>
              <a:t>年度案件について</a:t>
            </a:r>
            <a:br>
              <a:rPr lang="en-US" altLang="ja-JP" sz="1600"/>
            </a:br>
            <a:r>
              <a:rPr lang="ja-JP" altLang="en-US" sz="1600"/>
              <a:t>案件</a:t>
            </a:r>
            <a:r>
              <a:rPr lang="en-US" altLang="ja-JP" sz="1600"/>
              <a:t>ID226</a:t>
            </a:r>
            <a:r>
              <a:rPr lang="en-US" altLang="ja-JP" sz="1700"/>
              <a:t>_</a:t>
            </a:r>
            <a:r>
              <a:rPr lang="ja-JP" altLang="en-US" sz="1700"/>
              <a:t>患者サマリーにおける</a:t>
            </a:r>
            <a:r>
              <a:rPr lang="en-US" altLang="ja-JP" sz="1700"/>
              <a:t>PDF</a:t>
            </a:r>
            <a:r>
              <a:rPr lang="ja-JP" altLang="en-US" sz="1700"/>
              <a:t>の添付</a:t>
            </a:r>
          </a:p>
        </p:txBody>
      </p:sp>
      <p:graphicFrame>
        <p:nvGraphicFramePr>
          <p:cNvPr id="2" name="表 1">
            <a:extLst>
              <a:ext uri="{FF2B5EF4-FFF2-40B4-BE49-F238E27FC236}">
                <a16:creationId xmlns:a16="http://schemas.microsoft.com/office/drawing/2014/main" id="{15F386BE-FC80-8D80-7C0B-A9AF2C0BDE9C}"/>
              </a:ext>
            </a:extLst>
          </p:cNvPr>
          <p:cNvGraphicFramePr>
            <a:graphicFrameLocks noGrp="1"/>
          </p:cNvGraphicFramePr>
          <p:nvPr/>
        </p:nvGraphicFramePr>
        <p:xfrm>
          <a:off x="495302" y="727616"/>
          <a:ext cx="8755378" cy="2165751"/>
        </p:xfrm>
        <a:graphic>
          <a:graphicData uri="http://schemas.openxmlformats.org/drawingml/2006/table">
            <a:tbl>
              <a:tblPr/>
              <a:tblGrid>
                <a:gridCol w="1107755">
                  <a:extLst>
                    <a:ext uri="{9D8B030D-6E8A-4147-A177-3AD203B41FA5}">
                      <a16:colId xmlns:a16="http://schemas.microsoft.com/office/drawing/2014/main" val="3507052572"/>
                    </a:ext>
                  </a:extLst>
                </a:gridCol>
                <a:gridCol w="7647623">
                  <a:extLst>
                    <a:ext uri="{9D8B030D-6E8A-4147-A177-3AD203B41FA5}">
                      <a16:colId xmlns:a16="http://schemas.microsoft.com/office/drawing/2014/main" val="3506754757"/>
                    </a:ext>
                  </a:extLst>
                </a:gridCol>
              </a:tblGrid>
              <a:tr h="358061">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背景</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ja-JP" altLang="en-US" sz="1100" b="0" i="0" u="none" strike="noStrike" kern="900" cap="none" spc="69"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患者サマリーに傷病名及び療養上の計画・アドバイスを記載することにより、生活習慣病管理料等の算定要件を満たすことが可能である。</a:t>
                      </a:r>
                      <a:endParaRPr kumimoji="1" lang="en-US" altLang="ja-JP" sz="1100" b="0" i="0" u="none" strike="noStrike" kern="900" cap="none" spc="69"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843930" rtl="0" eaLnBrk="1" fontAlgn="ctr" latinLnBrk="0" hangingPunct="1">
                        <a:lnSpc>
                          <a:spcPct val="100000"/>
                        </a:lnSpc>
                        <a:spcBef>
                          <a:spcPts val="0"/>
                        </a:spcBef>
                        <a:spcAft>
                          <a:spcPts val="0"/>
                        </a:spcAft>
                        <a:buClrTx/>
                        <a:buSzTx/>
                        <a:buFontTx/>
                        <a:buNone/>
                        <a:tabLst/>
                        <a:defRPr/>
                      </a:pPr>
                      <a:r>
                        <a:rPr kumimoji="1" lang="ja-JP" altLang="en-US" sz="1100">
                          <a:latin typeface="Meiryo UI" panose="020B0604030504040204" pitchFamily="50" charset="-128"/>
                          <a:ea typeface="Meiryo UI" panose="020B0604030504040204" pitchFamily="50" charset="-128"/>
                        </a:rPr>
                        <a:t>現在、生活習慣病管理料では、療養計画書の様式は別紙様式</a:t>
                      </a:r>
                      <a:r>
                        <a:rPr kumimoji="1" lang="en-US" altLang="ja-JP" sz="1100">
                          <a:latin typeface="Meiryo UI" panose="020B0604030504040204" pitchFamily="50" charset="-128"/>
                          <a:ea typeface="Meiryo UI" panose="020B0604030504040204" pitchFamily="50" charset="-128"/>
                        </a:rPr>
                        <a:t>9</a:t>
                      </a:r>
                      <a:r>
                        <a:rPr kumimoji="1" lang="ja-JP" altLang="en-US" sz="1100">
                          <a:latin typeface="Meiryo UI" panose="020B0604030504040204" pitchFamily="50" charset="-128"/>
                          <a:ea typeface="Meiryo UI" panose="020B0604030504040204" pitchFamily="50" charset="-128"/>
                        </a:rPr>
                        <a:t>またはこれに準じた様式にすることと定義している。</a:t>
                      </a:r>
                      <a:endParaRPr lang="en-US" altLang="ja-JP" sz="1100" spc="75">
                        <a:solidFill>
                          <a:srgbClr val="000000"/>
                        </a:solidFill>
                        <a:latin typeface="Meiryo UI" panose="020B0604030504040204" pitchFamily="50" charset="-128"/>
                        <a:ea typeface="+mn-ea"/>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2394099348"/>
                  </a:ext>
                </a:extLst>
              </a:tr>
              <a:tr h="232056">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課題</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algn="l" rtl="0"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マイナポータルにおいて、療養計画書と同等の内容を表示させる際に、別紙様式</a:t>
                      </a:r>
                      <a:r>
                        <a:rPr lang="en-US" altLang="ja-JP" sz="1100" b="0" i="0" u="none" strike="noStrike">
                          <a:solidFill>
                            <a:srgbClr val="000000"/>
                          </a:solidFill>
                          <a:effectLst/>
                          <a:latin typeface="Meiryo UI" panose="020B0604030504040204" pitchFamily="50" charset="-128"/>
                          <a:ea typeface="Meiryo UI" panose="020B0604030504040204" pitchFamily="50" charset="-128"/>
                        </a:rPr>
                        <a:t>9</a:t>
                      </a:r>
                      <a:r>
                        <a:rPr lang="ja-JP" altLang="en-US" sz="1100" b="0" i="0" u="none" strike="noStrike">
                          <a:solidFill>
                            <a:srgbClr val="000000"/>
                          </a:solidFill>
                          <a:effectLst/>
                          <a:latin typeface="Meiryo UI" panose="020B0604030504040204" pitchFamily="50" charset="-128"/>
                          <a:ea typeface="Meiryo UI" panose="020B0604030504040204" pitchFamily="50" charset="-128"/>
                        </a:rPr>
                        <a:t>の表示と異なる</a:t>
                      </a:r>
                      <a:endParaRPr lang="en-US" altLang="ja-JP" sz="1100" b="0" i="0" u="none" strike="noStrike">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808508447"/>
                  </a:ext>
                </a:extLst>
              </a:tr>
              <a:tr h="0">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目的</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t" latinLnBrk="0" hangingPunct="1">
                        <a:lnSpc>
                          <a:spcPct val="119048"/>
                        </a:lnSpc>
                        <a:spcBef>
                          <a:spcPts val="0"/>
                        </a:spcBef>
                        <a:spcAft>
                          <a:spcPts val="0"/>
                        </a:spcAft>
                        <a:buClrTx/>
                        <a:buSzTx/>
                        <a:buFontTx/>
                        <a:buNone/>
                        <a:tabLst/>
                        <a:defRPr/>
                      </a:pPr>
                      <a:r>
                        <a:rPr lang="ja-JP" altLang="en-US" sz="1050" b="0" i="0" u="none" strike="noStrike">
                          <a:solidFill>
                            <a:srgbClr val="000000"/>
                          </a:solidFill>
                          <a:effectLst/>
                          <a:latin typeface="Meiryo UI" panose="020B0604030504040204" pitchFamily="50" charset="-128"/>
                          <a:ea typeface="Meiryo UI" panose="020B0604030504040204" pitchFamily="50" charset="-128"/>
                        </a:rPr>
                        <a:t>マイナポータルにおいて、療養計画書と同等の内容を表示させる際に、別紙様式</a:t>
                      </a:r>
                      <a:r>
                        <a:rPr lang="en-US" altLang="ja-JP" sz="1050" b="0" i="0" u="none" strike="noStrike">
                          <a:solidFill>
                            <a:srgbClr val="000000"/>
                          </a:solidFill>
                          <a:effectLst/>
                          <a:latin typeface="Meiryo UI" panose="020B0604030504040204" pitchFamily="50" charset="-128"/>
                          <a:ea typeface="Meiryo UI" panose="020B0604030504040204" pitchFamily="50" charset="-128"/>
                        </a:rPr>
                        <a:t>9</a:t>
                      </a:r>
                      <a:r>
                        <a:rPr lang="ja-JP" altLang="en-US" sz="1050" b="0" i="0" u="none" strike="noStrike">
                          <a:solidFill>
                            <a:srgbClr val="000000"/>
                          </a:solidFill>
                          <a:effectLst/>
                          <a:latin typeface="Meiryo UI" panose="020B0604030504040204" pitchFamily="50" charset="-128"/>
                          <a:ea typeface="Meiryo UI" panose="020B0604030504040204" pitchFamily="50" charset="-128"/>
                        </a:rPr>
                        <a:t>の表示を患者も閲覧できるように</a:t>
                      </a:r>
                      <a:r>
                        <a:rPr lang="en-US" altLang="ja-JP" sz="1050" b="0" i="0" u="none" strike="noStrike">
                          <a:solidFill>
                            <a:srgbClr val="000000"/>
                          </a:solidFill>
                          <a:effectLst/>
                          <a:latin typeface="Meiryo UI" panose="020B0604030504040204" pitchFamily="50" charset="-128"/>
                          <a:ea typeface="Meiryo UI" panose="020B0604030504040204" pitchFamily="50" charset="-128"/>
                        </a:rPr>
                        <a:t>PDF</a:t>
                      </a:r>
                      <a:r>
                        <a:rPr lang="ja-JP" altLang="en-US" sz="1050" b="0" i="0" u="none" strike="noStrike">
                          <a:solidFill>
                            <a:srgbClr val="000000"/>
                          </a:solidFill>
                          <a:effectLst/>
                          <a:latin typeface="Meiryo UI" panose="020B0604030504040204" pitchFamily="50" charset="-128"/>
                          <a:ea typeface="Meiryo UI" panose="020B0604030504040204" pitchFamily="50" charset="-128"/>
                        </a:rPr>
                        <a:t>を添付する</a:t>
                      </a:r>
                      <a:endParaRPr lang="en-US" altLang="ja-JP" sz="1050" b="0" i="0" u="none" strike="noStrike">
                        <a:solidFill>
                          <a:srgbClr val="000000"/>
                        </a:solidFill>
                        <a:effectLst/>
                        <a:latin typeface="Meiryo UI" panose="020B0604030504040204" pitchFamily="50" charset="-128"/>
                        <a:ea typeface="Meiryo UI" panose="020B0604030504040204" pitchFamily="50" charset="-128"/>
                      </a:endParaRPr>
                    </a:p>
                  </a:txBody>
                  <a:tcP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149341942"/>
                  </a:ext>
                </a:extLst>
              </a:tr>
              <a:tr h="316059">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要求事項</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r>
                        <a:rPr lang="ja-JP" altLang="en-US" sz="1100"/>
                        <a:t>■機能：患者サマリー添付情報機能</a:t>
                      </a:r>
                      <a:endParaRPr lang="en-US" altLang="ja-JP" sz="1100"/>
                    </a:p>
                    <a:p>
                      <a:r>
                        <a:rPr lang="ja-JP" altLang="en-US" sz="1100"/>
                        <a:t>■要求事項</a:t>
                      </a:r>
                      <a:endParaRPr lang="en-US" altLang="ja-JP" sz="1100"/>
                    </a:p>
                    <a:p>
                      <a:r>
                        <a:rPr lang="ja-JP" altLang="en-US" sz="1100"/>
                        <a:t>患者サマリーの</a:t>
                      </a:r>
                      <a:r>
                        <a:rPr lang="en-US" altLang="ja-JP" sz="1100"/>
                        <a:t>DocumentReference</a:t>
                      </a:r>
                      <a:r>
                        <a:rPr lang="ja-JP" altLang="en-US" sz="1100"/>
                        <a:t>リソースに添付された添付資料をマイナポータルでも表示できるようにする。</a:t>
                      </a:r>
                      <a:endParaRPr lang="ja-JP" altLang="ja-JP" sz="1100">
                        <a:highlight>
                          <a:srgbClr val="FFFF00"/>
                        </a:highlight>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3847957461"/>
                  </a:ext>
                </a:extLst>
              </a:tr>
              <a:tr h="106051">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備考</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a:noFill/>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50" charset="-128"/>
                          <a:ea typeface="Meiryo UI" panose="020B0604030504040204" pitchFamily="50" charset="-128"/>
                        </a:rPr>
                        <a:t>・前提として、プロファイル</a:t>
                      </a:r>
                      <a:r>
                        <a:rPr lang="en-US" altLang="ja-JP" sz="900" b="0" i="0" u="none" strike="noStrike">
                          <a:solidFill>
                            <a:schemeClr val="tx1"/>
                          </a:solidFill>
                          <a:effectLst/>
                          <a:latin typeface="Meiryo UI" panose="020B0604030504040204" pitchFamily="50" charset="-128"/>
                          <a:ea typeface="Meiryo UI" panose="020B0604030504040204" pitchFamily="50" charset="-128"/>
                        </a:rPr>
                        <a:t>1.14.0</a:t>
                      </a:r>
                      <a:r>
                        <a:rPr lang="ja-JP" altLang="en-US" sz="900" b="0" i="0" u="none" strike="noStrike">
                          <a:solidFill>
                            <a:schemeClr val="tx1"/>
                          </a:solidFill>
                          <a:effectLst/>
                          <a:latin typeface="Meiryo UI" panose="020B0604030504040204" pitchFamily="50" charset="-128"/>
                          <a:ea typeface="Meiryo UI" panose="020B0604030504040204" pitchFamily="50" charset="-128"/>
                        </a:rPr>
                        <a:t>において、患者サマリーの</a:t>
                      </a:r>
                      <a:r>
                        <a:rPr lang="en-US" altLang="ja-JP" sz="900" b="0" i="0" u="none" strike="noStrike">
                          <a:solidFill>
                            <a:schemeClr val="tx1"/>
                          </a:solidFill>
                          <a:effectLst/>
                          <a:latin typeface="Meiryo UI" panose="020B0604030504040204" pitchFamily="50" charset="-128"/>
                          <a:ea typeface="Meiryo UI" panose="020B0604030504040204" pitchFamily="50" charset="-128"/>
                        </a:rPr>
                        <a:t>Composition</a:t>
                      </a:r>
                      <a:r>
                        <a:rPr lang="ja-JP" altLang="en-US" sz="900" b="0" i="0" u="none" strike="noStrike">
                          <a:solidFill>
                            <a:schemeClr val="tx1"/>
                          </a:solidFill>
                          <a:effectLst/>
                          <a:latin typeface="Meiryo UI" panose="020B0604030504040204" pitchFamily="50" charset="-128"/>
                          <a:ea typeface="Meiryo UI" panose="020B0604030504040204" pitchFamily="50" charset="-128"/>
                        </a:rPr>
                        <a:t>セクションに</a:t>
                      </a:r>
                      <a:r>
                        <a:rPr lang="en-US" altLang="ja-JP" sz="900" b="0" i="0" u="none" strike="noStrike">
                          <a:solidFill>
                            <a:schemeClr val="tx1"/>
                          </a:solidFill>
                          <a:effectLst/>
                          <a:latin typeface="Meiryo UI" panose="020B0604030504040204" pitchFamily="50" charset="-128"/>
                          <a:ea typeface="Meiryo UI" panose="020B0604030504040204" pitchFamily="50" charset="-128"/>
                        </a:rPr>
                        <a:t>DocumentReference</a:t>
                      </a:r>
                      <a:r>
                        <a:rPr lang="ja-JP" altLang="en-US" sz="900" b="0" i="0" u="none" strike="noStrike">
                          <a:solidFill>
                            <a:schemeClr val="tx1"/>
                          </a:solidFill>
                          <a:effectLst/>
                          <a:latin typeface="Meiryo UI" panose="020B0604030504040204" pitchFamily="50" charset="-128"/>
                          <a:ea typeface="Meiryo UI" panose="020B0604030504040204" pitchFamily="50" charset="-128"/>
                        </a:rPr>
                        <a:t>リソースの</a:t>
                      </a:r>
                      <a:r>
                        <a:rPr lang="en-US" altLang="ja-JP" sz="900" b="0" i="0" u="none" strike="noStrike">
                          <a:solidFill>
                            <a:schemeClr val="tx1"/>
                          </a:solidFill>
                          <a:effectLst/>
                          <a:latin typeface="Meiryo UI" panose="020B0604030504040204" pitchFamily="50" charset="-128"/>
                          <a:ea typeface="Meiryo UI" panose="020B0604030504040204" pitchFamily="50" charset="-128"/>
                        </a:rPr>
                        <a:t>Entry</a:t>
                      </a:r>
                      <a:r>
                        <a:rPr lang="ja-JP" altLang="en-US" sz="900" b="0" i="0" u="none" strike="noStrike">
                          <a:solidFill>
                            <a:schemeClr val="tx1"/>
                          </a:solidFill>
                          <a:effectLst/>
                          <a:latin typeface="Meiryo UI" panose="020B0604030504040204" pitchFamily="50" charset="-128"/>
                          <a:ea typeface="Meiryo UI" panose="020B0604030504040204" pitchFamily="50" charset="-128"/>
                        </a:rPr>
                        <a:t>要素の追加を大江先生に依頼する必要がある</a:t>
                      </a:r>
                      <a:endParaRPr lang="en-US" altLang="ja-JP" sz="900" b="0" i="0" u="none" strike="noStrike">
                        <a:solidFill>
                          <a:schemeClr val="tx1"/>
                        </a:solidFill>
                        <a:effectLst/>
                        <a:latin typeface="Meiryo UI" panose="020B0604030504040204" pitchFamily="50" charset="-128"/>
                        <a:ea typeface="Meiryo UI" panose="020B0604030504040204" pitchFamily="50" charset="-128"/>
                      </a:endParaRP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50" charset="-128"/>
                          <a:ea typeface="Meiryo UI" panose="020B0604030504040204" pitchFamily="50" charset="-128"/>
                        </a:rPr>
                        <a:t>・本案件は、医師会へ療養計画書の登録に向けた説明を差し上げた結果を踏まえて開発要否を最終判断する（</a:t>
                      </a:r>
                      <a:r>
                        <a:rPr lang="en-US" altLang="ja-JP" sz="900" b="0" i="0" u="none" strike="noStrike">
                          <a:solidFill>
                            <a:schemeClr val="tx1"/>
                          </a:solidFill>
                          <a:effectLst/>
                          <a:latin typeface="Meiryo UI" panose="020B0604030504040204" pitchFamily="50" charset="-128"/>
                          <a:ea typeface="Meiryo UI" panose="020B0604030504040204" pitchFamily="50" charset="-128"/>
                        </a:rPr>
                        <a:t>10/8</a:t>
                      </a:r>
                      <a:r>
                        <a:rPr lang="ja-JP" altLang="en-US" sz="900" b="0" i="0" u="none" strike="noStrike">
                          <a:solidFill>
                            <a:schemeClr val="tx1"/>
                          </a:solidFill>
                          <a:effectLst/>
                          <a:latin typeface="Meiryo UI" panose="020B0604030504040204" pitchFamily="50" charset="-128"/>
                          <a:ea typeface="Meiryo UI" panose="020B0604030504040204" pitchFamily="50" charset="-128"/>
                        </a:rPr>
                        <a:t>に説明予定）</a:t>
                      </a:r>
                      <a:endParaRPr lang="en-US" altLang="ja-JP" sz="9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606374615"/>
                  </a:ext>
                </a:extLst>
              </a:tr>
            </a:tbl>
          </a:graphicData>
        </a:graphic>
      </p:graphicFrame>
      <p:sp>
        <p:nvSpPr>
          <p:cNvPr id="3" name="コンテンツ プレースホルダー 2">
            <a:extLst>
              <a:ext uri="{FF2B5EF4-FFF2-40B4-BE49-F238E27FC236}">
                <a16:creationId xmlns:a16="http://schemas.microsoft.com/office/drawing/2014/main" id="{F28AE452-DD3C-7B25-ED19-0E39BA30BF25}"/>
              </a:ext>
            </a:extLst>
          </p:cNvPr>
          <p:cNvSpPr txBox="1">
            <a:spLocks/>
          </p:cNvSpPr>
          <p:nvPr/>
        </p:nvSpPr>
        <p:spPr bwMode="auto">
          <a:xfrm>
            <a:off x="387067" y="3305653"/>
            <a:ext cx="2157841" cy="289388"/>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0" indent="0" algn="l" rtl="0" eaLnBrk="1" fontAlgn="base" hangingPunct="1">
              <a:spcBef>
                <a:spcPts val="0"/>
              </a:spcBef>
              <a:spcAft>
                <a:spcPct val="0"/>
              </a:spcAft>
              <a:defRPr kumimoji="1" sz="1193">
                <a:solidFill>
                  <a:schemeClr val="tx1"/>
                </a:solidFill>
                <a:latin typeface="+mj-ea"/>
                <a:ea typeface="+mj-ea"/>
                <a:cs typeface="+mn-cs"/>
              </a:defRPr>
            </a:lvl1pPr>
            <a:lvl2pPr marL="651899" indent="-243448" algn="l" rtl="0" eaLnBrk="1" fontAlgn="base" hangingPunct="1">
              <a:spcBef>
                <a:spcPct val="20000"/>
              </a:spcBef>
              <a:spcAft>
                <a:spcPct val="0"/>
              </a:spcAft>
              <a:buChar char="–"/>
              <a:defRPr kumimoji="1" sz="2386">
                <a:solidFill>
                  <a:schemeClr val="tx1"/>
                </a:solidFill>
                <a:latin typeface="Times New Roman" pitchFamily="18" charset="0"/>
                <a:ea typeface="+mn-ea"/>
              </a:defRPr>
            </a:lvl2pPr>
            <a:lvl3pPr marL="1008956" indent="-194758" algn="l" rtl="0" eaLnBrk="1" fontAlgn="base" hangingPunct="1">
              <a:spcBef>
                <a:spcPct val="20000"/>
              </a:spcBef>
              <a:spcAft>
                <a:spcPct val="0"/>
              </a:spcAft>
              <a:buChar char="•"/>
              <a:defRPr kumimoji="1" sz="2045">
                <a:solidFill>
                  <a:schemeClr val="tx1"/>
                </a:solidFill>
                <a:latin typeface="Times New Roman" pitchFamily="18" charset="0"/>
                <a:ea typeface="+mn-ea"/>
              </a:defRPr>
            </a:lvl3pPr>
            <a:lvl4pPr marL="1366012"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4pPr>
            <a:lvl5pPr marL="1752822" indent="-196111" algn="l" rtl="0" eaLnBrk="1" fontAlgn="base" hangingPunct="1">
              <a:spcBef>
                <a:spcPct val="20000"/>
              </a:spcBef>
              <a:spcAft>
                <a:spcPct val="0"/>
              </a:spcAft>
              <a:buChar char="»"/>
              <a:defRPr kumimoji="1" sz="1704">
                <a:solidFill>
                  <a:schemeClr val="tx1"/>
                </a:solidFill>
                <a:latin typeface="Times New Roman" pitchFamily="18" charset="0"/>
                <a:ea typeface="+mn-ea"/>
              </a:defRPr>
            </a:lvl5pPr>
            <a:lvl6pPr marL="2142339"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6pPr>
            <a:lvl7pPr marL="2531855"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7pPr>
            <a:lvl8pPr marL="2921371"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8pPr>
            <a:lvl9pPr marL="3310886"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9p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1050" b="0" i="0" u="sng" strike="noStrike" kern="0" cap="none" spc="0" normalizeH="0" baseline="0" noProof="0">
                <a:ln>
                  <a:noFill/>
                </a:ln>
                <a:solidFill>
                  <a:prstClr val="black"/>
                </a:solidFill>
                <a:effectLst/>
                <a:uLnTx/>
                <a:uFillTx/>
                <a:latin typeface="Meiryo UI"/>
                <a:ea typeface="Meiryo UI"/>
                <a:cs typeface="+mn-cs"/>
              </a:rPr>
              <a:t>&lt;</a:t>
            </a:r>
            <a:r>
              <a:rPr kumimoji="1" lang="ja-JP" altLang="en-US" sz="1050" b="0" i="0" u="sng" strike="noStrike" kern="0" cap="none" spc="0" normalizeH="0" baseline="0" noProof="0">
                <a:ln>
                  <a:noFill/>
                </a:ln>
                <a:solidFill>
                  <a:prstClr val="black"/>
                </a:solidFill>
                <a:effectLst/>
                <a:uLnTx/>
                <a:uFillTx/>
                <a:latin typeface="Meiryo UI"/>
                <a:ea typeface="Meiryo UI"/>
                <a:cs typeface="+mn-cs"/>
              </a:rPr>
              <a:t>医療従事者操作画面</a:t>
            </a:r>
            <a:r>
              <a:rPr kumimoji="1" lang="en-US" altLang="ja-JP" sz="1050" b="0" i="0" u="sng" strike="noStrike" kern="0" cap="none" spc="0" normalizeH="0" baseline="0" noProof="0">
                <a:ln>
                  <a:noFill/>
                </a:ln>
                <a:solidFill>
                  <a:prstClr val="black"/>
                </a:solidFill>
                <a:effectLst/>
                <a:uLnTx/>
                <a:uFillTx/>
                <a:latin typeface="Meiryo UI"/>
                <a:ea typeface="Meiryo UI"/>
                <a:cs typeface="+mn-cs"/>
              </a:rPr>
              <a:t>&gt;</a:t>
            </a:r>
          </a:p>
        </p:txBody>
      </p:sp>
      <p:sp>
        <p:nvSpPr>
          <p:cNvPr id="5" name="コンテンツ プレースホルダー 2">
            <a:extLst>
              <a:ext uri="{FF2B5EF4-FFF2-40B4-BE49-F238E27FC236}">
                <a16:creationId xmlns:a16="http://schemas.microsoft.com/office/drawing/2014/main" id="{78D20323-C2C4-17E6-5B10-C6BC5EF3B8CC}"/>
              </a:ext>
            </a:extLst>
          </p:cNvPr>
          <p:cNvSpPr txBox="1">
            <a:spLocks/>
          </p:cNvSpPr>
          <p:nvPr/>
        </p:nvSpPr>
        <p:spPr bwMode="auto">
          <a:xfrm>
            <a:off x="3558368" y="3305652"/>
            <a:ext cx="3027593" cy="36003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0" indent="0" algn="l" rtl="0" eaLnBrk="1" fontAlgn="base" hangingPunct="1">
              <a:spcBef>
                <a:spcPts val="0"/>
              </a:spcBef>
              <a:spcAft>
                <a:spcPct val="0"/>
              </a:spcAft>
              <a:defRPr kumimoji="1" sz="1193">
                <a:solidFill>
                  <a:schemeClr val="tx1"/>
                </a:solidFill>
                <a:latin typeface="+mj-ea"/>
                <a:ea typeface="+mj-ea"/>
                <a:cs typeface="+mn-cs"/>
              </a:defRPr>
            </a:lvl1pPr>
            <a:lvl2pPr marL="651899" indent="-243448" algn="l" rtl="0" eaLnBrk="1" fontAlgn="base" hangingPunct="1">
              <a:spcBef>
                <a:spcPct val="20000"/>
              </a:spcBef>
              <a:spcAft>
                <a:spcPct val="0"/>
              </a:spcAft>
              <a:buChar char="–"/>
              <a:defRPr kumimoji="1" sz="2386">
                <a:solidFill>
                  <a:schemeClr val="tx1"/>
                </a:solidFill>
                <a:latin typeface="Times New Roman" pitchFamily="18" charset="0"/>
                <a:ea typeface="+mn-ea"/>
              </a:defRPr>
            </a:lvl2pPr>
            <a:lvl3pPr marL="1008956" indent="-194758" algn="l" rtl="0" eaLnBrk="1" fontAlgn="base" hangingPunct="1">
              <a:spcBef>
                <a:spcPct val="20000"/>
              </a:spcBef>
              <a:spcAft>
                <a:spcPct val="0"/>
              </a:spcAft>
              <a:buChar char="•"/>
              <a:defRPr kumimoji="1" sz="2045">
                <a:solidFill>
                  <a:schemeClr val="tx1"/>
                </a:solidFill>
                <a:latin typeface="Times New Roman" pitchFamily="18" charset="0"/>
                <a:ea typeface="+mn-ea"/>
              </a:defRPr>
            </a:lvl3pPr>
            <a:lvl4pPr marL="1366012"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4pPr>
            <a:lvl5pPr marL="1752822" indent="-196111" algn="l" rtl="0" eaLnBrk="1" fontAlgn="base" hangingPunct="1">
              <a:spcBef>
                <a:spcPct val="20000"/>
              </a:spcBef>
              <a:spcAft>
                <a:spcPct val="0"/>
              </a:spcAft>
              <a:buChar char="»"/>
              <a:defRPr kumimoji="1" sz="1704">
                <a:solidFill>
                  <a:schemeClr val="tx1"/>
                </a:solidFill>
                <a:latin typeface="Times New Roman" pitchFamily="18" charset="0"/>
                <a:ea typeface="+mn-ea"/>
              </a:defRPr>
            </a:lvl5pPr>
            <a:lvl6pPr marL="2142339"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6pPr>
            <a:lvl7pPr marL="2531855"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7pPr>
            <a:lvl8pPr marL="2921371"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8pPr>
            <a:lvl9pPr marL="3310886"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9p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1050" b="0" i="0" u="sng" strike="noStrike" kern="0" cap="none" spc="0" normalizeH="0" baseline="0" noProof="0">
                <a:ln>
                  <a:noFill/>
                </a:ln>
                <a:solidFill>
                  <a:prstClr val="black"/>
                </a:solidFill>
                <a:effectLst/>
                <a:uLnTx/>
                <a:uFillTx/>
                <a:latin typeface="Meiryo UI"/>
                <a:ea typeface="Meiryo UI"/>
                <a:cs typeface="+mn-cs"/>
              </a:rPr>
              <a:t>&lt;</a:t>
            </a:r>
            <a:r>
              <a:rPr kumimoji="1" lang="ja-JP" altLang="en-US" sz="1050" b="0" i="0" u="sng" strike="noStrike" kern="0" cap="none" spc="0" normalizeH="0" baseline="0" noProof="0">
                <a:ln>
                  <a:noFill/>
                </a:ln>
                <a:solidFill>
                  <a:prstClr val="black"/>
                </a:solidFill>
                <a:effectLst/>
                <a:uLnTx/>
                <a:uFillTx/>
                <a:latin typeface="Meiryo UI"/>
                <a:ea typeface="Meiryo UI"/>
                <a:cs typeface="+mn-cs"/>
              </a:rPr>
              <a:t>システム内部の記述</a:t>
            </a:r>
            <a:r>
              <a:rPr kumimoji="1" lang="en-US" altLang="ja-JP" sz="1050" b="0" i="0" u="sng" strike="noStrike" kern="0" cap="none" spc="0" normalizeH="0" baseline="0" noProof="0">
                <a:ln>
                  <a:noFill/>
                </a:ln>
                <a:solidFill>
                  <a:prstClr val="black"/>
                </a:solidFill>
                <a:effectLst/>
                <a:uLnTx/>
                <a:uFillTx/>
                <a:latin typeface="Meiryo UI"/>
                <a:ea typeface="Meiryo UI"/>
                <a:cs typeface="+mn-cs"/>
              </a:rPr>
              <a:t>&gt;</a:t>
            </a:r>
            <a:endParaRPr kumimoji="1" lang="en-US" altLang="ja-JP" sz="1050" b="0" i="0" u="none" strike="noStrike" kern="0" cap="none" spc="0" normalizeH="0" baseline="0" noProof="0">
              <a:ln>
                <a:noFill/>
              </a:ln>
              <a:solidFill>
                <a:prstClr val="black"/>
              </a:solidFill>
              <a:effectLst/>
              <a:uLnTx/>
              <a:uFillTx/>
              <a:latin typeface="Meiryo UI"/>
              <a:ea typeface="Meiryo UI"/>
              <a:cs typeface="+mn-cs"/>
            </a:endParaRPr>
          </a:p>
        </p:txBody>
      </p:sp>
      <p:sp>
        <p:nvSpPr>
          <p:cNvPr id="6" name="四角形: 角を丸くする 5">
            <a:extLst>
              <a:ext uri="{FF2B5EF4-FFF2-40B4-BE49-F238E27FC236}">
                <a16:creationId xmlns:a16="http://schemas.microsoft.com/office/drawing/2014/main" id="{DB39DF7B-E960-F0F9-CAB0-27D291E47499}"/>
              </a:ext>
            </a:extLst>
          </p:cNvPr>
          <p:cNvSpPr/>
          <p:nvPr/>
        </p:nvSpPr>
        <p:spPr>
          <a:xfrm>
            <a:off x="141227" y="3595041"/>
            <a:ext cx="1202255" cy="229292"/>
          </a:xfrm>
          <a:prstGeom prst="roundRect">
            <a:avLst>
              <a:gd name="adj" fmla="val 50000"/>
            </a:avLst>
          </a:prstGeom>
          <a:solidFill>
            <a:schemeClr val="accent5">
              <a:lumMod val="75000"/>
            </a:schemeClr>
          </a:solidFill>
          <a:ln w="9525" cap="flat" cmpd="sng" algn="ctr">
            <a:solidFill>
              <a:srgbClr val="1F497D"/>
            </a:solidFill>
            <a:prstDash val="solid"/>
          </a:ln>
          <a:effectLst/>
        </p:spPr>
        <p:txBody>
          <a:bodyPr rot="0" spcFirstLastPara="0" vertOverflow="overflow" horzOverflow="overflow" vert="horz" wrap="square" lIns="33231" tIns="33231" rIns="33231" bIns="33231" numCol="1" spcCol="0" rtlCol="0" fromWordArt="0" anchor="ctr" anchorCtr="0" forceAA="0" compatLnSpc="1">
            <a:prstTxWarp prst="textNoShape">
              <a:avLst/>
            </a:prstTxWarp>
            <a:noAutofit/>
          </a:bodyPr>
          <a:lstStyle/>
          <a:p>
            <a:pPr marL="0" marR="0" lvl="0" indent="0" algn="ctr" defTabSz="844083" rtl="0" eaLnBrk="0" fontAlgn="auto" latinLnBrk="0" hangingPunct="0">
              <a:lnSpc>
                <a:spcPct val="100000"/>
              </a:lnSpc>
              <a:spcBef>
                <a:spcPts val="0"/>
              </a:spcBef>
              <a:spcAft>
                <a:spcPts val="0"/>
              </a:spcAft>
              <a:buClrTx/>
              <a:buSzTx/>
              <a:buFontTx/>
              <a:buNone/>
              <a:tabLst/>
              <a:defRPr/>
            </a:pPr>
            <a:r>
              <a:rPr kumimoji="0" lang="ja-JP" altLang="en-US" sz="800" b="1" i="0" u="none" strike="noStrike" kern="0" cap="none" spc="0" normalizeH="0" baseline="0" noProof="0">
                <a:ln>
                  <a:noFill/>
                </a:ln>
                <a:solidFill>
                  <a:prstClr val="white"/>
                </a:solidFill>
                <a:effectLst/>
                <a:uLnTx/>
                <a:uFillTx/>
                <a:latin typeface="Arial"/>
                <a:ea typeface="Meiryo UI"/>
                <a:cs typeface="Meiryo UI" panose="020B0604030504040204" pitchFamily="50" charset="-128"/>
              </a:rPr>
              <a:t>療養計画書</a:t>
            </a:r>
          </a:p>
        </p:txBody>
      </p:sp>
      <p:sp>
        <p:nvSpPr>
          <p:cNvPr id="8" name="正方形/長方形 7">
            <a:extLst>
              <a:ext uri="{FF2B5EF4-FFF2-40B4-BE49-F238E27FC236}">
                <a16:creationId xmlns:a16="http://schemas.microsoft.com/office/drawing/2014/main" id="{B9987EFF-DDD4-C418-4652-A3EF655BB8C6}"/>
              </a:ext>
            </a:extLst>
          </p:cNvPr>
          <p:cNvSpPr/>
          <p:nvPr/>
        </p:nvSpPr>
        <p:spPr>
          <a:xfrm>
            <a:off x="3582318" y="3772084"/>
            <a:ext cx="1510859" cy="2374393"/>
          </a:xfrm>
          <a:prstGeom prst="rect">
            <a:avLst/>
          </a:prstGeom>
          <a:solidFill>
            <a:schemeClr val="bg1"/>
          </a:solidFill>
          <a:ln w="9525" cap="flat" cmpd="sng" algn="ctr">
            <a:solidFill>
              <a:schemeClr val="bg1">
                <a:lumMod val="65000"/>
              </a:schemeClr>
            </a:solid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ja-JP" sz="400" b="0" i="0" u="none" strike="noStrike" kern="0" cap="none" spc="0" normalizeH="0" baseline="0" noProof="0" err="1">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CarePlan.description</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b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検査項目</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・身長：</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170</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　㎝</a:t>
            </a: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・体重：現在　</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75kg</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→目標 </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72kg</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BMI</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26.0</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・腹囲：現在 </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90cm</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→目標 </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85cm</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・栄養状態：肥満</a:t>
            </a: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・血圧：</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128/78 mmHg</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HbA1c</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：現在 </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7.2</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％→目標 </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7.0</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問診</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 </a:t>
            </a:r>
            <a:b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〇食事の状況　〇運動の状況　〇その他の生活</a:t>
            </a:r>
            <a:b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b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達成目標</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b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血糖コントロールを改善し、糖尿病の合併症を予防する。</a:t>
            </a: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行動目標</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b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食事量・間食を見直し、無理のない範囲で運動習慣をつける。</a:t>
            </a: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重点を置く領域と指導項目</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&lt;</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食事</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&gt;</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・食事摂取量を適正にする</a:t>
            </a: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・野菜・きのこ・海藻など食物繊維の摂取を増やす</a:t>
            </a: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・間食を減らす</a:t>
            </a: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・食事時間：朝食・昼食・夕食を規則正しくとる</a:t>
            </a: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&lt;</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運動</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&gt;</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・運動処方：ウォーキング </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(30</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分程度、週</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3</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5</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日、息がはずむが会話が可能な程度</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&lt;</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その他</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&gt;</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・家庭での計測（体重など）</a:t>
            </a: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服薬指導</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・処方なし</a:t>
            </a: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療養を行うにあたっての問題点</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食事量・間食が多い／運動習慣が少ないなど、生活習慣の改善が必要。</a:t>
            </a: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他施設の利用状況について</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なし</a:t>
            </a: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pic>
        <p:nvPicPr>
          <p:cNvPr id="9" name="図 8">
            <a:extLst>
              <a:ext uri="{FF2B5EF4-FFF2-40B4-BE49-F238E27FC236}">
                <a16:creationId xmlns:a16="http://schemas.microsoft.com/office/drawing/2014/main" id="{88308BE7-8700-FB1F-4741-47768EC84FDE}"/>
              </a:ext>
            </a:extLst>
          </p:cNvPr>
          <p:cNvPicPr>
            <a:picLocks noChangeAspect="1"/>
          </p:cNvPicPr>
          <p:nvPr/>
        </p:nvPicPr>
        <p:blipFill>
          <a:blip r:embed="rId3"/>
          <a:stretch>
            <a:fillRect/>
          </a:stretch>
        </p:blipFill>
        <p:spPr>
          <a:xfrm>
            <a:off x="141226" y="4022580"/>
            <a:ext cx="2792551" cy="1884697"/>
          </a:xfrm>
          <a:prstGeom prst="rect">
            <a:avLst/>
          </a:prstGeom>
          <a:ln>
            <a:solidFill>
              <a:schemeClr val="bg1">
                <a:lumMod val="50000"/>
              </a:schemeClr>
            </a:solidFill>
          </a:ln>
        </p:spPr>
      </p:pic>
      <p:sp>
        <p:nvSpPr>
          <p:cNvPr id="14" name="コンテンツ プレースホルダー 2">
            <a:extLst>
              <a:ext uri="{FF2B5EF4-FFF2-40B4-BE49-F238E27FC236}">
                <a16:creationId xmlns:a16="http://schemas.microsoft.com/office/drawing/2014/main" id="{7E899806-2E7C-9427-71DE-4C645E35E93B}"/>
              </a:ext>
            </a:extLst>
          </p:cNvPr>
          <p:cNvSpPr txBox="1">
            <a:spLocks/>
          </p:cNvSpPr>
          <p:nvPr/>
        </p:nvSpPr>
        <p:spPr bwMode="auto">
          <a:xfrm>
            <a:off x="7085032" y="3015758"/>
            <a:ext cx="2105326" cy="289388"/>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0" indent="0" algn="l" rtl="0" eaLnBrk="1" fontAlgn="base" hangingPunct="1">
              <a:spcBef>
                <a:spcPts val="0"/>
              </a:spcBef>
              <a:spcAft>
                <a:spcPct val="0"/>
              </a:spcAft>
              <a:defRPr kumimoji="1" sz="1193">
                <a:solidFill>
                  <a:schemeClr val="tx1"/>
                </a:solidFill>
                <a:latin typeface="+mj-ea"/>
                <a:ea typeface="+mj-ea"/>
                <a:cs typeface="+mn-cs"/>
              </a:defRPr>
            </a:lvl1pPr>
            <a:lvl2pPr marL="651899" indent="-243448" algn="l" rtl="0" eaLnBrk="1" fontAlgn="base" hangingPunct="1">
              <a:spcBef>
                <a:spcPct val="20000"/>
              </a:spcBef>
              <a:spcAft>
                <a:spcPct val="0"/>
              </a:spcAft>
              <a:buChar char="–"/>
              <a:defRPr kumimoji="1" sz="2386">
                <a:solidFill>
                  <a:schemeClr val="tx1"/>
                </a:solidFill>
                <a:latin typeface="Times New Roman" pitchFamily="18" charset="0"/>
                <a:ea typeface="+mn-ea"/>
              </a:defRPr>
            </a:lvl2pPr>
            <a:lvl3pPr marL="1008956" indent="-194758" algn="l" rtl="0" eaLnBrk="1" fontAlgn="base" hangingPunct="1">
              <a:spcBef>
                <a:spcPct val="20000"/>
              </a:spcBef>
              <a:spcAft>
                <a:spcPct val="0"/>
              </a:spcAft>
              <a:buChar char="•"/>
              <a:defRPr kumimoji="1" sz="2045">
                <a:solidFill>
                  <a:schemeClr val="tx1"/>
                </a:solidFill>
                <a:latin typeface="Times New Roman" pitchFamily="18" charset="0"/>
                <a:ea typeface="+mn-ea"/>
              </a:defRPr>
            </a:lvl3pPr>
            <a:lvl4pPr marL="1366012"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4pPr>
            <a:lvl5pPr marL="1752822" indent="-196111" algn="l" rtl="0" eaLnBrk="1" fontAlgn="base" hangingPunct="1">
              <a:spcBef>
                <a:spcPct val="20000"/>
              </a:spcBef>
              <a:spcAft>
                <a:spcPct val="0"/>
              </a:spcAft>
              <a:buChar char="»"/>
              <a:defRPr kumimoji="1" sz="1704">
                <a:solidFill>
                  <a:schemeClr val="tx1"/>
                </a:solidFill>
                <a:latin typeface="Times New Roman" pitchFamily="18" charset="0"/>
                <a:ea typeface="+mn-ea"/>
              </a:defRPr>
            </a:lvl5pPr>
            <a:lvl6pPr marL="2142339"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6pPr>
            <a:lvl7pPr marL="2531855"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7pPr>
            <a:lvl8pPr marL="2921371"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8pPr>
            <a:lvl9pPr marL="3310886"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9p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1050" b="0" i="0" u="sng" strike="noStrike" kern="0" cap="none" spc="0" normalizeH="0" baseline="0" noProof="0">
                <a:ln>
                  <a:noFill/>
                </a:ln>
                <a:solidFill>
                  <a:prstClr val="black"/>
                </a:solidFill>
                <a:effectLst/>
                <a:uLnTx/>
                <a:uFillTx/>
                <a:latin typeface="Meiryo UI"/>
                <a:ea typeface="Meiryo UI"/>
                <a:cs typeface="+mn-cs"/>
              </a:rPr>
              <a:t>&lt;</a:t>
            </a:r>
            <a:r>
              <a:rPr kumimoji="1" lang="ja-JP" altLang="en-US" sz="1050" b="0" i="0" u="sng" strike="noStrike" kern="0" cap="none" spc="0" normalizeH="0" baseline="0" noProof="0">
                <a:ln>
                  <a:noFill/>
                </a:ln>
                <a:solidFill>
                  <a:prstClr val="black"/>
                </a:solidFill>
                <a:effectLst/>
                <a:uLnTx/>
                <a:uFillTx/>
                <a:latin typeface="Meiryo UI"/>
                <a:ea typeface="Meiryo UI"/>
                <a:cs typeface="+mn-cs"/>
              </a:rPr>
              <a:t>マイナポータル閲覧イメージ</a:t>
            </a:r>
            <a:r>
              <a:rPr kumimoji="1" lang="en-US" altLang="ja-JP" sz="1050" b="0" i="0" u="sng" strike="noStrike" kern="0" cap="none" spc="0" normalizeH="0" baseline="0" noProof="0">
                <a:ln>
                  <a:noFill/>
                </a:ln>
                <a:solidFill>
                  <a:prstClr val="black"/>
                </a:solidFill>
                <a:effectLst/>
                <a:uLnTx/>
                <a:uFillTx/>
                <a:latin typeface="Meiryo UI"/>
                <a:ea typeface="Meiryo UI"/>
                <a:cs typeface="+mn-cs"/>
              </a:rPr>
              <a:t>&gt;</a:t>
            </a:r>
          </a:p>
        </p:txBody>
      </p:sp>
      <p:pic>
        <p:nvPicPr>
          <p:cNvPr id="15" name="図 14">
            <a:extLst>
              <a:ext uri="{FF2B5EF4-FFF2-40B4-BE49-F238E27FC236}">
                <a16:creationId xmlns:a16="http://schemas.microsoft.com/office/drawing/2014/main" id="{C7E354D4-67EF-6818-9029-B7C57ED713F4}"/>
              </a:ext>
            </a:extLst>
          </p:cNvPr>
          <p:cNvPicPr>
            <a:picLocks noChangeAspect="1"/>
          </p:cNvPicPr>
          <p:nvPr/>
        </p:nvPicPr>
        <p:blipFill>
          <a:blip r:embed="rId4"/>
          <a:srcRect l="-1" t="46699" r="1621" b="-84"/>
          <a:stretch>
            <a:fillRect/>
          </a:stretch>
        </p:blipFill>
        <p:spPr>
          <a:xfrm>
            <a:off x="7070142" y="3266113"/>
            <a:ext cx="2105326" cy="2801953"/>
          </a:xfrm>
          <a:prstGeom prst="rect">
            <a:avLst/>
          </a:prstGeom>
          <a:ln>
            <a:solidFill>
              <a:schemeClr val="bg1">
                <a:lumMod val="50000"/>
              </a:schemeClr>
            </a:solidFill>
          </a:ln>
        </p:spPr>
      </p:pic>
      <p:sp>
        <p:nvSpPr>
          <p:cNvPr id="16" name="正方形/長方形 15">
            <a:extLst>
              <a:ext uri="{FF2B5EF4-FFF2-40B4-BE49-F238E27FC236}">
                <a16:creationId xmlns:a16="http://schemas.microsoft.com/office/drawing/2014/main" id="{2D0D2CAB-8D78-1D81-6A06-D69689AEF26A}"/>
              </a:ext>
            </a:extLst>
          </p:cNvPr>
          <p:cNvSpPr/>
          <p:nvPr/>
        </p:nvSpPr>
        <p:spPr>
          <a:xfrm>
            <a:off x="7220010" y="3709687"/>
            <a:ext cx="1835371" cy="2162226"/>
          </a:xfrm>
          <a:prstGeom prst="rect">
            <a:avLst/>
          </a:prstGeom>
          <a:solidFill>
            <a:schemeClr val="bg1"/>
          </a:solidFill>
          <a:ln w="9525" cap="flat" cmpd="sng" algn="ctr">
            <a:solidFill>
              <a:schemeClr val="bg1">
                <a:lumMod val="65000"/>
              </a:schemeClr>
            </a:solid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検査項目</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・身長：</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170</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　㎝</a:t>
            </a: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・体重：現在　</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75kg</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→目標 </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72kg</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BMI</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26.0</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・腹囲：現在 </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90cm</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→目標 </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85cm</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・栄養状態：肥満</a:t>
            </a: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・血圧：</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128/78 mmHg</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HbA1c</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：現在 </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7.2</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％→目標 </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7.0</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問診</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 </a:t>
            </a:r>
            <a:b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〇食事の状況　〇運動の状況　〇その他の生活</a:t>
            </a:r>
            <a:b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b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達成目標</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b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血糖コントロールを改善し、糖尿病の合併症を予防する。</a:t>
            </a: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行動目標</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b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b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食事量・間食を見直し、無理のない範囲で運動習慣をつける。</a:t>
            </a: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重点を置く領域と指導項目</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&lt;</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食事</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&gt;</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・食事摂取量を適正にする</a:t>
            </a: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・野菜・きのこ・海藻など食物繊維の摂取を増やす</a:t>
            </a: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・間食を減らす</a:t>
            </a: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・食事時間：朝食・昼食・夕食を規則正しくとる</a:t>
            </a: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&lt;</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運動</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&gt;</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・運動処方：ウォーキング </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(30</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分程度、週</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3</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5</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日、息がはずむが会話が可能な程度</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&lt;</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その他</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&gt;</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・家庭での計測（体重など）</a:t>
            </a: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服薬指導</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・処方なし</a:t>
            </a: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療養を行うにあたっての問題点</a:t>
            </a:r>
            <a:r>
              <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a:t>
            </a:r>
          </a:p>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食事量・間食が多い／運動習慣が少ないなど、生活習慣の改善が必要。</a:t>
            </a:r>
            <a:endParaRPr kumimoji="0" lang="en-US" altLang="ja-JP" sz="4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ja-JP" altLang="en-US" sz="5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7" name="二等辺三角形 16">
            <a:extLst>
              <a:ext uri="{FF2B5EF4-FFF2-40B4-BE49-F238E27FC236}">
                <a16:creationId xmlns:a16="http://schemas.microsoft.com/office/drawing/2014/main" id="{ABF5736D-9D9C-4AE9-E37C-1BBFDD59125E}"/>
              </a:ext>
            </a:extLst>
          </p:cNvPr>
          <p:cNvSpPr/>
          <p:nvPr/>
        </p:nvSpPr>
        <p:spPr>
          <a:xfrm rot="5400000">
            <a:off x="2990905" y="4840052"/>
            <a:ext cx="658614" cy="189693"/>
          </a:xfrm>
          <a:prstGeom prst="triangle">
            <a:avLst/>
          </a:prstGeom>
          <a:solidFill>
            <a:schemeClr val="tx2">
              <a:lumMod val="60000"/>
              <a:lumOff val="40000"/>
            </a:schemeClr>
          </a:solidFill>
          <a:ln w="9525" cap="flat" cmpd="sng" algn="ctr">
            <a:solidFill>
              <a:schemeClr val="bg1">
                <a:lumMod val="50000"/>
              </a:schemeClr>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ja-JP" altLang="en-US" sz="8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18" name="二等辺三角形 17">
            <a:extLst>
              <a:ext uri="{FF2B5EF4-FFF2-40B4-BE49-F238E27FC236}">
                <a16:creationId xmlns:a16="http://schemas.microsoft.com/office/drawing/2014/main" id="{222074E8-4A9A-EC44-A223-16B2811F3CD8}"/>
              </a:ext>
            </a:extLst>
          </p:cNvPr>
          <p:cNvSpPr/>
          <p:nvPr/>
        </p:nvSpPr>
        <p:spPr>
          <a:xfrm rot="5400000">
            <a:off x="6540015" y="4791327"/>
            <a:ext cx="658614" cy="189693"/>
          </a:xfrm>
          <a:prstGeom prst="triangle">
            <a:avLst/>
          </a:prstGeom>
          <a:solidFill>
            <a:schemeClr val="tx2">
              <a:lumMod val="60000"/>
              <a:lumOff val="40000"/>
            </a:schemeClr>
          </a:solidFill>
          <a:ln w="9525" cap="flat" cmpd="sng" algn="ctr">
            <a:solidFill>
              <a:schemeClr val="bg1">
                <a:lumMod val="50000"/>
              </a:schemeClr>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ja-JP" altLang="en-US" sz="8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23" name="コンテンツ プレースホルダー 2">
            <a:extLst>
              <a:ext uri="{FF2B5EF4-FFF2-40B4-BE49-F238E27FC236}">
                <a16:creationId xmlns:a16="http://schemas.microsoft.com/office/drawing/2014/main" id="{F88A48F9-D473-C51C-60C0-A5FE79A3A554}"/>
              </a:ext>
            </a:extLst>
          </p:cNvPr>
          <p:cNvSpPr txBox="1">
            <a:spLocks/>
          </p:cNvSpPr>
          <p:nvPr/>
        </p:nvSpPr>
        <p:spPr bwMode="auto">
          <a:xfrm>
            <a:off x="3307811" y="3550112"/>
            <a:ext cx="2157841" cy="36003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0" indent="0" algn="l" rtl="0" eaLnBrk="1" fontAlgn="base" hangingPunct="1">
              <a:spcBef>
                <a:spcPts val="0"/>
              </a:spcBef>
              <a:spcAft>
                <a:spcPct val="0"/>
              </a:spcAft>
              <a:defRPr kumimoji="1" sz="1193">
                <a:solidFill>
                  <a:schemeClr val="tx1"/>
                </a:solidFill>
                <a:latin typeface="+mj-ea"/>
                <a:ea typeface="+mj-ea"/>
                <a:cs typeface="+mn-cs"/>
              </a:defRPr>
            </a:lvl1pPr>
            <a:lvl2pPr marL="651899" indent="-243448" algn="l" rtl="0" eaLnBrk="1" fontAlgn="base" hangingPunct="1">
              <a:spcBef>
                <a:spcPct val="20000"/>
              </a:spcBef>
              <a:spcAft>
                <a:spcPct val="0"/>
              </a:spcAft>
              <a:buChar char="–"/>
              <a:defRPr kumimoji="1" sz="2386">
                <a:solidFill>
                  <a:schemeClr val="tx1"/>
                </a:solidFill>
                <a:latin typeface="Times New Roman" pitchFamily="18" charset="0"/>
                <a:ea typeface="+mn-ea"/>
              </a:defRPr>
            </a:lvl2pPr>
            <a:lvl3pPr marL="1008956" indent="-194758" algn="l" rtl="0" eaLnBrk="1" fontAlgn="base" hangingPunct="1">
              <a:spcBef>
                <a:spcPct val="20000"/>
              </a:spcBef>
              <a:spcAft>
                <a:spcPct val="0"/>
              </a:spcAft>
              <a:buChar char="•"/>
              <a:defRPr kumimoji="1" sz="2045">
                <a:solidFill>
                  <a:schemeClr val="tx1"/>
                </a:solidFill>
                <a:latin typeface="Times New Roman" pitchFamily="18" charset="0"/>
                <a:ea typeface="+mn-ea"/>
              </a:defRPr>
            </a:lvl3pPr>
            <a:lvl4pPr marL="1366012"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4pPr>
            <a:lvl5pPr marL="1752822" indent="-196111" algn="l" rtl="0" eaLnBrk="1" fontAlgn="base" hangingPunct="1">
              <a:spcBef>
                <a:spcPct val="20000"/>
              </a:spcBef>
              <a:spcAft>
                <a:spcPct val="0"/>
              </a:spcAft>
              <a:buChar char="»"/>
              <a:defRPr kumimoji="1" sz="1704">
                <a:solidFill>
                  <a:schemeClr val="tx1"/>
                </a:solidFill>
                <a:latin typeface="Times New Roman" pitchFamily="18" charset="0"/>
                <a:ea typeface="+mn-ea"/>
              </a:defRPr>
            </a:lvl5pPr>
            <a:lvl6pPr marL="2142339"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6pPr>
            <a:lvl7pPr marL="2531855"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7pPr>
            <a:lvl8pPr marL="2921371"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8pPr>
            <a:lvl9pPr marL="3310886"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9p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900" b="0" i="0" u="none" strike="noStrike" kern="0" cap="none" spc="0" normalizeH="0" baseline="0" noProof="0">
                <a:ln>
                  <a:noFill/>
                </a:ln>
                <a:solidFill>
                  <a:prstClr val="black"/>
                </a:solidFill>
                <a:effectLst/>
                <a:uLnTx/>
                <a:uFillTx/>
                <a:latin typeface="Meiryo UI"/>
                <a:ea typeface="Meiryo UI"/>
                <a:cs typeface="+mn-cs"/>
              </a:rPr>
              <a:t>【</a:t>
            </a:r>
            <a:r>
              <a:rPr kumimoji="1" lang="en-US" altLang="ja-JP" sz="900" b="0" i="0" u="none" strike="noStrike" kern="0" cap="none" spc="0" normalizeH="0" baseline="0" noProof="0" err="1">
                <a:ln>
                  <a:noFill/>
                </a:ln>
                <a:solidFill>
                  <a:prstClr val="black"/>
                </a:solidFill>
                <a:effectLst/>
                <a:uLnTx/>
                <a:uFillTx/>
                <a:latin typeface="Meiryo UI"/>
                <a:ea typeface="Meiryo UI"/>
                <a:cs typeface="+mn-cs"/>
              </a:rPr>
              <a:t>CarePlan.description</a:t>
            </a:r>
            <a:r>
              <a:rPr kumimoji="1" lang="en-US" altLang="ja-JP" sz="900" b="0" i="0" u="none" strike="noStrike" kern="0" cap="none" spc="0" normalizeH="0" baseline="0" noProof="0">
                <a:ln>
                  <a:noFill/>
                </a:ln>
                <a:solidFill>
                  <a:prstClr val="black"/>
                </a:solidFill>
                <a:effectLst/>
                <a:uLnTx/>
                <a:uFillTx/>
                <a:latin typeface="Meiryo UI"/>
                <a:ea typeface="Meiryo UI"/>
                <a:cs typeface="+mn-cs"/>
              </a:rPr>
              <a:t>】</a:t>
            </a:r>
          </a:p>
        </p:txBody>
      </p:sp>
      <p:sp>
        <p:nvSpPr>
          <p:cNvPr id="24" name="コンテンツ プレースホルダー 2">
            <a:extLst>
              <a:ext uri="{FF2B5EF4-FFF2-40B4-BE49-F238E27FC236}">
                <a16:creationId xmlns:a16="http://schemas.microsoft.com/office/drawing/2014/main" id="{A08BD4AC-81E8-E664-78B3-9AD2AA7469BC}"/>
              </a:ext>
            </a:extLst>
          </p:cNvPr>
          <p:cNvSpPr txBox="1">
            <a:spLocks/>
          </p:cNvSpPr>
          <p:nvPr/>
        </p:nvSpPr>
        <p:spPr bwMode="auto">
          <a:xfrm>
            <a:off x="4923486" y="3553446"/>
            <a:ext cx="2157841" cy="36003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0" indent="0" algn="l" rtl="0" eaLnBrk="1" fontAlgn="base" hangingPunct="1">
              <a:spcBef>
                <a:spcPts val="0"/>
              </a:spcBef>
              <a:spcAft>
                <a:spcPct val="0"/>
              </a:spcAft>
              <a:defRPr kumimoji="1" sz="1193">
                <a:solidFill>
                  <a:schemeClr val="tx1"/>
                </a:solidFill>
                <a:latin typeface="+mj-ea"/>
                <a:ea typeface="+mj-ea"/>
                <a:cs typeface="+mn-cs"/>
              </a:defRPr>
            </a:lvl1pPr>
            <a:lvl2pPr marL="651899" indent="-243448" algn="l" rtl="0" eaLnBrk="1" fontAlgn="base" hangingPunct="1">
              <a:spcBef>
                <a:spcPct val="20000"/>
              </a:spcBef>
              <a:spcAft>
                <a:spcPct val="0"/>
              </a:spcAft>
              <a:buChar char="–"/>
              <a:defRPr kumimoji="1" sz="2386">
                <a:solidFill>
                  <a:schemeClr val="tx1"/>
                </a:solidFill>
                <a:latin typeface="Times New Roman" pitchFamily="18" charset="0"/>
                <a:ea typeface="+mn-ea"/>
              </a:defRPr>
            </a:lvl2pPr>
            <a:lvl3pPr marL="1008956" indent="-194758" algn="l" rtl="0" eaLnBrk="1" fontAlgn="base" hangingPunct="1">
              <a:spcBef>
                <a:spcPct val="20000"/>
              </a:spcBef>
              <a:spcAft>
                <a:spcPct val="0"/>
              </a:spcAft>
              <a:buChar char="•"/>
              <a:defRPr kumimoji="1" sz="2045">
                <a:solidFill>
                  <a:schemeClr val="tx1"/>
                </a:solidFill>
                <a:latin typeface="Times New Roman" pitchFamily="18" charset="0"/>
                <a:ea typeface="+mn-ea"/>
              </a:defRPr>
            </a:lvl3pPr>
            <a:lvl4pPr marL="1366012"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4pPr>
            <a:lvl5pPr marL="1752822" indent="-196111" algn="l" rtl="0" eaLnBrk="1" fontAlgn="base" hangingPunct="1">
              <a:spcBef>
                <a:spcPct val="20000"/>
              </a:spcBef>
              <a:spcAft>
                <a:spcPct val="0"/>
              </a:spcAft>
              <a:buChar char="»"/>
              <a:defRPr kumimoji="1" sz="1704">
                <a:solidFill>
                  <a:schemeClr val="tx1"/>
                </a:solidFill>
                <a:latin typeface="Times New Roman" pitchFamily="18" charset="0"/>
                <a:ea typeface="+mn-ea"/>
              </a:defRPr>
            </a:lvl5pPr>
            <a:lvl6pPr marL="2142339"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6pPr>
            <a:lvl7pPr marL="2531855"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7pPr>
            <a:lvl8pPr marL="2921371"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8pPr>
            <a:lvl9pPr marL="3310886"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9p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900" b="0" i="0" u="none" strike="noStrike" kern="0" cap="none" spc="0" normalizeH="0" baseline="0" noProof="0">
                <a:ln>
                  <a:noFill/>
                </a:ln>
                <a:solidFill>
                  <a:prstClr val="black"/>
                </a:solidFill>
                <a:effectLst/>
                <a:uLnTx/>
                <a:uFillTx/>
                <a:latin typeface="Meiryo UI"/>
                <a:ea typeface="Meiryo UI"/>
                <a:cs typeface="+mn-cs"/>
              </a:rPr>
              <a:t>【</a:t>
            </a:r>
            <a:r>
              <a:rPr kumimoji="1" lang="en-US" altLang="ja-JP" sz="900" b="0" i="0" u="none" strike="noStrike" kern="0" cap="none" spc="0" normalizeH="0" baseline="0" noProof="0" err="1">
                <a:ln>
                  <a:noFill/>
                </a:ln>
                <a:solidFill>
                  <a:prstClr val="black"/>
                </a:solidFill>
                <a:effectLst/>
                <a:uLnTx/>
                <a:uFillTx/>
                <a:latin typeface="Meiryo UI"/>
                <a:ea typeface="Meiryo UI"/>
                <a:cs typeface="+mn-cs"/>
              </a:rPr>
              <a:t>DocumentReference</a:t>
            </a:r>
            <a:r>
              <a:rPr kumimoji="1" lang="en-US" altLang="ja-JP" sz="900" b="0" i="0" u="none" strike="noStrike" kern="0" cap="none" spc="0" normalizeH="0" baseline="0" noProof="0">
                <a:ln>
                  <a:noFill/>
                </a:ln>
                <a:solidFill>
                  <a:prstClr val="black"/>
                </a:solidFill>
                <a:effectLst/>
                <a:uLnTx/>
                <a:uFillTx/>
                <a:latin typeface="Meiryo UI"/>
                <a:ea typeface="Meiryo UI"/>
                <a:cs typeface="+mn-cs"/>
              </a:rPr>
              <a:t> </a:t>
            </a:r>
            <a:r>
              <a:rPr kumimoji="1" lang="ja-JP" altLang="en-US" sz="900" b="0" i="0" u="none" strike="noStrike" kern="0" cap="none" spc="0" normalizeH="0" baseline="0" noProof="0">
                <a:ln>
                  <a:noFill/>
                </a:ln>
                <a:solidFill>
                  <a:prstClr val="black"/>
                </a:solidFill>
                <a:effectLst/>
                <a:uLnTx/>
                <a:uFillTx/>
                <a:latin typeface="Meiryo UI"/>
                <a:ea typeface="Meiryo UI"/>
                <a:cs typeface="+mn-cs"/>
              </a:rPr>
              <a:t>リソースで添付</a:t>
            </a:r>
            <a:r>
              <a:rPr kumimoji="1" lang="en-US" altLang="ja-JP" sz="900" b="0" i="0" u="none" strike="noStrike" kern="0" cap="none" spc="0" normalizeH="0" baseline="0" noProof="0">
                <a:ln>
                  <a:noFill/>
                </a:ln>
                <a:solidFill>
                  <a:prstClr val="black"/>
                </a:solidFill>
                <a:effectLst/>
                <a:uLnTx/>
                <a:uFillTx/>
                <a:latin typeface="Meiryo UI"/>
                <a:ea typeface="Meiryo UI"/>
                <a:cs typeface="+mn-cs"/>
              </a:rPr>
              <a:t>】</a:t>
            </a:r>
          </a:p>
        </p:txBody>
      </p:sp>
      <p:pic>
        <p:nvPicPr>
          <p:cNvPr id="25" name="図 24">
            <a:extLst>
              <a:ext uri="{FF2B5EF4-FFF2-40B4-BE49-F238E27FC236}">
                <a16:creationId xmlns:a16="http://schemas.microsoft.com/office/drawing/2014/main" id="{7EF28900-9EDB-EF08-69C8-D3B53F83BD49}"/>
              </a:ext>
            </a:extLst>
          </p:cNvPr>
          <p:cNvPicPr>
            <a:picLocks noChangeAspect="1"/>
          </p:cNvPicPr>
          <p:nvPr/>
        </p:nvPicPr>
        <p:blipFill>
          <a:blip r:embed="rId5"/>
          <a:stretch>
            <a:fillRect/>
          </a:stretch>
        </p:blipFill>
        <p:spPr>
          <a:xfrm>
            <a:off x="5182035" y="3771389"/>
            <a:ext cx="1503581" cy="2185169"/>
          </a:xfrm>
          <a:prstGeom prst="rect">
            <a:avLst/>
          </a:prstGeom>
          <a:ln>
            <a:solidFill>
              <a:schemeClr val="bg1">
                <a:lumMod val="50000"/>
              </a:schemeClr>
            </a:solidFill>
          </a:ln>
        </p:spPr>
      </p:pic>
      <p:sp>
        <p:nvSpPr>
          <p:cNvPr id="26" name="正方形/長方形 25">
            <a:extLst>
              <a:ext uri="{FF2B5EF4-FFF2-40B4-BE49-F238E27FC236}">
                <a16:creationId xmlns:a16="http://schemas.microsoft.com/office/drawing/2014/main" id="{9177486E-052D-71BC-7924-771C298CC0DB}"/>
              </a:ext>
            </a:extLst>
          </p:cNvPr>
          <p:cNvSpPr/>
          <p:nvPr/>
        </p:nvSpPr>
        <p:spPr>
          <a:xfrm>
            <a:off x="7093255" y="5907258"/>
            <a:ext cx="2088879" cy="281159"/>
          </a:xfrm>
          <a:prstGeom prst="rect">
            <a:avLst/>
          </a:prstGeom>
          <a:solidFill>
            <a:schemeClr val="bg1"/>
          </a:solidFill>
          <a:ln w="9525" cap="flat" cmpd="sng" algn="ctr">
            <a:solidFill>
              <a:schemeClr val="bg1">
                <a:lumMod val="65000"/>
              </a:schemeClr>
            </a:solidFill>
            <a:prstDash val="soli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添付資料：</a:t>
            </a:r>
            <a:r>
              <a:rPr kumimoji="0" lang="ja-JP" altLang="en-US" sz="800" b="0" i="0" u="none" strike="noStrike" kern="0" cap="none" spc="0" normalizeH="0" baseline="0" noProof="0">
                <a:ln>
                  <a:noFill/>
                </a:ln>
                <a:solidFill>
                  <a:srgbClr val="4BACC6"/>
                </a:solidFill>
                <a:effectLst/>
                <a:uLnTx/>
                <a:uFillTx/>
                <a:latin typeface="Meiryo UI" panose="020B0604030504040204" pitchFamily="50" charset="-128"/>
                <a:ea typeface="Meiryo UI" panose="020B0604030504040204" pitchFamily="50" charset="-128"/>
                <a:cs typeface="Meiryo UI" panose="020B0604030504040204" pitchFamily="50" charset="-128"/>
              </a:rPr>
              <a:t>療養計画書</a:t>
            </a:r>
            <a:r>
              <a:rPr kumimoji="0" lang="en-US" altLang="ja-JP" sz="800" b="0" i="0" u="none" strike="noStrike" kern="0" cap="none" spc="0" normalizeH="0" baseline="0" noProof="0">
                <a:ln>
                  <a:noFill/>
                </a:ln>
                <a:solidFill>
                  <a:srgbClr val="4BACC6"/>
                </a:solidFill>
                <a:effectLst/>
                <a:uLnTx/>
                <a:uFillTx/>
                <a:latin typeface="Meiryo UI" panose="020B0604030504040204" pitchFamily="50" charset="-128"/>
                <a:ea typeface="Meiryo UI" panose="020B0604030504040204" pitchFamily="50" charset="-128"/>
                <a:cs typeface="Meiryo UI" panose="020B0604030504040204" pitchFamily="50" charset="-128"/>
              </a:rPr>
              <a:t>_20260819_</a:t>
            </a:r>
            <a:r>
              <a:rPr kumimoji="0" lang="ja-JP" altLang="en-US" sz="800" b="0" i="0" u="none" strike="noStrike" kern="0" cap="none" spc="0" normalizeH="0" baseline="0" noProof="0">
                <a:ln>
                  <a:noFill/>
                </a:ln>
                <a:solidFill>
                  <a:srgbClr val="4BACC6"/>
                </a:solidFill>
                <a:effectLst/>
                <a:uLnTx/>
                <a:uFillTx/>
                <a:latin typeface="Meiryo UI" panose="020B0604030504040204" pitchFamily="50" charset="-128"/>
                <a:ea typeface="Meiryo UI" panose="020B0604030504040204" pitchFamily="50" charset="-128"/>
                <a:cs typeface="Meiryo UI" panose="020B0604030504040204" pitchFamily="50" charset="-128"/>
              </a:rPr>
              <a:t>厚労太郎</a:t>
            </a:r>
          </a:p>
        </p:txBody>
      </p:sp>
      <p:cxnSp>
        <p:nvCxnSpPr>
          <p:cNvPr id="32" name="直線コネクタ 31">
            <a:extLst>
              <a:ext uri="{FF2B5EF4-FFF2-40B4-BE49-F238E27FC236}">
                <a16:creationId xmlns:a16="http://schemas.microsoft.com/office/drawing/2014/main" id="{1C69169C-2743-FA69-8A75-1F4D6F60A259}"/>
              </a:ext>
            </a:extLst>
          </p:cNvPr>
          <p:cNvCxnSpPr>
            <a:cxnSpLocks/>
          </p:cNvCxnSpPr>
          <p:nvPr/>
        </p:nvCxnSpPr>
        <p:spPr bwMode="auto">
          <a:xfrm flipV="1">
            <a:off x="8307036" y="5580811"/>
            <a:ext cx="368921" cy="370003"/>
          </a:xfrm>
          <a:prstGeom prst="line">
            <a:avLst/>
          </a:prstGeom>
          <a:solidFill>
            <a:schemeClr val="bg1"/>
          </a:solidFill>
          <a:ln w="9525" cap="flat" cmpd="sng" algn="ctr">
            <a:solidFill>
              <a:schemeClr val="accent5"/>
            </a:solidFill>
            <a:prstDash val="solid"/>
            <a:round/>
            <a:headEnd type="oval" w="med" len="med"/>
            <a:tailEnd type="oval" w="med" len="med"/>
          </a:ln>
          <a:effectLst/>
        </p:spPr>
      </p:cxnSp>
      <p:grpSp>
        <p:nvGrpSpPr>
          <p:cNvPr id="33" name="グループ化 32">
            <a:extLst>
              <a:ext uri="{FF2B5EF4-FFF2-40B4-BE49-F238E27FC236}">
                <a16:creationId xmlns:a16="http://schemas.microsoft.com/office/drawing/2014/main" id="{0AD7C7FA-FADF-568C-27E9-461360254931}"/>
              </a:ext>
            </a:extLst>
          </p:cNvPr>
          <p:cNvGrpSpPr/>
          <p:nvPr/>
        </p:nvGrpSpPr>
        <p:grpSpPr>
          <a:xfrm>
            <a:off x="8562877" y="5310382"/>
            <a:ext cx="1228823" cy="442546"/>
            <a:chOff x="6210274" y="3683809"/>
            <a:chExt cx="1228823" cy="442546"/>
          </a:xfrm>
        </p:grpSpPr>
        <p:sp>
          <p:nvSpPr>
            <p:cNvPr id="34" name="正方形/長方形 33">
              <a:extLst>
                <a:ext uri="{FF2B5EF4-FFF2-40B4-BE49-F238E27FC236}">
                  <a16:creationId xmlns:a16="http://schemas.microsoft.com/office/drawing/2014/main" id="{B57FDF77-E605-59C1-B18A-ACDC339442B4}"/>
                </a:ext>
              </a:extLst>
            </p:cNvPr>
            <p:cNvSpPr/>
            <p:nvPr/>
          </p:nvSpPr>
          <p:spPr>
            <a:xfrm>
              <a:off x="6323354" y="3782121"/>
              <a:ext cx="1115743" cy="344234"/>
            </a:xfrm>
            <a:prstGeom prst="rect">
              <a:avLst/>
            </a:prstGeom>
            <a:solidFill>
              <a:schemeClr val="bg1"/>
            </a:solidFill>
            <a:ln w="12700" cap="flat" cmpd="sng" algn="ctr">
              <a:solidFill>
                <a:schemeClr val="accent5"/>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171450" marR="0" lvl="0" indent="-171450" algn="l" defTabSz="914400" rtl="0" eaLnBrk="0" fontAlgn="auto" latinLnBrk="0" hangingPunct="0">
                <a:lnSpc>
                  <a:spcPct val="100000"/>
                </a:lnSpc>
                <a:spcBef>
                  <a:spcPts val="0"/>
                </a:spcBef>
                <a:spcAft>
                  <a:spcPts val="0"/>
                </a:spcAft>
                <a:buClrTx/>
                <a:buSzTx/>
                <a:buFont typeface="Arial" panose="020B0604020202020204" pitchFamily="34" charset="0"/>
                <a:buChar char="•"/>
                <a:tabLst/>
                <a:defRPr/>
              </a:pPr>
              <a:r>
                <a:rPr kumimoji="0" lang="ja-JP" altLang="en-US" sz="8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患者サマリーに</a:t>
              </a:r>
              <a:r>
                <a:rPr kumimoji="0" lang="en-US" altLang="ja-JP" sz="8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PDF</a:t>
              </a:r>
              <a:r>
                <a:rPr kumimoji="0" lang="ja-JP" altLang="en-US" sz="8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を添付できるようにする</a:t>
              </a:r>
            </a:p>
          </p:txBody>
        </p:sp>
        <p:sp>
          <p:nvSpPr>
            <p:cNvPr id="35" name="正方形/長方形 34">
              <a:extLst>
                <a:ext uri="{FF2B5EF4-FFF2-40B4-BE49-F238E27FC236}">
                  <a16:creationId xmlns:a16="http://schemas.microsoft.com/office/drawing/2014/main" id="{8060E36A-BF9D-C064-0A84-F6A5E3102701}"/>
                </a:ext>
              </a:extLst>
            </p:cNvPr>
            <p:cNvSpPr/>
            <p:nvPr/>
          </p:nvSpPr>
          <p:spPr>
            <a:xfrm>
              <a:off x="6210274" y="3683809"/>
              <a:ext cx="494531" cy="139450"/>
            </a:xfrm>
            <a:prstGeom prst="rect">
              <a:avLst/>
            </a:prstGeom>
            <a:solidFill>
              <a:schemeClr val="accent5"/>
            </a:solidFill>
            <a:ln w="12700" cap="flat" cmpd="sng" algn="ctr">
              <a:solidFill>
                <a:schemeClr val="bg1"/>
              </a:solidFill>
              <a:prstDash val="solid"/>
            </a:ln>
            <a:effectLst/>
          </p:spPr>
          <p:txBody>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8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eiryo UI" panose="020B0604030504040204" pitchFamily="50" charset="-128"/>
                </a:rPr>
                <a:t>要求事項</a:t>
              </a:r>
            </a:p>
          </p:txBody>
        </p:sp>
      </p:grpSp>
      <p:sp>
        <p:nvSpPr>
          <p:cNvPr id="36" name="コンテンツ プレースホルダー 2">
            <a:extLst>
              <a:ext uri="{FF2B5EF4-FFF2-40B4-BE49-F238E27FC236}">
                <a16:creationId xmlns:a16="http://schemas.microsoft.com/office/drawing/2014/main" id="{AF93BDBB-5FE6-8DD1-9F4A-39BE3778F982}"/>
              </a:ext>
            </a:extLst>
          </p:cNvPr>
          <p:cNvSpPr txBox="1">
            <a:spLocks/>
          </p:cNvSpPr>
          <p:nvPr/>
        </p:nvSpPr>
        <p:spPr bwMode="auto">
          <a:xfrm>
            <a:off x="141227" y="3129256"/>
            <a:ext cx="6633248" cy="197656"/>
          </a:xfrm>
          <a:prstGeom prst="rect">
            <a:avLst/>
          </a:prstGeom>
          <a:solidFill>
            <a:schemeClr val="accent3">
              <a:lumMod val="20000"/>
              <a:lumOff val="80000"/>
            </a:schemeClr>
          </a:solidFill>
          <a:ln w="12700">
            <a:noFill/>
            <a:miter lim="800000"/>
            <a:headEnd/>
            <a:tailEnd/>
          </a:ln>
        </p:spPr>
        <p:txBody>
          <a:bodyPr vert="horz" wrap="square" lIns="0" tIns="46800" rIns="90407" bIns="46800" numCol="1" anchor="ctr" anchorCtr="0" compatLnSpc="1">
            <a:prstTxWarp prst="textNoShape">
              <a:avLst/>
            </a:prstTxWarp>
            <a:noAutofit/>
          </a:bodyPr>
          <a:lstStyle>
            <a:lvl1pPr marL="0" indent="0" algn="l" rtl="0" eaLnBrk="1" fontAlgn="base" hangingPunct="1">
              <a:spcBef>
                <a:spcPts val="0"/>
              </a:spcBef>
              <a:spcAft>
                <a:spcPct val="0"/>
              </a:spcAft>
              <a:defRPr kumimoji="1" sz="1193">
                <a:solidFill>
                  <a:schemeClr val="tx1"/>
                </a:solidFill>
                <a:latin typeface="+mj-ea"/>
                <a:ea typeface="+mj-ea"/>
                <a:cs typeface="+mn-cs"/>
              </a:defRPr>
            </a:lvl1pPr>
            <a:lvl2pPr marL="651899" indent="-243448" algn="l" rtl="0" eaLnBrk="1" fontAlgn="base" hangingPunct="1">
              <a:spcBef>
                <a:spcPct val="20000"/>
              </a:spcBef>
              <a:spcAft>
                <a:spcPct val="0"/>
              </a:spcAft>
              <a:buChar char="–"/>
              <a:defRPr kumimoji="1" sz="2386">
                <a:solidFill>
                  <a:schemeClr val="tx1"/>
                </a:solidFill>
                <a:latin typeface="Times New Roman" pitchFamily="18" charset="0"/>
                <a:ea typeface="+mn-ea"/>
              </a:defRPr>
            </a:lvl2pPr>
            <a:lvl3pPr marL="1008956" indent="-194758" algn="l" rtl="0" eaLnBrk="1" fontAlgn="base" hangingPunct="1">
              <a:spcBef>
                <a:spcPct val="20000"/>
              </a:spcBef>
              <a:spcAft>
                <a:spcPct val="0"/>
              </a:spcAft>
              <a:buChar char="•"/>
              <a:defRPr kumimoji="1" sz="2045">
                <a:solidFill>
                  <a:schemeClr val="tx1"/>
                </a:solidFill>
                <a:latin typeface="Times New Roman" pitchFamily="18" charset="0"/>
                <a:ea typeface="+mn-ea"/>
              </a:defRPr>
            </a:lvl3pPr>
            <a:lvl4pPr marL="1366012"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4pPr>
            <a:lvl5pPr marL="1752822" indent="-196111" algn="l" rtl="0" eaLnBrk="1" fontAlgn="base" hangingPunct="1">
              <a:spcBef>
                <a:spcPct val="20000"/>
              </a:spcBef>
              <a:spcAft>
                <a:spcPct val="0"/>
              </a:spcAft>
              <a:buChar char="»"/>
              <a:defRPr kumimoji="1" sz="1704">
                <a:solidFill>
                  <a:schemeClr val="tx1"/>
                </a:solidFill>
                <a:latin typeface="Times New Roman" pitchFamily="18" charset="0"/>
                <a:ea typeface="+mn-ea"/>
              </a:defRPr>
            </a:lvl5pPr>
            <a:lvl6pPr marL="2142339"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6pPr>
            <a:lvl7pPr marL="2531855"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7pPr>
            <a:lvl8pPr marL="2921371"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8pPr>
            <a:lvl9pPr marL="3310886"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9pPr>
          </a:lstStyle>
          <a:p>
            <a:pPr marL="0" marR="0" lvl="0" indent="0" algn="ctr" defTabSz="914400" rtl="0" eaLnBrk="1" fontAlgn="base" latinLnBrk="0" hangingPunct="1">
              <a:lnSpc>
                <a:spcPct val="100000"/>
              </a:lnSpc>
              <a:spcBef>
                <a:spcPts val="0"/>
              </a:spcBef>
              <a:spcAft>
                <a:spcPct val="0"/>
              </a:spcAft>
              <a:buClrTx/>
              <a:buSzTx/>
              <a:buFontTx/>
              <a:buNone/>
              <a:tabLst/>
              <a:defRPr/>
            </a:pPr>
            <a:r>
              <a:rPr kumimoji="1" lang="en-US" altLang="ja-JP" sz="1050" b="0" i="0" u="sng" strike="noStrike" kern="0" cap="none" spc="0" normalizeH="0" baseline="0" noProof="0">
                <a:ln>
                  <a:noFill/>
                </a:ln>
                <a:solidFill>
                  <a:prstClr val="black"/>
                </a:solidFill>
                <a:effectLst/>
                <a:uLnTx/>
                <a:uFillTx/>
                <a:latin typeface="Meiryo UI"/>
                <a:ea typeface="Meiryo UI"/>
                <a:cs typeface="+mn-cs"/>
              </a:rPr>
              <a:t>&lt;</a:t>
            </a:r>
            <a:r>
              <a:rPr kumimoji="1" lang="ja-JP" altLang="en-US" sz="1050" b="0" i="0" u="sng" strike="noStrike" kern="0" cap="none" spc="0" normalizeH="0" baseline="0" noProof="0">
                <a:ln>
                  <a:noFill/>
                </a:ln>
                <a:solidFill>
                  <a:prstClr val="black"/>
                </a:solidFill>
                <a:effectLst/>
                <a:uLnTx/>
                <a:uFillTx/>
                <a:latin typeface="Meiryo UI"/>
                <a:ea typeface="Meiryo UI"/>
                <a:cs typeface="+mn-cs"/>
              </a:rPr>
              <a:t>電子カルテイメージ</a:t>
            </a:r>
            <a:r>
              <a:rPr kumimoji="1" lang="en-US" altLang="ja-JP" sz="1050" b="0" i="0" u="sng" strike="noStrike" kern="0" cap="none" spc="0" normalizeH="0" baseline="0" noProof="0">
                <a:ln>
                  <a:noFill/>
                </a:ln>
                <a:solidFill>
                  <a:prstClr val="black"/>
                </a:solidFill>
                <a:effectLst/>
                <a:uLnTx/>
                <a:uFillTx/>
                <a:latin typeface="Meiryo UI"/>
                <a:ea typeface="Meiryo UI"/>
                <a:cs typeface="+mn-cs"/>
              </a:rPr>
              <a:t>&gt;</a:t>
            </a:r>
          </a:p>
        </p:txBody>
      </p:sp>
      <p:sp>
        <p:nvSpPr>
          <p:cNvPr id="10" name="正方形/長方形 9">
            <a:extLst>
              <a:ext uri="{FF2B5EF4-FFF2-40B4-BE49-F238E27FC236}">
                <a16:creationId xmlns:a16="http://schemas.microsoft.com/office/drawing/2014/main" id="{4FC0C5F7-8466-B0B0-EEEE-4A4D2BFE3E2B}"/>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35593155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E8F4C-E735-AFC3-076E-6A36FE7DBA2C}"/>
            </a:ext>
          </a:extLst>
        </p:cNvPr>
        <p:cNvGrpSpPr/>
        <p:nvPr/>
      </p:nvGrpSpPr>
      <p:grpSpPr>
        <a:xfrm>
          <a:off x="0" y="0"/>
          <a:ext cx="0" cy="0"/>
          <a:chOff x="0" y="0"/>
          <a:chExt cx="0" cy="0"/>
        </a:xfrm>
      </p:grpSpPr>
      <p:sp>
        <p:nvSpPr>
          <p:cNvPr id="4" name="タイトル 2">
            <a:extLst>
              <a:ext uri="{FF2B5EF4-FFF2-40B4-BE49-F238E27FC236}">
                <a16:creationId xmlns:a16="http://schemas.microsoft.com/office/drawing/2014/main" id="{B9A99C5E-DF9A-6805-1F5C-F192FA9CDEC5}"/>
              </a:ext>
            </a:extLst>
          </p:cNvPr>
          <p:cNvSpPr>
            <a:spLocks noGrp="1"/>
          </p:cNvSpPr>
          <p:nvPr>
            <p:ph type="title"/>
          </p:nvPr>
        </p:nvSpPr>
        <p:spPr/>
        <p:txBody>
          <a:bodyPr lIns="0" tIns="45720" rIns="0" bIns="45720" anchor="b" anchorCtr="0">
            <a:normAutofit fontScale="90000"/>
          </a:bodyPr>
          <a:lstStyle/>
          <a:p>
            <a:pPr>
              <a:lnSpc>
                <a:spcPct val="90000"/>
              </a:lnSpc>
              <a:tabLst>
                <a:tab pos="1879600" algn="l"/>
                <a:tab pos="2693988" algn="l"/>
              </a:tabLst>
            </a:pPr>
            <a:r>
              <a:rPr lang="en-US" altLang="ja-JP" sz="1800"/>
              <a:t>2</a:t>
            </a:r>
            <a:r>
              <a:rPr lang="ja-JP" altLang="en-US" sz="1800"/>
              <a:t>．令和</a:t>
            </a:r>
            <a:r>
              <a:rPr lang="en-US" altLang="ja-JP" sz="1800"/>
              <a:t>9</a:t>
            </a:r>
            <a:r>
              <a:rPr lang="ja-JP" altLang="en-US" sz="1800"/>
              <a:t>年度案件について</a:t>
            </a:r>
            <a:br>
              <a:rPr lang="en-US" altLang="ja-JP" sz="1800"/>
            </a:br>
            <a:r>
              <a:rPr lang="ja-JP" altLang="en-US" sz="1800"/>
              <a:t>案件</a:t>
            </a:r>
            <a:r>
              <a:rPr lang="en-US" altLang="ja-JP" sz="1800"/>
              <a:t>ID222</a:t>
            </a:r>
            <a:r>
              <a:rPr lang="en-US" altLang="ja-JP" sz="1700"/>
              <a:t>_</a:t>
            </a:r>
            <a:r>
              <a:rPr lang="ja-JP" altLang="en-US" sz="1700"/>
              <a:t>臨床情報を取得する際の文字コード</a:t>
            </a:r>
          </a:p>
        </p:txBody>
      </p:sp>
      <p:graphicFrame>
        <p:nvGraphicFramePr>
          <p:cNvPr id="2" name="表 1">
            <a:extLst>
              <a:ext uri="{FF2B5EF4-FFF2-40B4-BE49-F238E27FC236}">
                <a16:creationId xmlns:a16="http://schemas.microsoft.com/office/drawing/2014/main" id="{65D86B0D-701C-CC3C-FDB7-5C797F78F906}"/>
              </a:ext>
            </a:extLst>
          </p:cNvPr>
          <p:cNvGraphicFramePr>
            <a:graphicFrameLocks noGrp="1"/>
          </p:cNvGraphicFramePr>
          <p:nvPr/>
        </p:nvGraphicFramePr>
        <p:xfrm>
          <a:off x="495302" y="727616"/>
          <a:ext cx="8755378" cy="2595954"/>
        </p:xfrm>
        <a:graphic>
          <a:graphicData uri="http://schemas.openxmlformats.org/drawingml/2006/table">
            <a:tbl>
              <a:tblPr/>
              <a:tblGrid>
                <a:gridCol w="1107755">
                  <a:extLst>
                    <a:ext uri="{9D8B030D-6E8A-4147-A177-3AD203B41FA5}">
                      <a16:colId xmlns:a16="http://schemas.microsoft.com/office/drawing/2014/main" val="3507052572"/>
                    </a:ext>
                  </a:extLst>
                </a:gridCol>
                <a:gridCol w="7647623">
                  <a:extLst>
                    <a:ext uri="{9D8B030D-6E8A-4147-A177-3AD203B41FA5}">
                      <a16:colId xmlns:a16="http://schemas.microsoft.com/office/drawing/2014/main" val="3506754757"/>
                    </a:ext>
                  </a:extLst>
                </a:gridCol>
              </a:tblGrid>
              <a:tr h="358061">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背景</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mn-lt"/>
                          <a:ea typeface="+mn-ea"/>
                          <a:cs typeface="+mn-cs"/>
                        </a:rPr>
                        <a:t>・現在、オンライン資格確認から出力される情報は資格確認端末において文字コード</a:t>
                      </a:r>
                      <a:r>
                        <a:rPr kumimoji="1" lang="en-US" altLang="ja-JP" sz="900" b="0" i="0" u="none" strike="noStrike" kern="1200" cap="none" spc="0" normalizeH="0" baseline="0" noProof="0">
                          <a:ln>
                            <a:noFill/>
                          </a:ln>
                          <a:solidFill>
                            <a:prstClr val="black"/>
                          </a:solidFill>
                          <a:effectLst/>
                          <a:uLnTx/>
                          <a:uFillTx/>
                          <a:latin typeface="+mn-lt"/>
                          <a:ea typeface="+mn-ea"/>
                          <a:cs typeface="+mn-cs"/>
                        </a:rPr>
                        <a:t>(S-JIS</a:t>
                      </a:r>
                      <a:r>
                        <a:rPr kumimoji="1" lang="ja-JP" altLang="en-US" sz="900" b="0" i="0" u="none" strike="noStrike" kern="1200" cap="none" spc="0" normalizeH="0" baseline="0" noProof="0">
                          <a:ln>
                            <a:noFill/>
                          </a:ln>
                          <a:solidFill>
                            <a:prstClr val="black"/>
                          </a:solidFill>
                          <a:effectLst/>
                          <a:uLnTx/>
                          <a:uFillTx/>
                          <a:latin typeface="+mn-lt"/>
                          <a:ea typeface="+mn-ea"/>
                          <a:cs typeface="+mn-cs"/>
                        </a:rPr>
                        <a:t>か</a:t>
                      </a:r>
                      <a:r>
                        <a:rPr kumimoji="1" lang="en-US" altLang="ja-JP" sz="900" b="0" i="0" u="none" strike="noStrike" kern="1200" cap="none" spc="0" normalizeH="0" baseline="0" noProof="0">
                          <a:ln>
                            <a:noFill/>
                          </a:ln>
                          <a:solidFill>
                            <a:prstClr val="black"/>
                          </a:solidFill>
                          <a:effectLst/>
                          <a:uLnTx/>
                          <a:uFillTx/>
                          <a:latin typeface="+mn-lt"/>
                          <a:ea typeface="+mn-ea"/>
                          <a:cs typeface="+mn-cs"/>
                        </a:rPr>
                        <a:t>UTF-8</a:t>
                      </a:r>
                      <a:r>
                        <a:rPr kumimoji="1" lang="ja-JP" altLang="en-US" sz="900" b="0" i="0" u="none" strike="noStrike" kern="1200" cap="none" spc="0" normalizeH="0" baseline="0" noProof="0">
                          <a:ln>
                            <a:noFill/>
                          </a:ln>
                          <a:solidFill>
                            <a:prstClr val="black"/>
                          </a:solidFill>
                          <a:effectLst/>
                          <a:uLnTx/>
                          <a:uFillTx/>
                          <a:latin typeface="+mn-lt"/>
                          <a:ea typeface="+mn-ea"/>
                          <a:cs typeface="+mn-cs"/>
                        </a:rPr>
                        <a:t>か</a:t>
                      </a:r>
                      <a:r>
                        <a:rPr kumimoji="1" lang="en-US" altLang="ja-JP" sz="900" b="0" i="0" u="none" strike="noStrike" kern="1200" cap="none" spc="0" normalizeH="0" baseline="0" noProof="0">
                          <a:ln>
                            <a:noFill/>
                          </a:ln>
                          <a:solidFill>
                            <a:prstClr val="black"/>
                          </a:solidFill>
                          <a:effectLst/>
                          <a:uLnTx/>
                          <a:uFillTx/>
                          <a:latin typeface="+mn-lt"/>
                          <a:ea typeface="+mn-ea"/>
                          <a:cs typeface="+mn-cs"/>
                        </a:rPr>
                        <a:t>)</a:t>
                      </a:r>
                      <a:r>
                        <a:rPr kumimoji="1" lang="ja-JP" altLang="en-US" sz="900" b="0" i="0" u="none" strike="noStrike" kern="1200" cap="none" spc="0" normalizeH="0" baseline="0" noProof="0">
                          <a:ln>
                            <a:noFill/>
                          </a:ln>
                          <a:solidFill>
                            <a:prstClr val="black"/>
                          </a:solidFill>
                          <a:effectLst/>
                          <a:uLnTx/>
                          <a:uFillTx/>
                          <a:latin typeface="+mn-lt"/>
                          <a:ea typeface="+mn-ea"/>
                          <a:cs typeface="+mn-cs"/>
                        </a:rPr>
                        <a:t>を選択することができる。</a:t>
                      </a:r>
                      <a:endParaRPr kumimoji="1" lang="en-US" altLang="ja-JP" sz="900" b="0" i="0" u="none" strike="noStrike" kern="1200" cap="none" spc="0" normalizeH="0" baseline="0" noProof="0">
                        <a:ln>
                          <a:noFill/>
                        </a:ln>
                        <a:solidFill>
                          <a:prstClr val="black"/>
                        </a:solidFill>
                        <a:effectLst/>
                        <a:uLnTx/>
                        <a:uFillTx/>
                        <a:latin typeface="+mn-lt"/>
                        <a:ea typeface="+mn-ea"/>
                        <a:cs typeface="+mn-cs"/>
                      </a:endParaRPr>
                    </a:p>
                    <a:p>
                      <a:pPr marL="0" marR="0" lvl="0" indent="0" algn="l" defTabSz="84393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mn-lt"/>
                          <a:ea typeface="+mn-ea"/>
                          <a:cs typeface="+mn-cs"/>
                        </a:rPr>
                        <a:t>・オンライン資格確認の結果はレセプト請求にて利用されており、レセプト請求に用いるレセコンが</a:t>
                      </a:r>
                      <a:r>
                        <a:rPr kumimoji="1" lang="en-US" altLang="ja-JP" sz="900" b="0" i="0" u="none" strike="noStrike" kern="1200" cap="none" spc="0" normalizeH="0" baseline="0" noProof="0">
                          <a:ln>
                            <a:noFill/>
                          </a:ln>
                          <a:solidFill>
                            <a:prstClr val="black"/>
                          </a:solidFill>
                          <a:effectLst/>
                          <a:uLnTx/>
                          <a:uFillTx/>
                          <a:latin typeface="+mn-lt"/>
                          <a:ea typeface="+mn-ea"/>
                          <a:cs typeface="+mn-cs"/>
                        </a:rPr>
                        <a:t>SJIS</a:t>
                      </a:r>
                      <a:r>
                        <a:rPr kumimoji="1" lang="ja-JP" altLang="en-US" sz="900" b="0" i="0" u="none" strike="noStrike" kern="1200" cap="none" spc="0" normalizeH="0" baseline="0" noProof="0">
                          <a:ln>
                            <a:noFill/>
                          </a:ln>
                          <a:solidFill>
                            <a:prstClr val="black"/>
                          </a:solidFill>
                          <a:effectLst/>
                          <a:uLnTx/>
                          <a:uFillTx/>
                          <a:latin typeface="+mn-lt"/>
                          <a:ea typeface="+mn-ea"/>
                          <a:cs typeface="+mn-cs"/>
                        </a:rPr>
                        <a:t>にしか対応していないことから、多くの医療機関は</a:t>
                      </a:r>
                      <a:r>
                        <a:rPr kumimoji="1" lang="en-US" altLang="ja-JP" sz="900" b="0" i="0" u="none" strike="noStrike" kern="1200" cap="none" spc="0" normalizeH="0" baseline="0" noProof="0">
                          <a:ln>
                            <a:noFill/>
                          </a:ln>
                          <a:solidFill>
                            <a:prstClr val="black"/>
                          </a:solidFill>
                          <a:effectLst/>
                          <a:uLnTx/>
                          <a:uFillTx/>
                          <a:latin typeface="+mn-lt"/>
                          <a:ea typeface="+mn-ea"/>
                          <a:cs typeface="+mn-cs"/>
                        </a:rPr>
                        <a:t>S-JIS</a:t>
                      </a:r>
                      <a:r>
                        <a:rPr kumimoji="1" lang="ja-JP" altLang="en-US" sz="900" b="0" i="0" u="none" strike="noStrike" kern="1200" cap="none" spc="0" normalizeH="0" baseline="0" noProof="0">
                          <a:ln>
                            <a:noFill/>
                          </a:ln>
                          <a:solidFill>
                            <a:prstClr val="black"/>
                          </a:solidFill>
                          <a:effectLst/>
                          <a:uLnTx/>
                          <a:uFillTx/>
                          <a:latin typeface="+mn-lt"/>
                          <a:ea typeface="+mn-ea"/>
                          <a:cs typeface="+mn-cs"/>
                        </a:rPr>
                        <a:t>の文字設定にしている。</a:t>
                      </a:r>
                      <a:br>
                        <a:rPr kumimoji="1" lang="en-US" altLang="ja-JP" sz="900" b="0" i="0" u="none" strike="noStrike" kern="1200" cap="none" spc="0" normalizeH="0" baseline="0" noProof="0">
                          <a:ln>
                            <a:noFill/>
                          </a:ln>
                          <a:solidFill>
                            <a:prstClr val="black"/>
                          </a:solidFill>
                          <a:effectLst/>
                          <a:uLnTx/>
                          <a:uFillTx/>
                          <a:latin typeface="+mn-lt"/>
                          <a:ea typeface="+mn-ea"/>
                          <a:cs typeface="+mn-cs"/>
                        </a:rPr>
                      </a:br>
                      <a:r>
                        <a:rPr kumimoji="1" lang="ja-JP" altLang="en-US" sz="900" b="0" i="0" u="none" strike="noStrike" kern="1200" cap="none" spc="0" normalizeH="0" baseline="0" noProof="0">
                          <a:ln>
                            <a:noFill/>
                          </a:ln>
                          <a:solidFill>
                            <a:prstClr val="black"/>
                          </a:solidFill>
                          <a:effectLst/>
                          <a:uLnTx/>
                          <a:uFillTx/>
                          <a:latin typeface="+mn-lt"/>
                          <a:ea typeface="+mn-ea"/>
                          <a:cs typeface="+mn-cs"/>
                        </a:rPr>
                        <a:t>・</a:t>
                      </a:r>
                      <a:r>
                        <a:rPr kumimoji="1" lang="en-US" altLang="ja-JP" sz="900" b="0" i="0" u="none" strike="noStrike" kern="1200" cap="none" spc="0" normalizeH="0" baseline="0" noProof="0">
                          <a:ln>
                            <a:noFill/>
                          </a:ln>
                          <a:solidFill>
                            <a:prstClr val="black"/>
                          </a:solidFill>
                          <a:effectLst/>
                          <a:uLnTx/>
                          <a:uFillTx/>
                          <a:latin typeface="+mn-lt"/>
                          <a:ea typeface="+mn-ea"/>
                          <a:cs typeface="+mn-cs"/>
                        </a:rPr>
                        <a:t>S-JIS</a:t>
                      </a:r>
                      <a:r>
                        <a:rPr kumimoji="1" lang="ja-JP" altLang="en-US" sz="900" b="0" i="0" u="none" strike="noStrike" kern="1200" cap="none" spc="0" normalizeH="0" baseline="0" noProof="0">
                          <a:ln>
                            <a:noFill/>
                          </a:ln>
                          <a:solidFill>
                            <a:prstClr val="black"/>
                          </a:solidFill>
                          <a:effectLst/>
                          <a:uLnTx/>
                          <a:uFillTx/>
                          <a:latin typeface="+mn-lt"/>
                          <a:ea typeface="+mn-ea"/>
                          <a:cs typeface="+mn-cs"/>
                        </a:rPr>
                        <a:t>を選択した場合、臨床情報</a:t>
                      </a:r>
                      <a:r>
                        <a:rPr kumimoji="1" lang="en-US" altLang="ja-JP" sz="900" b="0" i="0" u="none" strike="noStrike" kern="1200" cap="none" spc="0" normalizeH="0" baseline="0" noProof="0">
                          <a:ln>
                            <a:noFill/>
                          </a:ln>
                          <a:solidFill>
                            <a:prstClr val="black"/>
                          </a:solidFill>
                          <a:effectLst/>
                          <a:uLnTx/>
                          <a:uFillTx/>
                          <a:latin typeface="+mn-lt"/>
                          <a:ea typeface="+mn-ea"/>
                          <a:cs typeface="+mn-cs"/>
                        </a:rPr>
                        <a:t>DB</a:t>
                      </a:r>
                      <a:r>
                        <a:rPr kumimoji="1" lang="ja-JP" altLang="en-US" sz="900" b="0" i="0" u="none" strike="noStrike" kern="1200" cap="none" spc="0" normalizeH="0" baseline="0" noProof="0">
                          <a:ln>
                            <a:noFill/>
                          </a:ln>
                          <a:solidFill>
                            <a:prstClr val="black"/>
                          </a:solidFill>
                          <a:effectLst/>
                          <a:uLnTx/>
                          <a:uFillTx/>
                          <a:latin typeface="+mn-lt"/>
                          <a:ea typeface="+mn-ea"/>
                          <a:cs typeface="+mn-cs"/>
                        </a:rPr>
                        <a:t>に保存されている</a:t>
                      </a:r>
                      <a:r>
                        <a:rPr kumimoji="1" lang="en-US" altLang="ja-JP" sz="900" b="0" i="0" u="none" strike="noStrike" kern="1200" cap="none" spc="0" normalizeH="0" baseline="0" noProof="0">
                          <a:ln>
                            <a:noFill/>
                          </a:ln>
                          <a:solidFill>
                            <a:prstClr val="black"/>
                          </a:solidFill>
                          <a:effectLst/>
                          <a:uLnTx/>
                          <a:uFillTx/>
                          <a:latin typeface="Meiryo UI"/>
                          <a:ea typeface="+mn-ea"/>
                          <a:cs typeface="+mn-cs"/>
                        </a:rPr>
                        <a:t>UTF-8</a:t>
                      </a:r>
                      <a:r>
                        <a:rPr kumimoji="1" lang="ja-JP" altLang="en-US" sz="900" b="0" i="0" u="none" strike="noStrike" kern="1200" cap="none" spc="0" normalizeH="0" baseline="0" noProof="0">
                          <a:ln>
                            <a:noFill/>
                          </a:ln>
                          <a:solidFill>
                            <a:prstClr val="black"/>
                          </a:solidFill>
                          <a:effectLst/>
                          <a:uLnTx/>
                          <a:uFillTx/>
                          <a:latin typeface="Meiryo UI"/>
                          <a:ea typeface="+mn-ea"/>
                          <a:cs typeface="+mn-cs"/>
                        </a:rPr>
                        <a:t>の文字コードから</a:t>
                      </a:r>
                      <a:r>
                        <a:rPr kumimoji="1" lang="en-US" altLang="ja-JP" sz="900" b="0" i="0" u="none" strike="noStrike" kern="1200" cap="none" spc="0" normalizeH="0" baseline="0" noProof="0">
                          <a:ln>
                            <a:noFill/>
                          </a:ln>
                          <a:solidFill>
                            <a:prstClr val="black"/>
                          </a:solidFill>
                          <a:effectLst/>
                          <a:uLnTx/>
                          <a:uFillTx/>
                          <a:latin typeface="Meiryo UI"/>
                          <a:ea typeface="+mn-ea"/>
                          <a:cs typeface="+mn-cs"/>
                        </a:rPr>
                        <a:t>S-JIS</a:t>
                      </a:r>
                      <a:r>
                        <a:rPr kumimoji="1" lang="ja-JP" altLang="en-US" sz="900" b="0" i="0" u="none" strike="noStrike" kern="1200" cap="none" spc="0" normalizeH="0" baseline="0" noProof="0">
                          <a:ln>
                            <a:noFill/>
                          </a:ln>
                          <a:solidFill>
                            <a:prstClr val="black"/>
                          </a:solidFill>
                          <a:effectLst/>
                          <a:uLnTx/>
                          <a:uFillTx/>
                          <a:latin typeface="Meiryo UI"/>
                          <a:ea typeface="+mn-ea"/>
                          <a:cs typeface="+mn-cs"/>
                        </a:rPr>
                        <a:t>に変換する際に、</a:t>
                      </a:r>
                      <a:r>
                        <a:rPr kumimoji="1" lang="en-US" altLang="ja-JP" sz="900" b="0" i="0" u="none" strike="noStrike" kern="1200" cap="none" spc="0" normalizeH="0" baseline="0" noProof="0">
                          <a:ln>
                            <a:noFill/>
                          </a:ln>
                          <a:solidFill>
                            <a:prstClr val="black"/>
                          </a:solidFill>
                          <a:effectLst/>
                          <a:uLnTx/>
                          <a:uFillTx/>
                          <a:latin typeface="Meiryo UI"/>
                          <a:ea typeface="+mn-ea"/>
                          <a:cs typeface="+mn-cs"/>
                        </a:rPr>
                        <a:t>S-JIS</a:t>
                      </a:r>
                      <a:r>
                        <a:rPr kumimoji="1" lang="ja-JP" altLang="en-US" sz="900" b="0" i="0" u="none" strike="noStrike" kern="1200" cap="none" spc="0" normalizeH="0" baseline="0" noProof="0">
                          <a:ln>
                            <a:noFill/>
                          </a:ln>
                          <a:solidFill>
                            <a:prstClr val="black"/>
                          </a:solidFill>
                          <a:effectLst/>
                          <a:uLnTx/>
                          <a:uFillTx/>
                          <a:latin typeface="Meiryo UI"/>
                          <a:ea typeface="+mn-ea"/>
                          <a:cs typeface="+mn-cs"/>
                        </a:rPr>
                        <a:t>で表示できない文字が含まれると、該当文字が●</a:t>
                      </a:r>
                      <a:r>
                        <a:rPr kumimoji="1" lang="en-US" altLang="ja-JP" sz="900" b="0" i="0" u="none" strike="noStrike" kern="1200" cap="none" spc="0" normalizeH="0" baseline="0" noProof="0">
                          <a:ln>
                            <a:noFill/>
                          </a:ln>
                          <a:solidFill>
                            <a:prstClr val="black"/>
                          </a:solidFill>
                          <a:effectLst/>
                          <a:uLnTx/>
                          <a:uFillTx/>
                          <a:latin typeface="Meiryo UI"/>
                          <a:ea typeface="+mn-ea"/>
                          <a:cs typeface="+mn-cs"/>
                        </a:rPr>
                        <a:t>(</a:t>
                      </a:r>
                      <a:r>
                        <a:rPr kumimoji="1" lang="ja-JP" altLang="en-US" sz="900" b="0" i="0" u="none" strike="noStrike" kern="1200" cap="none" spc="0" normalizeH="0" baseline="0" noProof="0">
                          <a:ln>
                            <a:noFill/>
                          </a:ln>
                          <a:solidFill>
                            <a:prstClr val="black"/>
                          </a:solidFill>
                          <a:effectLst/>
                          <a:uLnTx/>
                          <a:uFillTx/>
                          <a:latin typeface="Meiryo UI"/>
                          <a:ea typeface="+mn-ea"/>
                          <a:cs typeface="+mn-cs"/>
                        </a:rPr>
                        <a:t>黒丸</a:t>
                      </a:r>
                      <a:r>
                        <a:rPr kumimoji="1" lang="en-US" altLang="ja-JP" sz="900" b="0" i="0" u="none" strike="noStrike" kern="1200" cap="none" spc="0" normalizeH="0" baseline="0" noProof="0">
                          <a:ln>
                            <a:noFill/>
                          </a:ln>
                          <a:solidFill>
                            <a:prstClr val="black"/>
                          </a:solidFill>
                          <a:effectLst/>
                          <a:uLnTx/>
                          <a:uFillTx/>
                          <a:latin typeface="Meiryo UI"/>
                          <a:ea typeface="+mn-ea"/>
                          <a:cs typeface="+mn-cs"/>
                        </a:rPr>
                        <a:t>)</a:t>
                      </a:r>
                      <a:r>
                        <a:rPr kumimoji="1" lang="ja-JP" altLang="en-US" sz="900" b="0" i="0" u="none" strike="noStrike" kern="1200" cap="none" spc="0" normalizeH="0" baseline="0" noProof="0">
                          <a:ln>
                            <a:noFill/>
                          </a:ln>
                          <a:solidFill>
                            <a:prstClr val="black"/>
                          </a:solidFill>
                          <a:effectLst/>
                          <a:uLnTx/>
                          <a:uFillTx/>
                          <a:latin typeface="Meiryo UI"/>
                          <a:ea typeface="+mn-ea"/>
                          <a:cs typeface="+mn-cs"/>
                        </a:rPr>
                        <a:t>として表示される。</a:t>
                      </a:r>
                    </a:p>
                    <a:p>
                      <a:pPr marL="0" marR="0" lvl="0" indent="0" algn="l" defTabSz="84393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mn-lt"/>
                          <a:ea typeface="+mn-ea"/>
                          <a:cs typeface="+mn-cs"/>
                        </a:rPr>
                        <a:t>・現在の傷病名においても</a:t>
                      </a:r>
                      <a:r>
                        <a:rPr kumimoji="1" lang="en-US" altLang="ja-JP" sz="900" b="0" i="0" u="none" strike="noStrike" kern="1200" cap="none" spc="0" normalizeH="0" baseline="0" noProof="0">
                          <a:ln>
                            <a:noFill/>
                          </a:ln>
                          <a:solidFill>
                            <a:prstClr val="black"/>
                          </a:solidFill>
                          <a:effectLst/>
                          <a:uLnTx/>
                          <a:uFillTx/>
                          <a:latin typeface="+mn-lt"/>
                          <a:ea typeface="+mn-ea"/>
                          <a:cs typeface="+mn-cs"/>
                        </a:rPr>
                        <a:t>S-JIS</a:t>
                      </a:r>
                      <a:r>
                        <a:rPr kumimoji="1" lang="ja-JP" altLang="en-US" sz="900" b="0" i="0" u="none" strike="noStrike" kern="1200" cap="none" spc="0" normalizeH="0" baseline="0" noProof="0">
                          <a:ln>
                            <a:noFill/>
                          </a:ln>
                          <a:solidFill>
                            <a:prstClr val="black"/>
                          </a:solidFill>
                          <a:effectLst/>
                          <a:uLnTx/>
                          <a:uFillTx/>
                          <a:latin typeface="+mn-lt"/>
                          <a:ea typeface="+mn-ea"/>
                          <a:cs typeface="+mn-cs"/>
                        </a:rPr>
                        <a:t>第</a:t>
                      </a:r>
                      <a:r>
                        <a:rPr kumimoji="1" lang="en-US" altLang="ja-JP" sz="900" b="0" i="0" u="none" strike="noStrike" kern="1200" cap="none" spc="0" normalizeH="0" baseline="0" noProof="0">
                          <a:ln>
                            <a:noFill/>
                          </a:ln>
                          <a:solidFill>
                            <a:prstClr val="black"/>
                          </a:solidFill>
                          <a:effectLst/>
                          <a:uLnTx/>
                          <a:uFillTx/>
                          <a:latin typeface="+mn-lt"/>
                          <a:ea typeface="+mn-ea"/>
                          <a:cs typeface="+mn-cs"/>
                        </a:rPr>
                        <a:t>1</a:t>
                      </a:r>
                      <a:r>
                        <a:rPr kumimoji="1" lang="ja-JP" altLang="en-US" sz="900" b="0" i="0" u="none" strike="noStrike" kern="1200" cap="none" spc="0" normalizeH="0" baseline="0" noProof="0">
                          <a:ln>
                            <a:noFill/>
                          </a:ln>
                          <a:solidFill>
                            <a:prstClr val="black"/>
                          </a:solidFill>
                          <a:effectLst/>
                          <a:uLnTx/>
                          <a:uFillTx/>
                          <a:latin typeface="+mn-lt"/>
                          <a:ea typeface="+mn-ea"/>
                          <a:cs typeface="+mn-cs"/>
                        </a:rPr>
                        <a:t>水準・第</a:t>
                      </a:r>
                      <a:r>
                        <a:rPr kumimoji="1" lang="en-US" altLang="ja-JP" sz="900" b="0" i="0" u="none" strike="noStrike" kern="1200" cap="none" spc="0" normalizeH="0" baseline="0" noProof="0">
                          <a:ln>
                            <a:noFill/>
                          </a:ln>
                          <a:solidFill>
                            <a:prstClr val="black"/>
                          </a:solidFill>
                          <a:effectLst/>
                          <a:uLnTx/>
                          <a:uFillTx/>
                          <a:latin typeface="+mn-lt"/>
                          <a:ea typeface="+mn-ea"/>
                          <a:cs typeface="+mn-cs"/>
                        </a:rPr>
                        <a:t>2</a:t>
                      </a:r>
                      <a:r>
                        <a:rPr kumimoji="1" lang="ja-JP" altLang="en-US" sz="900" b="0" i="0" u="none" strike="noStrike" kern="1200" cap="none" spc="0" normalizeH="0" baseline="0" noProof="0">
                          <a:ln>
                            <a:noFill/>
                          </a:ln>
                          <a:solidFill>
                            <a:prstClr val="black"/>
                          </a:solidFill>
                          <a:effectLst/>
                          <a:uLnTx/>
                          <a:uFillTx/>
                          <a:latin typeface="+mn-lt"/>
                          <a:ea typeface="+mn-ea"/>
                          <a:cs typeface="+mn-cs"/>
                        </a:rPr>
                        <a:t>水準に掲載されていない病名が存在することが想定されるうえ、今後歯科情報など情報拡張すると</a:t>
                      </a:r>
                      <a:r>
                        <a:rPr kumimoji="1" lang="en-US" altLang="ja-JP" sz="900" b="0" i="0" u="none" strike="noStrike" kern="1200" cap="none" spc="0" normalizeH="0" baseline="0" noProof="0">
                          <a:ln>
                            <a:noFill/>
                          </a:ln>
                          <a:solidFill>
                            <a:prstClr val="black"/>
                          </a:solidFill>
                          <a:effectLst/>
                          <a:uLnTx/>
                          <a:uFillTx/>
                          <a:latin typeface="+mn-lt"/>
                          <a:ea typeface="+mn-ea"/>
                          <a:cs typeface="+mn-cs"/>
                        </a:rPr>
                        <a:t>S-JIS</a:t>
                      </a:r>
                      <a:r>
                        <a:rPr kumimoji="1" lang="ja-JP" altLang="en-US" sz="900" b="0" i="0" u="none" strike="noStrike" kern="1200" cap="none" spc="0" normalizeH="0" baseline="0" noProof="0">
                          <a:ln>
                            <a:noFill/>
                          </a:ln>
                          <a:solidFill>
                            <a:prstClr val="black"/>
                          </a:solidFill>
                          <a:effectLst/>
                          <a:uLnTx/>
                          <a:uFillTx/>
                          <a:latin typeface="+mn-lt"/>
                          <a:ea typeface="+mn-ea"/>
                          <a:cs typeface="+mn-cs"/>
                        </a:rPr>
                        <a:t>第</a:t>
                      </a:r>
                      <a:r>
                        <a:rPr kumimoji="1" lang="en-US" altLang="ja-JP" sz="900" b="0" i="0" u="none" strike="noStrike" kern="1200" cap="none" spc="0" normalizeH="0" baseline="0" noProof="0">
                          <a:ln>
                            <a:noFill/>
                          </a:ln>
                          <a:solidFill>
                            <a:prstClr val="black"/>
                          </a:solidFill>
                          <a:effectLst/>
                          <a:uLnTx/>
                          <a:uFillTx/>
                          <a:latin typeface="+mn-lt"/>
                          <a:ea typeface="+mn-ea"/>
                          <a:cs typeface="+mn-cs"/>
                        </a:rPr>
                        <a:t>1</a:t>
                      </a:r>
                      <a:r>
                        <a:rPr kumimoji="1" lang="ja-JP" altLang="en-US" sz="900" b="0" i="0" u="none" strike="noStrike" kern="1200" cap="none" spc="0" normalizeH="0" baseline="0" noProof="0">
                          <a:ln>
                            <a:noFill/>
                          </a:ln>
                          <a:solidFill>
                            <a:prstClr val="black"/>
                          </a:solidFill>
                          <a:effectLst/>
                          <a:uLnTx/>
                          <a:uFillTx/>
                          <a:latin typeface="+mn-lt"/>
                          <a:ea typeface="+mn-ea"/>
                          <a:cs typeface="+mn-cs"/>
                        </a:rPr>
                        <a:t>水準・第</a:t>
                      </a:r>
                      <a:r>
                        <a:rPr kumimoji="1" lang="en-US" altLang="ja-JP" sz="900" b="0" i="0" u="none" strike="noStrike" kern="1200" cap="none" spc="0" normalizeH="0" baseline="0" noProof="0">
                          <a:ln>
                            <a:noFill/>
                          </a:ln>
                          <a:solidFill>
                            <a:prstClr val="black"/>
                          </a:solidFill>
                          <a:effectLst/>
                          <a:uLnTx/>
                          <a:uFillTx/>
                          <a:latin typeface="+mn-lt"/>
                          <a:ea typeface="+mn-ea"/>
                          <a:cs typeface="+mn-cs"/>
                        </a:rPr>
                        <a:t>2</a:t>
                      </a:r>
                      <a:r>
                        <a:rPr kumimoji="1" lang="ja-JP" altLang="en-US" sz="900" b="0" i="0" u="none" strike="noStrike" kern="1200" cap="none" spc="0" normalizeH="0" baseline="0" noProof="0">
                          <a:ln>
                            <a:noFill/>
                          </a:ln>
                          <a:solidFill>
                            <a:prstClr val="black"/>
                          </a:solidFill>
                          <a:effectLst/>
                          <a:uLnTx/>
                          <a:uFillTx/>
                          <a:latin typeface="+mn-lt"/>
                          <a:ea typeface="+mn-ea"/>
                          <a:cs typeface="+mn-cs"/>
                        </a:rPr>
                        <a:t>水準で表現できない表記が増える。</a:t>
                      </a:r>
                      <a:endParaRPr kumimoji="1" lang="en-US" altLang="ja-JP" sz="900" b="0" i="0" u="none" strike="noStrike" kern="1200" cap="none" spc="0" normalizeH="0" baseline="0" noProof="0">
                        <a:ln>
                          <a:noFill/>
                        </a:ln>
                        <a:solidFill>
                          <a:prstClr val="black"/>
                        </a:solidFill>
                        <a:effectLst/>
                        <a:uLnTx/>
                        <a:uFillTx/>
                        <a:latin typeface="+mn-lt"/>
                        <a:ea typeface="+mn-ea"/>
                        <a:cs typeface="+mn-cs"/>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2394099348"/>
                  </a:ext>
                </a:extLst>
              </a:tr>
              <a:tr h="232056">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課題</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rtl="0"/>
                      <a:r>
                        <a:rPr lang="ja-JP" altLang="en-US" sz="900"/>
                        <a:t>・臨床情報の情報拡張に伴い、黒丸表示の情報が増えることにより、臨床情報の共有が円滑に行われない。</a:t>
                      </a:r>
                      <a:endParaRPr lang="en-US" altLang="ja-JP" sz="900"/>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808508447"/>
                  </a:ext>
                </a:extLst>
              </a:tr>
              <a:tr h="106998">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目的</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900" b="0" i="0" u="none" strike="noStrike">
                          <a:solidFill>
                            <a:srgbClr val="000000"/>
                          </a:solidFill>
                          <a:effectLst/>
                          <a:latin typeface="Meiryo UI" panose="020B0604030504040204" pitchFamily="50" charset="-128"/>
                          <a:ea typeface="Meiryo UI" panose="020B0604030504040204" pitchFamily="50" charset="-128"/>
                        </a:rPr>
                        <a:t>・臨床情報の</a:t>
                      </a:r>
                      <a:r>
                        <a:rPr lang="en-US" altLang="ja-JP" sz="900" b="0" i="0" u="none" strike="noStrike">
                          <a:solidFill>
                            <a:srgbClr val="000000"/>
                          </a:solidFill>
                          <a:effectLst/>
                          <a:latin typeface="Meiryo UI" panose="020B0604030504040204" pitchFamily="50" charset="-128"/>
                          <a:ea typeface="Meiryo UI" panose="020B0604030504040204" pitchFamily="50" charset="-128"/>
                        </a:rPr>
                        <a:t>XML</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の閲覧時に黒丸表示されないようにする</a:t>
                      </a:r>
                      <a:endParaRPr lang="en-US" altLang="ja-JP" sz="900" b="0" i="0" u="none" strike="noStrike">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149341942"/>
                  </a:ext>
                </a:extLst>
              </a:tr>
              <a:tr h="316059">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要求事項</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kumimoji="1" lang="en-US" altLang="ja-JP" sz="900" b="0" i="0" u="none" strike="noStrike" kern="1200">
                          <a:solidFill>
                            <a:schemeClr val="tx1"/>
                          </a:solidFill>
                          <a:effectLst/>
                          <a:latin typeface="+mj-ea"/>
                          <a:ea typeface="+mn-ea"/>
                          <a:cs typeface="+mn-cs"/>
                        </a:rPr>
                        <a:t>※</a:t>
                      </a:r>
                      <a:r>
                        <a:rPr kumimoji="1" lang="ja-JP" altLang="en-US" sz="900" b="0" i="0" u="none" strike="noStrike" kern="1200">
                          <a:solidFill>
                            <a:schemeClr val="tx1"/>
                          </a:solidFill>
                          <a:effectLst/>
                          <a:latin typeface="+mj-ea"/>
                          <a:ea typeface="+mn-ea"/>
                          <a:cs typeface="+mn-cs"/>
                        </a:rPr>
                        <a:t>精査中</a:t>
                      </a:r>
                      <a:endParaRPr kumimoji="1" lang="en-US" altLang="ja-JP" sz="900" b="0" i="0" u="none" strike="noStrike" kern="1200">
                        <a:solidFill>
                          <a:schemeClr val="tx1"/>
                        </a:solidFill>
                        <a:effectLst/>
                        <a:latin typeface="+mj-ea"/>
                        <a:ea typeface="+mn-ea"/>
                        <a:cs typeface="+mn-cs"/>
                      </a:endParaRP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900" b="0" i="0" u="none" strike="noStrike">
                          <a:solidFill>
                            <a:srgbClr val="000000"/>
                          </a:solidFill>
                          <a:effectLst/>
                          <a:latin typeface="Meiryo UI" panose="020B0604030504040204" pitchFamily="50" charset="-128"/>
                          <a:ea typeface="Meiryo UI" panose="020B0604030504040204" pitchFamily="50" charset="-128"/>
                        </a:rPr>
                        <a:t>対応案①</a:t>
                      </a:r>
                      <a:br>
                        <a:rPr lang="en-US" altLang="ja-JP"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資格確認端末の環境設定画面において、</a:t>
                      </a:r>
                      <a:r>
                        <a:rPr lang="en-US" altLang="ja-JP" sz="900" b="0" i="0" u="none" strike="noStrike">
                          <a:solidFill>
                            <a:srgbClr val="000000"/>
                          </a:solidFill>
                          <a:effectLst/>
                          <a:latin typeface="Meiryo UI" panose="020B0604030504040204" pitchFamily="50" charset="-128"/>
                          <a:ea typeface="Meiryo UI" panose="020B0604030504040204" pitchFamily="50" charset="-128"/>
                        </a:rPr>
                        <a:t>SJIS</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が選択されている場合においても、電子カルテ情報共有サービスの</a:t>
                      </a:r>
                      <a:r>
                        <a:rPr lang="ja-JP" altLang="en-US" sz="900" b="1" i="0" u="sng" strike="noStrike">
                          <a:solidFill>
                            <a:srgbClr val="000000"/>
                          </a:solidFill>
                          <a:effectLst/>
                          <a:latin typeface="Meiryo UI" panose="020B0604030504040204" pitchFamily="50" charset="-128"/>
                          <a:ea typeface="Meiryo UI" panose="020B0604030504040204" pitchFamily="50" charset="-128"/>
                        </a:rPr>
                        <a:t>臨床情報・健診情報</a:t>
                      </a:r>
                      <a:r>
                        <a:rPr lang="en-US" altLang="ja-JP" sz="900" b="1" i="0" u="sng" strike="noStrike">
                          <a:solidFill>
                            <a:srgbClr val="000000"/>
                          </a:solidFill>
                          <a:effectLst/>
                          <a:latin typeface="Meiryo UI" panose="020B0604030504040204" pitchFamily="50" charset="-128"/>
                          <a:ea typeface="Meiryo UI" panose="020B0604030504040204" pitchFamily="50" charset="-128"/>
                        </a:rPr>
                        <a:t>(XML)</a:t>
                      </a:r>
                      <a:r>
                        <a:rPr lang="ja-JP" altLang="en-US" sz="900" b="1" i="0" u="sng" strike="noStrike">
                          <a:solidFill>
                            <a:srgbClr val="000000"/>
                          </a:solidFill>
                          <a:effectLst/>
                          <a:latin typeface="Meiryo UI" panose="020B0604030504040204" pitchFamily="50" charset="-128"/>
                          <a:ea typeface="Meiryo UI" panose="020B0604030504040204" pitchFamily="50" charset="-128"/>
                        </a:rPr>
                        <a:t>提供時のみ</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は</a:t>
                      </a:r>
                      <a:r>
                        <a:rPr lang="en-US" altLang="ja-JP" sz="900" b="0" i="0" u="none" strike="noStrike">
                          <a:solidFill>
                            <a:srgbClr val="000000"/>
                          </a:solidFill>
                          <a:effectLst/>
                          <a:latin typeface="Meiryo UI" panose="020B0604030504040204" pitchFamily="50" charset="-128"/>
                          <a:ea typeface="Meiryo UI" panose="020B0604030504040204" pitchFamily="50" charset="-128"/>
                        </a:rPr>
                        <a:t>UTF-8</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で返却する</a:t>
                      </a:r>
                      <a:endParaRPr lang="en-US" altLang="ja-JP" sz="900" b="0" i="0" u="none" strike="noStrike">
                        <a:solidFill>
                          <a:srgbClr val="000000"/>
                        </a:solidFill>
                        <a:effectLst/>
                        <a:latin typeface="Meiryo UI" panose="020B0604030504040204" pitchFamily="50" charset="-128"/>
                        <a:ea typeface="Meiryo UI" panose="020B0604030504040204" pitchFamily="50" charset="-128"/>
                      </a:endParaRP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900" b="0" i="0" u="none" strike="noStrike">
                          <a:solidFill>
                            <a:srgbClr val="000000"/>
                          </a:solidFill>
                          <a:effectLst/>
                          <a:latin typeface="Meiryo UI" panose="020B0604030504040204" pitchFamily="50" charset="-128"/>
                          <a:ea typeface="Meiryo UI" panose="020B0604030504040204" pitchFamily="50" charset="-128"/>
                        </a:rPr>
                        <a:t>対応案②</a:t>
                      </a:r>
                      <a:endParaRPr lang="en-US" altLang="ja-JP" sz="900" b="0" i="0" u="none" strike="noStrike">
                        <a:solidFill>
                          <a:srgbClr val="000000"/>
                        </a:solidFill>
                        <a:effectLst/>
                        <a:latin typeface="Meiryo UI" panose="020B0604030504040204" pitchFamily="50" charset="-128"/>
                        <a:ea typeface="Meiryo UI" panose="020B0604030504040204" pitchFamily="50" charset="-128"/>
                      </a:endParaRP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900" b="0" i="0" u="none" strike="noStrike">
                          <a:solidFill>
                            <a:srgbClr val="000000"/>
                          </a:solidFill>
                          <a:effectLst/>
                          <a:latin typeface="Meiryo UI" panose="020B0604030504040204" pitchFamily="50" charset="-128"/>
                          <a:ea typeface="Meiryo UI" panose="020B0604030504040204" pitchFamily="50" charset="-128"/>
                        </a:rPr>
                        <a:t>資格確認端末で「</a:t>
                      </a:r>
                      <a:r>
                        <a:rPr lang="en-US" altLang="ja-JP" sz="900" b="0" i="0" u="none" strike="noStrike">
                          <a:solidFill>
                            <a:srgbClr val="000000"/>
                          </a:solidFill>
                          <a:effectLst/>
                          <a:latin typeface="Meiryo UI" panose="020B0604030504040204" pitchFamily="50" charset="-128"/>
                          <a:ea typeface="Meiryo UI" panose="020B0604030504040204" pitchFamily="50" charset="-128"/>
                        </a:rPr>
                        <a:t>SJIS</a:t>
                      </a:r>
                      <a:r>
                        <a:rPr lang="ja-JP" altLang="en-US" sz="900" b="0" i="0" u="none" strike="noStrike">
                          <a:solidFill>
                            <a:srgbClr val="000000"/>
                          </a:solidFill>
                          <a:effectLst/>
                          <a:latin typeface="Meiryo UI" panose="020B0604030504040204" pitchFamily="50" charset="-128"/>
                          <a:ea typeface="Meiryo UI" panose="020B0604030504040204" pitchFamily="50" charset="-128"/>
                        </a:rPr>
                        <a:t>」を選択した場合において、文字コードを</a:t>
                      </a:r>
                      <a:r>
                        <a:rPr lang="en-US" altLang="ja-JP" sz="900" b="0" i="0" u="none" strike="noStrike">
                          <a:solidFill>
                            <a:srgbClr val="000000"/>
                          </a:solidFill>
                          <a:effectLst/>
                          <a:latin typeface="Meiryo UI" panose="020B0604030504040204" pitchFamily="50" charset="-128"/>
                          <a:ea typeface="Meiryo UI" panose="020B0604030504040204" pitchFamily="50" charset="-128"/>
                        </a:rPr>
                        <a:t>S-JIS</a:t>
                      </a:r>
                      <a:r>
                        <a:rPr lang="ja-JP" altLang="en-US" sz="900" b="0" i="0" u="none" strike="noStrike">
                          <a:solidFill>
                            <a:srgbClr val="000000"/>
                          </a:solidFill>
                          <a:effectLst/>
                          <a:latin typeface="Meiryo UI" panose="020B0604030504040204" pitchFamily="50" charset="-128"/>
                          <a:ea typeface="Meiryo UI" panose="020B0604030504040204" pitchFamily="50" charset="-128"/>
                        </a:rPr>
                        <a:t>第</a:t>
                      </a:r>
                      <a:r>
                        <a:rPr lang="en-US" altLang="ja-JP" sz="900" b="0" i="0" u="none" strike="noStrike">
                          <a:solidFill>
                            <a:srgbClr val="000000"/>
                          </a:solidFill>
                          <a:effectLst/>
                          <a:latin typeface="Meiryo UI" panose="020B0604030504040204" pitchFamily="50" charset="-128"/>
                          <a:ea typeface="Meiryo UI" panose="020B0604030504040204" pitchFamily="50" charset="-128"/>
                        </a:rPr>
                        <a:t>3</a:t>
                      </a:r>
                      <a:r>
                        <a:rPr lang="ja-JP" altLang="en-US" sz="900" b="0" i="0" u="none" strike="noStrike">
                          <a:solidFill>
                            <a:srgbClr val="000000"/>
                          </a:solidFill>
                          <a:effectLst/>
                          <a:latin typeface="Meiryo UI" panose="020B0604030504040204" pitchFamily="50" charset="-128"/>
                          <a:ea typeface="Meiryo UI" panose="020B0604030504040204" pitchFamily="50" charset="-128"/>
                        </a:rPr>
                        <a:t>水準・第</a:t>
                      </a:r>
                      <a:r>
                        <a:rPr lang="en-US" altLang="ja-JP" sz="900" b="0" i="0" u="none" strike="noStrike">
                          <a:solidFill>
                            <a:srgbClr val="000000"/>
                          </a:solidFill>
                          <a:effectLst/>
                          <a:latin typeface="Meiryo UI" panose="020B0604030504040204" pitchFamily="50" charset="-128"/>
                          <a:ea typeface="Meiryo UI" panose="020B0604030504040204" pitchFamily="50" charset="-128"/>
                        </a:rPr>
                        <a:t>4</a:t>
                      </a:r>
                      <a:r>
                        <a:rPr lang="ja-JP" altLang="en-US" sz="900" b="0" i="0" u="none" strike="noStrike">
                          <a:solidFill>
                            <a:srgbClr val="000000"/>
                          </a:solidFill>
                          <a:effectLst/>
                          <a:latin typeface="Meiryo UI" panose="020B0604030504040204" pitchFamily="50" charset="-128"/>
                          <a:ea typeface="Meiryo UI" panose="020B0604030504040204" pitchFamily="50" charset="-128"/>
                        </a:rPr>
                        <a:t>水準にまで拡張し、利用できる文字種別を増やす。</a:t>
                      </a: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3847957461"/>
                  </a:ext>
                </a:extLst>
              </a:tr>
              <a:tr h="106051">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備考</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a:noFill/>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50" charset="-128"/>
                          <a:ea typeface="Meiryo UI" panose="020B0604030504040204" pitchFamily="50" charset="-128"/>
                        </a:rPr>
                        <a:t>ー</a:t>
                      </a:r>
                      <a:endParaRPr lang="en-US" altLang="ja-JP" sz="9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606374615"/>
                  </a:ext>
                </a:extLst>
              </a:tr>
            </a:tbl>
          </a:graphicData>
        </a:graphic>
      </p:graphicFrame>
      <p:sp>
        <p:nvSpPr>
          <p:cNvPr id="5" name="四角形: 角を丸くする 212">
            <a:extLst>
              <a:ext uri="{FF2B5EF4-FFF2-40B4-BE49-F238E27FC236}">
                <a16:creationId xmlns:a16="http://schemas.microsoft.com/office/drawing/2014/main" id="{764343C6-9221-A5AB-3A5D-F4F0ED885193}"/>
              </a:ext>
            </a:extLst>
          </p:cNvPr>
          <p:cNvSpPr/>
          <p:nvPr/>
        </p:nvSpPr>
        <p:spPr bwMode="auto">
          <a:xfrm>
            <a:off x="640320" y="3805577"/>
            <a:ext cx="1095284" cy="1297706"/>
          </a:xfrm>
          <a:prstGeom prst="roundRect">
            <a:avLst>
              <a:gd name="adj" fmla="val 5417"/>
            </a:avLst>
          </a:prstGeom>
          <a:solidFill>
            <a:schemeClr val="bg1"/>
          </a:solidFill>
          <a:ln w="19050" cap="flat" cmpd="sng" algn="ctr">
            <a:solidFill>
              <a:sysClr val="windowText" lastClr="000000">
                <a:lumMod val="50000"/>
                <a:lumOff val="50000"/>
              </a:sysClr>
            </a:solidFill>
            <a:prstDash val="solid"/>
            <a:round/>
            <a:headEnd type="none" w="med" len="med"/>
            <a:tailEnd type="none" w="med" len="med"/>
          </a:ln>
          <a:effectLst/>
        </p:spPr>
        <p:txBody>
          <a:bodyPr vert="horz" wrap="none" lIns="25714" tIns="25714" rIns="25714" bIns="25714"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医療機関等</a:t>
            </a:r>
          </a:p>
        </p:txBody>
      </p:sp>
      <p:grpSp>
        <p:nvGrpSpPr>
          <p:cNvPr id="9" name="グループ化 8">
            <a:extLst>
              <a:ext uri="{FF2B5EF4-FFF2-40B4-BE49-F238E27FC236}">
                <a16:creationId xmlns:a16="http://schemas.microsoft.com/office/drawing/2014/main" id="{8C9102C4-126C-139F-BF84-6D0C80C53879}"/>
              </a:ext>
            </a:extLst>
          </p:cNvPr>
          <p:cNvGrpSpPr/>
          <p:nvPr/>
        </p:nvGrpSpPr>
        <p:grpSpPr>
          <a:xfrm>
            <a:off x="639616" y="4017329"/>
            <a:ext cx="1084052" cy="704122"/>
            <a:chOff x="1071527" y="2386308"/>
            <a:chExt cx="1046486" cy="654881"/>
          </a:xfrm>
        </p:grpSpPr>
        <p:pic>
          <p:nvPicPr>
            <p:cNvPr id="12" name="グラフィックス 11" descr="ノート PC 枠線">
              <a:extLst>
                <a:ext uri="{FF2B5EF4-FFF2-40B4-BE49-F238E27FC236}">
                  <a16:creationId xmlns:a16="http://schemas.microsoft.com/office/drawing/2014/main" id="{D6237B91-905B-D904-A661-2AB33284BA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96883" y="2386308"/>
              <a:ext cx="595775" cy="595773"/>
            </a:xfrm>
            <a:prstGeom prst="rect">
              <a:avLst/>
            </a:prstGeom>
          </p:spPr>
        </p:pic>
        <p:grpSp>
          <p:nvGrpSpPr>
            <p:cNvPr id="16" name="Group 86">
              <a:extLst>
                <a:ext uri="{FF2B5EF4-FFF2-40B4-BE49-F238E27FC236}">
                  <a16:creationId xmlns:a16="http://schemas.microsoft.com/office/drawing/2014/main" id="{39AA37B8-4C0B-9FDA-EB23-6E6800F9C16C}"/>
                </a:ext>
              </a:extLst>
            </p:cNvPr>
            <p:cNvGrpSpPr>
              <a:grpSpLocks noChangeAspect="1"/>
            </p:cNvGrpSpPr>
            <p:nvPr/>
          </p:nvGrpSpPr>
          <p:grpSpPr bwMode="auto">
            <a:xfrm>
              <a:off x="1531699" y="2586775"/>
              <a:ext cx="147541" cy="147540"/>
              <a:chOff x="4487" y="449"/>
              <a:chExt cx="408" cy="408"/>
            </a:xfrm>
            <a:solidFill>
              <a:srgbClr val="000000"/>
            </a:solidFill>
          </p:grpSpPr>
          <p:sp>
            <p:nvSpPr>
              <p:cNvPr id="18" name="Freeform 87">
                <a:extLst>
                  <a:ext uri="{FF2B5EF4-FFF2-40B4-BE49-F238E27FC236}">
                    <a16:creationId xmlns:a16="http://schemas.microsoft.com/office/drawing/2014/main" id="{F87CA5B3-77E1-F49D-25C0-9A8BD6D88827}"/>
                  </a:ext>
                </a:extLst>
              </p:cNvPr>
              <p:cNvSpPr>
                <a:spLocks/>
              </p:cNvSpPr>
              <p:nvPr/>
            </p:nvSpPr>
            <p:spPr bwMode="auto">
              <a:xfrm>
                <a:off x="4487" y="755"/>
                <a:ext cx="408" cy="102"/>
              </a:xfrm>
              <a:custGeom>
                <a:avLst/>
                <a:gdLst>
                  <a:gd name="T0" fmla="*/ 236 w 276"/>
                  <a:gd name="T1" fmla="*/ 69 h 69"/>
                  <a:gd name="T2" fmla="*/ 41 w 276"/>
                  <a:gd name="T3" fmla="*/ 69 h 69"/>
                  <a:gd name="T4" fmla="*/ 0 w 276"/>
                  <a:gd name="T5" fmla="*/ 29 h 69"/>
                  <a:gd name="T6" fmla="*/ 0 w 276"/>
                  <a:gd name="T7" fmla="*/ 6 h 69"/>
                  <a:gd name="T8" fmla="*/ 6 w 276"/>
                  <a:gd name="T9" fmla="*/ 0 h 69"/>
                  <a:gd name="T10" fmla="*/ 12 w 276"/>
                  <a:gd name="T11" fmla="*/ 6 h 69"/>
                  <a:gd name="T12" fmla="*/ 12 w 276"/>
                  <a:gd name="T13" fmla="*/ 29 h 69"/>
                  <a:gd name="T14" fmla="*/ 41 w 276"/>
                  <a:gd name="T15" fmla="*/ 57 h 69"/>
                  <a:gd name="T16" fmla="*/ 236 w 276"/>
                  <a:gd name="T17" fmla="*/ 57 h 69"/>
                  <a:gd name="T18" fmla="*/ 264 w 276"/>
                  <a:gd name="T19" fmla="*/ 29 h 69"/>
                  <a:gd name="T20" fmla="*/ 264 w 276"/>
                  <a:gd name="T21" fmla="*/ 6 h 69"/>
                  <a:gd name="T22" fmla="*/ 270 w 276"/>
                  <a:gd name="T23" fmla="*/ 0 h 69"/>
                  <a:gd name="T24" fmla="*/ 276 w 276"/>
                  <a:gd name="T25" fmla="*/ 6 h 69"/>
                  <a:gd name="T26" fmla="*/ 276 w 276"/>
                  <a:gd name="T27" fmla="*/ 29 h 69"/>
                  <a:gd name="T28" fmla="*/ 236 w 276"/>
                  <a:gd name="T29"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76" h="69">
                    <a:moveTo>
                      <a:pt x="236" y="69"/>
                    </a:moveTo>
                    <a:cubicBezTo>
                      <a:pt x="41" y="69"/>
                      <a:pt x="41" y="69"/>
                      <a:pt x="41" y="69"/>
                    </a:cubicBezTo>
                    <a:cubicBezTo>
                      <a:pt x="18" y="69"/>
                      <a:pt x="0" y="51"/>
                      <a:pt x="0" y="29"/>
                    </a:cubicBezTo>
                    <a:cubicBezTo>
                      <a:pt x="0" y="6"/>
                      <a:pt x="0" y="6"/>
                      <a:pt x="0" y="6"/>
                    </a:cubicBezTo>
                    <a:cubicBezTo>
                      <a:pt x="0" y="3"/>
                      <a:pt x="3" y="0"/>
                      <a:pt x="6" y="0"/>
                    </a:cubicBezTo>
                    <a:cubicBezTo>
                      <a:pt x="10" y="0"/>
                      <a:pt x="12" y="3"/>
                      <a:pt x="12" y="6"/>
                    </a:cubicBezTo>
                    <a:cubicBezTo>
                      <a:pt x="12" y="29"/>
                      <a:pt x="12" y="29"/>
                      <a:pt x="12" y="29"/>
                    </a:cubicBezTo>
                    <a:cubicBezTo>
                      <a:pt x="12" y="45"/>
                      <a:pt x="25" y="57"/>
                      <a:pt x="41" y="57"/>
                    </a:cubicBezTo>
                    <a:cubicBezTo>
                      <a:pt x="236" y="57"/>
                      <a:pt x="236" y="57"/>
                      <a:pt x="236" y="57"/>
                    </a:cubicBezTo>
                    <a:cubicBezTo>
                      <a:pt x="251" y="57"/>
                      <a:pt x="264" y="45"/>
                      <a:pt x="264" y="29"/>
                    </a:cubicBezTo>
                    <a:cubicBezTo>
                      <a:pt x="264" y="6"/>
                      <a:pt x="264" y="6"/>
                      <a:pt x="264" y="6"/>
                    </a:cubicBezTo>
                    <a:cubicBezTo>
                      <a:pt x="264" y="3"/>
                      <a:pt x="267" y="0"/>
                      <a:pt x="270" y="0"/>
                    </a:cubicBezTo>
                    <a:cubicBezTo>
                      <a:pt x="274" y="0"/>
                      <a:pt x="276" y="3"/>
                      <a:pt x="276" y="6"/>
                    </a:cubicBezTo>
                    <a:cubicBezTo>
                      <a:pt x="276" y="29"/>
                      <a:pt x="276" y="29"/>
                      <a:pt x="276" y="29"/>
                    </a:cubicBezTo>
                    <a:cubicBezTo>
                      <a:pt x="276" y="51"/>
                      <a:pt x="258" y="69"/>
                      <a:pt x="236" y="69"/>
                    </a:cubicBez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2800" b="0" i="0" u="none" strike="noStrike" kern="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Arial" charset="0"/>
                </a:endParaRPr>
              </a:p>
            </p:txBody>
          </p:sp>
          <p:sp>
            <p:nvSpPr>
              <p:cNvPr id="19" name="Freeform 88">
                <a:extLst>
                  <a:ext uri="{FF2B5EF4-FFF2-40B4-BE49-F238E27FC236}">
                    <a16:creationId xmlns:a16="http://schemas.microsoft.com/office/drawing/2014/main" id="{DD799484-2DF7-55BC-16D0-88FF5299D808}"/>
                  </a:ext>
                </a:extLst>
              </p:cNvPr>
              <p:cNvSpPr>
                <a:spLocks/>
              </p:cNvSpPr>
              <p:nvPr/>
            </p:nvSpPr>
            <p:spPr bwMode="auto">
              <a:xfrm>
                <a:off x="4682" y="449"/>
                <a:ext cx="18" cy="323"/>
              </a:xfrm>
              <a:custGeom>
                <a:avLst/>
                <a:gdLst>
                  <a:gd name="T0" fmla="*/ 6 w 12"/>
                  <a:gd name="T1" fmla="*/ 218 h 218"/>
                  <a:gd name="T2" fmla="*/ 0 w 12"/>
                  <a:gd name="T3" fmla="*/ 212 h 218"/>
                  <a:gd name="T4" fmla="*/ 0 w 12"/>
                  <a:gd name="T5" fmla="*/ 6 h 218"/>
                  <a:gd name="T6" fmla="*/ 6 w 12"/>
                  <a:gd name="T7" fmla="*/ 0 h 218"/>
                  <a:gd name="T8" fmla="*/ 12 w 12"/>
                  <a:gd name="T9" fmla="*/ 6 h 218"/>
                  <a:gd name="T10" fmla="*/ 12 w 12"/>
                  <a:gd name="T11" fmla="*/ 212 h 218"/>
                  <a:gd name="T12" fmla="*/ 6 w 12"/>
                  <a:gd name="T13" fmla="*/ 218 h 218"/>
                </a:gdLst>
                <a:ahLst/>
                <a:cxnLst>
                  <a:cxn ang="0">
                    <a:pos x="T0" y="T1"/>
                  </a:cxn>
                  <a:cxn ang="0">
                    <a:pos x="T2" y="T3"/>
                  </a:cxn>
                  <a:cxn ang="0">
                    <a:pos x="T4" y="T5"/>
                  </a:cxn>
                  <a:cxn ang="0">
                    <a:pos x="T6" y="T7"/>
                  </a:cxn>
                  <a:cxn ang="0">
                    <a:pos x="T8" y="T9"/>
                  </a:cxn>
                  <a:cxn ang="0">
                    <a:pos x="T10" y="T11"/>
                  </a:cxn>
                  <a:cxn ang="0">
                    <a:pos x="T12" y="T13"/>
                  </a:cxn>
                </a:cxnLst>
                <a:rect l="0" t="0" r="r" b="b"/>
                <a:pathLst>
                  <a:path w="12" h="218">
                    <a:moveTo>
                      <a:pt x="6" y="218"/>
                    </a:moveTo>
                    <a:cubicBezTo>
                      <a:pt x="3" y="218"/>
                      <a:pt x="0" y="215"/>
                      <a:pt x="0" y="212"/>
                    </a:cubicBezTo>
                    <a:cubicBezTo>
                      <a:pt x="0" y="6"/>
                      <a:pt x="0" y="6"/>
                      <a:pt x="0" y="6"/>
                    </a:cubicBezTo>
                    <a:cubicBezTo>
                      <a:pt x="0" y="3"/>
                      <a:pt x="3" y="0"/>
                      <a:pt x="6" y="0"/>
                    </a:cubicBezTo>
                    <a:cubicBezTo>
                      <a:pt x="10" y="0"/>
                      <a:pt x="12" y="3"/>
                      <a:pt x="12" y="6"/>
                    </a:cubicBezTo>
                    <a:cubicBezTo>
                      <a:pt x="12" y="212"/>
                      <a:pt x="12" y="212"/>
                      <a:pt x="12" y="212"/>
                    </a:cubicBezTo>
                    <a:cubicBezTo>
                      <a:pt x="12" y="215"/>
                      <a:pt x="10" y="218"/>
                      <a:pt x="6" y="218"/>
                    </a:cubicBez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2800" b="0" i="0" u="none" strike="noStrike" kern="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Arial" charset="0"/>
                </a:endParaRPr>
              </a:p>
            </p:txBody>
          </p:sp>
          <p:sp>
            <p:nvSpPr>
              <p:cNvPr id="20" name="Freeform 89">
                <a:extLst>
                  <a:ext uri="{FF2B5EF4-FFF2-40B4-BE49-F238E27FC236}">
                    <a16:creationId xmlns:a16="http://schemas.microsoft.com/office/drawing/2014/main" id="{FA15BD67-98B4-61DD-E281-31FFCFEA3F86}"/>
                  </a:ext>
                </a:extLst>
              </p:cNvPr>
              <p:cNvSpPr>
                <a:spLocks/>
              </p:cNvSpPr>
              <p:nvPr/>
            </p:nvSpPr>
            <p:spPr bwMode="auto">
              <a:xfrm>
                <a:off x="4558" y="449"/>
                <a:ext cx="268" cy="144"/>
              </a:xfrm>
              <a:custGeom>
                <a:avLst/>
                <a:gdLst>
                  <a:gd name="T0" fmla="*/ 174 w 181"/>
                  <a:gd name="T1" fmla="*/ 96 h 97"/>
                  <a:gd name="T2" fmla="*/ 170 w 181"/>
                  <a:gd name="T3" fmla="*/ 95 h 97"/>
                  <a:gd name="T4" fmla="*/ 90 w 181"/>
                  <a:gd name="T5" fmla="*/ 15 h 97"/>
                  <a:gd name="T6" fmla="*/ 10 w 181"/>
                  <a:gd name="T7" fmla="*/ 95 h 97"/>
                  <a:gd name="T8" fmla="*/ 2 w 181"/>
                  <a:gd name="T9" fmla="*/ 95 h 97"/>
                  <a:gd name="T10" fmla="*/ 2 w 181"/>
                  <a:gd name="T11" fmla="*/ 86 h 97"/>
                  <a:gd name="T12" fmla="*/ 86 w 181"/>
                  <a:gd name="T13" fmla="*/ 2 h 97"/>
                  <a:gd name="T14" fmla="*/ 94 w 181"/>
                  <a:gd name="T15" fmla="*/ 2 h 97"/>
                  <a:gd name="T16" fmla="*/ 178 w 181"/>
                  <a:gd name="T17" fmla="*/ 86 h 97"/>
                  <a:gd name="T18" fmla="*/ 178 w 181"/>
                  <a:gd name="T19" fmla="*/ 95 h 97"/>
                  <a:gd name="T20" fmla="*/ 174 w 181"/>
                  <a:gd name="T21" fmla="*/ 96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1" h="97">
                    <a:moveTo>
                      <a:pt x="174" y="96"/>
                    </a:moveTo>
                    <a:cubicBezTo>
                      <a:pt x="173" y="96"/>
                      <a:pt x="171" y="96"/>
                      <a:pt x="170" y="95"/>
                    </a:cubicBezTo>
                    <a:cubicBezTo>
                      <a:pt x="90" y="15"/>
                      <a:pt x="90" y="15"/>
                      <a:pt x="90" y="15"/>
                    </a:cubicBezTo>
                    <a:cubicBezTo>
                      <a:pt x="10" y="95"/>
                      <a:pt x="10" y="95"/>
                      <a:pt x="10" y="95"/>
                    </a:cubicBezTo>
                    <a:cubicBezTo>
                      <a:pt x="8" y="97"/>
                      <a:pt x="4" y="97"/>
                      <a:pt x="2" y="95"/>
                    </a:cubicBezTo>
                    <a:cubicBezTo>
                      <a:pt x="0" y="92"/>
                      <a:pt x="0" y="89"/>
                      <a:pt x="2" y="86"/>
                    </a:cubicBezTo>
                    <a:cubicBezTo>
                      <a:pt x="86" y="2"/>
                      <a:pt x="86" y="2"/>
                      <a:pt x="86" y="2"/>
                    </a:cubicBezTo>
                    <a:cubicBezTo>
                      <a:pt x="88" y="0"/>
                      <a:pt x="92" y="0"/>
                      <a:pt x="94" y="2"/>
                    </a:cubicBezTo>
                    <a:cubicBezTo>
                      <a:pt x="178" y="86"/>
                      <a:pt x="178" y="86"/>
                      <a:pt x="178" y="86"/>
                    </a:cubicBezTo>
                    <a:cubicBezTo>
                      <a:pt x="181" y="89"/>
                      <a:pt x="181" y="92"/>
                      <a:pt x="178" y="95"/>
                    </a:cubicBezTo>
                    <a:cubicBezTo>
                      <a:pt x="177" y="96"/>
                      <a:pt x="176" y="96"/>
                      <a:pt x="174" y="96"/>
                    </a:cubicBezTo>
                    <a:close/>
                  </a:path>
                </a:pathLst>
              </a:custGeom>
              <a:grp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2800" b="0" i="0" u="none" strike="noStrike" kern="0" cap="none" spc="0" normalizeH="0" baseline="0" noProof="0">
                  <a:ln>
                    <a:noFill/>
                  </a:ln>
                  <a:solidFill>
                    <a:srgbClr val="1F497D"/>
                  </a:solidFill>
                  <a:effectLst/>
                  <a:uLnTx/>
                  <a:uFillTx/>
                  <a:latin typeface="Meiryo UI" panose="020B0604030504040204" pitchFamily="50" charset="-128"/>
                  <a:ea typeface="Meiryo UI" panose="020B0604030504040204" pitchFamily="50" charset="-128"/>
                  <a:cs typeface="Arial" charset="0"/>
                </a:endParaRPr>
              </a:p>
            </p:txBody>
          </p:sp>
        </p:grpSp>
        <p:sp>
          <p:nvSpPr>
            <p:cNvPr id="17" name="テキスト ボックス 16">
              <a:extLst>
                <a:ext uri="{FF2B5EF4-FFF2-40B4-BE49-F238E27FC236}">
                  <a16:creationId xmlns:a16="http://schemas.microsoft.com/office/drawing/2014/main" id="{DF8046EB-CC36-6FDB-3F18-8070877F7B71}"/>
                </a:ext>
              </a:extLst>
            </p:cNvPr>
            <p:cNvSpPr txBox="1"/>
            <p:nvPr/>
          </p:nvSpPr>
          <p:spPr>
            <a:xfrm>
              <a:off x="1071527" y="2884777"/>
              <a:ext cx="1046486" cy="156412"/>
            </a:xfrm>
            <a:prstGeom prst="rect">
              <a:avLst/>
            </a:prstGeom>
            <a:noFill/>
          </p:spPr>
          <p:txBody>
            <a:bodyPr wrap="square" rtlCol="0"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電子カルテ等</a:t>
              </a:r>
            </a:p>
          </p:txBody>
        </p:sp>
      </p:grpSp>
      <p:sp>
        <p:nvSpPr>
          <p:cNvPr id="21" name="四角形: 角を丸くする 212">
            <a:extLst>
              <a:ext uri="{FF2B5EF4-FFF2-40B4-BE49-F238E27FC236}">
                <a16:creationId xmlns:a16="http://schemas.microsoft.com/office/drawing/2014/main" id="{B6E2050A-F73C-73A3-1FC3-1F2B23F4DA05}"/>
              </a:ext>
            </a:extLst>
          </p:cNvPr>
          <p:cNvSpPr/>
          <p:nvPr/>
        </p:nvSpPr>
        <p:spPr bwMode="auto">
          <a:xfrm>
            <a:off x="2687004" y="3805577"/>
            <a:ext cx="2437796" cy="1297706"/>
          </a:xfrm>
          <a:prstGeom prst="roundRect">
            <a:avLst>
              <a:gd name="adj" fmla="val 5417"/>
            </a:avLst>
          </a:prstGeom>
          <a:solidFill>
            <a:schemeClr val="bg1"/>
          </a:solidFill>
          <a:ln w="19050" cap="flat" cmpd="sng" algn="ctr">
            <a:solidFill>
              <a:schemeClr val="bg1">
                <a:lumMod val="50000"/>
              </a:schemeClr>
            </a:solidFill>
            <a:prstDash val="solid"/>
            <a:round/>
            <a:headEnd type="none" w="med" len="med"/>
            <a:tailEnd type="none" w="med" len="med"/>
          </a:ln>
          <a:effectLst/>
        </p:spPr>
        <p:txBody>
          <a:bodyPr vert="horz" wrap="none" lIns="25714" tIns="77143" rIns="25714" bIns="25714" numCol="1" rtlCol="0" anchor="t" anchorCtr="0" compatLnSpc="1">
            <a:prstTxWarp prst="textNoShape">
              <a:avLst/>
            </a:prstTxWarp>
          </a:bodyPr>
          <a:lstStyle/>
          <a:p>
            <a:pPr marL="0" marR="0" lvl="0" indent="0" algn="ctr" defTabSz="844073" rtl="0" eaLnBrk="1" fontAlgn="base" latinLnBrk="0" hangingPunct="1">
              <a:lnSpc>
                <a:spcPts val="800"/>
              </a:lnSpc>
              <a:spcBef>
                <a:spcPct val="40000"/>
              </a:spcBef>
              <a:spcAft>
                <a:spcPct val="0"/>
              </a:spcAft>
              <a:buClrTx/>
              <a:buSzTx/>
              <a:buFontTx/>
              <a:buNone/>
              <a:tabLst/>
              <a:defRPr/>
            </a:pPr>
            <a:r>
              <a:rPr kumimoji="1" lang="ja-JP" altLang="en-US" sz="105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オン資</a:t>
            </a:r>
          </a:p>
        </p:txBody>
      </p:sp>
      <p:pic>
        <p:nvPicPr>
          <p:cNvPr id="22" name="Picture 23">
            <a:extLst>
              <a:ext uri="{FF2B5EF4-FFF2-40B4-BE49-F238E27FC236}">
                <a16:creationId xmlns:a16="http://schemas.microsoft.com/office/drawing/2014/main" id="{FAE1BB55-F4B4-3038-3BD2-E488DD76404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35543" y="4239568"/>
            <a:ext cx="756290" cy="554800"/>
          </a:xfrm>
          <a:prstGeom prst="rect">
            <a:avLst/>
          </a:prstGeom>
          <a:no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3" name="直線矢印コネクタ 22">
            <a:extLst>
              <a:ext uri="{FF2B5EF4-FFF2-40B4-BE49-F238E27FC236}">
                <a16:creationId xmlns:a16="http://schemas.microsoft.com/office/drawing/2014/main" id="{11C9BF95-248C-5488-78B8-4E32F04A06F4}"/>
              </a:ext>
            </a:extLst>
          </p:cNvPr>
          <p:cNvCxnSpPr>
            <a:cxnSpLocks/>
            <a:stCxn id="5" idx="3"/>
            <a:endCxn id="21" idx="1"/>
          </p:cNvCxnSpPr>
          <p:nvPr/>
        </p:nvCxnSpPr>
        <p:spPr bwMode="auto">
          <a:xfrm>
            <a:off x="1735604" y="4454430"/>
            <a:ext cx="951400" cy="0"/>
          </a:xfrm>
          <a:prstGeom prst="straightConnector1">
            <a:avLst/>
          </a:prstGeom>
          <a:solidFill>
            <a:schemeClr val="bg1"/>
          </a:solidFill>
          <a:ln w="73025" cap="flat" cmpd="sng" algn="ctr">
            <a:solidFill>
              <a:schemeClr val="accent6">
                <a:alpha val="40000"/>
              </a:schemeClr>
            </a:solidFill>
            <a:prstDash val="solid"/>
            <a:round/>
            <a:headEnd type="none" w="med" len="med"/>
            <a:tailEnd type="triangle" w="sm" len="sm"/>
          </a:ln>
          <a:effectLst/>
        </p:spPr>
      </p:cxnSp>
      <p:sp>
        <p:nvSpPr>
          <p:cNvPr id="24" name="テキスト ボックス 23">
            <a:extLst>
              <a:ext uri="{FF2B5EF4-FFF2-40B4-BE49-F238E27FC236}">
                <a16:creationId xmlns:a16="http://schemas.microsoft.com/office/drawing/2014/main" id="{82F9EB04-5D5B-A0BB-19DA-8E95F3B18290}"/>
              </a:ext>
            </a:extLst>
          </p:cNvPr>
          <p:cNvSpPr txBox="1"/>
          <p:nvPr/>
        </p:nvSpPr>
        <p:spPr bwMode="gray">
          <a:xfrm>
            <a:off x="1809976" y="4110995"/>
            <a:ext cx="769441" cy="369332"/>
          </a:xfrm>
          <a:prstGeom prst="rect">
            <a:avLst/>
          </a:prstGeom>
          <a:noFill/>
        </p:spPr>
        <p:txBody>
          <a:bodyPr wrap="none" lIns="0" tIns="0" rIns="0" bIns="0" rtlCol="0">
            <a:sp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charset="0"/>
              </a:rPr>
              <a:t>①臨床情報</a:t>
            </a:r>
            <a:br>
              <a:rPr kumimoji="0" lang="en-US" altLang="ja-JP" sz="12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charset="0"/>
              </a:rPr>
            </a:br>
            <a:r>
              <a:rPr kumimoji="0" lang="ja-JP" altLang="en-US" sz="12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charset="0"/>
              </a:rPr>
              <a:t>登録</a:t>
            </a:r>
            <a:endParaRPr kumimoji="0" lang="en-US" altLang="ja-JP" sz="12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charset="0"/>
            </a:endParaRPr>
          </a:p>
        </p:txBody>
      </p:sp>
      <p:grpSp>
        <p:nvGrpSpPr>
          <p:cNvPr id="25" name="グループ化 24">
            <a:extLst>
              <a:ext uri="{FF2B5EF4-FFF2-40B4-BE49-F238E27FC236}">
                <a16:creationId xmlns:a16="http://schemas.microsoft.com/office/drawing/2014/main" id="{BDC322D5-B519-9A9C-160E-306DB2BD7924}"/>
              </a:ext>
            </a:extLst>
          </p:cNvPr>
          <p:cNvGrpSpPr/>
          <p:nvPr/>
        </p:nvGrpSpPr>
        <p:grpSpPr>
          <a:xfrm>
            <a:off x="2063235" y="4501619"/>
            <a:ext cx="254712" cy="240339"/>
            <a:chOff x="3025134" y="3540909"/>
            <a:chExt cx="360000" cy="360000"/>
          </a:xfrm>
        </p:grpSpPr>
        <p:sp>
          <p:nvSpPr>
            <p:cNvPr id="26" name="フローチャート: 結合子 25">
              <a:extLst>
                <a:ext uri="{FF2B5EF4-FFF2-40B4-BE49-F238E27FC236}">
                  <a16:creationId xmlns:a16="http://schemas.microsoft.com/office/drawing/2014/main" id="{1F9F9AC7-E813-355D-1ADD-127ECC6CC8CA}"/>
                </a:ext>
              </a:extLst>
            </p:cNvPr>
            <p:cNvSpPr/>
            <p:nvPr/>
          </p:nvSpPr>
          <p:spPr bwMode="gray">
            <a:xfrm>
              <a:off x="3025134" y="3540909"/>
              <a:ext cx="360000" cy="360000"/>
            </a:xfrm>
            <a:prstGeom prst="flowChartConnector">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endParaRPr kumimoji="0" lang="ja-JP" altLang="en-US" sz="28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endParaRPr>
            </a:p>
          </p:txBody>
        </p:sp>
        <p:grpSp>
          <p:nvGrpSpPr>
            <p:cNvPr id="27" name="グループ化 26">
              <a:extLst>
                <a:ext uri="{FF2B5EF4-FFF2-40B4-BE49-F238E27FC236}">
                  <a16:creationId xmlns:a16="http://schemas.microsoft.com/office/drawing/2014/main" id="{232A6344-072F-B4B0-54AB-1EC82C53B167}"/>
                </a:ext>
              </a:extLst>
            </p:cNvPr>
            <p:cNvGrpSpPr/>
            <p:nvPr/>
          </p:nvGrpSpPr>
          <p:grpSpPr>
            <a:xfrm>
              <a:off x="3061134" y="3576909"/>
              <a:ext cx="288000" cy="288000"/>
              <a:chOff x="-492444" y="2723094"/>
              <a:chExt cx="343591" cy="343591"/>
            </a:xfrm>
          </p:grpSpPr>
          <p:sp>
            <p:nvSpPr>
              <p:cNvPr id="28" name="正方形/長方形 27">
                <a:extLst>
                  <a:ext uri="{FF2B5EF4-FFF2-40B4-BE49-F238E27FC236}">
                    <a16:creationId xmlns:a16="http://schemas.microsoft.com/office/drawing/2014/main" id="{8ECA804A-80F7-8B4C-D811-2FBAFEF21F58}"/>
                  </a:ext>
                </a:extLst>
              </p:cNvPr>
              <p:cNvSpPr/>
              <p:nvPr/>
            </p:nvSpPr>
            <p:spPr bwMode="gray">
              <a:xfrm>
                <a:off x="-450983" y="2806267"/>
                <a:ext cx="260484" cy="168708"/>
              </a:xfrm>
              <a:prstGeom prst="rect">
                <a:avLst/>
              </a:prstGeom>
              <a:solidFill>
                <a:sysClr val="window" lastClr="FFFFFF"/>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endParaRPr kumimoji="0" lang="ja-JP" altLang="en-US" sz="28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endParaRPr>
              </a:p>
            </p:txBody>
          </p:sp>
          <p:pic>
            <p:nvPicPr>
              <p:cNvPr id="29" name="グラフィックス 28" descr="テーブル 枠線">
                <a:extLst>
                  <a:ext uri="{FF2B5EF4-FFF2-40B4-BE49-F238E27FC236}">
                    <a16:creationId xmlns:a16="http://schemas.microsoft.com/office/drawing/2014/main" id="{10C9411D-8C15-20D0-1E1E-05A569CB5FB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2444" y="2723094"/>
                <a:ext cx="343591" cy="343591"/>
              </a:xfrm>
              <a:prstGeom prst="rect">
                <a:avLst/>
              </a:prstGeom>
            </p:spPr>
          </p:pic>
        </p:grpSp>
      </p:grpSp>
      <p:sp>
        <p:nvSpPr>
          <p:cNvPr id="30" name="フローチャート: 処理 29">
            <a:extLst>
              <a:ext uri="{FF2B5EF4-FFF2-40B4-BE49-F238E27FC236}">
                <a16:creationId xmlns:a16="http://schemas.microsoft.com/office/drawing/2014/main" id="{0AC17198-5957-E9C4-EA21-94B44CDE00CA}"/>
              </a:ext>
            </a:extLst>
          </p:cNvPr>
          <p:cNvSpPr/>
          <p:nvPr/>
        </p:nvSpPr>
        <p:spPr bwMode="auto">
          <a:xfrm>
            <a:off x="1835638" y="4767091"/>
            <a:ext cx="709795" cy="113341"/>
          </a:xfrm>
          <a:prstGeom prst="flowChartProcess">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422041"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UTF-8</a:t>
            </a:r>
          </a:p>
        </p:txBody>
      </p:sp>
      <p:sp>
        <p:nvSpPr>
          <p:cNvPr id="31" name="四角形: 角を丸くする 212">
            <a:extLst>
              <a:ext uri="{FF2B5EF4-FFF2-40B4-BE49-F238E27FC236}">
                <a16:creationId xmlns:a16="http://schemas.microsoft.com/office/drawing/2014/main" id="{FA1FD119-9069-9DEA-11AC-C189C567CD4E}"/>
              </a:ext>
            </a:extLst>
          </p:cNvPr>
          <p:cNvSpPr/>
          <p:nvPr/>
        </p:nvSpPr>
        <p:spPr bwMode="auto">
          <a:xfrm>
            <a:off x="6524969" y="3805577"/>
            <a:ext cx="2353669" cy="1235470"/>
          </a:xfrm>
          <a:prstGeom prst="roundRect">
            <a:avLst>
              <a:gd name="adj" fmla="val 5417"/>
            </a:avLst>
          </a:prstGeom>
          <a:solidFill>
            <a:schemeClr val="bg1"/>
          </a:solidFill>
          <a:ln w="19050" cap="flat" cmpd="sng" algn="ctr">
            <a:solidFill>
              <a:sysClr val="windowText" lastClr="000000">
                <a:lumMod val="50000"/>
                <a:lumOff val="50000"/>
              </a:sysClr>
            </a:solidFill>
            <a:prstDash val="solid"/>
            <a:round/>
            <a:headEnd type="none" w="med" len="med"/>
            <a:tailEnd type="none" w="med" len="med"/>
          </a:ln>
          <a:effectLst/>
        </p:spPr>
        <p:txBody>
          <a:bodyPr vert="horz" wrap="none" lIns="25714" tIns="25714" rIns="25714" bIns="25714"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ja-JP" altLang="en-US" sz="105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医療機関・薬局</a:t>
            </a:r>
          </a:p>
        </p:txBody>
      </p:sp>
      <p:grpSp>
        <p:nvGrpSpPr>
          <p:cNvPr id="32" name="グループ化 31">
            <a:extLst>
              <a:ext uri="{FF2B5EF4-FFF2-40B4-BE49-F238E27FC236}">
                <a16:creationId xmlns:a16="http://schemas.microsoft.com/office/drawing/2014/main" id="{2AFD57A3-D857-3AD2-0D18-5033725D98F4}"/>
              </a:ext>
            </a:extLst>
          </p:cNvPr>
          <p:cNvGrpSpPr/>
          <p:nvPr/>
        </p:nvGrpSpPr>
        <p:grpSpPr>
          <a:xfrm>
            <a:off x="6592565" y="4137468"/>
            <a:ext cx="1084052" cy="743146"/>
            <a:chOff x="1071527" y="2386308"/>
            <a:chExt cx="1046486" cy="691176"/>
          </a:xfrm>
        </p:grpSpPr>
        <p:pic>
          <p:nvPicPr>
            <p:cNvPr id="33" name="グラフィックス 32" descr="ノート PC 枠線">
              <a:extLst>
                <a:ext uri="{FF2B5EF4-FFF2-40B4-BE49-F238E27FC236}">
                  <a16:creationId xmlns:a16="http://schemas.microsoft.com/office/drawing/2014/main" id="{2F9BD8A8-E8F9-5EEF-0FDB-0DF8460ECF8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296883" y="2386308"/>
              <a:ext cx="595775" cy="595773"/>
            </a:xfrm>
            <a:prstGeom prst="rect">
              <a:avLst/>
            </a:prstGeom>
          </p:spPr>
        </p:pic>
        <p:sp>
          <p:nvSpPr>
            <p:cNvPr id="34" name="テキスト ボックス 33">
              <a:extLst>
                <a:ext uri="{FF2B5EF4-FFF2-40B4-BE49-F238E27FC236}">
                  <a16:creationId xmlns:a16="http://schemas.microsoft.com/office/drawing/2014/main" id="{A9867C42-CBE4-E137-65B8-65D45B237CD1}"/>
                </a:ext>
              </a:extLst>
            </p:cNvPr>
            <p:cNvSpPr txBox="1"/>
            <p:nvPr/>
          </p:nvSpPr>
          <p:spPr>
            <a:xfrm>
              <a:off x="1071527" y="2848482"/>
              <a:ext cx="1046486" cy="229002"/>
            </a:xfrm>
            <a:prstGeom prst="rect">
              <a:avLst/>
            </a:prstGeom>
            <a:noFill/>
          </p:spPr>
          <p:txBody>
            <a:bodyPr wrap="square" rtlCol="0" anchor="ct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資格確認端末</a:t>
              </a:r>
            </a:p>
          </p:txBody>
        </p:sp>
      </p:grpSp>
      <p:pic>
        <p:nvPicPr>
          <p:cNvPr id="35" name="グラフィックス 34" descr="ドキュメント 単色塗りつぶし">
            <a:extLst>
              <a:ext uri="{FF2B5EF4-FFF2-40B4-BE49-F238E27FC236}">
                <a16:creationId xmlns:a16="http://schemas.microsoft.com/office/drawing/2014/main" id="{6B6EAB65-1C1E-51E4-A466-282B93CDB62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27543" y="4309771"/>
            <a:ext cx="226294" cy="224107"/>
          </a:xfrm>
          <a:prstGeom prst="rect">
            <a:avLst/>
          </a:prstGeom>
        </p:spPr>
      </p:pic>
      <p:cxnSp>
        <p:nvCxnSpPr>
          <p:cNvPr id="36" name="直線矢印コネクタ 35">
            <a:extLst>
              <a:ext uri="{FF2B5EF4-FFF2-40B4-BE49-F238E27FC236}">
                <a16:creationId xmlns:a16="http://schemas.microsoft.com/office/drawing/2014/main" id="{E007A028-BDA5-1519-0F87-BF33D5BC6740}"/>
              </a:ext>
            </a:extLst>
          </p:cNvPr>
          <p:cNvCxnSpPr>
            <a:cxnSpLocks/>
          </p:cNvCxnSpPr>
          <p:nvPr/>
        </p:nvCxnSpPr>
        <p:spPr bwMode="auto">
          <a:xfrm flipH="1">
            <a:off x="5124800" y="4143122"/>
            <a:ext cx="1400169" cy="1389"/>
          </a:xfrm>
          <a:prstGeom prst="straightConnector1">
            <a:avLst/>
          </a:prstGeom>
          <a:solidFill>
            <a:schemeClr val="bg1"/>
          </a:solidFill>
          <a:ln w="73025" cap="flat" cmpd="sng" algn="ctr">
            <a:solidFill>
              <a:schemeClr val="accent2">
                <a:alpha val="40000"/>
              </a:schemeClr>
            </a:solidFill>
            <a:prstDash val="solid"/>
            <a:round/>
            <a:headEnd type="none" w="med" len="med"/>
            <a:tailEnd type="triangle" w="sm" len="sm"/>
          </a:ln>
          <a:effectLst/>
        </p:spPr>
      </p:cxnSp>
      <p:sp>
        <p:nvSpPr>
          <p:cNvPr id="37" name="四角形: 角を丸くする 212">
            <a:extLst>
              <a:ext uri="{FF2B5EF4-FFF2-40B4-BE49-F238E27FC236}">
                <a16:creationId xmlns:a16="http://schemas.microsoft.com/office/drawing/2014/main" id="{0E48B1C2-D7E1-DE6D-9615-C483D5206970}"/>
              </a:ext>
            </a:extLst>
          </p:cNvPr>
          <p:cNvSpPr/>
          <p:nvPr/>
        </p:nvSpPr>
        <p:spPr bwMode="auto">
          <a:xfrm>
            <a:off x="4150377" y="4358454"/>
            <a:ext cx="860290" cy="615931"/>
          </a:xfrm>
          <a:prstGeom prst="roundRect">
            <a:avLst>
              <a:gd name="adj" fmla="val 0"/>
            </a:avLst>
          </a:prstGeom>
          <a:solidFill>
            <a:schemeClr val="bg1"/>
          </a:solidFill>
          <a:ln w="19050" cap="flat" cmpd="sng" algn="ctr">
            <a:solidFill>
              <a:schemeClr val="bg1">
                <a:lumMod val="50000"/>
              </a:schemeClr>
            </a:solidFill>
            <a:prstDash val="solid"/>
            <a:round/>
            <a:headEnd type="none" w="med" len="med"/>
            <a:tailEnd type="none" w="med" len="med"/>
          </a:ln>
          <a:effectLst/>
        </p:spPr>
        <p:txBody>
          <a:bodyPr vert="horz" wrap="none" lIns="25714" tIns="77143" rIns="25714" bIns="25714" numCol="1" rtlCol="0" anchor="t" anchorCtr="0" compatLnSpc="1">
            <a:prstTxWarp prst="textNoShape">
              <a:avLst/>
            </a:prstTxWarp>
          </a:bodyPr>
          <a:lstStyle/>
          <a:p>
            <a:pPr marL="0" marR="0" lvl="0" indent="0" algn="ctr" defTabSz="844073" rtl="0" eaLnBrk="1" fontAlgn="base" latinLnBrk="0" hangingPunct="1">
              <a:lnSpc>
                <a:spcPts val="800"/>
              </a:lnSpc>
              <a:spcBef>
                <a:spcPct val="40000"/>
              </a:spcBef>
              <a:spcAft>
                <a:spcPct val="0"/>
              </a:spcAft>
              <a:buClrTx/>
              <a:buSzTx/>
              <a:buFontTx/>
              <a:buNone/>
              <a:tabLst/>
              <a:defRPr/>
            </a:pPr>
            <a:r>
              <a:rPr kumimoji="1" lang="ja-JP" altLang="en-US" sz="105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連携</a:t>
            </a:r>
            <a:r>
              <a:rPr kumimoji="1" lang="en-US" altLang="ja-JP" sz="105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rPr>
              <a:t>AP</a:t>
            </a:r>
            <a:endParaRPr kumimoji="1" lang="ja-JP" altLang="en-US" sz="105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endParaRPr>
          </a:p>
        </p:txBody>
      </p:sp>
      <p:sp>
        <p:nvSpPr>
          <p:cNvPr id="38" name="吹き出し: 四角形 37">
            <a:extLst>
              <a:ext uri="{FF2B5EF4-FFF2-40B4-BE49-F238E27FC236}">
                <a16:creationId xmlns:a16="http://schemas.microsoft.com/office/drawing/2014/main" id="{3CC89A8F-C60E-160F-7061-3263D4D6A23B}"/>
              </a:ext>
            </a:extLst>
          </p:cNvPr>
          <p:cNvSpPr/>
          <p:nvPr/>
        </p:nvSpPr>
        <p:spPr>
          <a:xfrm>
            <a:off x="7604984" y="4260863"/>
            <a:ext cx="1084052" cy="612648"/>
          </a:xfrm>
          <a:prstGeom prst="wedgeRectCallout">
            <a:avLst>
              <a:gd name="adj1" fmla="val -73260"/>
              <a:gd name="adj2" fmla="val -12851"/>
            </a:avLst>
          </a:prstGeom>
          <a:solidFill>
            <a:schemeClr val="bg1"/>
          </a:solidFill>
          <a:ln w="9525" cap="flat" cmpd="sng" algn="ctr">
            <a:solidFill>
              <a:srgbClr val="FF0000"/>
            </a:solidFill>
            <a:prstDash val="solid"/>
          </a:ln>
          <a:effectLst/>
        </p:spPr>
        <p:txBody>
          <a:bodyPr rot="0" spcFirstLastPara="0" vertOverflow="overflow" horzOverflow="overflow" vert="horz" wrap="none" lIns="36000" tIns="36000" rIns="36000" bIns="36000" numCol="1" spcCol="0" rtlCol="0" fromWordArt="0" anchor="t"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8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環境設定画面</a:t>
            </a:r>
            <a:endParaRPr kumimoji="0" lang="en-US" altLang="ja-JP" sz="8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ja-JP" altLang="en-US" sz="8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endParaRPr>
          </a:p>
        </p:txBody>
      </p:sp>
      <p:sp>
        <p:nvSpPr>
          <p:cNvPr id="39" name="フローチャート: 処理 38">
            <a:extLst>
              <a:ext uri="{FF2B5EF4-FFF2-40B4-BE49-F238E27FC236}">
                <a16:creationId xmlns:a16="http://schemas.microsoft.com/office/drawing/2014/main" id="{F9EE92AD-F64B-48B3-C70B-E3921792B0BF}"/>
              </a:ext>
            </a:extLst>
          </p:cNvPr>
          <p:cNvSpPr/>
          <p:nvPr/>
        </p:nvSpPr>
        <p:spPr bwMode="auto">
          <a:xfrm>
            <a:off x="7792112" y="4544558"/>
            <a:ext cx="709795" cy="113341"/>
          </a:xfrm>
          <a:prstGeom prst="flowChartProcess">
            <a:avLst/>
          </a:prstGeom>
          <a:solidFill>
            <a:schemeClr val="bg1">
              <a:lumMod val="85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422041"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UTF-8</a:t>
            </a:r>
          </a:p>
        </p:txBody>
      </p:sp>
      <p:sp>
        <p:nvSpPr>
          <p:cNvPr id="40" name="フローチャート: 処理 39">
            <a:extLst>
              <a:ext uri="{FF2B5EF4-FFF2-40B4-BE49-F238E27FC236}">
                <a16:creationId xmlns:a16="http://schemas.microsoft.com/office/drawing/2014/main" id="{FF6CB667-D56B-86AE-5DFA-7EB72E218F50}"/>
              </a:ext>
            </a:extLst>
          </p:cNvPr>
          <p:cNvSpPr/>
          <p:nvPr/>
        </p:nvSpPr>
        <p:spPr bwMode="auto">
          <a:xfrm>
            <a:off x="7792111" y="4677382"/>
            <a:ext cx="709795" cy="113341"/>
          </a:xfrm>
          <a:prstGeom prst="flowChartProcess">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422041"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SJIS</a:t>
            </a:r>
          </a:p>
        </p:txBody>
      </p:sp>
      <p:sp>
        <p:nvSpPr>
          <p:cNvPr id="41" name="テキスト ボックス 40">
            <a:extLst>
              <a:ext uri="{FF2B5EF4-FFF2-40B4-BE49-F238E27FC236}">
                <a16:creationId xmlns:a16="http://schemas.microsoft.com/office/drawing/2014/main" id="{23EA85C4-2A47-D622-9719-2FF8F38CCCD3}"/>
              </a:ext>
            </a:extLst>
          </p:cNvPr>
          <p:cNvSpPr txBox="1"/>
          <p:nvPr/>
        </p:nvSpPr>
        <p:spPr bwMode="gray">
          <a:xfrm>
            <a:off x="5416913" y="3741663"/>
            <a:ext cx="769441" cy="369332"/>
          </a:xfrm>
          <a:prstGeom prst="rect">
            <a:avLst/>
          </a:prstGeom>
          <a:noFill/>
        </p:spPr>
        <p:txBody>
          <a:bodyPr wrap="none" lIns="0" tIns="0" rIns="0" bIns="0" rtlCol="0">
            <a:sp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charset="0"/>
              </a:rPr>
              <a:t>②臨床情報</a:t>
            </a:r>
            <a:br>
              <a:rPr kumimoji="0" lang="en-US" altLang="ja-JP" sz="12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charset="0"/>
              </a:rPr>
            </a:br>
            <a:r>
              <a:rPr kumimoji="0" lang="ja-JP" altLang="en-US" sz="12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charset="0"/>
              </a:rPr>
              <a:t>取得要求</a:t>
            </a:r>
            <a:endParaRPr kumimoji="0" lang="en-US" altLang="ja-JP" sz="12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charset="0"/>
            </a:endParaRPr>
          </a:p>
        </p:txBody>
      </p:sp>
      <p:cxnSp>
        <p:nvCxnSpPr>
          <p:cNvPr id="42" name="直線矢印コネクタ 41">
            <a:extLst>
              <a:ext uri="{FF2B5EF4-FFF2-40B4-BE49-F238E27FC236}">
                <a16:creationId xmlns:a16="http://schemas.microsoft.com/office/drawing/2014/main" id="{4627C2A5-3BC7-29BC-F597-D4E3DC5F9BA9}"/>
              </a:ext>
            </a:extLst>
          </p:cNvPr>
          <p:cNvCxnSpPr>
            <a:cxnSpLocks/>
          </p:cNvCxnSpPr>
          <p:nvPr/>
        </p:nvCxnSpPr>
        <p:spPr bwMode="auto">
          <a:xfrm>
            <a:off x="5030585" y="4716535"/>
            <a:ext cx="1494384" cy="0"/>
          </a:xfrm>
          <a:prstGeom prst="straightConnector1">
            <a:avLst/>
          </a:prstGeom>
          <a:solidFill>
            <a:schemeClr val="bg1"/>
          </a:solidFill>
          <a:ln w="73025" cap="flat" cmpd="sng" algn="ctr">
            <a:solidFill>
              <a:schemeClr val="accent2">
                <a:alpha val="40000"/>
              </a:schemeClr>
            </a:solidFill>
            <a:prstDash val="solid"/>
            <a:round/>
            <a:headEnd type="none" w="med" len="med"/>
            <a:tailEnd type="triangle" w="sm" len="sm"/>
          </a:ln>
          <a:effectLst/>
        </p:spPr>
      </p:cxnSp>
      <p:cxnSp>
        <p:nvCxnSpPr>
          <p:cNvPr id="43" name="直線矢印コネクタ 42">
            <a:extLst>
              <a:ext uri="{FF2B5EF4-FFF2-40B4-BE49-F238E27FC236}">
                <a16:creationId xmlns:a16="http://schemas.microsoft.com/office/drawing/2014/main" id="{C24C89AF-B49B-2846-99E2-15938707D541}"/>
              </a:ext>
            </a:extLst>
          </p:cNvPr>
          <p:cNvCxnSpPr>
            <a:cxnSpLocks/>
          </p:cNvCxnSpPr>
          <p:nvPr/>
        </p:nvCxnSpPr>
        <p:spPr bwMode="auto">
          <a:xfrm>
            <a:off x="3516283" y="4619400"/>
            <a:ext cx="634094" cy="122558"/>
          </a:xfrm>
          <a:prstGeom prst="straightConnector1">
            <a:avLst/>
          </a:prstGeom>
          <a:solidFill>
            <a:schemeClr val="bg1"/>
          </a:solidFill>
          <a:ln w="73025" cap="flat" cmpd="sng" algn="ctr">
            <a:solidFill>
              <a:schemeClr val="accent2">
                <a:alpha val="40000"/>
              </a:schemeClr>
            </a:solidFill>
            <a:prstDash val="solid"/>
            <a:round/>
            <a:headEnd type="none" w="med" len="med"/>
            <a:tailEnd type="triangle" w="sm" len="sm"/>
          </a:ln>
          <a:effectLst/>
        </p:spPr>
      </p:cxnSp>
      <p:sp>
        <p:nvSpPr>
          <p:cNvPr id="44" name="テキスト ボックス 43">
            <a:extLst>
              <a:ext uri="{FF2B5EF4-FFF2-40B4-BE49-F238E27FC236}">
                <a16:creationId xmlns:a16="http://schemas.microsoft.com/office/drawing/2014/main" id="{2280F9B5-A366-B000-340A-37EC8B6435A4}"/>
              </a:ext>
            </a:extLst>
          </p:cNvPr>
          <p:cNvSpPr txBox="1"/>
          <p:nvPr/>
        </p:nvSpPr>
        <p:spPr bwMode="gray">
          <a:xfrm>
            <a:off x="3500657" y="4713386"/>
            <a:ext cx="153888" cy="184666"/>
          </a:xfrm>
          <a:prstGeom prst="rect">
            <a:avLst/>
          </a:prstGeom>
          <a:noFill/>
        </p:spPr>
        <p:txBody>
          <a:bodyPr wrap="none" lIns="0" tIns="0" rIns="0" bIns="0" rtlCol="0">
            <a:sp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charset="0"/>
              </a:rPr>
              <a:t>③</a:t>
            </a:r>
            <a:endParaRPr kumimoji="0" lang="en-US" altLang="ja-JP" sz="12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charset="0"/>
            </a:endParaRPr>
          </a:p>
        </p:txBody>
      </p:sp>
      <p:grpSp>
        <p:nvGrpSpPr>
          <p:cNvPr id="45" name="グループ化 44">
            <a:extLst>
              <a:ext uri="{FF2B5EF4-FFF2-40B4-BE49-F238E27FC236}">
                <a16:creationId xmlns:a16="http://schemas.microsoft.com/office/drawing/2014/main" id="{33F10E1B-6044-1664-0B37-AF1642445198}"/>
              </a:ext>
            </a:extLst>
          </p:cNvPr>
          <p:cNvGrpSpPr/>
          <p:nvPr/>
        </p:nvGrpSpPr>
        <p:grpSpPr>
          <a:xfrm>
            <a:off x="3626343" y="4775575"/>
            <a:ext cx="254712" cy="240339"/>
            <a:chOff x="3025134" y="3540909"/>
            <a:chExt cx="360000" cy="360000"/>
          </a:xfrm>
        </p:grpSpPr>
        <p:sp>
          <p:nvSpPr>
            <p:cNvPr id="46" name="フローチャート: 結合子 45">
              <a:extLst>
                <a:ext uri="{FF2B5EF4-FFF2-40B4-BE49-F238E27FC236}">
                  <a16:creationId xmlns:a16="http://schemas.microsoft.com/office/drawing/2014/main" id="{FF39FD55-30B2-D6DD-5D57-A6D7A8A1DFD8}"/>
                </a:ext>
              </a:extLst>
            </p:cNvPr>
            <p:cNvSpPr/>
            <p:nvPr/>
          </p:nvSpPr>
          <p:spPr bwMode="gray">
            <a:xfrm>
              <a:off x="3025134" y="3540909"/>
              <a:ext cx="360000" cy="360000"/>
            </a:xfrm>
            <a:prstGeom prst="flowChartConnector">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endParaRPr kumimoji="0" lang="ja-JP" altLang="en-US" sz="28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endParaRPr>
            </a:p>
          </p:txBody>
        </p:sp>
        <p:grpSp>
          <p:nvGrpSpPr>
            <p:cNvPr id="47" name="グループ化 46">
              <a:extLst>
                <a:ext uri="{FF2B5EF4-FFF2-40B4-BE49-F238E27FC236}">
                  <a16:creationId xmlns:a16="http://schemas.microsoft.com/office/drawing/2014/main" id="{B31B56F4-530B-7F7D-3024-86FA25E7E361}"/>
                </a:ext>
              </a:extLst>
            </p:cNvPr>
            <p:cNvGrpSpPr/>
            <p:nvPr/>
          </p:nvGrpSpPr>
          <p:grpSpPr>
            <a:xfrm>
              <a:off x="3061134" y="3576909"/>
              <a:ext cx="288000" cy="288000"/>
              <a:chOff x="-492444" y="2723094"/>
              <a:chExt cx="343591" cy="343591"/>
            </a:xfrm>
          </p:grpSpPr>
          <p:sp>
            <p:nvSpPr>
              <p:cNvPr id="48" name="正方形/長方形 47">
                <a:extLst>
                  <a:ext uri="{FF2B5EF4-FFF2-40B4-BE49-F238E27FC236}">
                    <a16:creationId xmlns:a16="http://schemas.microsoft.com/office/drawing/2014/main" id="{0705E920-7518-0037-7F6E-1F1640C25933}"/>
                  </a:ext>
                </a:extLst>
              </p:cNvPr>
              <p:cNvSpPr/>
              <p:nvPr/>
            </p:nvSpPr>
            <p:spPr bwMode="gray">
              <a:xfrm>
                <a:off x="-450983" y="2806267"/>
                <a:ext cx="260484" cy="168708"/>
              </a:xfrm>
              <a:prstGeom prst="rect">
                <a:avLst/>
              </a:prstGeom>
              <a:solidFill>
                <a:sysClr val="window" lastClr="FFFFFF"/>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endParaRPr kumimoji="0" lang="ja-JP" altLang="en-US" sz="28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endParaRPr>
              </a:p>
            </p:txBody>
          </p:sp>
          <p:pic>
            <p:nvPicPr>
              <p:cNvPr id="49" name="グラフィックス 48" descr="テーブル 枠線">
                <a:extLst>
                  <a:ext uri="{FF2B5EF4-FFF2-40B4-BE49-F238E27FC236}">
                    <a16:creationId xmlns:a16="http://schemas.microsoft.com/office/drawing/2014/main" id="{9371E2F8-439A-E9C8-7F82-EA727623B6B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2444" y="2723094"/>
                <a:ext cx="343591" cy="343591"/>
              </a:xfrm>
              <a:prstGeom prst="rect">
                <a:avLst/>
              </a:prstGeom>
            </p:spPr>
          </p:pic>
        </p:grpSp>
      </p:grpSp>
      <p:sp>
        <p:nvSpPr>
          <p:cNvPr id="50" name="フローチャート: 処理 49">
            <a:extLst>
              <a:ext uri="{FF2B5EF4-FFF2-40B4-BE49-F238E27FC236}">
                <a16:creationId xmlns:a16="http://schemas.microsoft.com/office/drawing/2014/main" id="{9C04D7F4-C30A-D8EE-C5C6-A628322C81BE}"/>
              </a:ext>
            </a:extLst>
          </p:cNvPr>
          <p:cNvSpPr/>
          <p:nvPr/>
        </p:nvSpPr>
        <p:spPr bwMode="auto">
          <a:xfrm>
            <a:off x="3398746" y="5041047"/>
            <a:ext cx="709795" cy="113341"/>
          </a:xfrm>
          <a:prstGeom prst="flowChartProcess">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422041"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UTF-8</a:t>
            </a:r>
          </a:p>
        </p:txBody>
      </p:sp>
      <p:grpSp>
        <p:nvGrpSpPr>
          <p:cNvPr id="51" name="グループ化 50">
            <a:extLst>
              <a:ext uri="{FF2B5EF4-FFF2-40B4-BE49-F238E27FC236}">
                <a16:creationId xmlns:a16="http://schemas.microsoft.com/office/drawing/2014/main" id="{FB5E7F83-9FCB-021F-4FCA-AF57203DD607}"/>
              </a:ext>
            </a:extLst>
          </p:cNvPr>
          <p:cNvGrpSpPr/>
          <p:nvPr/>
        </p:nvGrpSpPr>
        <p:grpSpPr>
          <a:xfrm>
            <a:off x="5675581" y="5186610"/>
            <a:ext cx="254712" cy="240339"/>
            <a:chOff x="3025134" y="3540909"/>
            <a:chExt cx="360000" cy="360000"/>
          </a:xfrm>
        </p:grpSpPr>
        <p:sp>
          <p:nvSpPr>
            <p:cNvPr id="52" name="フローチャート: 結合子 51">
              <a:extLst>
                <a:ext uri="{FF2B5EF4-FFF2-40B4-BE49-F238E27FC236}">
                  <a16:creationId xmlns:a16="http://schemas.microsoft.com/office/drawing/2014/main" id="{7D18F987-E5C9-43D1-31B6-90991B36109E}"/>
                </a:ext>
              </a:extLst>
            </p:cNvPr>
            <p:cNvSpPr/>
            <p:nvPr/>
          </p:nvSpPr>
          <p:spPr bwMode="gray">
            <a:xfrm>
              <a:off x="3025134" y="3540909"/>
              <a:ext cx="360000" cy="360000"/>
            </a:xfrm>
            <a:prstGeom prst="flowChartConnector">
              <a:avLst/>
            </a:prstGeom>
            <a:solidFill>
              <a:sysClr val="window" lastClr="FFFFFF"/>
            </a:solidFill>
            <a:ln w="12700" algn="ctr">
              <a:solidFill>
                <a:srgbClr val="BBBCBC"/>
              </a:solid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endParaRPr kumimoji="0" lang="ja-JP" altLang="en-US" sz="28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endParaRPr>
            </a:p>
          </p:txBody>
        </p:sp>
        <p:grpSp>
          <p:nvGrpSpPr>
            <p:cNvPr id="53" name="グループ化 52">
              <a:extLst>
                <a:ext uri="{FF2B5EF4-FFF2-40B4-BE49-F238E27FC236}">
                  <a16:creationId xmlns:a16="http://schemas.microsoft.com/office/drawing/2014/main" id="{EB5233CD-AAD4-DEAF-12A6-5C43D76B4A41}"/>
                </a:ext>
              </a:extLst>
            </p:cNvPr>
            <p:cNvGrpSpPr/>
            <p:nvPr/>
          </p:nvGrpSpPr>
          <p:grpSpPr>
            <a:xfrm>
              <a:off x="3061134" y="3576909"/>
              <a:ext cx="288000" cy="288000"/>
              <a:chOff x="-492444" y="2723094"/>
              <a:chExt cx="343591" cy="343591"/>
            </a:xfrm>
          </p:grpSpPr>
          <p:sp>
            <p:nvSpPr>
              <p:cNvPr id="54" name="正方形/長方形 53">
                <a:extLst>
                  <a:ext uri="{FF2B5EF4-FFF2-40B4-BE49-F238E27FC236}">
                    <a16:creationId xmlns:a16="http://schemas.microsoft.com/office/drawing/2014/main" id="{8E2E2770-6784-DEF8-9450-D158FBDF9AB7}"/>
                  </a:ext>
                </a:extLst>
              </p:cNvPr>
              <p:cNvSpPr/>
              <p:nvPr/>
            </p:nvSpPr>
            <p:spPr bwMode="gray">
              <a:xfrm>
                <a:off x="-450983" y="2806267"/>
                <a:ext cx="260484" cy="168708"/>
              </a:xfrm>
              <a:prstGeom prst="rect">
                <a:avLst/>
              </a:prstGeom>
              <a:solidFill>
                <a:sysClr val="window" lastClr="FFFFFF"/>
              </a:solidFill>
              <a:ln w="12700" algn="ctr">
                <a:noFill/>
                <a:miter lim="800000"/>
                <a:headEnd/>
                <a:tailEnd/>
              </a:ln>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endParaRPr kumimoji="0" lang="ja-JP" altLang="en-US" sz="2800" b="0"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Arial" charset="0"/>
                </a:endParaRPr>
              </a:p>
            </p:txBody>
          </p:sp>
          <p:pic>
            <p:nvPicPr>
              <p:cNvPr id="55" name="グラフィックス 54" descr="テーブル 枠線">
                <a:extLst>
                  <a:ext uri="{FF2B5EF4-FFF2-40B4-BE49-F238E27FC236}">
                    <a16:creationId xmlns:a16="http://schemas.microsoft.com/office/drawing/2014/main" id="{DC368D37-83A3-48B9-D7BA-929DF7AE4B8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2444" y="2723094"/>
                <a:ext cx="343591" cy="343591"/>
              </a:xfrm>
              <a:prstGeom prst="rect">
                <a:avLst/>
              </a:prstGeom>
            </p:spPr>
          </p:pic>
        </p:grpSp>
      </p:grpSp>
      <p:sp>
        <p:nvSpPr>
          <p:cNvPr id="56" name="フローチャート: 処理 55">
            <a:extLst>
              <a:ext uri="{FF2B5EF4-FFF2-40B4-BE49-F238E27FC236}">
                <a16:creationId xmlns:a16="http://schemas.microsoft.com/office/drawing/2014/main" id="{B293505E-F19E-D90F-D683-4E5077486E79}"/>
              </a:ext>
            </a:extLst>
          </p:cNvPr>
          <p:cNvSpPr/>
          <p:nvPr/>
        </p:nvSpPr>
        <p:spPr bwMode="auto">
          <a:xfrm>
            <a:off x="5447984" y="5452082"/>
            <a:ext cx="709795" cy="113341"/>
          </a:xfrm>
          <a:prstGeom prst="flowChartProcess">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422041"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SJIS</a:t>
            </a:r>
          </a:p>
        </p:txBody>
      </p:sp>
      <p:sp>
        <p:nvSpPr>
          <p:cNvPr id="57" name="テキスト ボックス 56">
            <a:extLst>
              <a:ext uri="{FF2B5EF4-FFF2-40B4-BE49-F238E27FC236}">
                <a16:creationId xmlns:a16="http://schemas.microsoft.com/office/drawing/2014/main" id="{BF72458B-950B-5B01-6603-6F92D3EC06A9}"/>
              </a:ext>
            </a:extLst>
          </p:cNvPr>
          <p:cNvSpPr txBox="1"/>
          <p:nvPr/>
        </p:nvSpPr>
        <p:spPr bwMode="gray">
          <a:xfrm>
            <a:off x="4187276" y="5015914"/>
            <a:ext cx="827150" cy="369332"/>
          </a:xfrm>
          <a:prstGeom prst="rect">
            <a:avLst/>
          </a:prstGeom>
          <a:solidFill>
            <a:schemeClr val="bg1"/>
          </a:solidFill>
        </p:spPr>
        <p:txBody>
          <a:bodyPr wrap="none" lIns="0" tIns="0" rIns="0" bIns="0" rtlCol="0">
            <a:sp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charset="0"/>
              </a:rPr>
              <a:t>➃文字コード</a:t>
            </a:r>
            <a:br>
              <a:rPr kumimoji="0" lang="en-US" altLang="ja-JP" sz="12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charset="0"/>
              </a:rPr>
            </a:br>
            <a:r>
              <a:rPr kumimoji="0" lang="ja-JP" altLang="en-US" sz="12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charset="0"/>
              </a:rPr>
              <a:t>変換</a:t>
            </a:r>
            <a:endParaRPr kumimoji="0" lang="en-US" altLang="ja-JP" sz="12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charset="0"/>
            </a:endParaRPr>
          </a:p>
        </p:txBody>
      </p:sp>
      <p:sp>
        <p:nvSpPr>
          <p:cNvPr id="58" name="テキスト ボックス 57">
            <a:extLst>
              <a:ext uri="{FF2B5EF4-FFF2-40B4-BE49-F238E27FC236}">
                <a16:creationId xmlns:a16="http://schemas.microsoft.com/office/drawing/2014/main" id="{51A6DAFE-0E7C-5987-F316-2E13F53BD2F6}"/>
              </a:ext>
            </a:extLst>
          </p:cNvPr>
          <p:cNvSpPr txBox="1"/>
          <p:nvPr/>
        </p:nvSpPr>
        <p:spPr bwMode="gray">
          <a:xfrm>
            <a:off x="5407716" y="4775575"/>
            <a:ext cx="769442" cy="369332"/>
          </a:xfrm>
          <a:prstGeom prst="rect">
            <a:avLst/>
          </a:prstGeom>
          <a:noFill/>
        </p:spPr>
        <p:txBody>
          <a:bodyPr wrap="none" lIns="0" tIns="0" rIns="0" bIns="0" rtlCol="0">
            <a:spAutoFit/>
          </a:bodyPr>
          <a:lstStyle/>
          <a:p>
            <a:pPr marL="0" marR="0" lvl="0" indent="0" algn="ctr" defTabSz="990564" rtl="0" eaLnBrk="1" fontAlgn="auto" latinLnBrk="0" hangingPunct="1">
              <a:lnSpc>
                <a:spcPct val="100000"/>
              </a:lnSpc>
              <a:spcBef>
                <a:spcPts val="0"/>
              </a:spcBef>
              <a:spcAft>
                <a:spcPts val="0"/>
              </a:spcAft>
              <a:buClrTx/>
              <a:buSzPct val="100000"/>
              <a:buFont typeface="Wingdings" panose="05000000000000000000" pitchFamily="2" charset="2"/>
              <a:buNone/>
              <a:tabLst/>
              <a:defRPr/>
            </a:pPr>
            <a:r>
              <a:rPr kumimoji="0" lang="ja-JP" altLang="en-US" sz="12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charset="0"/>
              </a:rPr>
              <a:t>⑤臨床情報</a:t>
            </a:r>
            <a:br>
              <a:rPr kumimoji="0" lang="en-US" altLang="ja-JP" sz="12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charset="0"/>
              </a:rPr>
            </a:br>
            <a:r>
              <a:rPr kumimoji="0" lang="ja-JP" altLang="en-US" sz="12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charset="0"/>
              </a:rPr>
              <a:t>返却</a:t>
            </a:r>
            <a:endParaRPr kumimoji="0" lang="en-US" altLang="ja-JP" sz="1200" b="1"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Arial" charset="0"/>
            </a:endParaRPr>
          </a:p>
        </p:txBody>
      </p:sp>
      <p:sp>
        <p:nvSpPr>
          <p:cNvPr id="59" name="フローチャート: 処理 58">
            <a:extLst>
              <a:ext uri="{FF2B5EF4-FFF2-40B4-BE49-F238E27FC236}">
                <a16:creationId xmlns:a16="http://schemas.microsoft.com/office/drawing/2014/main" id="{C52464B7-0922-CAB5-A336-F06AED080583}"/>
              </a:ext>
            </a:extLst>
          </p:cNvPr>
          <p:cNvSpPr/>
          <p:nvPr/>
        </p:nvSpPr>
        <p:spPr bwMode="auto">
          <a:xfrm>
            <a:off x="4240854" y="4653750"/>
            <a:ext cx="709795" cy="226682"/>
          </a:xfrm>
          <a:prstGeom prst="flowChartProcess">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422041"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UTF-8</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ja-JP" altLang="en-US" sz="9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SJIS</a:t>
            </a:r>
          </a:p>
        </p:txBody>
      </p:sp>
      <p:sp>
        <p:nvSpPr>
          <p:cNvPr id="3" name="正方形/長方形 2">
            <a:extLst>
              <a:ext uri="{FF2B5EF4-FFF2-40B4-BE49-F238E27FC236}">
                <a16:creationId xmlns:a16="http://schemas.microsoft.com/office/drawing/2014/main" id="{28266290-DED5-3535-B611-514DA76AB666}"/>
              </a:ext>
            </a:extLst>
          </p:cNvPr>
          <p:cNvSpPr/>
          <p:nvPr/>
        </p:nvSpPr>
        <p:spPr>
          <a:xfrm>
            <a:off x="6960561" y="5784561"/>
            <a:ext cx="2290119" cy="914400"/>
          </a:xfrm>
          <a:prstGeom prst="rect">
            <a:avLst/>
          </a:prstGeom>
          <a:ln>
            <a:solidFill>
              <a:srgbClr val="0000FF"/>
            </a:solidFill>
          </a:ln>
        </p:spPr>
        <p:txBody>
          <a:bodyPr wrap="square" lIns="36000" tIns="36000" rIns="36000" bIns="3600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Meiryo UI"/>
                <a:ea typeface="Meiryo UI"/>
                <a:cs typeface="Arial" charset="0"/>
              </a:rPr>
              <a:t>対応案①  臨床情報・健診情報の提供時のみ文字コード</a:t>
            </a:r>
            <a:r>
              <a:rPr kumimoji="1" lang="en-US" altLang="ja-JP" sz="900" b="0" i="0" u="none" strike="noStrike" kern="1200" cap="none" spc="0" normalizeH="0" baseline="0" noProof="0">
                <a:ln>
                  <a:noFill/>
                </a:ln>
                <a:solidFill>
                  <a:prstClr val="black"/>
                </a:solidFill>
                <a:effectLst/>
                <a:uLnTx/>
                <a:uFillTx/>
                <a:latin typeface="Meiryo UI"/>
                <a:ea typeface="Meiryo UI"/>
                <a:cs typeface="Arial" charset="0"/>
              </a:rPr>
              <a:t>UTF-8</a:t>
            </a:r>
            <a:r>
              <a:rPr kumimoji="1" lang="ja-JP" altLang="en-US" sz="900" b="0" i="0" u="none" strike="noStrike" kern="1200" cap="none" spc="0" normalizeH="0" baseline="0" noProof="0">
                <a:ln>
                  <a:noFill/>
                </a:ln>
                <a:solidFill>
                  <a:prstClr val="black"/>
                </a:solidFill>
                <a:effectLst/>
                <a:uLnTx/>
                <a:uFillTx/>
                <a:latin typeface="Meiryo UI"/>
                <a:ea typeface="Meiryo UI"/>
                <a:cs typeface="Arial" charset="0"/>
              </a:rPr>
              <a:t>を固定で返却する</a:t>
            </a:r>
            <a:endParaRPr kumimoji="1" lang="en-US" altLang="ja-JP" sz="900" b="0" i="0" u="none" strike="noStrike" kern="1200" cap="none" spc="0" normalizeH="0" baseline="0" noProof="0">
              <a:ln>
                <a:noFill/>
              </a:ln>
              <a:solidFill>
                <a:prstClr val="black"/>
              </a:solidFill>
              <a:effectLst/>
              <a:uLnTx/>
              <a:uFillTx/>
              <a:latin typeface="Meiryo UI"/>
              <a:ea typeface="Meiryo UI"/>
              <a:cs typeface="Arial" charset="0"/>
            </a:endParaRPr>
          </a:p>
          <a:p>
            <a:pPr marL="0" marR="0" lvl="0" indent="0" algn="l" defTabSz="843930" rtl="0" eaLnBrk="1" fontAlgn="ctr"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prstClr val="black"/>
                </a:solidFill>
                <a:effectLst/>
                <a:uLnTx/>
                <a:uFillTx/>
                <a:latin typeface="Meiryo UI"/>
                <a:ea typeface="Meiryo UI"/>
                <a:cs typeface="Arial" charset="0"/>
              </a:rPr>
              <a:t>対応案②　</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資格確認端末で「</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SJIS</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」を選択した場合において、文字コードを</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S-JIS</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第</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3</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水準・第</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4</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水準にまで拡張し、利用できる文字種別を増やす。</a:t>
            </a:r>
          </a:p>
        </p:txBody>
      </p:sp>
      <p:sp>
        <p:nvSpPr>
          <p:cNvPr id="63" name="四角形: 角を丸くする 62">
            <a:extLst>
              <a:ext uri="{FF2B5EF4-FFF2-40B4-BE49-F238E27FC236}">
                <a16:creationId xmlns:a16="http://schemas.microsoft.com/office/drawing/2014/main" id="{2A30B34F-866A-D724-9CE1-5E48543127F2}"/>
              </a:ext>
            </a:extLst>
          </p:cNvPr>
          <p:cNvSpPr/>
          <p:nvPr/>
        </p:nvSpPr>
        <p:spPr>
          <a:xfrm>
            <a:off x="6826011" y="5606854"/>
            <a:ext cx="1372617" cy="205740"/>
          </a:xfrm>
          <a:prstGeom prst="roundRect">
            <a:avLst/>
          </a:prstGeom>
          <a:solidFill>
            <a:schemeClr val="accent5">
              <a:lumMod val="40000"/>
              <a:lumOff val="60000"/>
            </a:schemeClr>
          </a:solidFill>
          <a:ln w="9525" cap="flat" cmpd="sng" algn="ctr">
            <a:solidFill>
              <a:srgbClr val="002060"/>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eiryo UI" panose="020B0604030504040204" pitchFamily="50" charset="-128"/>
              </a:rPr>
              <a:t>要求事項</a:t>
            </a:r>
          </a:p>
        </p:txBody>
      </p:sp>
      <p:cxnSp>
        <p:nvCxnSpPr>
          <p:cNvPr id="64" name="直線コネクタ 63">
            <a:extLst>
              <a:ext uri="{FF2B5EF4-FFF2-40B4-BE49-F238E27FC236}">
                <a16:creationId xmlns:a16="http://schemas.microsoft.com/office/drawing/2014/main" id="{4F42FEDA-C9D9-7C86-DF6D-08AE2B4FF25B}"/>
              </a:ext>
            </a:extLst>
          </p:cNvPr>
          <p:cNvCxnSpPr>
            <a:cxnSpLocks/>
          </p:cNvCxnSpPr>
          <p:nvPr/>
        </p:nvCxnSpPr>
        <p:spPr bwMode="auto">
          <a:xfrm flipH="1" flipV="1">
            <a:off x="6186354" y="5141562"/>
            <a:ext cx="813222" cy="583954"/>
          </a:xfrm>
          <a:prstGeom prst="line">
            <a:avLst/>
          </a:prstGeom>
          <a:solidFill>
            <a:schemeClr val="bg1"/>
          </a:solidFill>
          <a:ln w="9525" cap="flat" cmpd="sng" algn="ctr">
            <a:solidFill>
              <a:schemeClr val="accent1"/>
            </a:solidFill>
            <a:prstDash val="solid"/>
            <a:round/>
            <a:headEnd type="oval" w="med" len="med"/>
            <a:tailEnd type="oval" w="med" len="med"/>
          </a:ln>
          <a:effectLst/>
        </p:spPr>
      </p:cxnSp>
      <p:sp>
        <p:nvSpPr>
          <p:cNvPr id="7" name="正方形/長方形 6">
            <a:extLst>
              <a:ext uri="{FF2B5EF4-FFF2-40B4-BE49-F238E27FC236}">
                <a16:creationId xmlns:a16="http://schemas.microsoft.com/office/drawing/2014/main" id="{A625FD3D-0A90-790E-08E2-735131BEB151}"/>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27406592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E450C-4FB9-8666-4D87-F33282E430D9}"/>
            </a:ext>
          </a:extLst>
        </p:cNvPr>
        <p:cNvGrpSpPr/>
        <p:nvPr/>
      </p:nvGrpSpPr>
      <p:grpSpPr>
        <a:xfrm>
          <a:off x="0" y="0"/>
          <a:ext cx="0" cy="0"/>
          <a:chOff x="0" y="0"/>
          <a:chExt cx="0" cy="0"/>
        </a:xfrm>
      </p:grpSpPr>
      <p:sp>
        <p:nvSpPr>
          <p:cNvPr id="4" name="タイトル 2">
            <a:extLst>
              <a:ext uri="{FF2B5EF4-FFF2-40B4-BE49-F238E27FC236}">
                <a16:creationId xmlns:a16="http://schemas.microsoft.com/office/drawing/2014/main" id="{54B518E4-41B0-E0FF-7E4D-9E884290FAE5}"/>
              </a:ext>
            </a:extLst>
          </p:cNvPr>
          <p:cNvSpPr>
            <a:spLocks noGrp="1"/>
          </p:cNvSpPr>
          <p:nvPr>
            <p:ph type="title"/>
          </p:nvPr>
        </p:nvSpPr>
        <p:spPr/>
        <p:txBody>
          <a:bodyPr lIns="0" tIns="45720" rIns="0" bIns="45720" anchor="b" anchorCtr="0">
            <a:normAutofit/>
          </a:bodyPr>
          <a:lstStyle/>
          <a:p>
            <a:pPr>
              <a:lnSpc>
                <a:spcPct val="90000"/>
              </a:lnSpc>
              <a:tabLst>
                <a:tab pos="1879600" algn="l"/>
                <a:tab pos="2693988" algn="l"/>
              </a:tabLst>
            </a:pPr>
            <a:r>
              <a:rPr lang="en-US" altLang="ja-JP" sz="1600"/>
              <a:t>2</a:t>
            </a:r>
            <a:r>
              <a:rPr lang="ja-JP" altLang="en-US" sz="1600"/>
              <a:t>．令和</a:t>
            </a:r>
            <a:r>
              <a:rPr lang="en-US" altLang="ja-JP" sz="1600"/>
              <a:t>9</a:t>
            </a:r>
            <a:r>
              <a:rPr lang="ja-JP" altLang="en-US" sz="1600"/>
              <a:t>年度案件について</a:t>
            </a:r>
            <a:br>
              <a:rPr lang="en-US" altLang="ja-JP" sz="1600"/>
            </a:br>
            <a:r>
              <a:rPr lang="ja-JP" altLang="en-US" sz="1600"/>
              <a:t>案件</a:t>
            </a:r>
            <a:r>
              <a:rPr lang="en-US" altLang="ja-JP" sz="1600"/>
              <a:t>ID223 </a:t>
            </a:r>
            <a:r>
              <a:rPr lang="en-US" altLang="ja-JP" sz="1700"/>
              <a:t>_</a:t>
            </a:r>
            <a:r>
              <a:rPr lang="ja-JP" altLang="en-US" sz="1700"/>
              <a:t>電子署名の危殆化対応</a:t>
            </a:r>
          </a:p>
        </p:txBody>
      </p:sp>
      <p:graphicFrame>
        <p:nvGraphicFramePr>
          <p:cNvPr id="2" name="表 1">
            <a:extLst>
              <a:ext uri="{FF2B5EF4-FFF2-40B4-BE49-F238E27FC236}">
                <a16:creationId xmlns:a16="http://schemas.microsoft.com/office/drawing/2014/main" id="{E97D1D77-CC78-07C1-2EC9-D0EA558132AD}"/>
              </a:ext>
            </a:extLst>
          </p:cNvPr>
          <p:cNvGraphicFramePr>
            <a:graphicFrameLocks noGrp="1"/>
          </p:cNvGraphicFramePr>
          <p:nvPr/>
        </p:nvGraphicFramePr>
        <p:xfrm>
          <a:off x="495302" y="727616"/>
          <a:ext cx="8755378" cy="5076591"/>
        </p:xfrm>
        <a:graphic>
          <a:graphicData uri="http://schemas.openxmlformats.org/drawingml/2006/table">
            <a:tbl>
              <a:tblPr/>
              <a:tblGrid>
                <a:gridCol w="1107755">
                  <a:extLst>
                    <a:ext uri="{9D8B030D-6E8A-4147-A177-3AD203B41FA5}">
                      <a16:colId xmlns:a16="http://schemas.microsoft.com/office/drawing/2014/main" val="3507052572"/>
                    </a:ext>
                  </a:extLst>
                </a:gridCol>
                <a:gridCol w="7647623">
                  <a:extLst>
                    <a:ext uri="{9D8B030D-6E8A-4147-A177-3AD203B41FA5}">
                      <a16:colId xmlns:a16="http://schemas.microsoft.com/office/drawing/2014/main" val="3506754757"/>
                    </a:ext>
                  </a:extLst>
                </a:gridCol>
              </a:tblGrid>
              <a:tr h="358061">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背景</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100" b="0" i="0" u="none" strike="noStrike">
                          <a:solidFill>
                            <a:srgbClr val="000000"/>
                          </a:solidFill>
                          <a:effectLst/>
                          <a:latin typeface="Meiryo UI" panose="020B0604030504040204" pitchFamily="50" charset="-128"/>
                          <a:ea typeface="Meiryo UI" panose="020B0604030504040204" pitchFamily="50" charset="-128"/>
                        </a:rPr>
                        <a:t>・</a:t>
                      </a:r>
                      <a:r>
                        <a:rPr kumimoji="1" lang="ja-JP" altLang="en-US" sz="1100" b="0" i="0" u="none" strike="noStrike" kern="900" cap="none" spc="75" normalizeH="0" baseline="0" noProof="0">
                          <a:ln>
                            <a:noFill/>
                          </a:ln>
                          <a:solidFill>
                            <a:srgbClr val="000000"/>
                          </a:solidFill>
                          <a:effectLst/>
                          <a:uLnTx/>
                          <a:uFillTx/>
                          <a:latin typeface="Meiryo UI" panose="020B0604030504040204" pitchFamily="50" charset="-128"/>
                          <a:ea typeface="+mn-ea"/>
                          <a:cs typeface="+mn-cs"/>
                        </a:rPr>
                        <a:t>現在、電子カルテ情報共有サービスの診療情報提供書・患者サマリーにおいては、電子署名を付与することができる。</a:t>
                      </a:r>
                      <a:endParaRPr lang="en-US" altLang="ja-JP" sz="1100" b="0" i="0" u="none" strike="noStrike">
                        <a:solidFill>
                          <a:srgbClr val="000000"/>
                        </a:solidFill>
                        <a:effectLst/>
                        <a:latin typeface="Meiryo UI" panose="020B0604030504040204" pitchFamily="50" charset="-128"/>
                        <a:ea typeface="Meiryo UI" panose="020B0604030504040204" pitchFamily="50" charset="-128"/>
                      </a:endParaRP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100" b="0" i="0" u="none" strike="noStrike">
                          <a:solidFill>
                            <a:srgbClr val="000000"/>
                          </a:solidFill>
                          <a:effectLst/>
                          <a:latin typeface="Meiryo UI" panose="020B0604030504040204" pitchFamily="50" charset="-128"/>
                          <a:ea typeface="Meiryo UI" panose="020B0604030504040204" pitchFamily="50" charset="-128"/>
                        </a:rPr>
                        <a:t>・</a:t>
                      </a:r>
                      <a:r>
                        <a:rPr lang="ja-JP" altLang="en-US" sz="1100" spc="75">
                          <a:solidFill>
                            <a:srgbClr val="000000"/>
                          </a:solidFill>
                          <a:latin typeface="Meiryo UI" panose="020B0604030504040204" pitchFamily="50" charset="-128"/>
                          <a:ea typeface="+mn-ea"/>
                        </a:rPr>
                        <a:t>危殆化対応によりタイムスタンプ</a:t>
                      </a:r>
                      <a:r>
                        <a:rPr lang="en-US" altLang="ja-JP" sz="1100" spc="75">
                          <a:solidFill>
                            <a:srgbClr val="000000"/>
                          </a:solidFill>
                          <a:latin typeface="Meiryo UI" panose="020B0604030504040204" pitchFamily="50" charset="-128"/>
                          <a:ea typeface="+mn-ea"/>
                        </a:rPr>
                        <a:t>(TSA)</a:t>
                      </a:r>
                      <a:r>
                        <a:rPr lang="ja-JP" altLang="en-US" sz="1100" spc="75">
                          <a:solidFill>
                            <a:srgbClr val="000000"/>
                          </a:solidFill>
                          <a:latin typeface="Meiryo UI" panose="020B0604030504040204" pitchFamily="50" charset="-128"/>
                          <a:ea typeface="+mn-ea"/>
                        </a:rPr>
                        <a:t>の署名鍵更新</a:t>
                      </a:r>
                      <a:r>
                        <a:rPr lang="en-US" altLang="ja-JP" sz="1100" spc="75" baseline="30000">
                          <a:solidFill>
                            <a:srgbClr val="000000"/>
                          </a:solidFill>
                          <a:latin typeface="Meiryo UI" panose="020B0604030504040204" pitchFamily="50" charset="-128"/>
                          <a:ea typeface="+mn-ea"/>
                        </a:rPr>
                        <a:t>※</a:t>
                      </a:r>
                      <a:r>
                        <a:rPr lang="ja-JP" altLang="en-US" sz="1100" spc="75">
                          <a:solidFill>
                            <a:srgbClr val="000000"/>
                          </a:solidFill>
                          <a:latin typeface="Meiryo UI" panose="020B0604030504040204" pitchFamily="50" charset="-128"/>
                          <a:ea typeface="+mn-ea"/>
                        </a:rPr>
                        <a:t>が</a:t>
                      </a:r>
                      <a:r>
                        <a:rPr lang="en-US" altLang="ja-JP" sz="1100" spc="75">
                          <a:solidFill>
                            <a:srgbClr val="000000"/>
                          </a:solidFill>
                          <a:latin typeface="Meiryo UI" panose="020B0604030504040204" pitchFamily="50" charset="-128"/>
                          <a:ea typeface="+mn-ea"/>
                        </a:rPr>
                        <a:t>2030</a:t>
                      </a:r>
                      <a:r>
                        <a:rPr lang="ja-JP" altLang="en-US" sz="1100" spc="75">
                          <a:solidFill>
                            <a:srgbClr val="000000"/>
                          </a:solidFill>
                          <a:latin typeface="Meiryo UI" panose="020B0604030504040204" pitchFamily="50" charset="-128"/>
                          <a:ea typeface="+mn-ea"/>
                        </a:rPr>
                        <a:t>年</a:t>
                      </a:r>
                      <a:r>
                        <a:rPr lang="en-US" altLang="ja-JP" sz="1100" spc="75">
                          <a:solidFill>
                            <a:srgbClr val="000000"/>
                          </a:solidFill>
                          <a:latin typeface="Meiryo UI" panose="020B0604030504040204" pitchFamily="50" charset="-128"/>
                          <a:ea typeface="+mn-ea"/>
                        </a:rPr>
                        <a:t>1</a:t>
                      </a:r>
                      <a:r>
                        <a:rPr lang="ja-JP" altLang="en-US" sz="1100" spc="75">
                          <a:solidFill>
                            <a:srgbClr val="000000"/>
                          </a:solidFill>
                          <a:latin typeface="Meiryo UI" panose="020B0604030504040204" pitchFamily="50" charset="-128"/>
                          <a:ea typeface="+mn-ea"/>
                        </a:rPr>
                        <a:t>月に予定されており、中央基盤</a:t>
                      </a:r>
                      <a:r>
                        <a:rPr lang="en-US" altLang="ja-JP" sz="1100" spc="75">
                          <a:solidFill>
                            <a:srgbClr val="000000"/>
                          </a:solidFill>
                          <a:latin typeface="Meiryo UI" panose="020B0604030504040204" pitchFamily="50" charset="-128"/>
                          <a:ea typeface="+mn-ea"/>
                        </a:rPr>
                        <a:t>(</a:t>
                      </a:r>
                      <a:r>
                        <a:rPr lang="ja-JP" altLang="en-US" sz="1100" spc="75">
                          <a:solidFill>
                            <a:srgbClr val="000000"/>
                          </a:solidFill>
                          <a:latin typeface="Meiryo UI" panose="020B0604030504040204" pitchFamily="50" charset="-128"/>
                          <a:ea typeface="+mn-ea"/>
                        </a:rPr>
                        <a:t>電カル共有・電処ともに</a:t>
                      </a:r>
                      <a:r>
                        <a:rPr lang="en-US" altLang="ja-JP" sz="1100" spc="75">
                          <a:solidFill>
                            <a:srgbClr val="000000"/>
                          </a:solidFill>
                          <a:latin typeface="Meiryo UI" panose="020B0604030504040204" pitchFamily="50" charset="-128"/>
                          <a:ea typeface="+mn-ea"/>
                        </a:rPr>
                        <a:t>)</a:t>
                      </a:r>
                      <a:r>
                        <a:rPr lang="ja-JP" altLang="en-US" sz="1100" spc="75">
                          <a:solidFill>
                            <a:srgbClr val="000000"/>
                          </a:solidFill>
                          <a:latin typeface="Meiryo UI" panose="020B0604030504040204" pitchFamily="50" charset="-128"/>
                          <a:ea typeface="+mn-ea"/>
                        </a:rPr>
                        <a:t>のシステム改修を完了する必要がある。</a:t>
                      </a:r>
                      <a:endParaRPr lang="en-US" altLang="ja-JP" sz="1100" spc="75">
                        <a:solidFill>
                          <a:srgbClr val="000000"/>
                        </a:solidFill>
                        <a:latin typeface="Meiryo UI" panose="020B0604030504040204" pitchFamily="50" charset="-128"/>
                        <a:ea typeface="+mn-ea"/>
                      </a:endParaRPr>
                    </a:p>
                    <a:p>
                      <a:pPr marL="0" marR="0" lvl="0" indent="0" algn="l" defTabSz="843930" rtl="0" eaLnBrk="1" fontAlgn="ctr" latinLnBrk="0" hangingPunct="1">
                        <a:lnSpc>
                          <a:spcPct val="100000"/>
                        </a:lnSpc>
                        <a:spcBef>
                          <a:spcPts val="0"/>
                        </a:spcBef>
                        <a:spcAft>
                          <a:spcPts val="0"/>
                        </a:spcAft>
                        <a:buClrTx/>
                        <a:buSzTx/>
                        <a:buFontTx/>
                        <a:buNone/>
                        <a:tabLst/>
                        <a:defRPr/>
                      </a:pPr>
                      <a:r>
                        <a:rPr lang="en-US" altLang="ja-JP" sz="1100" b="0" i="0" u="none" strike="noStrike" spc="75">
                          <a:solidFill>
                            <a:srgbClr val="000000"/>
                          </a:solidFill>
                          <a:effectLst/>
                          <a:latin typeface="Meiryo UI" panose="020B0604030504040204" pitchFamily="50" charset="-128"/>
                          <a:ea typeface="+mn-ea"/>
                        </a:rPr>
                        <a:t>※</a:t>
                      </a:r>
                      <a:r>
                        <a:rPr lang="en-US" altLang="ja-JP" sz="1100" spc="75">
                          <a:solidFill>
                            <a:srgbClr val="000000"/>
                          </a:solidFill>
                          <a:latin typeface="Meiryo UI" panose="020B0604030504040204" pitchFamily="50" charset="-128"/>
                          <a:ea typeface="+mn-ea"/>
                        </a:rPr>
                        <a:t>RSA</a:t>
                      </a:r>
                      <a:r>
                        <a:rPr lang="ja-JP" altLang="en-US" sz="1100" spc="75">
                          <a:solidFill>
                            <a:srgbClr val="000000"/>
                          </a:solidFill>
                          <a:latin typeface="Meiryo UI" panose="020B0604030504040204" pitchFamily="50" charset="-128"/>
                          <a:ea typeface="+mn-ea"/>
                        </a:rPr>
                        <a:t>方式からより高いセキュリティ強度を有する方式への更新</a:t>
                      </a:r>
                      <a:endParaRPr lang="en-US" altLang="ja-JP" sz="1100" spc="75">
                        <a:solidFill>
                          <a:srgbClr val="000000"/>
                        </a:solidFill>
                        <a:latin typeface="Meiryo UI" panose="020B0604030504040204" pitchFamily="50" charset="-128"/>
                        <a:ea typeface="+mn-ea"/>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2394099348"/>
                  </a:ext>
                </a:extLst>
              </a:tr>
              <a:tr h="232056">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課題</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algn="l" rtl="0"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 技術の進歩により、電子署名の公開鍵から秘密鍵を割り出すことができ、署名の意味をなさないリスクがある。</a:t>
                      </a:r>
                      <a:endParaRPr lang="en-US" altLang="ja-JP" sz="1100" b="0" i="0" u="none" strike="noStrike">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808508447"/>
                  </a:ext>
                </a:extLst>
              </a:tr>
              <a:tr h="0">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目的</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fontAlgn="t">
                        <a:lnSpc>
                          <a:spcPct val="119048"/>
                        </a:lnSpc>
                        <a:buNone/>
                      </a:pPr>
                      <a:r>
                        <a:rPr lang="ja-JP" sz="1050" b="0" i="0">
                          <a:effectLst/>
                          <a:latin typeface="Segoe UI" panose="020B0502040204020203" pitchFamily="34" charset="0"/>
                        </a:rPr>
                        <a:t>電子署名により、文書が改ざんされていないことを担保するため、秘密鍵をより容易に割り出せない方式（ロジック）へ変更する。</a:t>
                      </a:r>
                    </a:p>
                  </a:txBody>
                  <a:tcP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149341942"/>
                  </a:ext>
                </a:extLst>
              </a:tr>
              <a:tr h="316059">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要求事項</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en-US" altLang="ja-JP" sz="1100" b="0" i="0" u="none" strike="noStrike">
                          <a:solidFill>
                            <a:schemeClr val="tx1"/>
                          </a:solidFill>
                          <a:effectLst/>
                          <a:latin typeface="Meiryo UI" panose="020B0604030504040204" pitchFamily="50" charset="-128"/>
                          <a:ea typeface="Meiryo UI" panose="020B0604030504040204" pitchFamily="50" charset="-128"/>
                        </a:rPr>
                        <a:t>※</a:t>
                      </a:r>
                      <a:r>
                        <a:rPr lang="ja-JP" altLang="en-US" sz="1100" b="0" i="0" u="none" strike="noStrike">
                          <a:solidFill>
                            <a:schemeClr val="tx1"/>
                          </a:solidFill>
                          <a:effectLst/>
                          <a:latin typeface="Meiryo UI" panose="020B0604030504040204" pitchFamily="50" charset="-128"/>
                          <a:ea typeface="Meiryo UI" panose="020B0604030504040204" pitchFamily="50" charset="-128"/>
                        </a:rPr>
                        <a:t>詳細については、他案件にそろえて基金にて要件定義いただきたい。</a:t>
                      </a:r>
                      <a:endParaRPr lang="en-US" altLang="ja-JP" sz="1100" b="0" i="0" u="none" strike="noStrike">
                        <a:solidFill>
                          <a:schemeClr val="tx1"/>
                        </a:solidFill>
                        <a:effectLst/>
                        <a:latin typeface="Meiryo UI" panose="020B0604030504040204" pitchFamily="50" charset="-128"/>
                        <a:ea typeface="Meiryo UI" panose="020B0604030504040204" pitchFamily="50" charset="-128"/>
                      </a:endParaRPr>
                    </a:p>
                    <a:p>
                      <a:pPr marL="0" marR="0" lvl="0" indent="0" algn="l" defTabSz="843930" rtl="0" eaLnBrk="1" fontAlgn="ctr" latinLnBrk="0" hangingPunct="1">
                        <a:lnSpc>
                          <a:spcPct val="100000"/>
                        </a:lnSpc>
                        <a:spcBef>
                          <a:spcPts val="0"/>
                        </a:spcBef>
                        <a:spcAft>
                          <a:spcPts val="0"/>
                        </a:spcAft>
                        <a:buClrTx/>
                        <a:buSzTx/>
                        <a:buFontTx/>
                        <a:buNone/>
                        <a:tabLst/>
                        <a:defRPr/>
                      </a:pPr>
                      <a:endParaRPr lang="en-US" altLang="ja-JP" sz="1100" b="0" i="0" u="none" strike="noStrike">
                        <a:solidFill>
                          <a:schemeClr val="tx1"/>
                        </a:solidFill>
                        <a:effectLst/>
                        <a:latin typeface="Meiryo UI" panose="020B0604030504040204" pitchFamily="50" charset="-128"/>
                        <a:ea typeface="Meiryo UI" panose="020B0604030504040204" pitchFamily="50" charset="-128"/>
                      </a:endParaRP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100" b="0" i="0" u="none" strike="noStrike">
                          <a:solidFill>
                            <a:schemeClr val="tx1"/>
                          </a:solidFill>
                          <a:effectLst/>
                          <a:latin typeface="Meiryo UI" panose="020B0604030504040204" pitchFamily="50" charset="-128"/>
                          <a:ea typeface="Meiryo UI" panose="020B0604030504040204" pitchFamily="50" charset="-128"/>
                        </a:rPr>
                        <a:t>機能：診療情報提供書</a:t>
                      </a:r>
                      <a:r>
                        <a:rPr lang="en-US" altLang="ja-JP" sz="1100" b="0" i="0" u="none" strike="noStrike">
                          <a:solidFill>
                            <a:schemeClr val="tx1"/>
                          </a:solidFill>
                          <a:effectLst/>
                          <a:latin typeface="Meiryo UI" panose="020B0604030504040204" pitchFamily="50" charset="-128"/>
                          <a:ea typeface="Meiryo UI" panose="020B0604030504040204" pitchFamily="50" charset="-128"/>
                        </a:rPr>
                        <a:t>(</a:t>
                      </a:r>
                      <a:r>
                        <a:rPr lang="ja-JP" altLang="en-US" sz="1100" b="0" i="0" u="none" strike="noStrike">
                          <a:solidFill>
                            <a:schemeClr val="tx1"/>
                          </a:solidFill>
                          <a:effectLst/>
                          <a:latin typeface="Meiryo UI" panose="020B0604030504040204" pitchFamily="50" charset="-128"/>
                          <a:ea typeface="Meiryo UI" panose="020B0604030504040204" pitchFamily="50" charset="-128"/>
                        </a:rPr>
                        <a:t>退院時サマリー</a:t>
                      </a:r>
                      <a:r>
                        <a:rPr lang="en-US" altLang="ja-JP" sz="1100" b="0" i="0" u="none" strike="noStrike">
                          <a:solidFill>
                            <a:schemeClr val="tx1"/>
                          </a:solidFill>
                          <a:effectLst/>
                          <a:latin typeface="Meiryo UI" panose="020B0604030504040204" pitchFamily="50" charset="-128"/>
                          <a:ea typeface="Meiryo UI" panose="020B0604030504040204" pitchFamily="50" charset="-128"/>
                        </a:rPr>
                        <a:t>)</a:t>
                      </a:r>
                      <a:r>
                        <a:rPr lang="ja-JP" altLang="en-US" sz="1100" b="0" i="0" u="none" strike="noStrike">
                          <a:solidFill>
                            <a:schemeClr val="tx1"/>
                          </a:solidFill>
                          <a:effectLst/>
                          <a:latin typeface="Meiryo UI" panose="020B0604030504040204" pitchFamily="50" charset="-128"/>
                          <a:ea typeface="Meiryo UI" panose="020B0604030504040204" pitchFamily="50" charset="-128"/>
                        </a:rPr>
                        <a:t>・患者サマリー</a:t>
                      </a:r>
                      <a:endParaRPr lang="en-US" altLang="ja-JP" sz="1100" b="0" i="0" u="none" strike="noStrike">
                        <a:solidFill>
                          <a:schemeClr val="tx1"/>
                        </a:solidFill>
                        <a:effectLst/>
                        <a:latin typeface="Meiryo UI" panose="020B0604030504040204" pitchFamily="50" charset="-128"/>
                        <a:ea typeface="Meiryo UI" panose="020B0604030504040204" pitchFamily="50" charset="-128"/>
                      </a:endParaRPr>
                    </a:p>
                    <a:p>
                      <a:pPr marL="0" marR="0" lvl="0" indent="0" algn="l" defTabSz="843930" rtl="0" eaLnBrk="1" fontAlgn="ctr" latinLnBrk="0" hangingPunct="1">
                        <a:lnSpc>
                          <a:spcPct val="100000"/>
                        </a:lnSpc>
                        <a:spcBef>
                          <a:spcPts val="0"/>
                        </a:spcBef>
                        <a:spcAft>
                          <a:spcPts val="0"/>
                        </a:spcAft>
                        <a:buClrTx/>
                        <a:buSzTx/>
                        <a:buFontTx/>
                        <a:buNone/>
                        <a:tabLst/>
                        <a:defRPr/>
                      </a:pPr>
                      <a:endParaRPr lang="en-US" altLang="ja-JP" sz="1100" b="0" i="0" u="none" strike="noStrike">
                        <a:solidFill>
                          <a:schemeClr val="tx1"/>
                        </a:solidFill>
                        <a:effectLst/>
                        <a:latin typeface="Meiryo UI" panose="020B0604030504040204" pitchFamily="50" charset="-128"/>
                        <a:ea typeface="Meiryo UI" panose="020B0604030504040204" pitchFamily="50" charset="-128"/>
                      </a:endParaRPr>
                    </a:p>
                    <a:p>
                      <a:r>
                        <a:rPr lang="ja-JP" altLang="en-US" sz="1100" b="0" i="0" u="none" strike="noStrike">
                          <a:solidFill>
                            <a:schemeClr val="tx1"/>
                          </a:solidFill>
                          <a:effectLst/>
                          <a:latin typeface="Meiryo UI" panose="020B0604030504040204" pitchFamily="50" charset="-128"/>
                          <a:ea typeface="Meiryo UI" panose="020B0604030504040204" pitchFamily="50" charset="-128"/>
                        </a:rPr>
                        <a:t>要求事項：</a:t>
                      </a:r>
                      <a:br>
                        <a:rPr lang="en-US" altLang="ja-JP" sz="1100" b="0" i="0" u="none" strike="noStrike">
                          <a:solidFill>
                            <a:schemeClr val="tx1"/>
                          </a:solidFill>
                          <a:effectLst/>
                          <a:latin typeface="Meiryo UI" panose="020B0604030504040204" pitchFamily="50" charset="-128"/>
                          <a:ea typeface="Meiryo UI" panose="020B0604030504040204" pitchFamily="50" charset="-128"/>
                        </a:rPr>
                      </a:br>
                      <a:r>
                        <a:rPr lang="ja-JP" altLang="ja-JP" sz="1100"/>
                        <a:t>電子カルテ情報共有サービスのTSA（Time Stamp Authority）については、2031年以降にRSA-2048を用いたタイムスタンプ署名を新規生成することがないよう、2030年1月を目途に、タイムスタンプ署名に使用する署名アルゴリズムを、より高いセキュリティ強度を有する方式（ECDSA-256/384を想定）へ移行する</a:t>
                      </a:r>
                      <a:br>
                        <a:rPr lang="en-US" altLang="ja-JP" sz="1100"/>
                      </a:br>
                      <a:br>
                        <a:rPr lang="en-US" altLang="ja-JP" sz="1100"/>
                      </a:br>
                      <a:r>
                        <a:rPr lang="ja-JP" altLang="en-US" sz="1100"/>
                        <a:t>①</a:t>
                      </a:r>
                      <a:r>
                        <a:rPr lang="ja-JP" altLang="ja-JP" sz="1100"/>
                        <a:t>電子カルテ情報共有サービスのTSAにおいて、現行のEE（End Entity）証明書が2027年10月に有効期限を迎えることから、RSA鍵を用いた現行方式のまま証明書を更新する。（2027年9月リリース予定）</a:t>
                      </a:r>
                    </a:p>
                    <a:p>
                      <a:r>
                        <a:rPr lang="ja-JP" altLang="ja-JP" sz="1100"/>
                        <a:t>　※暗号アルゴリズム移行のスケジュール上、2027年9月の時点では新たな署名方式を用いた証明書への移行ができない</a:t>
                      </a:r>
                      <a:r>
                        <a:rPr lang="ja-JP" altLang="en-US" sz="1100"/>
                        <a:t>見込みのため</a:t>
                      </a:r>
                      <a:endParaRPr lang="ja-JP" altLang="ja-JP" sz="1100"/>
                    </a:p>
                    <a:p>
                      <a:r>
                        <a:rPr lang="ja-JP" altLang="ja-JP" sz="1100"/>
                        <a:t>　※</a:t>
                      </a:r>
                      <a:r>
                        <a:rPr lang="ja-JP" altLang="en-US" sz="1100"/>
                        <a:t>一方で、</a:t>
                      </a:r>
                      <a:r>
                        <a:rPr lang="ja-JP" altLang="ja-JP" sz="1100"/>
                        <a:t>RSA-2048は2030年までが移行完遂期間とされていることから、2028年度以降に改めて新たな署名方式を用いた証明書へ切り替える必要があります。</a:t>
                      </a:r>
                    </a:p>
                    <a:p>
                      <a:r>
                        <a:rPr lang="ja-JP" altLang="ja-JP" sz="1100"/>
                        <a:t> </a:t>
                      </a:r>
                    </a:p>
                    <a:p>
                      <a:r>
                        <a:rPr lang="ja-JP" altLang="en-US" sz="1100"/>
                        <a:t>②</a:t>
                      </a:r>
                      <a:r>
                        <a:rPr lang="ja-JP" altLang="ja-JP" sz="1100"/>
                        <a:t>署名検証機能及びタイムスタンプ付与・検証機能について、新たな署名方式に対応するための改修を行う。（2028年3月リリース予定） </a:t>
                      </a:r>
                    </a:p>
                    <a:p>
                      <a:r>
                        <a:rPr lang="ja-JP" altLang="ja-JP" sz="1100"/>
                        <a:t>　※署名検証ライブラリ及びタイムスタンプ付与ライブラリの改修（三菱電機デジタルイノベーション）を含みます。</a:t>
                      </a:r>
                    </a:p>
                    <a:p>
                      <a:r>
                        <a:rPr lang="ja-JP" altLang="ja-JP" sz="1100"/>
                        <a:t>　※S3及びACM（AWS Certificate Manager）への証明書配置等の作業を含みます。</a:t>
                      </a:r>
                    </a:p>
                    <a:p>
                      <a:r>
                        <a:rPr lang="ja-JP" altLang="ja-JP" sz="1100"/>
                        <a:t>　※総合テストでは、性能面を含む非機能要件に関するテストの実施を含みます。</a:t>
                      </a:r>
                      <a:endParaRPr lang="en-US" altLang="ja-JP" sz="1100" b="0" i="0" u="none" strike="noStrike">
                        <a:solidFill>
                          <a:schemeClr val="tx1"/>
                        </a:solidFill>
                        <a:effectLst/>
                        <a:latin typeface="Meiryo UI" panose="020B0604030504040204" pitchFamily="50" charset="-128"/>
                        <a:ea typeface="Meiryo UI" panose="020B0604030504040204" pitchFamily="50" charset="-128"/>
                      </a:endParaRPr>
                    </a:p>
                    <a:p>
                      <a:endParaRPr lang="ja-JP" altLang="ja-JP" sz="1100"/>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3847957461"/>
                  </a:ext>
                </a:extLst>
              </a:tr>
              <a:tr h="106051">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備考</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a:noFill/>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50" charset="-128"/>
                          <a:ea typeface="Meiryo UI" panose="020B0604030504040204" pitchFamily="50" charset="-128"/>
                        </a:rPr>
                        <a:t>ー</a:t>
                      </a:r>
                      <a:endParaRPr lang="en-US" altLang="ja-JP" sz="9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606374615"/>
                  </a:ext>
                </a:extLst>
              </a:tr>
            </a:tbl>
          </a:graphicData>
        </a:graphic>
      </p:graphicFrame>
      <p:sp>
        <p:nvSpPr>
          <p:cNvPr id="5" name="正方形/長方形 4">
            <a:extLst>
              <a:ext uri="{FF2B5EF4-FFF2-40B4-BE49-F238E27FC236}">
                <a16:creationId xmlns:a16="http://schemas.microsoft.com/office/drawing/2014/main" id="{382A5A05-CF4B-0E28-B36A-BC43EEEC8A09}"/>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27839033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7FF66-C044-782E-B653-BFFDDC87A98E}"/>
            </a:ext>
          </a:extLst>
        </p:cNvPr>
        <p:cNvGrpSpPr/>
        <p:nvPr/>
      </p:nvGrpSpPr>
      <p:grpSpPr>
        <a:xfrm>
          <a:off x="0" y="0"/>
          <a:ext cx="0" cy="0"/>
          <a:chOff x="0" y="0"/>
          <a:chExt cx="0" cy="0"/>
        </a:xfrm>
      </p:grpSpPr>
      <p:sp>
        <p:nvSpPr>
          <p:cNvPr id="4" name="タイトル 2">
            <a:extLst>
              <a:ext uri="{FF2B5EF4-FFF2-40B4-BE49-F238E27FC236}">
                <a16:creationId xmlns:a16="http://schemas.microsoft.com/office/drawing/2014/main" id="{508FC906-EFC9-DC6B-CD67-4AACF0D35927}"/>
              </a:ext>
            </a:extLst>
          </p:cNvPr>
          <p:cNvSpPr>
            <a:spLocks noGrp="1"/>
          </p:cNvSpPr>
          <p:nvPr>
            <p:ph type="title"/>
          </p:nvPr>
        </p:nvSpPr>
        <p:spPr/>
        <p:txBody>
          <a:bodyPr lIns="0" tIns="45720" rIns="0" bIns="45720" anchor="b" anchorCtr="0">
            <a:normAutofit/>
          </a:bodyPr>
          <a:lstStyle/>
          <a:p>
            <a:pPr>
              <a:lnSpc>
                <a:spcPct val="90000"/>
              </a:lnSpc>
              <a:tabLst>
                <a:tab pos="1879600" algn="l"/>
                <a:tab pos="2693988" algn="l"/>
              </a:tabLst>
            </a:pPr>
            <a:r>
              <a:rPr lang="en-US" altLang="ja-JP" sz="1600"/>
              <a:t>2</a:t>
            </a:r>
            <a:r>
              <a:rPr lang="ja-JP" altLang="en-US" sz="1600"/>
              <a:t>．令和</a:t>
            </a:r>
            <a:r>
              <a:rPr lang="en-US" altLang="ja-JP" sz="1600"/>
              <a:t>9</a:t>
            </a:r>
            <a:r>
              <a:rPr lang="ja-JP" altLang="en-US" sz="1600"/>
              <a:t>年度案件について</a:t>
            </a:r>
            <a:br>
              <a:rPr lang="en-US" altLang="ja-JP" sz="1600"/>
            </a:br>
            <a:r>
              <a:rPr lang="ja-JP" altLang="en-US" sz="1600"/>
              <a:t>案件</a:t>
            </a:r>
            <a:r>
              <a:rPr lang="en-US" altLang="ja-JP" sz="1600"/>
              <a:t>ID224</a:t>
            </a:r>
            <a:r>
              <a:rPr lang="en-US" altLang="ja-JP" sz="1700"/>
              <a:t>_ICD11</a:t>
            </a:r>
            <a:r>
              <a:rPr lang="ja-JP" altLang="en-US" sz="1700"/>
              <a:t>への移行に伴う傷病名マスタの変更</a:t>
            </a:r>
          </a:p>
        </p:txBody>
      </p:sp>
      <p:graphicFrame>
        <p:nvGraphicFramePr>
          <p:cNvPr id="2" name="表 1">
            <a:extLst>
              <a:ext uri="{FF2B5EF4-FFF2-40B4-BE49-F238E27FC236}">
                <a16:creationId xmlns:a16="http://schemas.microsoft.com/office/drawing/2014/main" id="{C1D66A2E-0A97-F3C7-A84C-B35C365D94FA}"/>
              </a:ext>
            </a:extLst>
          </p:cNvPr>
          <p:cNvGraphicFramePr>
            <a:graphicFrameLocks noGrp="1"/>
          </p:cNvGraphicFramePr>
          <p:nvPr/>
        </p:nvGraphicFramePr>
        <p:xfrm>
          <a:off x="495302" y="727616"/>
          <a:ext cx="8755378" cy="2676480"/>
        </p:xfrm>
        <a:graphic>
          <a:graphicData uri="http://schemas.openxmlformats.org/drawingml/2006/table">
            <a:tbl>
              <a:tblPr/>
              <a:tblGrid>
                <a:gridCol w="1107755">
                  <a:extLst>
                    <a:ext uri="{9D8B030D-6E8A-4147-A177-3AD203B41FA5}">
                      <a16:colId xmlns:a16="http://schemas.microsoft.com/office/drawing/2014/main" val="3507052572"/>
                    </a:ext>
                  </a:extLst>
                </a:gridCol>
                <a:gridCol w="7647623">
                  <a:extLst>
                    <a:ext uri="{9D8B030D-6E8A-4147-A177-3AD203B41FA5}">
                      <a16:colId xmlns:a16="http://schemas.microsoft.com/office/drawing/2014/main" val="3506754757"/>
                    </a:ext>
                  </a:extLst>
                </a:gridCol>
              </a:tblGrid>
              <a:tr h="358061">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背景</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100" b="0" i="0" u="none" strike="noStrike">
                          <a:solidFill>
                            <a:srgbClr val="000000"/>
                          </a:solidFill>
                          <a:effectLst/>
                          <a:latin typeface="Meiryo UI" panose="020B0604030504040204" pitchFamily="50" charset="-128"/>
                          <a:ea typeface="Meiryo UI" panose="020B0604030504040204" pitchFamily="50" charset="-128"/>
                        </a:rPr>
                        <a:t>・令和９年</a:t>
                      </a:r>
                      <a:r>
                        <a:rPr lang="en-US" altLang="ja-JP" sz="1100" b="0" i="0" u="none" strike="noStrike">
                          <a:solidFill>
                            <a:srgbClr val="000000"/>
                          </a:solidFill>
                          <a:effectLst/>
                          <a:latin typeface="Meiryo UI" panose="020B0604030504040204" pitchFamily="50" charset="-128"/>
                          <a:ea typeface="Meiryo UI" panose="020B0604030504040204" pitchFamily="50" charset="-128"/>
                        </a:rPr>
                        <a:t>1</a:t>
                      </a:r>
                      <a:r>
                        <a:rPr lang="ja-JP" altLang="en-US" sz="1100" b="0" i="0" u="none" strike="noStrike">
                          <a:solidFill>
                            <a:srgbClr val="000000"/>
                          </a:solidFill>
                          <a:effectLst/>
                          <a:latin typeface="Meiryo UI" panose="020B0604030504040204" pitchFamily="50" charset="-128"/>
                          <a:ea typeface="Meiryo UI" panose="020B0604030504040204" pitchFamily="50" charset="-128"/>
                        </a:rPr>
                        <a:t>月より、国内で施行される統計分類は、</a:t>
                      </a:r>
                      <a:r>
                        <a:rPr lang="en-US" altLang="ja-JP" sz="1100" b="0" i="0" u="none" strike="noStrike">
                          <a:solidFill>
                            <a:srgbClr val="000000"/>
                          </a:solidFill>
                          <a:effectLst/>
                          <a:latin typeface="Meiryo UI" panose="020B0604030504040204" pitchFamily="50" charset="-128"/>
                          <a:ea typeface="Meiryo UI" panose="020B0604030504040204" pitchFamily="50" charset="-128"/>
                        </a:rPr>
                        <a:t>ICD-11</a:t>
                      </a:r>
                      <a:r>
                        <a:rPr lang="ja-JP" altLang="en-US" sz="1100" b="0" i="0" u="none" strike="noStrike">
                          <a:solidFill>
                            <a:srgbClr val="000000"/>
                          </a:solidFill>
                          <a:effectLst/>
                          <a:latin typeface="Meiryo UI" panose="020B0604030504040204" pitchFamily="50" charset="-128"/>
                          <a:ea typeface="Meiryo UI" panose="020B0604030504040204" pitchFamily="50" charset="-128"/>
                        </a:rPr>
                        <a:t>（</a:t>
                      </a:r>
                      <a:r>
                        <a:rPr lang="en-US" altLang="ja-JP" sz="1100" b="0" i="0" u="none" strike="noStrike">
                          <a:solidFill>
                            <a:srgbClr val="000000"/>
                          </a:solidFill>
                          <a:effectLst/>
                          <a:latin typeface="Meiryo UI" panose="020B0604030504040204" pitchFamily="50" charset="-128"/>
                          <a:ea typeface="Meiryo UI" panose="020B0604030504040204" pitchFamily="50" charset="-128"/>
                        </a:rPr>
                        <a:t>2023</a:t>
                      </a:r>
                      <a:r>
                        <a:rPr lang="ja-JP" altLang="en-US" sz="1100" b="0" i="0" u="none" strike="noStrike">
                          <a:solidFill>
                            <a:srgbClr val="000000"/>
                          </a:solidFill>
                          <a:effectLst/>
                          <a:latin typeface="Meiryo UI" panose="020B0604030504040204" pitchFamily="50" charset="-128"/>
                          <a:ea typeface="Meiryo UI" panose="020B0604030504040204" pitchFamily="50" charset="-128"/>
                        </a:rPr>
                        <a:t>年版）に準拠し、統計法に基づく統計調査に使用されるほか、医学的分類として医療機関における診療録の管理等に活用されることが見込まれることを、</a:t>
                      </a:r>
                      <a:r>
                        <a:rPr lang="zh-TW" altLang="en-US" sz="1100" b="0" i="0" u="none" strike="noStrike">
                          <a:solidFill>
                            <a:srgbClr val="000000"/>
                          </a:solidFill>
                          <a:effectLst/>
                          <a:latin typeface="Meiryo UI" panose="020B0604030504040204" pitchFamily="50" charset="-128"/>
                          <a:ea typeface="Meiryo UI" panose="020B0604030504040204" pitchFamily="50" charset="-128"/>
                        </a:rPr>
                        <a:t>厚生労働省政策統括官付参事官付国際分類情報管理室</a:t>
                      </a:r>
                      <a:r>
                        <a:rPr lang="ja-JP" altLang="en-US" sz="1100" b="0" i="0" u="none" strike="noStrike">
                          <a:solidFill>
                            <a:srgbClr val="000000"/>
                          </a:solidFill>
                          <a:effectLst/>
                          <a:latin typeface="Meiryo UI" panose="020B0604030504040204" pitchFamily="50" charset="-128"/>
                          <a:ea typeface="Meiryo UI" panose="020B0604030504040204" pitchFamily="50" charset="-128"/>
                        </a:rPr>
                        <a:t>より発表した。</a:t>
                      </a:r>
                      <a:endParaRPr lang="en-US" altLang="ja-JP" sz="1100" b="0" i="0" u="none" strike="noStrike">
                        <a:solidFill>
                          <a:srgbClr val="000000"/>
                        </a:solidFill>
                        <a:effectLst/>
                        <a:latin typeface="Meiryo UI" panose="020B0604030504040204" pitchFamily="50" charset="-128"/>
                        <a:ea typeface="Meiryo UI" panose="020B0604030504040204" pitchFamily="50" charset="-128"/>
                      </a:endParaRPr>
                    </a:p>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100" b="0" i="0" u="none" strike="noStrike">
                          <a:solidFill>
                            <a:srgbClr val="000000"/>
                          </a:solidFill>
                          <a:effectLst/>
                          <a:latin typeface="Meiryo UI" panose="020B0604030504040204" pitchFamily="50" charset="-128"/>
                          <a:ea typeface="Meiryo UI" panose="020B0604030504040204" pitchFamily="50" charset="-128"/>
                        </a:rPr>
                        <a:t>・レセプト請求においては、令和</a:t>
                      </a:r>
                      <a:r>
                        <a:rPr lang="en-US" altLang="ja-JP" sz="1100" b="0" i="0" u="none" strike="noStrike">
                          <a:solidFill>
                            <a:srgbClr val="000000"/>
                          </a:solidFill>
                          <a:effectLst/>
                          <a:latin typeface="Meiryo UI" panose="020B0604030504040204" pitchFamily="50" charset="-128"/>
                          <a:ea typeface="Meiryo UI" panose="020B0604030504040204" pitchFamily="50" charset="-128"/>
                        </a:rPr>
                        <a:t>10</a:t>
                      </a:r>
                      <a:r>
                        <a:rPr lang="ja-JP" altLang="en-US" sz="1100" b="0" i="0" u="none" strike="noStrike">
                          <a:solidFill>
                            <a:srgbClr val="000000"/>
                          </a:solidFill>
                          <a:effectLst/>
                          <a:latin typeface="Meiryo UI" panose="020B0604030504040204" pitchFamily="50" charset="-128"/>
                          <a:ea typeface="Meiryo UI" panose="020B0604030504040204" pitchFamily="50" charset="-128"/>
                        </a:rPr>
                        <a:t>年度の改訂に合わせて、</a:t>
                      </a:r>
                      <a:r>
                        <a:rPr lang="en-US" altLang="ja-JP" sz="1100" b="0" i="0" u="none" strike="noStrike">
                          <a:solidFill>
                            <a:srgbClr val="000000"/>
                          </a:solidFill>
                          <a:effectLst/>
                          <a:latin typeface="Meiryo UI" panose="020B0604030504040204" pitchFamily="50" charset="-128"/>
                          <a:ea typeface="Meiryo UI" panose="020B0604030504040204" pitchFamily="50" charset="-128"/>
                        </a:rPr>
                        <a:t>ICD11</a:t>
                      </a:r>
                      <a:r>
                        <a:rPr lang="ja-JP" altLang="en-US" sz="1100" b="0" i="0" u="none" strike="noStrike">
                          <a:solidFill>
                            <a:srgbClr val="000000"/>
                          </a:solidFill>
                          <a:effectLst/>
                          <a:latin typeface="Meiryo UI" panose="020B0604030504040204" pitchFamily="50" charset="-128"/>
                          <a:ea typeface="Meiryo UI" panose="020B0604030504040204" pitchFamily="50" charset="-128"/>
                        </a:rPr>
                        <a:t>に対応した</a:t>
                      </a:r>
                      <a:r>
                        <a:rPr kumimoji="1" lang="en-US" altLang="ja-JP" sz="1100" b="0" i="0" u="none" strike="noStrike" kern="900" cap="none" spc="75" normalizeH="0" baseline="0" noProof="0">
                          <a:ln>
                            <a:noFill/>
                          </a:ln>
                          <a:solidFill>
                            <a:srgbClr val="000000"/>
                          </a:solidFill>
                          <a:effectLst/>
                          <a:uLnTx/>
                          <a:uFillTx/>
                          <a:latin typeface="Meiryo UI" panose="020B0604030504040204" pitchFamily="50" charset="-128"/>
                          <a:ea typeface="+mn-ea"/>
                          <a:cs typeface="+mn-cs"/>
                        </a:rPr>
                        <a:t>ICD11</a:t>
                      </a:r>
                      <a:r>
                        <a:rPr kumimoji="1" lang="ja-JP" altLang="en-US" sz="1100" b="0" i="0" u="none" strike="noStrike" kern="900" cap="none" spc="75" normalizeH="0" baseline="0" noProof="0">
                          <a:ln>
                            <a:noFill/>
                          </a:ln>
                          <a:solidFill>
                            <a:srgbClr val="000000"/>
                          </a:solidFill>
                          <a:effectLst/>
                          <a:uLnTx/>
                          <a:uFillTx/>
                          <a:latin typeface="Meiryo UI" panose="020B0604030504040204" pitchFamily="50" charset="-128"/>
                          <a:ea typeface="+mn-ea"/>
                          <a:cs typeface="+mn-cs"/>
                        </a:rPr>
                        <a:t>対応標準病名マスタを利用する方針で厚労省内で検討を進めているところである。</a:t>
                      </a:r>
                      <a:endParaRPr kumimoji="1" lang="en-US" altLang="ja-JP" sz="1100" b="0" i="0" u="none" strike="noStrike" kern="900" cap="none" spc="75" normalizeH="0" baseline="0" noProof="0">
                        <a:ln>
                          <a:noFill/>
                        </a:ln>
                        <a:solidFill>
                          <a:srgbClr val="000000"/>
                        </a:solidFill>
                        <a:effectLst/>
                        <a:uLnTx/>
                        <a:uFillTx/>
                        <a:latin typeface="Meiryo UI" panose="020B0604030504040204" pitchFamily="50" charset="-128"/>
                        <a:ea typeface="+mn-ea"/>
                        <a:cs typeface="+mn-cs"/>
                      </a:endParaRPr>
                    </a:p>
                    <a:p>
                      <a:pPr marL="0" marR="0" lvl="0" indent="0" algn="l" defTabSz="843930" rtl="0" eaLnBrk="1" fontAlgn="ctr" latinLnBrk="0" hangingPunct="1">
                        <a:lnSpc>
                          <a:spcPct val="100000"/>
                        </a:lnSpc>
                        <a:spcBef>
                          <a:spcPts val="0"/>
                        </a:spcBef>
                        <a:spcAft>
                          <a:spcPts val="0"/>
                        </a:spcAft>
                        <a:buClrTx/>
                        <a:buSzTx/>
                        <a:buFontTx/>
                        <a:buNone/>
                        <a:tabLst/>
                        <a:defRPr/>
                      </a:pPr>
                      <a:r>
                        <a:rPr kumimoji="1" lang="ja-JP" altLang="en-US" sz="1100" b="0" i="0" u="none" strike="noStrike" kern="900" cap="none" spc="75" normalizeH="0" baseline="0" noProof="0">
                          <a:ln>
                            <a:noFill/>
                          </a:ln>
                          <a:solidFill>
                            <a:srgbClr val="000000"/>
                          </a:solidFill>
                          <a:effectLst/>
                          <a:uLnTx/>
                          <a:uFillTx/>
                          <a:latin typeface="Meiryo UI" panose="020B0604030504040204" pitchFamily="50" charset="-128"/>
                          <a:ea typeface="+mn-ea"/>
                          <a:cs typeface="+mn-cs"/>
                        </a:rPr>
                        <a:t>・</a:t>
                      </a:r>
                      <a:r>
                        <a:rPr lang="ja-JP" altLang="en-US" sz="1100" spc="75">
                          <a:solidFill>
                            <a:srgbClr val="000000"/>
                          </a:solidFill>
                          <a:latin typeface="Meiryo UI" panose="020B0604030504040204" pitchFamily="50" charset="-128"/>
                        </a:rPr>
                        <a:t>電子カルテ情報共有サービスにおいては、傷病名を設定する際に病名管理番号に加えて</a:t>
                      </a:r>
                      <a:r>
                        <a:rPr lang="en-US" altLang="ja-JP" sz="1100" spc="75">
                          <a:solidFill>
                            <a:srgbClr val="000000"/>
                          </a:solidFill>
                          <a:latin typeface="Meiryo UI" panose="020B0604030504040204" pitchFamily="50" charset="-128"/>
                        </a:rPr>
                        <a:t>ICD10</a:t>
                      </a:r>
                      <a:r>
                        <a:rPr lang="ja-JP" altLang="en-US" sz="1100" spc="75">
                          <a:solidFill>
                            <a:srgbClr val="000000"/>
                          </a:solidFill>
                          <a:latin typeface="Meiryo UI" panose="020B0604030504040204" pitchFamily="50" charset="-128"/>
                        </a:rPr>
                        <a:t>コードを設定することが可能であり、臨床情報閲覧</a:t>
                      </a:r>
                      <a:r>
                        <a:rPr lang="en-US" altLang="ja-JP" sz="1100" spc="75">
                          <a:solidFill>
                            <a:srgbClr val="000000"/>
                          </a:solidFill>
                          <a:latin typeface="Meiryo UI" panose="020B0604030504040204" pitchFamily="50" charset="-128"/>
                        </a:rPr>
                        <a:t>XML</a:t>
                      </a:r>
                      <a:r>
                        <a:rPr lang="ja-JP" altLang="en-US" sz="1100" spc="75">
                          <a:solidFill>
                            <a:srgbClr val="000000"/>
                          </a:solidFill>
                          <a:latin typeface="Meiryo UI" panose="020B0604030504040204" pitchFamily="50" charset="-128"/>
                        </a:rPr>
                        <a:t>において登録元医療機関が</a:t>
                      </a:r>
                      <a:r>
                        <a:rPr lang="en-US" altLang="ja-JP" sz="1100" spc="75">
                          <a:solidFill>
                            <a:srgbClr val="000000"/>
                          </a:solidFill>
                          <a:latin typeface="Meiryo UI" panose="020B0604030504040204" pitchFamily="50" charset="-128"/>
                        </a:rPr>
                        <a:t>ICD10</a:t>
                      </a:r>
                      <a:r>
                        <a:rPr lang="ja-JP" altLang="en-US" sz="1100" spc="75">
                          <a:solidFill>
                            <a:srgbClr val="000000"/>
                          </a:solidFill>
                          <a:latin typeface="Meiryo UI" panose="020B0604030504040204" pitchFamily="50" charset="-128"/>
                        </a:rPr>
                        <a:t>コードを設定しているか否かに関わらず病名管理番号に対応した</a:t>
                      </a:r>
                      <a:r>
                        <a:rPr lang="en-US" altLang="ja-JP" sz="1100" spc="75">
                          <a:solidFill>
                            <a:srgbClr val="000000"/>
                          </a:solidFill>
                          <a:latin typeface="Meiryo UI" panose="020B0604030504040204" pitchFamily="50" charset="-128"/>
                        </a:rPr>
                        <a:t>ICD10</a:t>
                      </a:r>
                      <a:r>
                        <a:rPr lang="ja-JP" altLang="en-US" sz="1100" spc="75">
                          <a:solidFill>
                            <a:srgbClr val="000000"/>
                          </a:solidFill>
                          <a:latin typeface="Meiryo UI" panose="020B0604030504040204" pitchFamily="50" charset="-128"/>
                        </a:rPr>
                        <a:t>コードを返却している。</a:t>
                      </a:r>
                      <a:endParaRPr lang="en-US" altLang="ja-JP" sz="1100" b="0" i="0" u="none" strike="noStrike">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2394099348"/>
                  </a:ext>
                </a:extLst>
              </a:tr>
              <a:tr h="232056">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課題</a:t>
                      </a:r>
                    </a:p>
                  </a:txBody>
                  <a:tcPr marL="100584" marR="100584" marT="45267" marB="45267"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algn="l" rtl="0"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・レセプト請求において</a:t>
                      </a:r>
                      <a:r>
                        <a:rPr lang="en-US" altLang="ja-JP" sz="1100" b="0" i="0" u="none" strike="noStrike">
                          <a:solidFill>
                            <a:srgbClr val="000000"/>
                          </a:solidFill>
                          <a:effectLst/>
                          <a:latin typeface="Meiryo UI" panose="020B0604030504040204" pitchFamily="50" charset="-128"/>
                          <a:ea typeface="Meiryo UI" panose="020B0604030504040204" pitchFamily="50" charset="-128"/>
                        </a:rPr>
                        <a:t>ICD11</a:t>
                      </a:r>
                      <a:r>
                        <a:rPr lang="ja-JP" altLang="en-US" sz="1100" b="0" i="0" u="none" strike="noStrike">
                          <a:solidFill>
                            <a:srgbClr val="000000"/>
                          </a:solidFill>
                          <a:effectLst/>
                          <a:latin typeface="Meiryo UI" panose="020B0604030504040204" pitchFamily="50" charset="-128"/>
                          <a:ea typeface="Meiryo UI" panose="020B0604030504040204" pitchFamily="50" charset="-128"/>
                        </a:rPr>
                        <a:t>対応標準病名マスタに変更になることに伴い、電子カルテ情報共有サービスにおいて追記する</a:t>
                      </a:r>
                      <a:r>
                        <a:rPr lang="en-US" altLang="ja-JP" sz="1100" b="0" i="0" u="none" strike="noStrike">
                          <a:solidFill>
                            <a:srgbClr val="000000"/>
                          </a:solidFill>
                          <a:effectLst/>
                          <a:latin typeface="Meiryo UI" panose="020B0604030504040204" pitchFamily="50" charset="-128"/>
                          <a:ea typeface="Meiryo UI" panose="020B0604030504040204" pitchFamily="50" charset="-128"/>
                        </a:rPr>
                        <a:t>ICD11</a:t>
                      </a:r>
                      <a:r>
                        <a:rPr lang="ja-JP" altLang="en-US" sz="1100" b="0" i="0" u="none" strike="noStrike">
                          <a:solidFill>
                            <a:srgbClr val="000000"/>
                          </a:solidFill>
                          <a:effectLst/>
                          <a:latin typeface="Meiryo UI" panose="020B0604030504040204" pitchFamily="50" charset="-128"/>
                          <a:ea typeface="Meiryo UI" panose="020B0604030504040204" pitchFamily="50" charset="-128"/>
                        </a:rPr>
                        <a:t>コードについて検討する。</a:t>
                      </a:r>
                      <a:endParaRPr lang="en-US" altLang="ja-JP" sz="1100" b="0" i="0" u="none" strike="noStrike">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808508447"/>
                  </a:ext>
                </a:extLst>
              </a:tr>
              <a:tr h="106998">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目的</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1100" b="0" i="0" u="none" strike="noStrike">
                          <a:solidFill>
                            <a:srgbClr val="000000"/>
                          </a:solidFill>
                          <a:effectLst/>
                          <a:latin typeface="Meiryo UI" panose="020B0604030504040204" pitchFamily="50" charset="-128"/>
                          <a:ea typeface="Meiryo UI" panose="020B0604030504040204" pitchFamily="50" charset="-128"/>
                        </a:rPr>
                        <a:t>・</a:t>
                      </a:r>
                      <a:r>
                        <a:rPr lang="en-US" altLang="ja-JP" sz="1100" b="0" i="0" u="none" strike="noStrike">
                          <a:solidFill>
                            <a:srgbClr val="000000"/>
                          </a:solidFill>
                          <a:effectLst/>
                          <a:latin typeface="Meiryo UI" panose="020B0604030504040204" pitchFamily="50" charset="-128"/>
                          <a:ea typeface="Meiryo UI" panose="020B0604030504040204" pitchFamily="50" charset="-128"/>
                        </a:rPr>
                        <a:t>ICD10</a:t>
                      </a:r>
                      <a:r>
                        <a:rPr lang="ja-JP" altLang="en-US" sz="1100" b="0" i="0" u="none" strike="noStrike">
                          <a:solidFill>
                            <a:srgbClr val="000000"/>
                          </a:solidFill>
                          <a:effectLst/>
                          <a:latin typeface="Meiryo UI" panose="020B0604030504040204" pitchFamily="50" charset="-128"/>
                          <a:ea typeface="Meiryo UI" panose="020B0604030504040204" pitchFamily="50" charset="-128"/>
                        </a:rPr>
                        <a:t>から</a:t>
                      </a:r>
                      <a:r>
                        <a:rPr lang="en-US" altLang="ja-JP" sz="1100" b="0" i="0" u="none" strike="noStrike">
                          <a:solidFill>
                            <a:srgbClr val="000000"/>
                          </a:solidFill>
                          <a:effectLst/>
                          <a:latin typeface="Meiryo UI" panose="020B0604030504040204" pitchFamily="50" charset="-128"/>
                          <a:ea typeface="Meiryo UI" panose="020B0604030504040204" pitchFamily="50" charset="-128"/>
                        </a:rPr>
                        <a:t>ICD11</a:t>
                      </a:r>
                      <a:r>
                        <a:rPr lang="ja-JP" altLang="en-US" sz="1100" b="0" i="0" u="none" strike="noStrike">
                          <a:solidFill>
                            <a:srgbClr val="000000"/>
                          </a:solidFill>
                          <a:effectLst/>
                          <a:latin typeface="Meiryo UI" panose="020B0604030504040204" pitchFamily="50" charset="-128"/>
                          <a:ea typeface="Meiryo UI" panose="020B0604030504040204" pitchFamily="50" charset="-128"/>
                        </a:rPr>
                        <a:t>への移行にあたり、本サービスにおいても</a:t>
                      </a:r>
                      <a:r>
                        <a:rPr lang="en-US" altLang="ja-JP" sz="1100" b="0" i="0" u="none" strike="noStrike">
                          <a:solidFill>
                            <a:srgbClr val="000000"/>
                          </a:solidFill>
                          <a:effectLst/>
                          <a:latin typeface="Meiryo UI" panose="020B0604030504040204" pitchFamily="50" charset="-128"/>
                          <a:ea typeface="Meiryo UI" panose="020B0604030504040204" pitchFamily="50" charset="-128"/>
                        </a:rPr>
                        <a:t>ICD11</a:t>
                      </a:r>
                      <a:r>
                        <a:rPr lang="ja-JP" altLang="en-US" sz="1100" b="0" i="0" u="none" strike="noStrike">
                          <a:solidFill>
                            <a:srgbClr val="000000"/>
                          </a:solidFill>
                          <a:effectLst/>
                          <a:latin typeface="Meiryo UI" panose="020B0604030504040204" pitchFamily="50" charset="-128"/>
                          <a:ea typeface="Meiryo UI" panose="020B0604030504040204" pitchFamily="50" charset="-128"/>
                        </a:rPr>
                        <a:t>に対応できるようにする。</a:t>
                      </a:r>
                      <a:endParaRPr lang="en-US" altLang="ja-JP" sz="1100" b="0" i="0" u="none" strike="noStrike">
                        <a:solidFill>
                          <a:srgbClr val="000000"/>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1149341942"/>
                  </a:ext>
                </a:extLst>
              </a:tr>
              <a:tr h="316059">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要求事項</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en-US" altLang="ja-JP" sz="1100" b="0" i="0" u="none" strike="noStrike">
                          <a:solidFill>
                            <a:schemeClr val="tx1"/>
                          </a:solidFill>
                          <a:effectLst/>
                          <a:latin typeface="Meiryo UI" panose="020B0604030504040204" pitchFamily="50" charset="-128"/>
                          <a:ea typeface="Meiryo UI" panose="020B0604030504040204" pitchFamily="50" charset="-128"/>
                        </a:rPr>
                        <a:t>※</a:t>
                      </a:r>
                      <a:r>
                        <a:rPr lang="ja-JP" altLang="en-US" sz="1100" b="0" i="0" u="none" strike="noStrike">
                          <a:solidFill>
                            <a:schemeClr val="tx1"/>
                          </a:solidFill>
                          <a:effectLst/>
                          <a:latin typeface="Meiryo UI" panose="020B0604030504040204" pitchFamily="50" charset="-128"/>
                          <a:ea typeface="Meiryo UI" panose="020B0604030504040204" pitchFamily="50" charset="-128"/>
                        </a:rPr>
                        <a:t>現在保険局にて</a:t>
                      </a:r>
                      <a:r>
                        <a:rPr lang="en-US" altLang="ja-JP" sz="1100" b="0" i="0" u="none" strike="noStrike">
                          <a:solidFill>
                            <a:schemeClr val="tx1"/>
                          </a:solidFill>
                          <a:effectLst/>
                          <a:latin typeface="Meiryo UI" panose="020B0604030504040204" pitchFamily="50" charset="-128"/>
                          <a:ea typeface="Meiryo UI" panose="020B0604030504040204" pitchFamily="50" charset="-128"/>
                        </a:rPr>
                        <a:t>ICD11</a:t>
                      </a:r>
                      <a:r>
                        <a:rPr lang="ja-JP" altLang="en-US" sz="1100" b="0" i="0" u="none" strike="noStrike">
                          <a:solidFill>
                            <a:schemeClr val="tx1"/>
                          </a:solidFill>
                          <a:effectLst/>
                          <a:latin typeface="Meiryo UI" panose="020B0604030504040204" pitchFamily="50" charset="-128"/>
                          <a:ea typeface="Meiryo UI" panose="020B0604030504040204" pitchFamily="50" charset="-128"/>
                        </a:rPr>
                        <a:t>に対応した</a:t>
                      </a:r>
                      <a:r>
                        <a:rPr lang="en-US" altLang="ja-JP" sz="1100" b="0" i="0" u="none" strike="noStrike">
                          <a:solidFill>
                            <a:schemeClr val="tx1"/>
                          </a:solidFill>
                          <a:effectLst/>
                          <a:latin typeface="Meiryo UI" panose="020B0604030504040204" pitchFamily="50" charset="-128"/>
                          <a:ea typeface="Meiryo UI" panose="020B0604030504040204" pitchFamily="50" charset="-128"/>
                        </a:rPr>
                        <a:t>ICD11</a:t>
                      </a:r>
                      <a:r>
                        <a:rPr lang="ja-JP" altLang="en-US" sz="1100" b="0" i="0" u="none" strike="noStrike">
                          <a:solidFill>
                            <a:schemeClr val="tx1"/>
                          </a:solidFill>
                          <a:effectLst/>
                          <a:latin typeface="Meiryo UI" panose="020B0604030504040204" pitchFamily="50" charset="-128"/>
                          <a:ea typeface="Meiryo UI" panose="020B0604030504040204" pitchFamily="50" charset="-128"/>
                        </a:rPr>
                        <a:t>対応標準病名マスタの方針を検討しているところであるため、情報が出てきてから要件定義を行うこととする</a:t>
                      </a:r>
                      <a:endParaRPr lang="en-US" altLang="ja-JP" sz="11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3847957461"/>
                  </a:ext>
                </a:extLst>
              </a:tr>
              <a:tr h="106051">
                <a:tc>
                  <a:txBody>
                    <a:bodyPr/>
                    <a:lstStyle/>
                    <a:p>
                      <a:pPr algn="ctr" rtl="0" fontAlgn="ctr"/>
                      <a:r>
                        <a:rPr lang="ja-JP" altLang="en-US" sz="1050" b="1" i="0" u="none" strike="noStrike">
                          <a:solidFill>
                            <a:srgbClr val="FFFFFF"/>
                          </a:solidFill>
                          <a:effectLst/>
                          <a:latin typeface="Meiryo UI" panose="020B0604030504040204" pitchFamily="50" charset="-128"/>
                          <a:ea typeface="Meiryo UI" panose="020B0604030504040204" pitchFamily="50" charset="-128"/>
                        </a:rPr>
                        <a:t>備考</a:t>
                      </a:r>
                    </a:p>
                  </a:txBody>
                  <a:tcPr marL="8382" marR="8382" marT="7396" marB="0" anchor="ctr">
                    <a:lnL>
                      <a:noFill/>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a:noFill/>
                    </a:lnB>
                    <a:solidFill>
                      <a:srgbClr val="1F497D"/>
                    </a:solidFill>
                  </a:tcPr>
                </a:tc>
                <a:tc>
                  <a:txBody>
                    <a:bodyPr/>
                    <a:lstStyle/>
                    <a:p>
                      <a:pPr marL="0" marR="0" lvl="0" indent="0" algn="l" defTabSz="843930" rtl="0" eaLnBrk="1" fontAlgn="ctr" latinLnBrk="0" hangingPunct="1">
                        <a:lnSpc>
                          <a:spcPct val="100000"/>
                        </a:lnSpc>
                        <a:spcBef>
                          <a:spcPts val="0"/>
                        </a:spcBef>
                        <a:spcAft>
                          <a:spcPts val="0"/>
                        </a:spcAft>
                        <a:buClrTx/>
                        <a:buSzTx/>
                        <a:buFontTx/>
                        <a:buNone/>
                        <a:tabLst/>
                        <a:defRPr/>
                      </a:pPr>
                      <a:r>
                        <a:rPr lang="ja-JP" altLang="en-US" sz="900" b="0" i="0" u="none" strike="noStrike">
                          <a:solidFill>
                            <a:schemeClr val="tx1"/>
                          </a:solidFill>
                          <a:effectLst/>
                          <a:latin typeface="Meiryo UI" panose="020B0604030504040204" pitchFamily="50" charset="-128"/>
                          <a:ea typeface="Meiryo UI" panose="020B0604030504040204" pitchFamily="50" charset="-128"/>
                        </a:rPr>
                        <a:t>ー</a:t>
                      </a:r>
                      <a:endParaRPr lang="en-US" altLang="ja-JP" sz="900" b="0" i="0" u="none" strike="noStrike">
                        <a:solidFill>
                          <a:schemeClr val="tx1"/>
                        </a:solidFill>
                        <a:effectLst/>
                        <a:latin typeface="Meiryo UI" panose="020B0604030504040204" pitchFamily="50" charset="-128"/>
                        <a:ea typeface="Meiryo UI" panose="020B0604030504040204" pitchFamily="50" charset="-128"/>
                      </a:endParaRPr>
                    </a:p>
                  </a:txBody>
                  <a:tcPr marL="36000" marR="36000" marT="36000" marB="36000"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noFill/>
                  </a:tcPr>
                </a:tc>
                <a:extLst>
                  <a:ext uri="{0D108BD9-81ED-4DB2-BD59-A6C34878D82A}">
                    <a16:rowId xmlns:a16="http://schemas.microsoft.com/office/drawing/2014/main" val="606374615"/>
                  </a:ext>
                </a:extLst>
              </a:tr>
            </a:tbl>
          </a:graphicData>
        </a:graphic>
      </p:graphicFrame>
      <p:sp>
        <p:nvSpPr>
          <p:cNvPr id="5" name="正方形/長方形 4">
            <a:extLst>
              <a:ext uri="{FF2B5EF4-FFF2-40B4-BE49-F238E27FC236}">
                <a16:creationId xmlns:a16="http://schemas.microsoft.com/office/drawing/2014/main" id="{E1F003FB-BB42-92CF-6DCC-DF5C2433936F}"/>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39342028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95E4E-5800-1279-E011-A5CA2C67087B}"/>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D202BAF7-5ACA-7D18-E3E1-905B83602023}"/>
              </a:ext>
            </a:extLst>
          </p:cNvPr>
          <p:cNvSpPr>
            <a:spLocks noGrp="1"/>
          </p:cNvSpPr>
          <p:nvPr>
            <p:ph idx="1"/>
          </p:nvPr>
        </p:nvSpPr>
        <p:spPr/>
        <p:txBody>
          <a:bodyPr/>
          <a:lstStyle/>
          <a:p>
            <a:pPr marL="285750" indent="-285750">
              <a:buFont typeface="Arial" panose="020B0604020202020204" pitchFamily="34" charset="0"/>
              <a:buChar char="•"/>
            </a:pPr>
            <a:r>
              <a:rPr lang="en-US" altLang="ja-JP" sz="1200" noProof="1"/>
              <a:t>10/5</a:t>
            </a:r>
            <a:r>
              <a:rPr lang="ja-JP" altLang="en-US" sz="1200" noProof="1"/>
              <a:t>時点において、計</a:t>
            </a:r>
            <a:r>
              <a:rPr lang="en-US" altLang="ja-JP" sz="1200" noProof="1"/>
              <a:t>11</a:t>
            </a:r>
            <a:r>
              <a:rPr kumimoji="1" lang="ja-JP" altLang="en-US" sz="1200" noProof="1"/>
              <a:t>件の案件</a:t>
            </a:r>
            <a:r>
              <a:rPr lang="ja-JP" altLang="en-US" sz="1200" noProof="1"/>
              <a:t>を新規起票した。</a:t>
            </a:r>
            <a:endParaRPr kumimoji="1" lang="en-US" altLang="ja-JP" sz="1200" noProof="1"/>
          </a:p>
        </p:txBody>
      </p:sp>
      <p:sp>
        <p:nvSpPr>
          <p:cNvPr id="3" name="タイトル 2">
            <a:extLst>
              <a:ext uri="{FF2B5EF4-FFF2-40B4-BE49-F238E27FC236}">
                <a16:creationId xmlns:a16="http://schemas.microsoft.com/office/drawing/2014/main" id="{333C0E23-F190-2041-C6AE-804C7C0ECBE8}"/>
              </a:ext>
            </a:extLst>
          </p:cNvPr>
          <p:cNvSpPr>
            <a:spLocks noGrp="1"/>
          </p:cNvSpPr>
          <p:nvPr>
            <p:ph type="title"/>
          </p:nvPr>
        </p:nvSpPr>
        <p:spPr/>
        <p:txBody>
          <a:bodyPr>
            <a:normAutofit/>
          </a:bodyPr>
          <a:lstStyle/>
          <a:p>
            <a:r>
              <a:rPr lang="en-US" altLang="ja-JP">
                <a:latin typeface="Meiryo UI" panose="020B0604030504040204" pitchFamily="50" charset="-128"/>
                <a:ea typeface="Meiryo UI" panose="020B0604030504040204" pitchFamily="50" charset="-128"/>
              </a:rPr>
              <a:t>3.</a:t>
            </a:r>
            <a:r>
              <a:rPr lang="ja-JP" altLang="en-US">
                <a:latin typeface="Meiryo UI" panose="020B0604030504040204" pitchFamily="50" charset="-128"/>
                <a:ea typeface="Meiryo UI" panose="020B0604030504040204" pitchFamily="50" charset="-128"/>
              </a:rPr>
              <a:t>  案件台帳の更新箇所の報告（</a:t>
            </a:r>
            <a:r>
              <a:rPr lang="en-US" altLang="ja-JP">
                <a:latin typeface="Meiryo UI" panose="020B0604030504040204" pitchFamily="50" charset="-128"/>
                <a:ea typeface="Meiryo UI" panose="020B0604030504040204" pitchFamily="50" charset="-128"/>
              </a:rPr>
              <a:t>1005</a:t>
            </a:r>
            <a:r>
              <a:rPr lang="ja-JP" altLang="en-US">
                <a:latin typeface="Meiryo UI" panose="020B0604030504040204" pitchFamily="50" charset="-128"/>
                <a:ea typeface="Meiryo UI" panose="020B0604030504040204" pitchFamily="50" charset="-128"/>
              </a:rPr>
              <a:t>断面）</a:t>
            </a:r>
            <a:endParaRPr lang="en-US" altLang="ja-JP">
              <a:latin typeface="Meiryo UI" panose="020B0604030504040204" pitchFamily="50" charset="-128"/>
              <a:ea typeface="Meiryo UI" panose="020B0604030504040204" pitchFamily="50" charset="-128"/>
            </a:endParaRPr>
          </a:p>
        </p:txBody>
      </p:sp>
      <p:sp>
        <p:nvSpPr>
          <p:cNvPr id="6" name="四角形: 角を丸くする 5">
            <a:extLst>
              <a:ext uri="{FF2B5EF4-FFF2-40B4-BE49-F238E27FC236}">
                <a16:creationId xmlns:a16="http://schemas.microsoft.com/office/drawing/2014/main" id="{16A10815-2458-8802-EACF-E98ECFF79FE3}"/>
              </a:ext>
            </a:extLst>
          </p:cNvPr>
          <p:cNvSpPr/>
          <p:nvPr/>
        </p:nvSpPr>
        <p:spPr>
          <a:xfrm>
            <a:off x="154618" y="1263940"/>
            <a:ext cx="1981610" cy="216206"/>
          </a:xfrm>
          <a:prstGeom prst="roundRect">
            <a:avLst/>
          </a:prstGeom>
          <a:solidFill>
            <a:schemeClr val="tx2"/>
          </a:solid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100" b="0" i="0" u="none" strike="noStrike" kern="1200" cap="none" spc="0" normalizeH="0" baseline="0" noProof="1">
                <a:ln>
                  <a:noFill/>
                </a:ln>
                <a:solidFill>
                  <a:prstClr val="white"/>
                </a:solidFill>
                <a:effectLst/>
                <a:uLnTx/>
                <a:uFillTx/>
                <a:latin typeface="Meiryo UI"/>
                <a:ea typeface="Meiryo UI"/>
                <a:cs typeface="+mn-cs"/>
              </a:rPr>
              <a:t>案件新規起票</a:t>
            </a:r>
            <a:endParaRPr kumimoji="1" lang="en-US" altLang="ja-JP" sz="1100" b="0" i="0" u="none" strike="noStrike" kern="1200" cap="none" spc="0" normalizeH="0" baseline="0" noProof="1">
              <a:ln>
                <a:noFill/>
              </a:ln>
              <a:solidFill>
                <a:prstClr val="white"/>
              </a:solidFill>
              <a:effectLst/>
              <a:uLnTx/>
              <a:uFillTx/>
              <a:latin typeface="Meiryo UI"/>
              <a:ea typeface="Meiryo UI"/>
              <a:cs typeface="+mn-cs"/>
            </a:endParaRPr>
          </a:p>
        </p:txBody>
      </p:sp>
      <p:graphicFrame>
        <p:nvGraphicFramePr>
          <p:cNvPr id="7" name="表 6">
            <a:extLst>
              <a:ext uri="{FF2B5EF4-FFF2-40B4-BE49-F238E27FC236}">
                <a16:creationId xmlns:a16="http://schemas.microsoft.com/office/drawing/2014/main" id="{E1C95EFB-FE24-552E-F57D-765EB6D6D9EB}"/>
              </a:ext>
            </a:extLst>
          </p:cNvPr>
          <p:cNvGraphicFramePr>
            <a:graphicFrameLocks noGrp="1"/>
          </p:cNvGraphicFramePr>
          <p:nvPr/>
        </p:nvGraphicFramePr>
        <p:xfrm>
          <a:off x="154618" y="1616937"/>
          <a:ext cx="9596764" cy="4953000"/>
        </p:xfrm>
        <a:graphic>
          <a:graphicData uri="http://schemas.openxmlformats.org/drawingml/2006/table">
            <a:tbl>
              <a:tblPr/>
              <a:tblGrid>
                <a:gridCol w="368737">
                  <a:extLst>
                    <a:ext uri="{9D8B030D-6E8A-4147-A177-3AD203B41FA5}">
                      <a16:colId xmlns:a16="http://schemas.microsoft.com/office/drawing/2014/main" val="3769149407"/>
                    </a:ext>
                  </a:extLst>
                </a:gridCol>
                <a:gridCol w="368737">
                  <a:extLst>
                    <a:ext uri="{9D8B030D-6E8A-4147-A177-3AD203B41FA5}">
                      <a16:colId xmlns:a16="http://schemas.microsoft.com/office/drawing/2014/main" val="4160991727"/>
                    </a:ext>
                  </a:extLst>
                </a:gridCol>
                <a:gridCol w="563778">
                  <a:extLst>
                    <a:ext uri="{9D8B030D-6E8A-4147-A177-3AD203B41FA5}">
                      <a16:colId xmlns:a16="http://schemas.microsoft.com/office/drawing/2014/main" val="2752638270"/>
                    </a:ext>
                  </a:extLst>
                </a:gridCol>
                <a:gridCol w="567613">
                  <a:extLst>
                    <a:ext uri="{9D8B030D-6E8A-4147-A177-3AD203B41FA5}">
                      <a16:colId xmlns:a16="http://schemas.microsoft.com/office/drawing/2014/main" val="542443215"/>
                    </a:ext>
                  </a:extLst>
                </a:gridCol>
                <a:gridCol w="1855698">
                  <a:extLst>
                    <a:ext uri="{9D8B030D-6E8A-4147-A177-3AD203B41FA5}">
                      <a16:colId xmlns:a16="http://schemas.microsoft.com/office/drawing/2014/main" val="604924163"/>
                    </a:ext>
                  </a:extLst>
                </a:gridCol>
                <a:gridCol w="4369285">
                  <a:extLst>
                    <a:ext uri="{9D8B030D-6E8A-4147-A177-3AD203B41FA5}">
                      <a16:colId xmlns:a16="http://schemas.microsoft.com/office/drawing/2014/main" val="710115409"/>
                    </a:ext>
                  </a:extLst>
                </a:gridCol>
                <a:gridCol w="498685">
                  <a:extLst>
                    <a:ext uri="{9D8B030D-6E8A-4147-A177-3AD203B41FA5}">
                      <a16:colId xmlns:a16="http://schemas.microsoft.com/office/drawing/2014/main" val="720182529"/>
                    </a:ext>
                  </a:extLst>
                </a:gridCol>
                <a:gridCol w="1004231">
                  <a:extLst>
                    <a:ext uri="{9D8B030D-6E8A-4147-A177-3AD203B41FA5}">
                      <a16:colId xmlns:a16="http://schemas.microsoft.com/office/drawing/2014/main" val="1867118425"/>
                    </a:ext>
                  </a:extLst>
                </a:gridCol>
              </a:tblGrid>
              <a:tr h="128709">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a:t>
                      </a:r>
                      <a:endParaRPr lang="en-US" sz="900" b="1" i="0" u="none" strike="noStrike">
                        <a:solidFill>
                          <a:srgbClr val="FFFFFF"/>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en-US" sz="900" b="1" i="0" u="none" strike="noStrike">
                          <a:solidFill>
                            <a:srgbClr val="FFFFFF"/>
                          </a:solidFill>
                          <a:effectLst/>
                          <a:latin typeface="Meiryo UI" panose="020B0604030504040204" pitchFamily="50" charset="-128"/>
                          <a:ea typeface="Meiryo UI" panose="020B0604030504040204" pitchFamily="50" charset="-128"/>
                        </a:rPr>
                        <a:t>ID</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区分</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案件種別</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案件名称</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概要</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優先度</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備考</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extLst>
                  <a:ext uri="{0D108BD9-81ED-4DB2-BD59-A6C34878D82A}">
                    <a16:rowId xmlns:a16="http://schemas.microsoft.com/office/drawing/2014/main" val="1400151913"/>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214</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健診</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健診項目の拡充</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健診項目を拡充する</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t" latinLnBrk="0" hangingPunct="1">
                        <a:lnSpc>
                          <a:spcPct val="100000"/>
                        </a:lnSpc>
                        <a:spcBef>
                          <a:spcPts val="0"/>
                        </a:spcBef>
                        <a:spcAft>
                          <a:spcPts val="0"/>
                        </a:spcAft>
                        <a:buClrTx/>
                        <a:buSzTx/>
                        <a:buFontTx/>
                        <a:buNone/>
                        <a:tabLst/>
                        <a:defRPr/>
                      </a:pPr>
                      <a:r>
                        <a:rPr lang="ja-JP" altLang="en-US" sz="900" b="0" i="0" u="none" strike="noStrike">
                          <a:solidFill>
                            <a:srgbClr val="000000"/>
                          </a:solidFill>
                          <a:effectLst/>
                          <a:latin typeface="Meiryo UI" panose="020B0604030504040204" pitchFamily="50" charset="-128"/>
                          <a:ea typeface="Meiryo UI" panose="020B0604030504040204" pitchFamily="50" charset="-128"/>
                        </a:rPr>
                        <a:t>低</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lang="ja-JP" altLang="en-US" sz="700" b="0" i="0" u="none" strike="noStrike">
                          <a:solidFill>
                            <a:srgbClr val="000000"/>
                          </a:solidFill>
                          <a:effectLst/>
                          <a:latin typeface="Meiryo UI" panose="020B0604030504040204" pitchFamily="50" charset="-128"/>
                          <a:ea typeface="Meiryo UI" panose="020B0604030504040204" pitchFamily="50" charset="-128"/>
                        </a:rPr>
                        <a:t>拡大項目の詳細等が詰まっていないため優先度低</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233713237"/>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2</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215</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3</a:t>
                      </a:r>
                      <a:r>
                        <a:rPr lang="ja-JP" altLang="en-US" sz="900" b="0" i="0" u="none" strike="noStrike">
                          <a:solidFill>
                            <a:srgbClr val="000000"/>
                          </a:solidFill>
                          <a:effectLst/>
                          <a:latin typeface="Meiryo UI" panose="020B0604030504040204" pitchFamily="50" charset="-128"/>
                          <a:ea typeface="Meiryo UI" panose="020B0604030504040204" pitchFamily="50" charset="-128"/>
                        </a:rPr>
                        <a:t>文書</a:t>
                      </a:r>
                      <a:r>
                        <a:rPr lang="en-US" altLang="ja-JP" sz="900" b="0" i="0" u="none" strike="noStrike">
                          <a:solidFill>
                            <a:srgbClr val="000000"/>
                          </a:solidFill>
                          <a:effectLst/>
                          <a:latin typeface="Meiryo UI" panose="020B0604030504040204" pitchFamily="50" charset="-128"/>
                          <a:ea typeface="Meiryo UI" panose="020B0604030504040204" pitchFamily="50" charset="-128"/>
                        </a:rPr>
                        <a:t>6</a:t>
                      </a:r>
                      <a:r>
                        <a:rPr lang="ja-JP" altLang="en-US" sz="900" b="0" i="0" u="none" strike="noStrike">
                          <a:solidFill>
                            <a:srgbClr val="000000"/>
                          </a:solidFill>
                          <a:effectLst/>
                          <a:latin typeface="Meiryo UI" panose="020B0604030504040204" pitchFamily="50" charset="-128"/>
                          <a:ea typeface="Meiryo UI" panose="020B0604030504040204" pitchFamily="50" charset="-128"/>
                        </a:rPr>
                        <a:t>情報</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保健医療機関（歯科）の診療情報提供書</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保健医療機関（歯科）も、保険医療機関（医科）と同様に診療情報提供書の利用ができるようにする</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高</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56264488"/>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3</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216</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全体</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機能改善</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a:t>サポートするプロファイルバージョンの終了</a:t>
                      </a:r>
                      <a:r>
                        <a:rPr lang="en-US" altLang="ja-JP" sz="900"/>
                        <a:t>(</a:t>
                      </a:r>
                      <a:r>
                        <a:rPr lang="ja-JP" altLang="en-US" sz="900"/>
                        <a:t>令和</a:t>
                      </a:r>
                      <a:r>
                        <a:rPr lang="en-US" altLang="ja-JP" sz="900"/>
                        <a:t>9</a:t>
                      </a:r>
                      <a:r>
                        <a:rPr lang="ja-JP" altLang="en-US" sz="900"/>
                        <a:t>年</a:t>
                      </a:r>
                      <a:r>
                        <a:rPr lang="en-US" altLang="ja-JP" sz="900"/>
                        <a:t>)</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CLINS1.12.0</a:t>
                      </a:r>
                      <a:r>
                        <a:rPr lang="ja-JP" altLang="en-US" sz="900" b="0" i="0" u="none" strike="noStrike">
                          <a:solidFill>
                            <a:srgbClr val="000000"/>
                          </a:solidFill>
                          <a:effectLst/>
                          <a:latin typeface="Meiryo UI" panose="020B0604030504040204" pitchFamily="50" charset="-128"/>
                          <a:ea typeface="Meiryo UI" panose="020B0604030504040204" pitchFamily="50" charset="-128"/>
                        </a:rPr>
                        <a:t>版をシステム的に利用できないようにする</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685673"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高</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53975297"/>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4</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lang="en-US" altLang="ja-JP" sz="900" b="0" i="0" u="none" strike="noStrike">
                          <a:solidFill>
                            <a:srgbClr val="000000"/>
                          </a:solidFill>
                          <a:effectLst/>
                          <a:latin typeface="Meiryo UI" panose="020B0604030504040204" pitchFamily="50" charset="-128"/>
                          <a:ea typeface="Meiryo UI" panose="020B0604030504040204" pitchFamily="50" charset="-128"/>
                        </a:rPr>
                        <a:t>217</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健診</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機能改善</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健診文書の閲覧同意の制御範囲の変更</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・健診文書について、患者が保険者への連携することに同意がない場合においても、中央基盤へ送れるようにし、患者本人や患者本人が同意した医療機関にて健診結果を閲覧できるようにする</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buNone/>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高</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305543468"/>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5</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lang="en-US" altLang="ja-JP" sz="900" b="0" i="0" u="none" strike="noStrike">
                          <a:solidFill>
                            <a:srgbClr val="000000"/>
                          </a:solidFill>
                          <a:effectLst/>
                          <a:latin typeface="Meiryo UI" panose="020B0604030504040204" pitchFamily="50" charset="-128"/>
                          <a:ea typeface="Meiryo UI" panose="020B0604030504040204" pitchFamily="50" charset="-128"/>
                        </a:rPr>
                        <a:t>218</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検査・感染症</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機能改善</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検査・感染症の検査結果に対する注意事項の追記</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検査・感染症の検査結果において「ケンシュツセズ」の場合においても、検査結果「０」で登録されるケースがある旨を</a:t>
                      </a:r>
                      <a:r>
                        <a:rPr lang="en-US" altLang="ja-JP" sz="900" b="0" i="0" u="none" strike="noStrike">
                          <a:solidFill>
                            <a:srgbClr val="000000"/>
                          </a:solidFill>
                          <a:effectLst/>
                          <a:latin typeface="Meiryo UI" panose="020B0604030504040204" pitchFamily="50" charset="-128"/>
                          <a:ea typeface="Meiryo UI" panose="020B0604030504040204" pitchFamily="50" charset="-128"/>
                        </a:rPr>
                        <a:t>PDF</a:t>
                      </a:r>
                      <a:r>
                        <a:rPr lang="ja-JP" altLang="en-US" sz="900" b="0" i="0" u="none" strike="noStrike">
                          <a:solidFill>
                            <a:srgbClr val="000000"/>
                          </a:solidFill>
                          <a:effectLst/>
                          <a:latin typeface="Meiryo UI" panose="020B0604030504040204" pitchFamily="50" charset="-128"/>
                          <a:ea typeface="Meiryo UI" panose="020B0604030504040204" pitchFamily="50" charset="-128"/>
                        </a:rPr>
                        <a:t>上に表示する</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buNone/>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高</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314151186"/>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6</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lang="en-US" altLang="ja-JP" sz="900" b="0" i="0" u="none" strike="noStrike">
                          <a:solidFill>
                            <a:srgbClr val="000000"/>
                          </a:solidFill>
                          <a:effectLst/>
                          <a:latin typeface="Meiryo UI" panose="020B0604030504040204" pitchFamily="50" charset="-128"/>
                          <a:ea typeface="Meiryo UI" panose="020B0604030504040204" pitchFamily="50" charset="-128"/>
                        </a:rPr>
                        <a:t>219</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患者サマリー</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機能改善</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a:t>医療機関の承継が発生した際における患者サマリーのマイナポでの処方情報・検査情報の表示対象範囲の正規化</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t" latinLnBrk="0" hangingPunct="1">
                        <a:lnSpc>
                          <a:spcPct val="100000"/>
                        </a:lnSpc>
                        <a:spcBef>
                          <a:spcPts val="0"/>
                        </a:spcBef>
                        <a:spcAft>
                          <a:spcPts val="0"/>
                        </a:spcAft>
                        <a:buClrTx/>
                        <a:buSzTx/>
                        <a:buFontTx/>
                        <a:buNone/>
                        <a:tabLst/>
                        <a:defRPr/>
                      </a:pPr>
                      <a:r>
                        <a:rPr lang="ja-JP" altLang="en-US" sz="900" kern="0"/>
                        <a:t>患者サマリーの指導日の過去</a:t>
                      </a:r>
                      <a:r>
                        <a:rPr lang="en-US" altLang="ja-JP" sz="900" kern="0"/>
                        <a:t>30</a:t>
                      </a:r>
                      <a:r>
                        <a:rPr lang="ja-JP" altLang="en-US" sz="900" kern="0"/>
                        <a:t>日間に登録された処方・検査情報は承継前後問わず全量を抽出・表示するよう全量を表示する</a:t>
                      </a:r>
                      <a:endParaRPr lang="en-US" altLang="ja-JP" sz="900" kern="0"/>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高</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endParaRPr lang="ja-JP" altLang="en-US" sz="7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292428609"/>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7</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lang="en-US" altLang="ja-JP" sz="900" b="0" i="0" u="none" strike="noStrike">
                          <a:solidFill>
                            <a:srgbClr val="000000"/>
                          </a:solidFill>
                          <a:effectLst/>
                          <a:latin typeface="Meiryo UI" panose="020B0604030504040204" pitchFamily="50" charset="-128"/>
                          <a:ea typeface="Meiryo UI" panose="020B0604030504040204" pitchFamily="50" charset="-128"/>
                        </a:rPr>
                        <a:t>220</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患者サマリー</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機能改善</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kumimoji="0" lang="ja-JP" altLang="en-US" sz="900" b="0" i="0" u="none" strike="noStrike" kern="0" cap="none" spc="0" normalizeH="0" baseline="0" noProof="0">
                          <a:ln>
                            <a:noFill/>
                          </a:ln>
                          <a:solidFill>
                            <a:srgbClr val="000000"/>
                          </a:solidFill>
                          <a:effectLst/>
                          <a:uLnTx/>
                          <a:uFillTx/>
                          <a:latin typeface="+mn-ea"/>
                          <a:ea typeface="+mn-ea"/>
                          <a:cs typeface="+mn-cs"/>
                        </a:rPr>
                        <a:t>承継申請に基づく医療機関コードの変換処理における旧医療機関発行した患者サマリーの挙動の変更</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ja-JP" sz="900" b="0" i="0" u="none" strike="noStrike">
                          <a:solidFill>
                            <a:srgbClr val="000000"/>
                          </a:solidFill>
                          <a:effectLst/>
                          <a:latin typeface="Meiryo UI" panose="020B0604030504040204" pitchFamily="50" charset="-128"/>
                          <a:ea typeface="Meiryo UI" panose="020B0604030504040204" pitchFamily="50" charset="-128"/>
                        </a:rPr>
                        <a:t>指導日が承継日より前の患者サマリーの登録(更新処理の一環としての登録)の場合には、医療機関名・医療機関コードを承継先医療機関に変換する処理の対象外とする。</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低</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700" b="0" i="0" u="none" strike="noStrike">
                          <a:solidFill>
                            <a:srgbClr val="000000"/>
                          </a:solidFill>
                          <a:effectLst/>
                          <a:latin typeface="Meiryo UI" panose="020B0604030504040204" pitchFamily="50" charset="-128"/>
                          <a:ea typeface="Meiryo UI" panose="020B0604030504040204" pitchFamily="50" charset="-128"/>
                        </a:rPr>
                        <a:t>他案件と比較して発生頻度や発生時の影響が少ないと考えられるため優先度低</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988310"/>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8</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221</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患者サマリ</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機能改善</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患者サマリへのPDFの添付機能</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患者サマリへPDFを添付できるようなアドオン機能を搭載する</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低</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buNone/>
                      </a:pPr>
                      <a:r>
                        <a:rPr lang="en-US" altLang="ja-JP" sz="700" b="0" i="0" u="none" strike="noStrike">
                          <a:solidFill>
                            <a:srgbClr val="000000"/>
                          </a:solidFill>
                          <a:effectLst/>
                          <a:latin typeface="Meiryo UI" panose="020B0604030504040204" pitchFamily="50" charset="-128"/>
                          <a:ea typeface="Meiryo UI" panose="020B0604030504040204" pitchFamily="50" charset="-128"/>
                        </a:rPr>
                        <a:t>※</a:t>
                      </a:r>
                      <a:r>
                        <a:rPr lang="ja-JP" altLang="en-US" sz="700" b="0" i="0" u="none" strike="noStrike">
                          <a:solidFill>
                            <a:srgbClr val="000000"/>
                          </a:solidFill>
                          <a:effectLst/>
                          <a:latin typeface="Meiryo UI" panose="020B0604030504040204" pitchFamily="50" charset="-128"/>
                          <a:ea typeface="Meiryo UI" panose="020B0604030504040204" pitchFamily="50" charset="-128"/>
                        </a:rPr>
                        <a:t>案件の改修要否の決定は</a:t>
                      </a:r>
                      <a:r>
                        <a:rPr lang="en-US" altLang="ja-JP" sz="700" b="0" i="0" u="none" strike="noStrike">
                          <a:solidFill>
                            <a:srgbClr val="000000"/>
                          </a:solidFill>
                          <a:effectLst/>
                          <a:latin typeface="Meiryo UI" panose="020B0604030504040204" pitchFamily="50" charset="-128"/>
                          <a:ea typeface="Meiryo UI" panose="020B0604030504040204" pitchFamily="50" charset="-128"/>
                        </a:rPr>
                        <a:t>10/9</a:t>
                      </a:r>
                      <a:r>
                        <a:rPr lang="ja-JP" altLang="en-US" sz="700" b="0" i="0" u="none" strike="noStrike">
                          <a:solidFill>
                            <a:srgbClr val="000000"/>
                          </a:solidFill>
                          <a:effectLst/>
                          <a:latin typeface="Meiryo UI" panose="020B0604030504040204" pitchFamily="50" charset="-128"/>
                          <a:ea typeface="Meiryo UI" panose="020B0604030504040204" pitchFamily="50" charset="-128"/>
                        </a:rPr>
                        <a:t>を想定</a:t>
                      </a:r>
                      <a:endParaRPr lang="ja-JP" sz="7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04539426"/>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9</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222</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全体</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機能改善</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臨床情報を取得する際の文字コードの固定</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rtl="0"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臨床情報をXMLで取得する際に文字コードをUTF-8で固定する</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高</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buNone/>
                      </a:pPr>
                      <a:r>
                        <a:rPr lang="ja-JP" altLang="ja-JP" sz="700" b="0" i="0" u="none" strike="noStrike">
                          <a:solidFill>
                            <a:srgbClr val="000000"/>
                          </a:solidFill>
                          <a:effectLst/>
                          <a:latin typeface="Meiryo UI" panose="020B0604030504040204" pitchFamily="50" charset="-128"/>
                          <a:ea typeface="Meiryo UI" panose="020B0604030504040204" pitchFamily="50" charset="-128"/>
                        </a:rPr>
                        <a:t>ー</a:t>
                      </a:r>
                      <a:endParaRPr lang="ja-JP" sz="7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999585517"/>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10</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223</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06" rtl="0" eaLnBrk="1" fontAlgn="t" latinLnBrk="0" hangingPunct="1">
                        <a:lnSpc>
                          <a:spcPct val="100000"/>
                        </a:lnSpc>
                        <a:spcBef>
                          <a:spcPts val="0"/>
                        </a:spcBef>
                        <a:spcAft>
                          <a:spcPts val="0"/>
                        </a:spcAft>
                        <a:buClrTx/>
                        <a:buSzTx/>
                        <a:buFontTx/>
                        <a:buNone/>
                        <a:tabLst/>
                        <a:defRPr/>
                      </a:pPr>
                      <a:r>
                        <a:rPr lang="ja-JP" altLang="ja-JP" sz="900" b="0" i="0" u="none" strike="noStrike">
                          <a:solidFill>
                            <a:srgbClr val="000000"/>
                          </a:solidFill>
                          <a:effectLst/>
                          <a:latin typeface="Meiryo UI" panose="020B0604030504040204" pitchFamily="50" charset="-128"/>
                          <a:ea typeface="Meiryo UI" panose="020B0604030504040204" pitchFamily="50" charset="-128"/>
                        </a:rPr>
                        <a:t>全体</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機能改善</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電子署名の危殆化対応</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電子署名</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における危殆化に対応するために、</a:t>
                      </a:r>
                      <a:r>
                        <a:rPr lang="en-US" altLang="ja-JP" sz="900" b="0" i="0" u="none" strike="noStrike">
                          <a:solidFill>
                            <a:srgbClr val="000000"/>
                          </a:solidFill>
                          <a:effectLst/>
                          <a:latin typeface="Meiryo UI" panose="020B0604030504040204" pitchFamily="50" charset="-128"/>
                          <a:ea typeface="Meiryo UI" panose="020B0604030504040204" pitchFamily="50" charset="-128"/>
                        </a:rPr>
                        <a:t>TSA</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のセキュリティを高める。</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高</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buNone/>
                      </a:pPr>
                      <a:r>
                        <a:rPr lang="ja-JP" altLang="ja-JP" sz="700" b="0" i="0" u="none" strike="noStrike">
                          <a:solidFill>
                            <a:srgbClr val="000000"/>
                          </a:solidFill>
                          <a:effectLst/>
                          <a:latin typeface="Meiryo UI" panose="020B0604030504040204" pitchFamily="50" charset="-128"/>
                          <a:ea typeface="Meiryo UI" panose="020B0604030504040204" pitchFamily="50" charset="-128"/>
                        </a:rPr>
                        <a:t>ー</a:t>
                      </a:r>
                      <a:endParaRPr lang="ja-JP" sz="7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429860434"/>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11</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rtl="0"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224</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06" rtl="0" eaLnBrk="1" fontAlgn="t" latinLnBrk="0" hangingPunct="1">
                        <a:lnSpc>
                          <a:spcPct val="100000"/>
                        </a:lnSpc>
                        <a:spcBef>
                          <a:spcPts val="0"/>
                        </a:spcBef>
                        <a:spcAft>
                          <a:spcPts val="0"/>
                        </a:spcAft>
                        <a:buClrTx/>
                        <a:buSzTx/>
                        <a:buFontTx/>
                        <a:buNone/>
                        <a:tabLst/>
                        <a:defRPr/>
                      </a:pPr>
                      <a:r>
                        <a:rPr lang="ja-JP" altLang="en-US" sz="900" b="0" i="0" u="none" strike="noStrike">
                          <a:solidFill>
                            <a:srgbClr val="000000"/>
                          </a:solidFill>
                          <a:effectLst/>
                          <a:latin typeface="Meiryo UI" panose="020B0604030504040204" pitchFamily="50" charset="-128"/>
                          <a:ea typeface="Meiryo UI" panose="020B0604030504040204" pitchFamily="50" charset="-128"/>
                        </a:rPr>
                        <a:t>傷病名</a:t>
                      </a:r>
                      <a:endParaRPr lang="ja-JP" alt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機能改善</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ICD11への移行に伴う傷病名マスタの変更</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ICD11への移行伴い、中央基盤で利用している標準病名マスタに影響がある可能性がある。それに対応する。</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低</a:t>
                      </a: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ctr">
                        <a:buNone/>
                      </a:pPr>
                      <a:r>
                        <a:rPr lang="en-US" altLang="ja-JP" sz="700" b="0" i="0" u="none" strike="noStrike">
                          <a:solidFill>
                            <a:srgbClr val="000000"/>
                          </a:solidFill>
                          <a:effectLst/>
                          <a:latin typeface="Meiryo UI" panose="020B0604030504040204" pitchFamily="50" charset="-128"/>
                          <a:ea typeface="Meiryo UI" panose="020B0604030504040204" pitchFamily="50" charset="-128"/>
                        </a:rPr>
                        <a:t>※</a:t>
                      </a:r>
                      <a:r>
                        <a:rPr lang="ja-JP" altLang="en-US" sz="700" b="0" i="0" u="none" strike="noStrike">
                          <a:solidFill>
                            <a:srgbClr val="000000"/>
                          </a:solidFill>
                          <a:effectLst/>
                          <a:latin typeface="Meiryo UI" panose="020B0604030504040204" pitchFamily="50" charset="-128"/>
                          <a:ea typeface="Meiryo UI" panose="020B0604030504040204" pitchFamily="50" charset="-128"/>
                        </a:rPr>
                        <a:t> レセプト請求側のマスタの仕様が決まっていないため、令和</a:t>
                      </a:r>
                      <a:r>
                        <a:rPr lang="en-US" altLang="ja-JP" sz="700" b="0" i="0" u="none" strike="noStrike">
                          <a:solidFill>
                            <a:srgbClr val="000000"/>
                          </a:solidFill>
                          <a:effectLst/>
                          <a:latin typeface="Meiryo UI" panose="020B0604030504040204" pitchFamily="50" charset="-128"/>
                          <a:ea typeface="Meiryo UI" panose="020B0604030504040204" pitchFamily="50" charset="-128"/>
                        </a:rPr>
                        <a:t>9</a:t>
                      </a:r>
                      <a:r>
                        <a:rPr lang="ja-JP" altLang="en-US" sz="700" b="0" i="0" u="none" strike="noStrike">
                          <a:solidFill>
                            <a:srgbClr val="000000"/>
                          </a:solidFill>
                          <a:effectLst/>
                          <a:latin typeface="Meiryo UI" panose="020B0604030504040204" pitchFamily="50" charset="-128"/>
                          <a:ea typeface="Meiryo UI" panose="020B0604030504040204" pitchFamily="50" charset="-128"/>
                        </a:rPr>
                        <a:t>年度案件で開発は必ず行うが要件定義の優先度は現時点では下げる。</a:t>
                      </a:r>
                      <a:endParaRPr lang="ja-JP" sz="7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806710283"/>
                  </a:ext>
                </a:extLst>
              </a:tr>
            </a:tbl>
          </a:graphicData>
        </a:graphic>
      </p:graphicFrame>
      <p:sp>
        <p:nvSpPr>
          <p:cNvPr id="5" name="正方形/長方形 4">
            <a:extLst>
              <a:ext uri="{FF2B5EF4-FFF2-40B4-BE49-F238E27FC236}">
                <a16:creationId xmlns:a16="http://schemas.microsoft.com/office/drawing/2014/main" id="{C8A34EAB-9375-286D-BD60-725E4FBD8F0E}"/>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390918993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CF422-D34D-8D66-D300-2E4F269E546B}"/>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831D1594-4F1E-CE02-9517-1D946A80877F}"/>
              </a:ext>
            </a:extLst>
          </p:cNvPr>
          <p:cNvSpPr>
            <a:spLocks noGrp="1"/>
          </p:cNvSpPr>
          <p:nvPr>
            <p:ph idx="1"/>
          </p:nvPr>
        </p:nvSpPr>
        <p:spPr/>
        <p:txBody>
          <a:bodyPr/>
          <a:lstStyle/>
          <a:p>
            <a:pPr marL="285750" indent="-285750">
              <a:buFont typeface="Arial" panose="020B0604020202020204" pitchFamily="34" charset="0"/>
              <a:buChar char="•"/>
            </a:pPr>
            <a:r>
              <a:rPr lang="en-US" altLang="ja-JP" sz="1200" noProof="1"/>
              <a:t>10/5</a:t>
            </a:r>
            <a:r>
              <a:rPr lang="ja-JP" altLang="en-US" sz="1200" noProof="1"/>
              <a:t>時点において、</a:t>
            </a:r>
            <a:r>
              <a:rPr lang="en-US" altLang="ja-JP" sz="1200" noProof="1"/>
              <a:t>4</a:t>
            </a:r>
            <a:r>
              <a:rPr lang="ja-JP" altLang="en-US" sz="1200" noProof="1"/>
              <a:t>件の令和</a:t>
            </a:r>
            <a:r>
              <a:rPr lang="en-US" altLang="ja-JP" sz="1200" noProof="1"/>
              <a:t>9</a:t>
            </a:r>
            <a:r>
              <a:rPr lang="ja-JP" altLang="en-US" sz="1200" noProof="1"/>
              <a:t>年度案件の案件背景などを更新し、</a:t>
            </a:r>
            <a:r>
              <a:rPr lang="en-US" altLang="ja-JP" sz="1200" noProof="1"/>
              <a:t>2</a:t>
            </a:r>
            <a:r>
              <a:rPr lang="ja-JP" altLang="en-US" sz="1200" noProof="1"/>
              <a:t>件の案件のリリース時期を令和</a:t>
            </a:r>
            <a:r>
              <a:rPr lang="en-US" altLang="ja-JP" sz="1200" noProof="1"/>
              <a:t>9</a:t>
            </a:r>
            <a:r>
              <a:rPr lang="ja-JP" altLang="en-US" sz="1200" noProof="1"/>
              <a:t>年度開発に更新した。</a:t>
            </a:r>
            <a:endParaRPr lang="en-US" altLang="ja-JP" sz="1200" noProof="1"/>
          </a:p>
        </p:txBody>
      </p:sp>
      <p:sp>
        <p:nvSpPr>
          <p:cNvPr id="3" name="タイトル 2">
            <a:extLst>
              <a:ext uri="{FF2B5EF4-FFF2-40B4-BE49-F238E27FC236}">
                <a16:creationId xmlns:a16="http://schemas.microsoft.com/office/drawing/2014/main" id="{A8AE9675-0AC0-4C5B-7447-DA0979025698}"/>
              </a:ext>
            </a:extLst>
          </p:cNvPr>
          <p:cNvSpPr>
            <a:spLocks noGrp="1"/>
          </p:cNvSpPr>
          <p:nvPr>
            <p:ph type="title"/>
          </p:nvPr>
        </p:nvSpPr>
        <p:spPr/>
        <p:txBody>
          <a:bodyPr>
            <a:normAutofit/>
          </a:bodyPr>
          <a:lstStyle/>
          <a:p>
            <a:r>
              <a:rPr lang="en-US" altLang="ja-JP">
                <a:latin typeface="Meiryo UI" panose="020B0604030504040204" pitchFamily="50" charset="-128"/>
                <a:ea typeface="Meiryo UI" panose="020B0604030504040204" pitchFamily="50" charset="-128"/>
              </a:rPr>
              <a:t>3.</a:t>
            </a:r>
            <a:r>
              <a:rPr lang="ja-JP" altLang="en-US">
                <a:latin typeface="Meiryo UI" panose="020B0604030504040204" pitchFamily="50" charset="-128"/>
                <a:ea typeface="Meiryo UI" panose="020B0604030504040204" pitchFamily="50" charset="-128"/>
              </a:rPr>
              <a:t>  案件台帳の更新箇所の報告（</a:t>
            </a:r>
            <a:r>
              <a:rPr lang="en-US" altLang="ja-JP">
                <a:latin typeface="Meiryo UI" panose="020B0604030504040204" pitchFamily="50" charset="-128"/>
                <a:ea typeface="Meiryo UI" panose="020B0604030504040204" pitchFamily="50" charset="-128"/>
              </a:rPr>
              <a:t>1005</a:t>
            </a:r>
            <a:r>
              <a:rPr lang="ja-JP" altLang="en-US">
                <a:latin typeface="Meiryo UI" panose="020B0604030504040204" pitchFamily="50" charset="-128"/>
                <a:ea typeface="Meiryo UI" panose="020B0604030504040204" pitchFamily="50" charset="-128"/>
              </a:rPr>
              <a:t>断面）</a:t>
            </a:r>
            <a:endParaRPr lang="en-US" altLang="ja-JP">
              <a:latin typeface="Meiryo UI" panose="020B0604030504040204" pitchFamily="50" charset="-128"/>
              <a:ea typeface="Meiryo UI" panose="020B0604030504040204" pitchFamily="50" charset="-128"/>
            </a:endParaRPr>
          </a:p>
        </p:txBody>
      </p:sp>
      <p:graphicFrame>
        <p:nvGraphicFramePr>
          <p:cNvPr id="5" name="表 4">
            <a:extLst>
              <a:ext uri="{FF2B5EF4-FFF2-40B4-BE49-F238E27FC236}">
                <a16:creationId xmlns:a16="http://schemas.microsoft.com/office/drawing/2014/main" id="{EEAE55DF-6038-1A33-230E-E8499D0CBF81}"/>
              </a:ext>
            </a:extLst>
          </p:cNvPr>
          <p:cNvGraphicFramePr>
            <a:graphicFrameLocks noGrp="1"/>
          </p:cNvGraphicFramePr>
          <p:nvPr/>
        </p:nvGraphicFramePr>
        <p:xfrm>
          <a:off x="154618" y="1616937"/>
          <a:ext cx="9596764" cy="2788920"/>
        </p:xfrm>
        <a:graphic>
          <a:graphicData uri="http://schemas.openxmlformats.org/drawingml/2006/table">
            <a:tbl>
              <a:tblPr/>
              <a:tblGrid>
                <a:gridCol w="368737">
                  <a:extLst>
                    <a:ext uri="{9D8B030D-6E8A-4147-A177-3AD203B41FA5}">
                      <a16:colId xmlns:a16="http://schemas.microsoft.com/office/drawing/2014/main" val="3769149407"/>
                    </a:ext>
                  </a:extLst>
                </a:gridCol>
                <a:gridCol w="368737">
                  <a:extLst>
                    <a:ext uri="{9D8B030D-6E8A-4147-A177-3AD203B41FA5}">
                      <a16:colId xmlns:a16="http://schemas.microsoft.com/office/drawing/2014/main" val="4160991727"/>
                    </a:ext>
                  </a:extLst>
                </a:gridCol>
                <a:gridCol w="563778">
                  <a:extLst>
                    <a:ext uri="{9D8B030D-6E8A-4147-A177-3AD203B41FA5}">
                      <a16:colId xmlns:a16="http://schemas.microsoft.com/office/drawing/2014/main" val="2752638270"/>
                    </a:ext>
                  </a:extLst>
                </a:gridCol>
                <a:gridCol w="567613">
                  <a:extLst>
                    <a:ext uri="{9D8B030D-6E8A-4147-A177-3AD203B41FA5}">
                      <a16:colId xmlns:a16="http://schemas.microsoft.com/office/drawing/2014/main" val="542443215"/>
                    </a:ext>
                  </a:extLst>
                </a:gridCol>
                <a:gridCol w="1855698">
                  <a:extLst>
                    <a:ext uri="{9D8B030D-6E8A-4147-A177-3AD203B41FA5}">
                      <a16:colId xmlns:a16="http://schemas.microsoft.com/office/drawing/2014/main" val="604924163"/>
                    </a:ext>
                  </a:extLst>
                </a:gridCol>
                <a:gridCol w="3864644">
                  <a:extLst>
                    <a:ext uri="{9D8B030D-6E8A-4147-A177-3AD203B41FA5}">
                      <a16:colId xmlns:a16="http://schemas.microsoft.com/office/drawing/2014/main" val="710115409"/>
                    </a:ext>
                  </a:extLst>
                </a:gridCol>
                <a:gridCol w="533400">
                  <a:extLst>
                    <a:ext uri="{9D8B030D-6E8A-4147-A177-3AD203B41FA5}">
                      <a16:colId xmlns:a16="http://schemas.microsoft.com/office/drawing/2014/main" val="720182529"/>
                    </a:ext>
                  </a:extLst>
                </a:gridCol>
                <a:gridCol w="1474157">
                  <a:extLst>
                    <a:ext uri="{9D8B030D-6E8A-4147-A177-3AD203B41FA5}">
                      <a16:colId xmlns:a16="http://schemas.microsoft.com/office/drawing/2014/main" val="1867118425"/>
                    </a:ext>
                  </a:extLst>
                </a:gridCol>
              </a:tblGrid>
              <a:tr h="128709">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a:t>
                      </a:r>
                      <a:endParaRPr lang="en-US" sz="900" b="1" i="0" u="none" strike="noStrike">
                        <a:solidFill>
                          <a:srgbClr val="FFFFFF"/>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en-US" sz="900" b="1" i="0" u="none" strike="noStrike">
                          <a:solidFill>
                            <a:srgbClr val="FFFFFF"/>
                          </a:solidFill>
                          <a:effectLst/>
                          <a:latin typeface="Meiryo UI" panose="020B0604030504040204" pitchFamily="50" charset="-128"/>
                          <a:ea typeface="Meiryo UI" panose="020B0604030504040204" pitchFamily="50" charset="-128"/>
                        </a:rPr>
                        <a:t>ID</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区分</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案件種別</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案件名称</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概要</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優先度</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備考</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extLst>
                  <a:ext uri="{0D108BD9-81ED-4DB2-BD59-A6C34878D82A}">
                    <a16:rowId xmlns:a16="http://schemas.microsoft.com/office/drawing/2014/main" val="1400151913"/>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011</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健診文書</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機能改善</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健診</a:t>
                      </a:r>
                      <a:r>
                        <a:rPr lang="en-US" altLang="ja-JP" sz="900" b="0" i="0" u="none" strike="noStrike">
                          <a:solidFill>
                            <a:srgbClr val="000000"/>
                          </a:solidFill>
                          <a:effectLst/>
                          <a:latin typeface="Meiryo UI" panose="020B0604030504040204" pitchFamily="50" charset="-128"/>
                          <a:ea typeface="Meiryo UI" panose="020B0604030504040204" pitchFamily="50" charset="-128"/>
                        </a:rPr>
                        <a:t>PDF</a:t>
                      </a:r>
                      <a:r>
                        <a:rPr lang="ja-JP" altLang="en-US" sz="900" b="0" i="0" u="none" strike="noStrike">
                          <a:solidFill>
                            <a:srgbClr val="000000"/>
                          </a:solidFill>
                          <a:effectLst/>
                          <a:latin typeface="Meiryo UI" panose="020B0604030504040204" pitchFamily="50" charset="-128"/>
                          <a:ea typeface="Meiryo UI" panose="020B0604030504040204" pitchFamily="50" charset="-128"/>
                        </a:rPr>
                        <a:t>帳票の表示件数の拡張</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健診</a:t>
                      </a:r>
                      <a:r>
                        <a:rPr lang="en-US" altLang="ja-JP" sz="900" b="0" i="0" u="none" strike="noStrike">
                          <a:solidFill>
                            <a:srgbClr val="000000"/>
                          </a:solidFill>
                          <a:effectLst/>
                          <a:latin typeface="Meiryo UI" panose="020B0604030504040204" pitchFamily="50" charset="-128"/>
                          <a:ea typeface="Meiryo UI" panose="020B0604030504040204" pitchFamily="50" charset="-128"/>
                        </a:rPr>
                        <a:t>PDF</a:t>
                      </a:r>
                      <a:r>
                        <a:rPr lang="ja-JP" altLang="en-US" sz="900" b="0" i="0" u="none" strike="noStrike">
                          <a:solidFill>
                            <a:srgbClr val="000000"/>
                          </a:solidFill>
                          <a:effectLst/>
                          <a:latin typeface="Meiryo UI" panose="020B0604030504040204" pitchFamily="50" charset="-128"/>
                          <a:ea typeface="Meiryo UI" panose="020B0604030504040204" pitchFamily="50" charset="-128"/>
                        </a:rPr>
                        <a:t>帳票の表示上限を</a:t>
                      </a:r>
                      <a:r>
                        <a:rPr lang="en-US" altLang="ja-JP" sz="900" b="0" i="0" u="none" strike="noStrike">
                          <a:solidFill>
                            <a:srgbClr val="000000"/>
                          </a:solidFill>
                          <a:effectLst/>
                          <a:latin typeface="Meiryo UI" panose="020B0604030504040204" pitchFamily="50" charset="-128"/>
                          <a:ea typeface="Meiryo UI" panose="020B0604030504040204" pitchFamily="50" charset="-128"/>
                        </a:rPr>
                        <a:t>5</a:t>
                      </a:r>
                      <a:r>
                        <a:rPr lang="ja-JP" altLang="en-US" sz="900" b="0" i="0" u="none" strike="noStrike">
                          <a:solidFill>
                            <a:srgbClr val="000000"/>
                          </a:solidFill>
                          <a:effectLst/>
                          <a:latin typeface="Meiryo UI" panose="020B0604030504040204" pitchFamily="50" charset="-128"/>
                          <a:ea typeface="Meiryo UI" panose="020B0604030504040204" pitchFamily="50" charset="-128"/>
                        </a:rPr>
                        <a:t>回分から５年分</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b="0" i="0" u="none" strike="noStrike">
                          <a:solidFill>
                            <a:srgbClr val="000000"/>
                          </a:solidFill>
                          <a:effectLst/>
                          <a:latin typeface="Meiryo UI" panose="020B0604030504040204" pitchFamily="50" charset="-128"/>
                          <a:ea typeface="Meiryo UI" panose="020B0604030504040204" pitchFamily="50" charset="-128"/>
                        </a:rPr>
                        <a:t>回数上限なし</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に変更する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低</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・案件の背景などを更新。</a:t>
                      </a:r>
                      <a:endParaRPr lang="en-US" altLang="ja-JP" sz="900" b="0" i="0" u="none" strike="noStrike">
                        <a:solidFill>
                          <a:srgbClr val="000000"/>
                        </a:solidFill>
                        <a:effectLst/>
                        <a:latin typeface="Meiryo UI" panose="020B0604030504040204" pitchFamily="50" charset="-128"/>
                        <a:ea typeface="Meiryo UI" panose="020B0604030504040204" pitchFamily="50" charset="-128"/>
                      </a:endParaRPr>
                    </a:p>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開発・リリース予定時期を「令和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9</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年度以降」から</a:t>
                      </a:r>
                      <a:b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b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9</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年度」に変更</a:t>
                      </a:r>
                      <a:endParaRPr lang="en-US" alt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56264488"/>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2</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148</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サービスデザイン</a:t>
                      </a:r>
                      <a:endParaRPr kumimoji="1" lang="en-US" altLang="zh-TW"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本サービス対象施設種別の追加（訪問看護ステーションによる健診文書・臨床情報閲覧）</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訪問看護ステーションで健診文書の取得・閲覧、臨床情報の取得・閲覧ができるようにする</a:t>
                      </a:r>
                      <a:endParaRPr lang="en-US" alt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中</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・案件の背景などを更新。</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843930"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・開発・リリース予定時期を「令和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9</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年度以降」から</a:t>
                      </a:r>
                      <a:b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b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9</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年度」に変更</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95408673"/>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3</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149</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サービスデザイン</a:t>
                      </a:r>
                      <a:endParaRPr kumimoji="1" lang="en-US" altLang="zh-TW"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「職域診療所」へのサービス導入</a:t>
                      </a:r>
                    </a:p>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(3</a:t>
                      </a:r>
                      <a:r>
                        <a:rPr lang="ja-JP" altLang="en-US" sz="900" b="0" i="0" u="none" strike="noStrike">
                          <a:solidFill>
                            <a:srgbClr val="000000"/>
                          </a:solidFill>
                          <a:effectLst/>
                          <a:latin typeface="Meiryo UI" panose="020B0604030504040204" pitchFamily="50" charset="-128"/>
                          <a:ea typeface="Meiryo UI" panose="020B0604030504040204" pitchFamily="50" charset="-128"/>
                        </a:rPr>
                        <a:t>文書</a:t>
                      </a:r>
                      <a:r>
                        <a:rPr lang="en-US" altLang="ja-JP" sz="900" b="0" i="0" u="none" strike="noStrike">
                          <a:solidFill>
                            <a:srgbClr val="000000"/>
                          </a:solidFill>
                          <a:effectLst/>
                          <a:latin typeface="Meiryo UI" panose="020B0604030504040204" pitchFamily="50" charset="-128"/>
                          <a:ea typeface="Meiryo UI" panose="020B0604030504040204" pitchFamily="50" charset="-128"/>
                        </a:rPr>
                        <a:t>6</a:t>
                      </a:r>
                      <a:r>
                        <a:rPr lang="ja-JP" altLang="en-US" sz="900" b="0" i="0" u="none" strike="noStrike">
                          <a:solidFill>
                            <a:srgbClr val="000000"/>
                          </a:solidFill>
                          <a:effectLst/>
                          <a:latin typeface="Meiryo UI" panose="020B0604030504040204" pitchFamily="50" charset="-128"/>
                          <a:ea typeface="Meiryo UI" panose="020B0604030504040204" pitchFamily="50" charset="-128"/>
                        </a:rPr>
                        <a:t>情報</a:t>
                      </a:r>
                      <a:r>
                        <a:rPr lang="en-US" altLang="ja-JP" sz="900" b="0" i="0" u="none" strike="noStrike">
                          <a:solidFill>
                            <a:srgbClr val="000000"/>
                          </a:solidFill>
                          <a:effectLst/>
                          <a:latin typeface="Meiryo UI" panose="020B0604030504040204" pitchFamily="50" charset="-128"/>
                          <a:ea typeface="Meiryo UI" panose="020B0604030504040204" pitchFamily="50" charset="-128"/>
                        </a:rPr>
                        <a:t>/2</a:t>
                      </a:r>
                      <a:r>
                        <a:rPr lang="ja-JP" altLang="en-US" sz="900" b="0" i="0" u="none" strike="noStrike">
                          <a:solidFill>
                            <a:srgbClr val="000000"/>
                          </a:solidFill>
                          <a:effectLst/>
                          <a:latin typeface="Meiryo UI" panose="020B0604030504040204" pitchFamily="50" charset="-128"/>
                          <a:ea typeface="Meiryo UI" panose="020B0604030504040204" pitchFamily="50" charset="-128"/>
                        </a:rPr>
                        <a:t>文書</a:t>
                      </a:r>
                      <a:r>
                        <a:rPr lang="en-US" altLang="ja-JP" sz="900" b="0" i="0" u="none" strike="noStrike">
                          <a:solidFill>
                            <a:srgbClr val="000000"/>
                          </a:solidFill>
                          <a:effectLst/>
                          <a:latin typeface="Meiryo UI" panose="020B0604030504040204" pitchFamily="50" charset="-128"/>
                          <a:ea typeface="Meiryo UI" panose="020B0604030504040204" pitchFamily="50" charset="-128"/>
                        </a:rPr>
                        <a:t>6</a:t>
                      </a:r>
                      <a:r>
                        <a:rPr lang="ja-JP" altLang="en-US" sz="900" b="0" i="0" u="none" strike="noStrike">
                          <a:solidFill>
                            <a:srgbClr val="000000"/>
                          </a:solidFill>
                          <a:effectLst/>
                          <a:latin typeface="Meiryo UI" panose="020B0604030504040204" pitchFamily="50" charset="-128"/>
                          <a:ea typeface="Meiryo UI" panose="020B0604030504040204" pitchFamily="50" charset="-128"/>
                        </a:rPr>
                        <a:t>情報の登録・閲覧）</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職域診療所も、保険医療機関（医科）と同様の取り扱いで、本サービスの利用ができるようにする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低</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・案件の背景などを更新。</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843930"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・開発・リリース予定時期を「令和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9</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年度以降」から</a:t>
                      </a:r>
                      <a:b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b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9</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年度」に変更</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325587216"/>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4</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159</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サービスデザイン</a:t>
                      </a:r>
                      <a:endParaRPr kumimoji="1" lang="en-US" altLang="zh-TW"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「健診実施機関(単独)」へのサービス導入</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健診実施機関(単独)も、健診文書の登録</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および「薬剤情報等・特定健診情報・臨床情報」の取得・閲覧をできるようにする。</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中</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・案件の背景などを更新。</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0" marR="0" lvl="0" indent="0" algn="l" defTabSz="843930"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・開発・リリース予定時期を「令和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9</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年度以降」から</a:t>
                      </a:r>
                      <a:b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b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9</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年度」に変更</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828930258"/>
                  </a:ext>
                </a:extLst>
              </a:tr>
            </a:tbl>
          </a:graphicData>
        </a:graphic>
      </p:graphicFrame>
      <p:sp>
        <p:nvSpPr>
          <p:cNvPr id="6" name="四角形: 角を丸くする 5">
            <a:extLst>
              <a:ext uri="{FF2B5EF4-FFF2-40B4-BE49-F238E27FC236}">
                <a16:creationId xmlns:a16="http://schemas.microsoft.com/office/drawing/2014/main" id="{74C29053-4C8E-2795-2073-F3CCA187E994}"/>
              </a:ext>
            </a:extLst>
          </p:cNvPr>
          <p:cNvSpPr/>
          <p:nvPr/>
        </p:nvSpPr>
        <p:spPr>
          <a:xfrm>
            <a:off x="154618" y="1263940"/>
            <a:ext cx="1981610" cy="216206"/>
          </a:xfrm>
          <a:prstGeom prst="roundRect">
            <a:avLst/>
          </a:prstGeom>
          <a:solidFill>
            <a:schemeClr val="tx2"/>
          </a:solid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100" b="0" i="0" u="none" strike="noStrike" kern="1200" cap="none" spc="0" normalizeH="0" baseline="0" noProof="1">
                <a:ln>
                  <a:noFill/>
                </a:ln>
                <a:solidFill>
                  <a:prstClr val="white"/>
                </a:solidFill>
                <a:effectLst/>
                <a:uLnTx/>
                <a:uFillTx/>
                <a:latin typeface="Meiryo UI"/>
                <a:ea typeface="Meiryo UI"/>
                <a:cs typeface="+mn-cs"/>
              </a:rPr>
              <a:t>案件背景などの更新</a:t>
            </a:r>
            <a:endParaRPr kumimoji="1" lang="en-US" altLang="ja-JP" sz="1100" b="0" i="0" u="none" strike="noStrike" kern="1200" cap="none" spc="0" normalizeH="0" baseline="0" noProof="1">
              <a:ln>
                <a:noFill/>
              </a:ln>
              <a:solidFill>
                <a:prstClr val="white"/>
              </a:solidFill>
              <a:effectLst/>
              <a:uLnTx/>
              <a:uFillTx/>
              <a:latin typeface="Meiryo UI"/>
              <a:ea typeface="Meiryo UI"/>
              <a:cs typeface="+mn-cs"/>
            </a:endParaRPr>
          </a:p>
        </p:txBody>
      </p:sp>
      <p:graphicFrame>
        <p:nvGraphicFramePr>
          <p:cNvPr id="16" name="表 15">
            <a:extLst>
              <a:ext uri="{FF2B5EF4-FFF2-40B4-BE49-F238E27FC236}">
                <a16:creationId xmlns:a16="http://schemas.microsoft.com/office/drawing/2014/main" id="{9FEB9D1B-17AF-856D-08CB-BDFBDDFD2ED6}"/>
              </a:ext>
            </a:extLst>
          </p:cNvPr>
          <p:cNvGraphicFramePr>
            <a:graphicFrameLocks noGrp="1"/>
          </p:cNvGraphicFramePr>
          <p:nvPr/>
        </p:nvGraphicFramePr>
        <p:xfrm>
          <a:off x="160804" y="4851666"/>
          <a:ext cx="9596764" cy="1234440"/>
        </p:xfrm>
        <a:graphic>
          <a:graphicData uri="http://schemas.openxmlformats.org/drawingml/2006/table">
            <a:tbl>
              <a:tblPr/>
              <a:tblGrid>
                <a:gridCol w="368737">
                  <a:extLst>
                    <a:ext uri="{9D8B030D-6E8A-4147-A177-3AD203B41FA5}">
                      <a16:colId xmlns:a16="http://schemas.microsoft.com/office/drawing/2014/main" val="3769149407"/>
                    </a:ext>
                  </a:extLst>
                </a:gridCol>
                <a:gridCol w="368737">
                  <a:extLst>
                    <a:ext uri="{9D8B030D-6E8A-4147-A177-3AD203B41FA5}">
                      <a16:colId xmlns:a16="http://schemas.microsoft.com/office/drawing/2014/main" val="4160991727"/>
                    </a:ext>
                  </a:extLst>
                </a:gridCol>
                <a:gridCol w="563778">
                  <a:extLst>
                    <a:ext uri="{9D8B030D-6E8A-4147-A177-3AD203B41FA5}">
                      <a16:colId xmlns:a16="http://schemas.microsoft.com/office/drawing/2014/main" val="2752638270"/>
                    </a:ext>
                  </a:extLst>
                </a:gridCol>
                <a:gridCol w="567613">
                  <a:extLst>
                    <a:ext uri="{9D8B030D-6E8A-4147-A177-3AD203B41FA5}">
                      <a16:colId xmlns:a16="http://schemas.microsoft.com/office/drawing/2014/main" val="542443215"/>
                    </a:ext>
                  </a:extLst>
                </a:gridCol>
                <a:gridCol w="1855698">
                  <a:extLst>
                    <a:ext uri="{9D8B030D-6E8A-4147-A177-3AD203B41FA5}">
                      <a16:colId xmlns:a16="http://schemas.microsoft.com/office/drawing/2014/main" val="604924163"/>
                    </a:ext>
                  </a:extLst>
                </a:gridCol>
                <a:gridCol w="3887033">
                  <a:extLst>
                    <a:ext uri="{9D8B030D-6E8A-4147-A177-3AD203B41FA5}">
                      <a16:colId xmlns:a16="http://schemas.microsoft.com/office/drawing/2014/main" val="710115409"/>
                    </a:ext>
                  </a:extLst>
                </a:gridCol>
                <a:gridCol w="552450">
                  <a:extLst>
                    <a:ext uri="{9D8B030D-6E8A-4147-A177-3AD203B41FA5}">
                      <a16:colId xmlns:a16="http://schemas.microsoft.com/office/drawing/2014/main" val="720182529"/>
                    </a:ext>
                  </a:extLst>
                </a:gridCol>
                <a:gridCol w="1432718">
                  <a:extLst>
                    <a:ext uri="{9D8B030D-6E8A-4147-A177-3AD203B41FA5}">
                      <a16:colId xmlns:a16="http://schemas.microsoft.com/office/drawing/2014/main" val="1867118425"/>
                    </a:ext>
                  </a:extLst>
                </a:gridCol>
              </a:tblGrid>
              <a:tr h="128709">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a:t>
                      </a:r>
                      <a:endParaRPr lang="en-US" sz="900" b="1" i="0" u="none" strike="noStrike">
                        <a:solidFill>
                          <a:srgbClr val="FFFFFF"/>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en-US" sz="900" b="1" i="0" u="none" strike="noStrike">
                          <a:solidFill>
                            <a:srgbClr val="FFFFFF"/>
                          </a:solidFill>
                          <a:effectLst/>
                          <a:latin typeface="Meiryo UI" panose="020B0604030504040204" pitchFamily="50" charset="-128"/>
                          <a:ea typeface="Meiryo UI" panose="020B0604030504040204" pitchFamily="50" charset="-128"/>
                        </a:rPr>
                        <a:t>ID</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区分</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案件種別</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案件名称</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概要</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優先度</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備考</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extLst>
                  <a:ext uri="{0D108BD9-81ED-4DB2-BD59-A6C34878D82A}">
                    <a16:rowId xmlns:a16="http://schemas.microsoft.com/office/drawing/2014/main" val="1400151913"/>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059</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マイナポ連携</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機能改善</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医療機関等検索の検索キーの追加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マイナポータルにおいて医療機関検索の拡充（医療機関名（カナ）の項目追加、都道府県入力必須の解除）</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中</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開発・リリース予定時期を「令和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9</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年度以降」から</a:t>
                      </a:r>
                      <a:b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b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9</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年度」に変更</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56264488"/>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2</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178</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lang="en-US" altLang="ja-JP" sz="900" b="0" i="0" u="none" strike="noStrike">
                          <a:solidFill>
                            <a:srgbClr val="000000"/>
                          </a:solidFill>
                          <a:effectLst/>
                          <a:latin typeface="Meiryo UI" panose="020B0604030504040204" pitchFamily="50" charset="-128"/>
                          <a:ea typeface="Meiryo UI" panose="020B0604030504040204" pitchFamily="50" charset="-128"/>
                        </a:rPr>
                        <a:t>3</a:t>
                      </a:r>
                      <a:r>
                        <a:rPr lang="ja-JP" altLang="en-US" sz="900" b="0" i="0" u="none" strike="noStrike">
                          <a:solidFill>
                            <a:srgbClr val="000000"/>
                          </a:solidFill>
                          <a:effectLst/>
                          <a:latin typeface="Meiryo UI" panose="020B0604030504040204" pitchFamily="50" charset="-128"/>
                          <a:ea typeface="Meiryo UI" panose="020B0604030504040204" pitchFamily="50" charset="-128"/>
                        </a:rPr>
                        <a:t>文書</a:t>
                      </a:r>
                      <a:r>
                        <a:rPr lang="en-US" altLang="ja-JP" sz="900" b="0" i="0" u="none" strike="noStrike">
                          <a:solidFill>
                            <a:srgbClr val="000000"/>
                          </a:solidFill>
                          <a:effectLst/>
                          <a:latin typeface="Meiryo UI" panose="020B0604030504040204" pitchFamily="50" charset="-128"/>
                          <a:ea typeface="Meiryo UI" panose="020B0604030504040204" pitchFamily="50" charset="-128"/>
                        </a:rPr>
                        <a:t>6</a:t>
                      </a:r>
                      <a:r>
                        <a:rPr lang="ja-JP" altLang="en-US" sz="900" b="0" i="0" u="none" strike="noStrike">
                          <a:solidFill>
                            <a:srgbClr val="000000"/>
                          </a:solidFill>
                          <a:effectLst/>
                          <a:latin typeface="Meiryo UI" panose="020B0604030504040204" pitchFamily="50" charset="-128"/>
                          <a:ea typeface="Meiryo UI" panose="020B0604030504040204" pitchFamily="50" charset="-128"/>
                        </a:rPr>
                        <a:t>情報</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機能改善</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文書・臨床情報・患者サマリーの保存期間の延長</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文書臨床情報・患者サマリーの閲覧可能期間を現行仕様から延長する。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低</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開発・リリース予定時期を「令和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9</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年度以降」から</a:t>
                      </a:r>
                      <a:b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b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9</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年度」に変更</a:t>
                      </a:r>
                      <a:endPar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33014308"/>
                  </a:ext>
                </a:extLst>
              </a:tr>
            </a:tbl>
          </a:graphicData>
        </a:graphic>
      </p:graphicFrame>
      <p:sp>
        <p:nvSpPr>
          <p:cNvPr id="18" name="四角形: 角を丸くする 17">
            <a:extLst>
              <a:ext uri="{FF2B5EF4-FFF2-40B4-BE49-F238E27FC236}">
                <a16:creationId xmlns:a16="http://schemas.microsoft.com/office/drawing/2014/main" id="{9CE99958-1C43-83F2-14D4-5A5AD077F62C}"/>
              </a:ext>
            </a:extLst>
          </p:cNvPr>
          <p:cNvSpPr/>
          <p:nvPr/>
        </p:nvSpPr>
        <p:spPr>
          <a:xfrm>
            <a:off x="160804" y="4498669"/>
            <a:ext cx="3203437" cy="216206"/>
          </a:xfrm>
          <a:prstGeom prst="roundRect">
            <a:avLst/>
          </a:prstGeom>
          <a:solidFill>
            <a:schemeClr val="tx2"/>
          </a:solid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100" b="0" i="0" u="none" strike="noStrike" kern="1200" cap="none" spc="0" normalizeH="0" baseline="0" noProof="1">
                <a:ln>
                  <a:noFill/>
                </a:ln>
                <a:solidFill>
                  <a:prstClr val="white"/>
                </a:solidFill>
                <a:effectLst/>
                <a:uLnTx/>
                <a:uFillTx/>
                <a:latin typeface="Meiryo UI"/>
                <a:ea typeface="Meiryo UI"/>
                <a:cs typeface="+mn-cs"/>
              </a:rPr>
              <a:t>リリース時期の変更</a:t>
            </a:r>
            <a:r>
              <a:rPr kumimoji="1" lang="en-US" altLang="ja-JP" sz="1100" b="0" i="0" u="none" strike="noStrike" kern="1200" cap="none" spc="0" normalizeH="0" baseline="0" noProof="1">
                <a:ln>
                  <a:noFill/>
                </a:ln>
                <a:solidFill>
                  <a:prstClr val="white"/>
                </a:solidFill>
                <a:effectLst/>
                <a:uLnTx/>
                <a:uFillTx/>
                <a:latin typeface="Meiryo UI"/>
                <a:ea typeface="Meiryo UI"/>
                <a:cs typeface="+mn-cs"/>
              </a:rPr>
              <a:t>(</a:t>
            </a:r>
            <a:r>
              <a:rPr kumimoji="1" lang="ja-JP" altLang="en-US" sz="1100" b="0" i="0" u="none" strike="noStrike" kern="1200" cap="none" spc="0" normalizeH="0" baseline="0" noProof="1">
                <a:ln>
                  <a:noFill/>
                </a:ln>
                <a:solidFill>
                  <a:prstClr val="white"/>
                </a:solidFill>
                <a:effectLst/>
                <a:uLnTx/>
                <a:uFillTx/>
                <a:latin typeface="Meiryo UI"/>
                <a:ea typeface="Meiryo UI"/>
                <a:cs typeface="+mn-cs"/>
              </a:rPr>
              <a:t>令和</a:t>
            </a:r>
            <a:r>
              <a:rPr kumimoji="1" lang="en-US" altLang="ja-JP" sz="1100" b="0" i="0" u="none" strike="noStrike" kern="1200" cap="none" spc="0" normalizeH="0" baseline="0" noProof="1">
                <a:ln>
                  <a:noFill/>
                </a:ln>
                <a:solidFill>
                  <a:prstClr val="white"/>
                </a:solidFill>
                <a:effectLst/>
                <a:uLnTx/>
                <a:uFillTx/>
                <a:latin typeface="Meiryo UI"/>
                <a:ea typeface="Meiryo UI"/>
                <a:cs typeface="+mn-cs"/>
              </a:rPr>
              <a:t>9</a:t>
            </a:r>
            <a:r>
              <a:rPr kumimoji="1" lang="ja-JP" altLang="en-US" sz="1100" b="0" i="0" u="none" strike="noStrike" kern="1200" cap="none" spc="0" normalizeH="0" baseline="0" noProof="1">
                <a:ln>
                  <a:noFill/>
                </a:ln>
                <a:solidFill>
                  <a:prstClr val="white"/>
                </a:solidFill>
                <a:effectLst/>
                <a:uLnTx/>
                <a:uFillTx/>
                <a:latin typeface="Meiryo UI"/>
                <a:ea typeface="Meiryo UI"/>
                <a:cs typeface="+mn-cs"/>
              </a:rPr>
              <a:t>年度開発</a:t>
            </a:r>
            <a:r>
              <a:rPr kumimoji="1" lang="en-US" altLang="ja-JP" sz="1100" b="0" i="0" u="none" strike="noStrike" kern="1200" cap="none" spc="0" normalizeH="0" baseline="0" noProof="1">
                <a:ln>
                  <a:noFill/>
                </a:ln>
                <a:solidFill>
                  <a:prstClr val="white"/>
                </a:solidFill>
                <a:effectLst/>
                <a:uLnTx/>
                <a:uFillTx/>
                <a:latin typeface="Meiryo UI"/>
                <a:ea typeface="Meiryo UI"/>
                <a:cs typeface="+mn-cs"/>
              </a:rPr>
              <a:t>)</a:t>
            </a:r>
          </a:p>
        </p:txBody>
      </p:sp>
      <p:sp>
        <p:nvSpPr>
          <p:cNvPr id="7" name="正方形/長方形 6">
            <a:extLst>
              <a:ext uri="{FF2B5EF4-FFF2-40B4-BE49-F238E27FC236}">
                <a16:creationId xmlns:a16="http://schemas.microsoft.com/office/drawing/2014/main" id="{C1940038-7B03-081D-71D7-39A1CDB35764}"/>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3489460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296E7-FB91-9880-35E6-3D0543F11A46}"/>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B2251B0E-7BBC-C13C-753A-F96C654EC18F}"/>
              </a:ext>
            </a:extLst>
          </p:cNvPr>
          <p:cNvSpPr>
            <a:spLocks noGrp="1"/>
          </p:cNvSpPr>
          <p:nvPr>
            <p:ph idx="1"/>
          </p:nvPr>
        </p:nvSpPr>
        <p:spPr/>
        <p:txBody>
          <a:bodyPr/>
          <a:lstStyle/>
          <a:p>
            <a:pPr marL="285750" indent="-285750">
              <a:buFont typeface="Arial" panose="020B0604020202020204" pitchFamily="34" charset="0"/>
              <a:buChar char="•"/>
            </a:pPr>
            <a:r>
              <a:rPr lang="en-US" altLang="ja-JP" sz="1200" noProof="1"/>
              <a:t>10/5</a:t>
            </a:r>
            <a:r>
              <a:rPr lang="ja-JP" altLang="en-US" sz="1200" noProof="1"/>
              <a:t>時点において、計</a:t>
            </a:r>
            <a:r>
              <a:rPr lang="en-US" altLang="ja-JP" sz="1200" noProof="1"/>
              <a:t>10</a:t>
            </a:r>
            <a:r>
              <a:rPr lang="ja-JP" altLang="en-US" sz="1200" noProof="1"/>
              <a:t>件の案件のリリース時期を令和</a:t>
            </a:r>
            <a:r>
              <a:rPr lang="en-US" altLang="ja-JP" sz="1200" noProof="1"/>
              <a:t>10</a:t>
            </a:r>
            <a:r>
              <a:rPr lang="ja-JP" altLang="en-US" sz="1200" noProof="1"/>
              <a:t>年度以降開発に更新した。</a:t>
            </a:r>
            <a:endParaRPr lang="en-US" altLang="ja-JP" sz="1200" noProof="1"/>
          </a:p>
        </p:txBody>
      </p:sp>
      <p:sp>
        <p:nvSpPr>
          <p:cNvPr id="3" name="タイトル 2">
            <a:extLst>
              <a:ext uri="{FF2B5EF4-FFF2-40B4-BE49-F238E27FC236}">
                <a16:creationId xmlns:a16="http://schemas.microsoft.com/office/drawing/2014/main" id="{28D0457B-7CF2-045B-8B74-131BA2666A26}"/>
              </a:ext>
            </a:extLst>
          </p:cNvPr>
          <p:cNvSpPr>
            <a:spLocks noGrp="1"/>
          </p:cNvSpPr>
          <p:nvPr>
            <p:ph type="title"/>
          </p:nvPr>
        </p:nvSpPr>
        <p:spPr/>
        <p:txBody>
          <a:bodyPr>
            <a:normAutofit/>
          </a:bodyPr>
          <a:lstStyle/>
          <a:p>
            <a:r>
              <a:rPr lang="en-US" altLang="ja-JP">
                <a:latin typeface="Meiryo UI" panose="020B0604030504040204" pitchFamily="50" charset="-128"/>
                <a:ea typeface="Meiryo UI" panose="020B0604030504040204" pitchFamily="50" charset="-128"/>
              </a:rPr>
              <a:t>3.</a:t>
            </a:r>
            <a:r>
              <a:rPr lang="ja-JP" altLang="en-US">
                <a:latin typeface="Meiryo UI" panose="020B0604030504040204" pitchFamily="50" charset="-128"/>
                <a:ea typeface="Meiryo UI" panose="020B0604030504040204" pitchFamily="50" charset="-128"/>
              </a:rPr>
              <a:t>  案件台帳の更新箇所の報告（</a:t>
            </a:r>
            <a:r>
              <a:rPr lang="en-US" altLang="ja-JP">
                <a:latin typeface="Meiryo UI" panose="020B0604030504040204" pitchFamily="50" charset="-128"/>
                <a:ea typeface="Meiryo UI" panose="020B0604030504040204" pitchFamily="50" charset="-128"/>
              </a:rPr>
              <a:t>1005</a:t>
            </a:r>
            <a:r>
              <a:rPr lang="ja-JP" altLang="en-US">
                <a:latin typeface="Meiryo UI" panose="020B0604030504040204" pitchFamily="50" charset="-128"/>
                <a:ea typeface="Meiryo UI" panose="020B0604030504040204" pitchFamily="50" charset="-128"/>
              </a:rPr>
              <a:t>断面）</a:t>
            </a:r>
            <a:endParaRPr kumimoji="1" lang="ja-JP" altLang="en-US"/>
          </a:p>
        </p:txBody>
      </p:sp>
      <p:sp>
        <p:nvSpPr>
          <p:cNvPr id="11" name="四角形: 角を丸くする 10">
            <a:extLst>
              <a:ext uri="{FF2B5EF4-FFF2-40B4-BE49-F238E27FC236}">
                <a16:creationId xmlns:a16="http://schemas.microsoft.com/office/drawing/2014/main" id="{324A51D1-8780-FB08-D42A-090C2DC959E6}"/>
              </a:ext>
            </a:extLst>
          </p:cNvPr>
          <p:cNvSpPr/>
          <p:nvPr/>
        </p:nvSpPr>
        <p:spPr>
          <a:xfrm>
            <a:off x="0" y="1400731"/>
            <a:ext cx="2927541" cy="216206"/>
          </a:xfrm>
          <a:prstGeom prst="roundRect">
            <a:avLst/>
          </a:prstGeom>
          <a:solidFill>
            <a:schemeClr val="tx2"/>
          </a:solid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100" b="0" i="0" u="none" strike="noStrike" kern="1200" cap="none" spc="0" normalizeH="0" baseline="0" noProof="1">
                <a:ln>
                  <a:noFill/>
                </a:ln>
                <a:solidFill>
                  <a:prstClr val="white"/>
                </a:solidFill>
                <a:effectLst/>
                <a:uLnTx/>
                <a:uFillTx/>
                <a:latin typeface="Meiryo UI"/>
                <a:ea typeface="Meiryo UI"/>
                <a:cs typeface="+mn-cs"/>
              </a:rPr>
              <a:t>リリース時期の変更</a:t>
            </a:r>
            <a:r>
              <a:rPr kumimoji="1" lang="en-US" altLang="ja-JP" sz="1100" b="0" i="0" u="none" strike="noStrike" kern="1200" cap="none" spc="0" normalizeH="0" baseline="0" noProof="1">
                <a:ln>
                  <a:noFill/>
                </a:ln>
                <a:solidFill>
                  <a:prstClr val="white"/>
                </a:solidFill>
                <a:effectLst/>
                <a:uLnTx/>
                <a:uFillTx/>
                <a:latin typeface="Meiryo UI"/>
                <a:ea typeface="Meiryo UI"/>
                <a:cs typeface="+mn-cs"/>
              </a:rPr>
              <a:t>(</a:t>
            </a:r>
            <a:r>
              <a:rPr kumimoji="1" lang="ja-JP" altLang="en-US" sz="1100" b="0" i="0" u="none" strike="noStrike" kern="1200" cap="none" spc="0" normalizeH="0" baseline="0" noProof="1">
                <a:ln>
                  <a:noFill/>
                </a:ln>
                <a:solidFill>
                  <a:prstClr val="white"/>
                </a:solidFill>
                <a:effectLst/>
                <a:uLnTx/>
                <a:uFillTx/>
                <a:latin typeface="Meiryo UI"/>
                <a:ea typeface="Meiryo UI"/>
                <a:cs typeface="+mn-cs"/>
              </a:rPr>
              <a:t>令和</a:t>
            </a:r>
            <a:r>
              <a:rPr kumimoji="1" lang="en-US" altLang="ja-JP" sz="1100" b="0" i="0" u="none" strike="noStrike" kern="1200" cap="none" spc="0" normalizeH="0" baseline="0" noProof="1">
                <a:ln>
                  <a:noFill/>
                </a:ln>
                <a:solidFill>
                  <a:prstClr val="white"/>
                </a:solidFill>
                <a:effectLst/>
                <a:uLnTx/>
                <a:uFillTx/>
                <a:latin typeface="Meiryo UI"/>
                <a:ea typeface="Meiryo UI"/>
                <a:cs typeface="+mn-cs"/>
              </a:rPr>
              <a:t>10</a:t>
            </a:r>
            <a:r>
              <a:rPr kumimoji="1" lang="ja-JP" altLang="en-US" sz="1100" b="0" i="0" u="none" strike="noStrike" kern="1200" cap="none" spc="0" normalizeH="0" baseline="0" noProof="1">
                <a:ln>
                  <a:noFill/>
                </a:ln>
                <a:solidFill>
                  <a:prstClr val="white"/>
                </a:solidFill>
                <a:effectLst/>
                <a:uLnTx/>
                <a:uFillTx/>
                <a:latin typeface="Meiryo UI"/>
                <a:ea typeface="Meiryo UI"/>
                <a:cs typeface="+mn-cs"/>
              </a:rPr>
              <a:t>年度以降開発</a:t>
            </a:r>
            <a:r>
              <a:rPr kumimoji="1" lang="en-US" altLang="ja-JP" sz="1100" b="0" i="0" u="none" strike="noStrike" kern="1200" cap="none" spc="0" normalizeH="0" baseline="0" noProof="1">
                <a:ln>
                  <a:noFill/>
                </a:ln>
                <a:solidFill>
                  <a:prstClr val="white"/>
                </a:solidFill>
                <a:effectLst/>
                <a:uLnTx/>
                <a:uFillTx/>
                <a:latin typeface="Meiryo UI"/>
                <a:ea typeface="Meiryo UI"/>
                <a:cs typeface="+mn-cs"/>
              </a:rPr>
              <a:t>)</a:t>
            </a:r>
          </a:p>
        </p:txBody>
      </p:sp>
      <p:graphicFrame>
        <p:nvGraphicFramePr>
          <p:cNvPr id="14" name="表 13">
            <a:extLst>
              <a:ext uri="{FF2B5EF4-FFF2-40B4-BE49-F238E27FC236}">
                <a16:creationId xmlns:a16="http://schemas.microsoft.com/office/drawing/2014/main" id="{EB9AEAF5-4F7B-239E-E76C-9FA2D15067C9}"/>
              </a:ext>
            </a:extLst>
          </p:cNvPr>
          <p:cNvGraphicFramePr>
            <a:graphicFrameLocks noGrp="1"/>
          </p:cNvGraphicFramePr>
          <p:nvPr/>
        </p:nvGraphicFramePr>
        <p:xfrm>
          <a:off x="0" y="1712687"/>
          <a:ext cx="9596763" cy="4160520"/>
        </p:xfrm>
        <a:graphic>
          <a:graphicData uri="http://schemas.openxmlformats.org/drawingml/2006/table">
            <a:tbl>
              <a:tblPr/>
              <a:tblGrid>
                <a:gridCol w="411832">
                  <a:extLst>
                    <a:ext uri="{9D8B030D-6E8A-4147-A177-3AD203B41FA5}">
                      <a16:colId xmlns:a16="http://schemas.microsoft.com/office/drawing/2014/main" val="3769149407"/>
                    </a:ext>
                  </a:extLst>
                </a:gridCol>
                <a:gridCol w="411832">
                  <a:extLst>
                    <a:ext uri="{9D8B030D-6E8A-4147-A177-3AD203B41FA5}">
                      <a16:colId xmlns:a16="http://schemas.microsoft.com/office/drawing/2014/main" val="4160991727"/>
                    </a:ext>
                  </a:extLst>
                </a:gridCol>
                <a:gridCol w="629668">
                  <a:extLst>
                    <a:ext uri="{9D8B030D-6E8A-4147-A177-3AD203B41FA5}">
                      <a16:colId xmlns:a16="http://schemas.microsoft.com/office/drawing/2014/main" val="2752638270"/>
                    </a:ext>
                  </a:extLst>
                </a:gridCol>
                <a:gridCol w="633951">
                  <a:extLst>
                    <a:ext uri="{9D8B030D-6E8A-4147-A177-3AD203B41FA5}">
                      <a16:colId xmlns:a16="http://schemas.microsoft.com/office/drawing/2014/main" val="542443215"/>
                    </a:ext>
                  </a:extLst>
                </a:gridCol>
                <a:gridCol w="2072578">
                  <a:extLst>
                    <a:ext uri="{9D8B030D-6E8A-4147-A177-3AD203B41FA5}">
                      <a16:colId xmlns:a16="http://schemas.microsoft.com/office/drawing/2014/main" val="604924163"/>
                    </a:ext>
                  </a:extLst>
                </a:gridCol>
                <a:gridCol w="3749205">
                  <a:extLst>
                    <a:ext uri="{9D8B030D-6E8A-4147-A177-3AD203B41FA5}">
                      <a16:colId xmlns:a16="http://schemas.microsoft.com/office/drawing/2014/main" val="710115409"/>
                    </a:ext>
                  </a:extLst>
                </a:gridCol>
                <a:gridCol w="1687697">
                  <a:extLst>
                    <a:ext uri="{9D8B030D-6E8A-4147-A177-3AD203B41FA5}">
                      <a16:colId xmlns:a16="http://schemas.microsoft.com/office/drawing/2014/main" val="1867118425"/>
                    </a:ext>
                  </a:extLst>
                </a:gridCol>
              </a:tblGrid>
              <a:tr h="128709">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a:t>
                      </a:r>
                      <a:endParaRPr lang="en-US" sz="900" b="1" i="0" u="none" strike="noStrike">
                        <a:solidFill>
                          <a:srgbClr val="FFFFFF"/>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en-US" sz="900" b="1" i="0" u="none" strike="noStrike">
                          <a:solidFill>
                            <a:srgbClr val="FFFFFF"/>
                          </a:solidFill>
                          <a:effectLst/>
                          <a:latin typeface="Meiryo UI" panose="020B0604030504040204" pitchFamily="50" charset="-128"/>
                          <a:ea typeface="Meiryo UI" panose="020B0604030504040204" pitchFamily="50" charset="-128"/>
                        </a:rPr>
                        <a:t>ID</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区分</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案件種別</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案件名称</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概要</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備考</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extLst>
                  <a:ext uri="{0D108BD9-81ED-4DB2-BD59-A6C34878D82A}">
                    <a16:rowId xmlns:a16="http://schemas.microsoft.com/office/drawing/2014/main" val="1400151913"/>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015</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健診文書</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健診結果報告書の医療扶助対応</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健診結果報告書の医療扶助対応</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b="0" i="0" u="none" strike="noStrike">
                          <a:solidFill>
                            <a:srgbClr val="000000"/>
                          </a:solidFill>
                          <a:effectLst/>
                          <a:latin typeface="Meiryo UI" panose="020B0604030504040204" pitchFamily="50" charset="-128"/>
                          <a:ea typeface="Meiryo UI" panose="020B0604030504040204" pitchFamily="50" charset="-128"/>
                        </a:rPr>
                        <a:t>福祉事務所への健診結果報告書の連携</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b="0" i="0" u="none" strike="noStrike">
                          <a:solidFill>
                            <a:srgbClr val="000000"/>
                          </a:solidFill>
                          <a:effectLst/>
                          <a:latin typeface="Meiryo UI" panose="020B0604030504040204" pitchFamily="50" charset="-128"/>
                          <a:ea typeface="Meiryo UI" panose="020B0604030504040204" pitchFamily="50" charset="-128"/>
                        </a:rPr>
                        <a:t>　</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lang="ja-JP" altLang="en-US" sz="900" b="0" i="0" u="none" strike="noStrike">
                          <a:solidFill>
                            <a:srgbClr val="000000"/>
                          </a:solidFill>
                          <a:effectLst/>
                          <a:latin typeface="Meiryo UI" panose="020B0604030504040204" pitchFamily="50" charset="-128"/>
                          <a:ea typeface="Meiryo UI" panose="020B0604030504040204" pitchFamily="50" charset="-128"/>
                        </a:rPr>
                        <a:t>令和</a:t>
                      </a:r>
                      <a:r>
                        <a:rPr lang="en-US" altLang="ja-JP" sz="900" b="0" i="0" u="none" strike="noStrike">
                          <a:solidFill>
                            <a:srgbClr val="000000"/>
                          </a:solidFill>
                          <a:effectLst/>
                          <a:latin typeface="Meiryo UI" panose="020B0604030504040204" pitchFamily="50" charset="-128"/>
                          <a:ea typeface="Meiryo UI" panose="020B0604030504040204" pitchFamily="50" charset="-128"/>
                        </a:rPr>
                        <a:t>10</a:t>
                      </a:r>
                      <a:r>
                        <a:rPr lang="ja-JP" altLang="en-US" sz="900" b="0" i="0" u="none" strike="noStrike">
                          <a:solidFill>
                            <a:srgbClr val="000000"/>
                          </a:solidFill>
                          <a:effectLst/>
                          <a:latin typeface="Meiryo UI" panose="020B0604030504040204" pitchFamily="50" charset="-128"/>
                          <a:ea typeface="Meiryo UI" panose="020B0604030504040204" pitchFamily="50" charset="-128"/>
                        </a:rPr>
                        <a:t>年度以降開発に開発・リリース予定時期を変更。</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94773113"/>
                  </a:ext>
                </a:extLst>
              </a:tr>
              <a:tr h="415827">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2</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037</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その他</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服薬状況等のフィードバック情報の連携機能の追加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服薬状況等のフィードバック情報の新規追加</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服薬状況等のフィードバック情報を薬局から医療機関にデータ連携するための基盤を新規構築する</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薬局への対応（登録対象施設拡大）</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10</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年度以降開発に開発・リリース予定時期を変更。</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66773654"/>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3</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038</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その他</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看護情報</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b="0" i="0" u="none" strike="noStrike">
                          <a:solidFill>
                            <a:srgbClr val="000000"/>
                          </a:solidFill>
                          <a:effectLst/>
                          <a:latin typeface="Meiryo UI" panose="020B0604030504040204" pitchFamily="50" charset="-128"/>
                          <a:ea typeface="Meiryo UI" panose="020B0604030504040204" pitchFamily="50" charset="-128"/>
                        </a:rPr>
                        <a:t>訪問看護指示書等</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の連携機能の追加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看護情報</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b="0" i="0" u="none" strike="noStrike">
                          <a:solidFill>
                            <a:srgbClr val="000000"/>
                          </a:solidFill>
                          <a:effectLst/>
                          <a:latin typeface="Meiryo UI" panose="020B0604030504040204" pitchFamily="50" charset="-128"/>
                          <a:ea typeface="Meiryo UI" panose="020B0604030504040204" pitchFamily="50" charset="-128"/>
                        </a:rPr>
                        <a:t>訪問看護指示書等</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の新規追加</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訪問看護ステーションへの対応（登録・閲覧対象施設拡大）</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10</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年度以降開発に開発・リリース予定時期を変更。</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26629139"/>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4</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040</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その他</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蘇生処置</a:t>
                      </a:r>
                      <a:r>
                        <a:rPr lang="en-US" altLang="ja-JP" sz="900" b="0" i="0" u="none" strike="noStrike">
                          <a:solidFill>
                            <a:srgbClr val="000000"/>
                          </a:solidFill>
                          <a:effectLst/>
                          <a:latin typeface="Meiryo UI" panose="020B0604030504040204" pitchFamily="50" charset="-128"/>
                          <a:ea typeface="Meiryo UI" panose="020B0604030504040204" pitchFamily="50" charset="-128"/>
                        </a:rPr>
                        <a:t>(DNR/ACP)</a:t>
                      </a:r>
                      <a:r>
                        <a:rPr lang="ja-JP" altLang="en-US" sz="900" b="0" i="0" u="none" strike="noStrike">
                          <a:solidFill>
                            <a:srgbClr val="000000"/>
                          </a:solidFill>
                          <a:effectLst/>
                          <a:latin typeface="Meiryo UI" panose="020B0604030504040204" pitchFamily="50" charset="-128"/>
                          <a:ea typeface="Meiryo UI" panose="020B0604030504040204" pitchFamily="50" charset="-128"/>
                        </a:rPr>
                        <a:t>情報の連携機能の追加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蘇生処置</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en-US" sz="900" b="0" i="0" u="none" strike="noStrike">
                          <a:solidFill>
                            <a:srgbClr val="000000"/>
                          </a:solidFill>
                          <a:effectLst/>
                          <a:latin typeface="Meiryo UI" panose="020B0604030504040204" pitchFamily="50" charset="-128"/>
                          <a:ea typeface="Meiryo UI" panose="020B0604030504040204" pitchFamily="50" charset="-128"/>
                        </a:rPr>
                        <a:t>DNR/ACP)</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の新規追加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10</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年度以降開発に開発・リリース予定時期を変更。</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267938689"/>
                  </a:ext>
                </a:extLst>
              </a:tr>
              <a:tr h="123758">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5</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041</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その他</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透析の連携機能の追加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透析情報の新規追加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10</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年度以降開発に開発・リリース予定時期を変更。</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541169012"/>
                  </a:ext>
                </a:extLst>
              </a:tr>
              <a:tr h="123758">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6</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050</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その他</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オプトアウト</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843930" rtl="0" eaLnBrk="1" fontAlgn="t" latinLnBrk="0" hangingPunct="1">
                        <a:lnSpc>
                          <a:spcPct val="100000"/>
                        </a:lnSpc>
                        <a:spcBef>
                          <a:spcPts val="0"/>
                        </a:spcBef>
                        <a:spcAft>
                          <a:spcPts val="0"/>
                        </a:spcAft>
                        <a:buClrTx/>
                        <a:buSzTx/>
                        <a:buFontTx/>
                        <a:buNone/>
                        <a:tabLst/>
                        <a:defRPr/>
                      </a:pPr>
                      <a:r>
                        <a:rPr lang="ja-JP" altLang="ja-JP" sz="900" b="0" i="0" u="none" strike="noStrike">
                          <a:solidFill>
                            <a:srgbClr val="000000"/>
                          </a:solidFill>
                          <a:effectLst/>
                          <a:latin typeface="Meiryo UI" panose="020B0604030504040204" pitchFamily="50" charset="-128"/>
                          <a:ea typeface="Meiryo UI" panose="020B0604030504040204" pitchFamily="50" charset="-128"/>
                        </a:rPr>
                        <a:t>患者のオプトアウトによる基盤内データ保存制御機能を新規構築する（操作はマイナポータルを想定)</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10</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年度以降開発に開発・リリース予定時期を変更。</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27011992"/>
                  </a:ext>
                </a:extLst>
              </a:tr>
              <a:tr h="123758">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7</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053</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マイナポ連携</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PHR</a:t>
                      </a:r>
                      <a:r>
                        <a:rPr lang="ja-JP" altLang="en-US" sz="900" b="0" i="0" u="none" strike="noStrike">
                          <a:solidFill>
                            <a:srgbClr val="000000"/>
                          </a:solidFill>
                          <a:effectLst/>
                          <a:latin typeface="Meiryo UI" panose="020B0604030504040204" pitchFamily="50" charset="-128"/>
                          <a:ea typeface="Meiryo UI" panose="020B0604030504040204" pitchFamily="50" charset="-128"/>
                        </a:rPr>
                        <a:t>事業者向けのマイナポ</a:t>
                      </a:r>
                      <a:r>
                        <a:rPr lang="en-US" altLang="ja-JP" sz="900" b="0" i="0" u="none" strike="noStrike">
                          <a:solidFill>
                            <a:srgbClr val="000000"/>
                          </a:solidFill>
                          <a:effectLst/>
                          <a:latin typeface="Meiryo UI" panose="020B0604030504040204" pitchFamily="50" charset="-128"/>
                          <a:ea typeface="Meiryo UI" panose="020B0604030504040204" pitchFamily="50" charset="-128"/>
                        </a:rPr>
                        <a:t>API(RESTful)</a:t>
                      </a:r>
                      <a:r>
                        <a:rPr lang="ja-JP" altLang="en-US" sz="900" b="0" i="0" u="none" strike="noStrike">
                          <a:solidFill>
                            <a:srgbClr val="000000"/>
                          </a:solidFill>
                          <a:effectLst/>
                          <a:latin typeface="Meiryo UI" panose="020B0604030504040204" pitchFamily="50" charset="-128"/>
                          <a:ea typeface="Meiryo UI" panose="020B0604030504040204" pitchFamily="50" charset="-128"/>
                        </a:rPr>
                        <a:t>を新規構築する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PHR</a:t>
                      </a:r>
                      <a:r>
                        <a:rPr lang="ja-JP" altLang="en-US" sz="900" b="0" i="0" u="none" strike="noStrike">
                          <a:solidFill>
                            <a:srgbClr val="000000"/>
                          </a:solidFill>
                          <a:effectLst/>
                          <a:latin typeface="Meiryo UI" panose="020B0604030504040204" pitchFamily="50" charset="-128"/>
                          <a:ea typeface="Meiryo UI" panose="020B0604030504040204" pitchFamily="50" charset="-128"/>
                        </a:rPr>
                        <a:t>事業者向けのマイナポ</a:t>
                      </a:r>
                      <a:r>
                        <a:rPr lang="en-US" altLang="ja-JP" sz="900" b="0" i="0" u="none" strike="noStrike">
                          <a:solidFill>
                            <a:srgbClr val="000000"/>
                          </a:solidFill>
                          <a:effectLst/>
                          <a:latin typeface="Meiryo UI" panose="020B0604030504040204" pitchFamily="50" charset="-128"/>
                          <a:ea typeface="Meiryo UI" panose="020B0604030504040204" pitchFamily="50" charset="-128"/>
                        </a:rPr>
                        <a:t>API(RESTful)</a:t>
                      </a:r>
                      <a:r>
                        <a:rPr lang="ja-JP" altLang="en-US" sz="900" b="0" i="0" u="none" strike="noStrike">
                          <a:solidFill>
                            <a:srgbClr val="000000"/>
                          </a:solidFill>
                          <a:effectLst/>
                          <a:latin typeface="Meiryo UI" panose="020B0604030504040204" pitchFamily="50" charset="-128"/>
                          <a:ea typeface="Meiryo UI" panose="020B0604030504040204" pitchFamily="50" charset="-128"/>
                        </a:rPr>
                        <a:t>を新規構築する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10</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年度以降開発に開発・リリース予定時期を変更。</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848765148"/>
                  </a:ext>
                </a:extLst>
              </a:tr>
              <a:tr h="123758">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8</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094</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zh-TW" altLang="en-US" sz="900" b="0" i="0" u="none" strike="noStrike">
                          <a:solidFill>
                            <a:srgbClr val="000000"/>
                          </a:solidFill>
                          <a:effectLst/>
                          <a:latin typeface="Meiryo UI" panose="020B0604030504040204" pitchFamily="50" charset="-128"/>
                          <a:ea typeface="Meiryo UI" panose="020B0604030504040204" pitchFamily="50" charset="-128"/>
                        </a:rPr>
                        <a:t>臨床情報</a:t>
                      </a:r>
                      <a:r>
                        <a:rPr lang="en-US" altLang="zh-TW" sz="900" b="0" i="0" u="none" strike="noStrike">
                          <a:solidFill>
                            <a:srgbClr val="000000"/>
                          </a:solidFill>
                          <a:effectLst/>
                          <a:latin typeface="Meiryo UI" panose="020B0604030504040204" pitchFamily="50" charset="-128"/>
                          <a:ea typeface="Meiryo UI" panose="020B0604030504040204" pitchFamily="50" charset="-128"/>
                        </a:rPr>
                        <a:t>(</a:t>
                      </a:r>
                      <a:r>
                        <a:rPr lang="zh-TW" altLang="en-US" sz="900" b="0" i="0" u="none" strike="noStrike">
                          <a:solidFill>
                            <a:srgbClr val="000000"/>
                          </a:solidFill>
                          <a:effectLst/>
                          <a:latin typeface="Meiryo UI" panose="020B0604030504040204" pitchFamily="50" charset="-128"/>
                          <a:ea typeface="Meiryo UI" panose="020B0604030504040204" pitchFamily="50" charset="-128"/>
                        </a:rPr>
                        <a:t>全般</a:t>
                      </a:r>
                      <a:r>
                        <a:rPr lang="en-US" altLang="zh-TW" sz="900" b="0" i="0" u="none" strike="noStrike">
                          <a:solidFill>
                            <a:srgbClr val="000000"/>
                          </a:solidFill>
                          <a:effectLst/>
                          <a:latin typeface="Meiryo UI" panose="020B0604030504040204" pitchFamily="50" charset="-128"/>
                          <a:ea typeface="Meiryo UI" panose="020B0604030504040204" pitchFamily="50" charset="-128"/>
                        </a:rPr>
                        <a:t>)</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機能改善</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死亡した患者の長期保存フラグのついた情報の削除</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死亡した患者の長期保存フラグのついた情報の取り扱うための機能を追加する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10</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年度以降開発に開発・リリース予定時期を変更。</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646018806"/>
                  </a:ext>
                </a:extLst>
              </a:tr>
              <a:tr h="123758">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9</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152</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その他</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栄養情報の連携機能の追加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10</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年度以降開発に開発・リリース予定時期を変更。</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154781976"/>
                  </a:ext>
                </a:extLst>
              </a:tr>
              <a:tr h="123758">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10</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154</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その他</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傷病名・修飾語マスタの</a:t>
                      </a:r>
                      <a:r>
                        <a:rPr lang="en-US" altLang="ja-JP" sz="900" b="0" i="0" u="none" strike="noStrike">
                          <a:solidFill>
                            <a:srgbClr val="000000"/>
                          </a:solidFill>
                          <a:effectLst/>
                          <a:latin typeface="Meiryo UI" panose="020B0604030504040204" pitchFamily="50" charset="-128"/>
                          <a:ea typeface="Meiryo UI" panose="020B0604030504040204" pitchFamily="50" charset="-128"/>
                        </a:rPr>
                        <a:t>UTF-8</a:t>
                      </a:r>
                      <a:r>
                        <a:rPr lang="ja-JP" altLang="en-US" sz="900" b="0" i="0" u="none" strike="noStrike">
                          <a:solidFill>
                            <a:srgbClr val="000000"/>
                          </a:solidFill>
                          <a:effectLst/>
                          <a:latin typeface="Meiryo UI" panose="020B0604030504040204" pitchFamily="50" charset="-128"/>
                          <a:ea typeface="Meiryo UI" panose="020B0604030504040204" pitchFamily="50" charset="-128"/>
                        </a:rPr>
                        <a:t>対応</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標準マスタの文字コードを統一</a:t>
                      </a:r>
                      <a:r>
                        <a:rPr lang="en-US" altLang="ja-JP" sz="900" b="0" i="0" u="none" strike="noStrike">
                          <a:solidFill>
                            <a:srgbClr val="000000"/>
                          </a:solidFill>
                          <a:effectLst/>
                          <a:latin typeface="Meiryo UI" panose="020B0604030504040204" pitchFamily="50" charset="-128"/>
                          <a:ea typeface="Meiryo UI" panose="020B0604030504040204" pitchFamily="50" charset="-128"/>
                        </a:rPr>
                        <a:t>(UTF-8)</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令和</a:t>
                      </a:r>
                      <a:r>
                        <a:rPr kumimoji="1" lang="en-US" altLang="ja-JP"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10</a:t>
                      </a:r>
                      <a:r>
                        <a:rPr kumimoji="1" lang="ja-JP" altLang="en-US" sz="9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年度以降開発に開発・リリース予定時期を変更。</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158853849"/>
                  </a:ext>
                </a:extLst>
              </a:tr>
            </a:tbl>
          </a:graphicData>
        </a:graphic>
      </p:graphicFrame>
      <p:sp>
        <p:nvSpPr>
          <p:cNvPr id="5" name="正方形/長方形 4">
            <a:extLst>
              <a:ext uri="{FF2B5EF4-FFF2-40B4-BE49-F238E27FC236}">
                <a16:creationId xmlns:a16="http://schemas.microsoft.com/office/drawing/2014/main" id="{43130EC3-E735-281F-16C7-A4BF9F376A41}"/>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619628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56132-A83E-E402-4407-6115FA72641B}"/>
            </a:ext>
          </a:extLst>
        </p:cNvPr>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79BE715A-9E06-6B45-4632-21BBD958EC63}"/>
              </a:ext>
            </a:extLst>
          </p:cNvPr>
          <p:cNvSpPr>
            <a:spLocks noGrp="1"/>
          </p:cNvSpPr>
          <p:nvPr>
            <p:ph idx="1"/>
          </p:nvPr>
        </p:nvSpPr>
        <p:spPr/>
        <p:txBody>
          <a:bodyPr/>
          <a:lstStyle/>
          <a:p>
            <a:pPr marL="285750" indent="-285750">
              <a:buFont typeface="Arial" panose="020B0604020202020204" pitchFamily="34" charset="0"/>
              <a:buChar char="•"/>
            </a:pPr>
            <a:r>
              <a:rPr lang="en-US" altLang="ja-JP" sz="1200" noProof="1"/>
              <a:t>10/5</a:t>
            </a:r>
            <a:r>
              <a:rPr lang="ja-JP" altLang="en-US" sz="1200" noProof="1"/>
              <a:t>時点において、計</a:t>
            </a:r>
            <a:r>
              <a:rPr lang="en-US" altLang="ja-JP" sz="1200" noProof="1"/>
              <a:t>7</a:t>
            </a:r>
            <a:r>
              <a:rPr lang="ja-JP" altLang="en-US" sz="1200" noProof="1"/>
              <a:t>件の案件を取り下げとする。</a:t>
            </a:r>
            <a:endParaRPr kumimoji="1" lang="en-US" altLang="ja-JP" sz="1200" noProof="1"/>
          </a:p>
        </p:txBody>
      </p:sp>
      <p:sp>
        <p:nvSpPr>
          <p:cNvPr id="3" name="タイトル 2">
            <a:extLst>
              <a:ext uri="{FF2B5EF4-FFF2-40B4-BE49-F238E27FC236}">
                <a16:creationId xmlns:a16="http://schemas.microsoft.com/office/drawing/2014/main" id="{1365CF46-7734-B739-C696-9F2D338A7073}"/>
              </a:ext>
            </a:extLst>
          </p:cNvPr>
          <p:cNvSpPr>
            <a:spLocks noGrp="1"/>
          </p:cNvSpPr>
          <p:nvPr>
            <p:ph type="title"/>
          </p:nvPr>
        </p:nvSpPr>
        <p:spPr/>
        <p:txBody>
          <a:bodyPr>
            <a:normAutofit/>
          </a:bodyPr>
          <a:lstStyle/>
          <a:p>
            <a:r>
              <a:rPr lang="en-US" altLang="ja-JP">
                <a:latin typeface="Meiryo UI" panose="020B0604030504040204" pitchFamily="50" charset="-128"/>
                <a:ea typeface="Meiryo UI" panose="020B0604030504040204" pitchFamily="50" charset="-128"/>
              </a:rPr>
              <a:t>3.</a:t>
            </a:r>
            <a:r>
              <a:rPr lang="ja-JP" altLang="en-US">
                <a:latin typeface="Meiryo UI" panose="020B0604030504040204" pitchFamily="50" charset="-128"/>
                <a:ea typeface="Meiryo UI" panose="020B0604030504040204" pitchFamily="50" charset="-128"/>
              </a:rPr>
              <a:t>  案件台帳の更新箇所の報告（</a:t>
            </a:r>
            <a:r>
              <a:rPr lang="en-US" altLang="ja-JP">
                <a:latin typeface="Meiryo UI" panose="020B0604030504040204" pitchFamily="50" charset="-128"/>
                <a:ea typeface="Meiryo UI" panose="020B0604030504040204" pitchFamily="50" charset="-128"/>
              </a:rPr>
              <a:t>1005</a:t>
            </a:r>
            <a:r>
              <a:rPr lang="ja-JP" altLang="en-US">
                <a:latin typeface="Meiryo UI" panose="020B0604030504040204" pitchFamily="50" charset="-128"/>
                <a:ea typeface="Meiryo UI" panose="020B0604030504040204" pitchFamily="50" charset="-128"/>
              </a:rPr>
              <a:t>断面）</a:t>
            </a:r>
            <a:endParaRPr kumimoji="1" lang="ja-JP" altLang="en-US"/>
          </a:p>
        </p:txBody>
      </p:sp>
      <p:graphicFrame>
        <p:nvGraphicFramePr>
          <p:cNvPr id="5" name="表 4">
            <a:extLst>
              <a:ext uri="{FF2B5EF4-FFF2-40B4-BE49-F238E27FC236}">
                <a16:creationId xmlns:a16="http://schemas.microsoft.com/office/drawing/2014/main" id="{5FD8F4A7-FF23-3481-204B-AEC20EF4C67A}"/>
              </a:ext>
            </a:extLst>
          </p:cNvPr>
          <p:cNvGraphicFramePr>
            <a:graphicFrameLocks noGrp="1"/>
          </p:cNvGraphicFramePr>
          <p:nvPr/>
        </p:nvGraphicFramePr>
        <p:xfrm>
          <a:off x="154618" y="1616937"/>
          <a:ext cx="9497848" cy="3611880"/>
        </p:xfrm>
        <a:graphic>
          <a:graphicData uri="http://schemas.openxmlformats.org/drawingml/2006/table">
            <a:tbl>
              <a:tblPr/>
              <a:tblGrid>
                <a:gridCol w="368737">
                  <a:extLst>
                    <a:ext uri="{9D8B030D-6E8A-4147-A177-3AD203B41FA5}">
                      <a16:colId xmlns:a16="http://schemas.microsoft.com/office/drawing/2014/main" val="3769149407"/>
                    </a:ext>
                  </a:extLst>
                </a:gridCol>
                <a:gridCol w="368737">
                  <a:extLst>
                    <a:ext uri="{9D8B030D-6E8A-4147-A177-3AD203B41FA5}">
                      <a16:colId xmlns:a16="http://schemas.microsoft.com/office/drawing/2014/main" val="4160991727"/>
                    </a:ext>
                  </a:extLst>
                </a:gridCol>
                <a:gridCol w="563778">
                  <a:extLst>
                    <a:ext uri="{9D8B030D-6E8A-4147-A177-3AD203B41FA5}">
                      <a16:colId xmlns:a16="http://schemas.microsoft.com/office/drawing/2014/main" val="2752638270"/>
                    </a:ext>
                  </a:extLst>
                </a:gridCol>
                <a:gridCol w="567613">
                  <a:extLst>
                    <a:ext uri="{9D8B030D-6E8A-4147-A177-3AD203B41FA5}">
                      <a16:colId xmlns:a16="http://schemas.microsoft.com/office/drawing/2014/main" val="542443215"/>
                    </a:ext>
                  </a:extLst>
                </a:gridCol>
                <a:gridCol w="1855698">
                  <a:extLst>
                    <a:ext uri="{9D8B030D-6E8A-4147-A177-3AD203B41FA5}">
                      <a16:colId xmlns:a16="http://schemas.microsoft.com/office/drawing/2014/main" val="604924163"/>
                    </a:ext>
                  </a:extLst>
                </a:gridCol>
                <a:gridCol w="3704033">
                  <a:extLst>
                    <a:ext uri="{9D8B030D-6E8A-4147-A177-3AD203B41FA5}">
                      <a16:colId xmlns:a16="http://schemas.microsoft.com/office/drawing/2014/main" val="710115409"/>
                    </a:ext>
                  </a:extLst>
                </a:gridCol>
                <a:gridCol w="2069252">
                  <a:extLst>
                    <a:ext uri="{9D8B030D-6E8A-4147-A177-3AD203B41FA5}">
                      <a16:colId xmlns:a16="http://schemas.microsoft.com/office/drawing/2014/main" val="1867118425"/>
                    </a:ext>
                  </a:extLst>
                </a:gridCol>
              </a:tblGrid>
              <a:tr h="128709">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a:t>
                      </a:r>
                      <a:endParaRPr lang="en-US" sz="900" b="1" i="0" u="none" strike="noStrike">
                        <a:solidFill>
                          <a:srgbClr val="FFFFFF"/>
                        </a:solidFill>
                        <a:effectLst/>
                        <a:latin typeface="Meiryo UI" panose="020B0604030504040204" pitchFamily="50" charset="-128"/>
                        <a:ea typeface="Meiryo UI" panose="020B0604030504040204" pitchFamily="50" charset="-128"/>
                      </a:endParaRP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en-US" sz="900" b="1" i="0" u="none" strike="noStrike">
                          <a:solidFill>
                            <a:srgbClr val="FFFFFF"/>
                          </a:solidFill>
                          <a:effectLst/>
                          <a:latin typeface="Meiryo UI" panose="020B0604030504040204" pitchFamily="50" charset="-128"/>
                          <a:ea typeface="Meiryo UI" panose="020B0604030504040204" pitchFamily="50" charset="-128"/>
                        </a:rPr>
                        <a:t>ID</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区分</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案件種別</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案件名称</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概要</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tc>
                  <a:txBody>
                    <a:bodyPr/>
                    <a:lstStyle/>
                    <a:p>
                      <a:pPr algn="ctr" rtl="0" fontAlgn="ctr">
                        <a:buNone/>
                      </a:pPr>
                      <a:r>
                        <a:rPr lang="ja-JP" altLang="en-US" sz="900" b="1" i="0" u="none" strike="noStrike">
                          <a:solidFill>
                            <a:srgbClr val="FFFFFF"/>
                          </a:solidFill>
                          <a:effectLst/>
                          <a:latin typeface="Meiryo UI" panose="020B0604030504040204" pitchFamily="50" charset="-128"/>
                          <a:ea typeface="Meiryo UI" panose="020B0604030504040204" pitchFamily="50" charset="-128"/>
                        </a:rPr>
                        <a:t>取り下げ理由</a:t>
                      </a:r>
                    </a:p>
                  </a:txBody>
                  <a:tcPr marL="45720" marR="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F497D"/>
                    </a:solidFill>
                  </a:tcPr>
                </a:tc>
                <a:extLst>
                  <a:ext uri="{0D108BD9-81ED-4DB2-BD59-A6C34878D82A}">
                    <a16:rowId xmlns:a16="http://schemas.microsoft.com/office/drawing/2014/main" val="1400151913"/>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035</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その他</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感染症発生届の連携機能の追加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感染症発生届の新規追加</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感染症サーベイランスシステムと感染症発生届に関するデータ連携</a:t>
                      </a:r>
                      <a:r>
                        <a:rPr lang="en-US" altLang="ja-JP" sz="900" b="0" i="0" u="none" strike="noStrike">
                          <a:solidFill>
                            <a:srgbClr val="000000"/>
                          </a:solidFill>
                          <a:effectLst/>
                          <a:latin typeface="Meiryo UI" panose="020B0604030504040204" pitchFamily="50" charset="-128"/>
                          <a:ea typeface="Meiryo UI" panose="020B0604030504040204" pitchFamily="50" charset="-128"/>
                        </a:rPr>
                        <a:t>I/F</a:t>
                      </a:r>
                      <a:r>
                        <a:rPr lang="ja-JP" altLang="en-US" sz="900" b="0" i="0" u="none" strike="noStrike">
                          <a:solidFill>
                            <a:srgbClr val="000000"/>
                          </a:solidFill>
                          <a:effectLst/>
                          <a:latin typeface="Meiryo UI" panose="020B0604030504040204" pitchFamily="50" charset="-128"/>
                          <a:ea typeface="Meiryo UI" panose="020B0604030504040204" pitchFamily="50" charset="-128"/>
                        </a:rPr>
                        <a:t>を新規構築する</a:t>
                      </a:r>
                      <a:endParaRPr lang="en-US" alt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電子カルテ情報共有サービスをとおさないで感染症発生届を電子カルテから登録する方針となったため</a:t>
                      </a:r>
                      <a:endParaRPr lang="en-US" alt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56264488"/>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2</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039</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その他</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歯科情報</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b="0" i="0" u="none" strike="noStrike">
                          <a:solidFill>
                            <a:srgbClr val="000000"/>
                          </a:solidFill>
                          <a:effectLst/>
                          <a:latin typeface="Meiryo UI" panose="020B0604030504040204" pitchFamily="50" charset="-128"/>
                          <a:ea typeface="Meiryo UI" panose="020B0604030504040204" pitchFamily="50" charset="-128"/>
                        </a:rPr>
                        <a:t>歯科用診療情報提供書等</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の連携機能の追加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歯科情報</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b="0" i="0" u="none" strike="noStrike">
                          <a:solidFill>
                            <a:srgbClr val="000000"/>
                          </a:solidFill>
                          <a:effectLst/>
                          <a:latin typeface="Meiryo UI" panose="020B0604030504040204" pitchFamily="50" charset="-128"/>
                          <a:ea typeface="Meiryo UI" panose="020B0604030504040204" pitchFamily="50" charset="-128"/>
                        </a:rPr>
                        <a:t>歯科用診療情報提供書等</a:t>
                      </a:r>
                      <a:r>
                        <a:rPr lang="en-US" altLang="ja-JP" sz="900" b="0" i="0" u="none" strike="noStrike">
                          <a:solidFill>
                            <a:srgbClr val="000000"/>
                          </a:solidFill>
                          <a:effectLst/>
                          <a:latin typeface="Meiryo UI" panose="020B0604030504040204" pitchFamily="50" charset="-128"/>
                          <a:ea typeface="Meiryo UI" panose="020B0604030504040204" pitchFamily="50" charset="-128"/>
                        </a:rPr>
                        <a:t>)</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の新規追加</a:t>
                      </a:r>
                      <a:br>
                        <a:rPr lang="ja-JP" altLang="en-US" sz="900" b="0" i="0" u="none" strike="noStrike">
                          <a:solidFill>
                            <a:srgbClr val="000000"/>
                          </a:solidFill>
                          <a:effectLst/>
                          <a:latin typeface="Meiryo UI" panose="020B0604030504040204" pitchFamily="50" charset="-128"/>
                          <a:ea typeface="Meiryo UI" panose="020B0604030504040204" pitchFamily="50" charset="-128"/>
                        </a:rPr>
                      </a:br>
                      <a:r>
                        <a:rPr lang="ja-JP" altLang="en-US" sz="900" b="0" i="0" u="none" strike="noStrike">
                          <a:solidFill>
                            <a:srgbClr val="000000"/>
                          </a:solidFill>
                          <a:effectLst/>
                          <a:latin typeface="Meiryo UI" panose="020B0604030504040204" pitchFamily="50" charset="-128"/>
                          <a:ea typeface="Meiryo UI" panose="020B0604030504040204" pitchFamily="50" charset="-128"/>
                        </a:rPr>
                        <a:t>歯科医療機関への対応（登録　対象施設拡大）</a:t>
                      </a:r>
                      <a:endParaRPr lang="en-US" altLang="ja-JP" sz="900" b="0" i="0" u="none" strike="noStrike">
                        <a:solidFill>
                          <a:srgbClr val="000000"/>
                        </a:solidFill>
                        <a:effectLst/>
                        <a:latin typeface="Meiryo UI" panose="020B0604030504040204" pitchFamily="50" charset="-128"/>
                        <a:ea typeface="Meiryo UI" panose="020B0604030504040204" pitchFamily="50" charset="-128"/>
                      </a:endParaRPr>
                    </a:p>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臨床情報への歯科情報の追加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歯科における機能拡張は、各文書・情報ごとにリリースタイミングが異なるため、個別で付議することとなったため</a:t>
                      </a:r>
                      <a:endParaRPr lang="en-US" alt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08188753"/>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3</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044</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マイナポ連携</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マイナポータルから事前同意設定するための二次元コードコード発行機能</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マイナポータルから事前同意設定するための二次元コードコード発行機能を新規実装する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資格確認に関するデジタル庁との検討の中で進めるため、電カル共有の案件としては取り下げ</a:t>
                      </a:r>
                      <a:endParaRPr lang="en-US" alt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043858590"/>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4</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045</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その他</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連携アプリケーション（</a:t>
                      </a:r>
                      <a:r>
                        <a:rPr lang="en-US" altLang="ja-JP" sz="900" b="0" i="0" u="none" strike="noStrike">
                          <a:solidFill>
                            <a:srgbClr val="000000"/>
                          </a:solidFill>
                          <a:effectLst/>
                          <a:latin typeface="Meiryo UI" panose="020B0604030504040204" pitchFamily="50" charset="-128"/>
                          <a:ea typeface="Meiryo UI" panose="020B0604030504040204" pitchFamily="50" charset="-128"/>
                        </a:rPr>
                        <a:t>Linux</a:t>
                      </a:r>
                      <a:r>
                        <a:rPr lang="ja-JP" altLang="en-US" sz="900" b="0" i="0" u="none" strike="noStrike">
                          <a:solidFill>
                            <a:srgbClr val="000000"/>
                          </a:solidFill>
                          <a:effectLst/>
                          <a:latin typeface="Meiryo UI" panose="020B0604030504040204" pitchFamily="50" charset="-128"/>
                          <a:ea typeface="Meiryo UI" panose="020B0604030504040204" pitchFamily="50" charset="-128"/>
                        </a:rPr>
                        <a:t>対応バージョン）の開発 </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連携アプリケーション（</a:t>
                      </a:r>
                      <a:r>
                        <a:rPr lang="en-US" altLang="ja-JP" sz="900" b="0" i="0" u="none" strike="noStrike">
                          <a:solidFill>
                            <a:srgbClr val="000000"/>
                          </a:solidFill>
                          <a:effectLst/>
                          <a:latin typeface="Meiryo UI" panose="020B0604030504040204" pitchFamily="50" charset="-128"/>
                          <a:ea typeface="Meiryo UI" panose="020B0604030504040204" pitchFamily="50" charset="-128"/>
                        </a:rPr>
                        <a:t>Linux</a:t>
                      </a:r>
                      <a:r>
                        <a:rPr lang="ja-JP" altLang="en-US" sz="900" b="0" i="0" u="none" strike="noStrike">
                          <a:solidFill>
                            <a:srgbClr val="000000"/>
                          </a:solidFill>
                          <a:effectLst/>
                          <a:latin typeface="Meiryo UI" panose="020B0604030504040204" pitchFamily="50" charset="-128"/>
                          <a:ea typeface="Meiryo UI" panose="020B0604030504040204" pitchFamily="50" charset="-128"/>
                        </a:rPr>
                        <a:t>対応バージョン）の開発 </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Linux</a:t>
                      </a:r>
                      <a:r>
                        <a:rPr lang="ja-JP" altLang="en-US" sz="900" b="0" i="0" u="none" strike="noStrike">
                          <a:solidFill>
                            <a:srgbClr val="000000"/>
                          </a:solidFill>
                          <a:effectLst/>
                          <a:latin typeface="Meiryo UI" panose="020B0604030504040204" pitchFamily="50" charset="-128"/>
                          <a:ea typeface="Meiryo UI" panose="020B0604030504040204" pitchFamily="50" charset="-128"/>
                        </a:rPr>
                        <a:t>対応についてシステムベンダから現時点において要望がないため</a:t>
                      </a:r>
                      <a:endParaRPr lang="en-US" alt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58937752"/>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5</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151</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lang="ja-JP" altLang="en-US" sz="900" b="0" i="0" u="none" strike="noStrike">
                          <a:solidFill>
                            <a:srgbClr val="000000"/>
                          </a:solidFill>
                          <a:effectLst/>
                          <a:latin typeface="Meiryo UI" panose="020B0604030504040204" pitchFamily="50" charset="-128"/>
                          <a:ea typeface="Meiryo UI" panose="020B0604030504040204" pitchFamily="50" charset="-128"/>
                        </a:rPr>
                        <a:t>その他</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２次利用</a:t>
                      </a:r>
                      <a:r>
                        <a:rPr lang="en-US" altLang="ja-JP" sz="900" b="0" i="0" u="none" strike="noStrike">
                          <a:solidFill>
                            <a:srgbClr val="000000"/>
                          </a:solidFill>
                          <a:effectLst/>
                          <a:latin typeface="Meiryo UI" panose="020B0604030504040204" pitchFamily="50" charset="-128"/>
                          <a:ea typeface="Meiryo UI" panose="020B0604030504040204" pitchFamily="50" charset="-128"/>
                        </a:rPr>
                        <a:t>DB</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への情報連携（連携仕様に応じた出力機能および連携ネットワークの構築）</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電子カルテ情報共有サービスに登録された３文書６情報を、二次利用</a:t>
                      </a:r>
                      <a:r>
                        <a:rPr lang="en-US" altLang="ja-JP" sz="900" b="0" i="0" u="none" strike="noStrike">
                          <a:solidFill>
                            <a:srgbClr val="000000"/>
                          </a:solidFill>
                          <a:effectLst/>
                          <a:latin typeface="Meiryo UI" panose="020B0604030504040204" pitchFamily="50" charset="-128"/>
                          <a:ea typeface="Meiryo UI" panose="020B0604030504040204" pitchFamily="50" charset="-128"/>
                        </a:rPr>
                        <a:t>DB</a:t>
                      </a:r>
                      <a:r>
                        <a:rPr lang="ja-JP" altLang="en-US" sz="900" b="0" i="0" u="none" strike="noStrike">
                          <a:solidFill>
                            <a:srgbClr val="000000"/>
                          </a:solidFill>
                          <a:effectLst/>
                          <a:latin typeface="Meiryo UI" panose="020B0604030504040204" pitchFamily="50" charset="-128"/>
                          <a:ea typeface="Meiryo UI" panose="020B0604030504040204" pitchFamily="50" charset="-128"/>
                        </a:rPr>
                        <a:t>に格納する仕組みを構築する。</a:t>
                      </a:r>
                      <a:endParaRPr 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電子カルテ情報共有サービスではなく、</a:t>
                      </a:r>
                      <a:r>
                        <a:rPr lang="en-US" altLang="ja-JP" sz="900" b="0" i="0" u="none" strike="noStrike">
                          <a:solidFill>
                            <a:srgbClr val="000000"/>
                          </a:solidFill>
                          <a:effectLst/>
                          <a:latin typeface="Meiryo UI" panose="020B0604030504040204" pitchFamily="50" charset="-128"/>
                          <a:ea typeface="Meiryo UI" panose="020B0604030504040204" pitchFamily="50" charset="-128"/>
                        </a:rPr>
                        <a:t>2</a:t>
                      </a:r>
                      <a:r>
                        <a:rPr lang="ja-JP" altLang="en-US" sz="900" b="0" i="0" u="none" strike="noStrike">
                          <a:solidFill>
                            <a:srgbClr val="000000"/>
                          </a:solidFill>
                          <a:effectLst/>
                          <a:latin typeface="Meiryo UI" panose="020B0604030504040204" pitchFamily="50" charset="-128"/>
                          <a:ea typeface="Meiryo UI" panose="020B0604030504040204" pitchFamily="50" charset="-128"/>
                        </a:rPr>
                        <a:t>次利用</a:t>
                      </a:r>
                      <a:r>
                        <a:rPr lang="en-US" altLang="ja-JP" sz="900" b="0" i="0" u="none" strike="noStrike">
                          <a:solidFill>
                            <a:srgbClr val="000000"/>
                          </a:solidFill>
                          <a:effectLst/>
                          <a:latin typeface="Meiryo UI" panose="020B0604030504040204" pitchFamily="50" charset="-128"/>
                          <a:ea typeface="Meiryo UI" panose="020B0604030504040204" pitchFamily="50" charset="-128"/>
                        </a:rPr>
                        <a:t>DB</a:t>
                      </a:r>
                      <a:r>
                        <a:rPr lang="ja-JP" altLang="en-US" sz="900" b="0" i="0" u="none" strike="noStrike">
                          <a:solidFill>
                            <a:srgbClr val="000000"/>
                          </a:solidFill>
                          <a:effectLst/>
                          <a:latin typeface="Meiryo UI" panose="020B0604030504040204" pitchFamily="50" charset="-128"/>
                          <a:ea typeface="Meiryo UI" panose="020B0604030504040204" pitchFamily="50" charset="-128"/>
                        </a:rPr>
                        <a:t>構築の管理の中で推進することとなったため</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5184892"/>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6</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179</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lang="ja-JP" altLang="en-US" sz="900" b="0" i="0" u="none" strike="noStrike">
                          <a:solidFill>
                            <a:srgbClr val="000000"/>
                          </a:solidFill>
                          <a:effectLst/>
                          <a:latin typeface="Meiryo UI" panose="020B0604030504040204" pitchFamily="50" charset="-128"/>
                          <a:ea typeface="Meiryo UI" panose="020B0604030504040204" pitchFamily="50" charset="-128"/>
                        </a:rPr>
                        <a:t>サービスデザイン</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診療情報提供書・退院時サマリーの患者閲覧</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sz="900" b="0" i="0" u="none" strike="noStrike">
                          <a:solidFill>
                            <a:srgbClr val="000000"/>
                          </a:solidFill>
                          <a:effectLst/>
                          <a:latin typeface="Meiryo UI" panose="020B0604030504040204" pitchFamily="50" charset="-128"/>
                          <a:ea typeface="Meiryo UI" panose="020B0604030504040204" pitchFamily="50" charset="-128"/>
                        </a:rPr>
                        <a:t>診療情報提供書・退院時サマリーを患者が閲覧できるようにする。</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規制改革からのコメントに対するフィージビリティ確認のための起票であり、現時点において対応する想定がないため</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835054441"/>
                  </a:ext>
                </a:extLst>
              </a:tr>
              <a:tr h="207914">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7</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en-US" altLang="ja-JP" sz="900" b="0" i="0" u="none" strike="noStrike">
                          <a:solidFill>
                            <a:srgbClr val="000000"/>
                          </a:solidFill>
                          <a:effectLst/>
                          <a:latin typeface="Meiryo UI" panose="020B0604030504040204" pitchFamily="50" charset="-128"/>
                          <a:ea typeface="Meiryo UI" panose="020B0604030504040204" pitchFamily="50" charset="-128"/>
                        </a:rPr>
                        <a:t>187</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サービスデザイン</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b="0" i="0" u="none" strike="noStrike">
                          <a:solidFill>
                            <a:srgbClr val="000000"/>
                          </a:solidFill>
                          <a:effectLst/>
                          <a:latin typeface="Meiryo UI" panose="020B0604030504040204" pitchFamily="50" charset="-128"/>
                          <a:ea typeface="Meiryo UI" panose="020B0604030504040204" pitchFamily="50" charset="-128"/>
                        </a:rPr>
                        <a:t>機能追加</a:t>
                      </a: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a:t>保険医療機関（歯科）の電子カルテ情報共有サービスの利用機能拡大</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l" fontAlgn="t">
                        <a:buNone/>
                      </a:pPr>
                      <a:r>
                        <a:rPr lang="ja-JP" altLang="en-US" sz="900"/>
                        <a:t>保険医療機関（歯科）の電子カルテ情報共有サービスの利用機能拡大する</a:t>
                      </a:r>
                      <a:endParaRPr lang="ja-JP" altLang="en-US"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marL="0" marR="0" lvl="0" indent="0" algn="l" defTabSz="685673" rtl="0" eaLnBrk="1" fontAlgn="t" latinLnBrk="0" hangingPunct="1">
                        <a:lnSpc>
                          <a:spcPct val="100000"/>
                        </a:lnSpc>
                        <a:spcBef>
                          <a:spcPts val="0"/>
                        </a:spcBef>
                        <a:spcAft>
                          <a:spcPts val="0"/>
                        </a:spcAft>
                        <a:buClrTx/>
                        <a:buSzTx/>
                        <a:buFontTx/>
                        <a:buNone/>
                        <a:tabLst/>
                        <a:defRPr/>
                      </a:pPr>
                      <a:r>
                        <a:rPr lang="ja-JP" altLang="en-US" sz="900" b="0" i="0" u="none" strike="noStrike">
                          <a:solidFill>
                            <a:srgbClr val="000000"/>
                          </a:solidFill>
                          <a:effectLst/>
                          <a:latin typeface="Meiryo UI" panose="020B0604030504040204" pitchFamily="50" charset="-128"/>
                          <a:ea typeface="Meiryo UI" panose="020B0604030504040204" pitchFamily="50" charset="-128"/>
                        </a:rPr>
                        <a:t>歯科における機能拡張は、各文書・情報ごとにリリースタイミングが異なるため、個別で付議することとなったため</a:t>
                      </a:r>
                      <a:endParaRPr lang="en-US" altLang="ja-JP" sz="900" b="0" i="0" u="none" strike="noStrike">
                        <a:solidFill>
                          <a:srgbClr val="000000"/>
                        </a:solidFill>
                        <a:effectLst/>
                        <a:latin typeface="Meiryo UI" panose="020B0604030504040204" pitchFamily="50" charset="-128"/>
                        <a:ea typeface="Meiryo UI" panose="020B0604030504040204" pitchFamily="50" charset="-128"/>
                      </a:endParaRPr>
                    </a:p>
                  </a:txBody>
                  <a:tcPr marL="45720" marR="4572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729111068"/>
                  </a:ext>
                </a:extLst>
              </a:tr>
            </a:tbl>
          </a:graphicData>
        </a:graphic>
      </p:graphicFrame>
      <p:sp>
        <p:nvSpPr>
          <p:cNvPr id="6" name="四角形: 角を丸くする 5">
            <a:extLst>
              <a:ext uri="{FF2B5EF4-FFF2-40B4-BE49-F238E27FC236}">
                <a16:creationId xmlns:a16="http://schemas.microsoft.com/office/drawing/2014/main" id="{5FDCD946-F892-FFFE-4798-D4D6B293F1F7}"/>
              </a:ext>
            </a:extLst>
          </p:cNvPr>
          <p:cNvSpPr/>
          <p:nvPr/>
        </p:nvSpPr>
        <p:spPr>
          <a:xfrm>
            <a:off x="154618" y="1263940"/>
            <a:ext cx="2927541" cy="216206"/>
          </a:xfrm>
          <a:prstGeom prst="roundRect">
            <a:avLst/>
          </a:prstGeom>
          <a:solidFill>
            <a:schemeClr val="tx2"/>
          </a:solidFill>
          <a:ln>
            <a:noFill/>
          </a:ln>
        </p:spPr>
        <p:txBody>
          <a:bodyPr rtlCol="0" anchor="ct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1" lang="ja-JP" altLang="en-US" sz="1100" b="0" i="0" u="none" strike="noStrike" kern="1200" cap="none" spc="0" normalizeH="0" baseline="0" noProof="1">
                <a:ln>
                  <a:noFill/>
                </a:ln>
                <a:solidFill>
                  <a:prstClr val="white"/>
                </a:solidFill>
                <a:effectLst/>
                <a:uLnTx/>
                <a:uFillTx/>
                <a:latin typeface="Meiryo UI"/>
                <a:ea typeface="Meiryo UI"/>
                <a:cs typeface="+mn-cs"/>
              </a:rPr>
              <a:t>取り下げ</a:t>
            </a:r>
            <a:endParaRPr kumimoji="1" lang="en-US" altLang="ja-JP" sz="1100" b="0" i="0" u="none" strike="noStrike" kern="1200" cap="none" spc="0" normalizeH="0" baseline="0" noProof="1">
              <a:ln>
                <a:noFill/>
              </a:ln>
              <a:solidFill>
                <a:prstClr val="white"/>
              </a:solidFill>
              <a:effectLst/>
              <a:uLnTx/>
              <a:uFillTx/>
              <a:latin typeface="Meiryo UI"/>
              <a:ea typeface="Meiryo UI"/>
              <a:cs typeface="+mn-cs"/>
            </a:endParaRPr>
          </a:p>
        </p:txBody>
      </p:sp>
      <p:sp>
        <p:nvSpPr>
          <p:cNvPr id="7" name="正方形/長方形 6">
            <a:extLst>
              <a:ext uri="{FF2B5EF4-FFF2-40B4-BE49-F238E27FC236}">
                <a16:creationId xmlns:a16="http://schemas.microsoft.com/office/drawing/2014/main" id="{CAB148C2-56D1-0FE7-801C-9BEF935EC7F8}"/>
              </a:ext>
            </a:extLst>
          </p:cNvPr>
          <p:cNvSpPr/>
          <p:nvPr/>
        </p:nvSpPr>
        <p:spPr>
          <a:xfrm>
            <a:off x="8162770" y="79675"/>
            <a:ext cx="1671422" cy="566200"/>
          </a:xfrm>
          <a:prstGeom prst="rect">
            <a:avLst/>
          </a:prstGeom>
          <a:solidFill>
            <a:schemeClr val="bg1"/>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10/5 </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開発課題検討会</a:t>
            </a:r>
            <a:b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b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厚労省資料</a:t>
            </a:r>
            <a:r>
              <a:rPr kumimoji="1" lang="en-US" altLang="ja-JP" sz="900" b="0" i="0" u="none" strike="noStrike" kern="1200" cap="none" spc="0" normalizeH="0" baseline="0" noProof="0">
                <a:ln>
                  <a:noFill/>
                </a:ln>
                <a:solidFill>
                  <a:prstClr val="black"/>
                </a:solidFill>
                <a:effectLst/>
                <a:uLnTx/>
                <a:uFillTx/>
                <a:latin typeface="Meiryo UI" panose="020B0604030504040204" pitchFamily="50" charset="-128"/>
                <a:ea typeface="Meiryo UI" panose="020B0604030504040204" pitchFamily="50" charset="-128"/>
                <a:cs typeface="+mn-cs"/>
              </a:rPr>
              <a:t>)</a:t>
            </a:r>
          </a:p>
        </p:txBody>
      </p:sp>
    </p:spTree>
    <p:extLst>
      <p:ext uri="{BB962C8B-B14F-4D97-AF65-F5344CB8AC3E}">
        <p14:creationId xmlns:p14="http://schemas.microsoft.com/office/powerpoint/2010/main" val="27168194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26688A0E-4354-02E2-734E-3FAD0B102DA3}"/>
              </a:ext>
            </a:extLst>
          </p:cNvPr>
          <p:cNvPicPr>
            <a:picLocks noChangeAspect="1"/>
          </p:cNvPicPr>
          <p:nvPr/>
        </p:nvPicPr>
        <p:blipFill>
          <a:blip r:embed="rId3"/>
          <a:stretch>
            <a:fillRect/>
          </a:stretch>
        </p:blipFill>
        <p:spPr>
          <a:xfrm>
            <a:off x="1074713" y="1807078"/>
            <a:ext cx="7889924" cy="4529172"/>
          </a:xfrm>
          <a:prstGeom prst="rect">
            <a:avLst/>
          </a:prstGeom>
        </p:spPr>
      </p:pic>
      <p:sp>
        <p:nvSpPr>
          <p:cNvPr id="2" name="タイトル 1">
            <a:extLst>
              <a:ext uri="{FF2B5EF4-FFF2-40B4-BE49-F238E27FC236}">
                <a16:creationId xmlns:a16="http://schemas.microsoft.com/office/drawing/2014/main" id="{02B8EDD7-5300-5412-CC2B-677416CD6B92}"/>
              </a:ext>
            </a:extLst>
          </p:cNvPr>
          <p:cNvSpPr>
            <a:spLocks noGrp="1"/>
          </p:cNvSpPr>
          <p:nvPr>
            <p:ph type="title"/>
          </p:nvPr>
        </p:nvSpPr>
        <p:spPr/>
        <p:txBody>
          <a:bodyPr/>
          <a:lstStyle/>
          <a:p>
            <a:r>
              <a:rPr lang="en-US" altLang="ja-JP" kern="1200"/>
              <a:t>ONS</a:t>
            </a:r>
            <a:r>
              <a:rPr lang="ja-JP" altLang="en-US" kern="1200"/>
              <a:t>問い合わせ月次報告</a:t>
            </a:r>
            <a:br>
              <a:rPr lang="en-US" altLang="ja-JP"/>
            </a:br>
            <a:r>
              <a:rPr lang="en-US" altLang="ja-JP"/>
              <a:t>1.</a:t>
            </a:r>
            <a:r>
              <a:rPr lang="ja-JP" altLang="en-US"/>
              <a:t>医療機関等</a:t>
            </a:r>
            <a:r>
              <a:rPr lang="en-US" altLang="ja-JP"/>
              <a:t>ONS</a:t>
            </a:r>
            <a:r>
              <a:rPr lang="ja-JP" altLang="en-US"/>
              <a:t>問い合わせ状況</a:t>
            </a:r>
            <a:endParaRPr kumimoji="1" lang="ja-JP" altLang="en-US"/>
          </a:p>
        </p:txBody>
      </p:sp>
      <p:sp>
        <p:nvSpPr>
          <p:cNvPr id="17" name="コンテンツ プレースホルダー 3">
            <a:extLst>
              <a:ext uri="{FF2B5EF4-FFF2-40B4-BE49-F238E27FC236}">
                <a16:creationId xmlns:a16="http://schemas.microsoft.com/office/drawing/2014/main" id="{6D38AD3A-70A4-C6EC-AC7D-39E378FE6ACD}"/>
              </a:ext>
            </a:extLst>
          </p:cNvPr>
          <p:cNvSpPr txBox="1">
            <a:spLocks/>
          </p:cNvSpPr>
          <p:nvPr/>
        </p:nvSpPr>
        <p:spPr bwMode="auto">
          <a:xfrm>
            <a:off x="846972" y="719792"/>
            <a:ext cx="8552410" cy="1234378"/>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marL="0" indent="0" algn="l" rtl="0" eaLnBrk="1" fontAlgn="base" hangingPunct="1">
              <a:spcBef>
                <a:spcPts val="0"/>
              </a:spcBef>
              <a:spcAft>
                <a:spcPct val="0"/>
              </a:spcAft>
              <a:defRPr kumimoji="1" sz="1292">
                <a:solidFill>
                  <a:schemeClr val="tx1"/>
                </a:solidFill>
                <a:latin typeface="+mj-ea"/>
                <a:ea typeface="+mj-ea"/>
                <a:cs typeface="+mn-cs"/>
              </a:defRPr>
            </a:lvl1pPr>
            <a:lvl2pPr marL="651899" indent="-243448" algn="l" rtl="0" eaLnBrk="1" fontAlgn="base" hangingPunct="1">
              <a:spcBef>
                <a:spcPct val="20000"/>
              </a:spcBef>
              <a:spcAft>
                <a:spcPct val="0"/>
              </a:spcAft>
              <a:buChar char="–"/>
              <a:defRPr kumimoji="1" sz="2386">
                <a:solidFill>
                  <a:schemeClr val="tx1"/>
                </a:solidFill>
                <a:latin typeface="Times New Roman" pitchFamily="18" charset="0"/>
                <a:ea typeface="+mn-ea"/>
              </a:defRPr>
            </a:lvl2pPr>
            <a:lvl3pPr marL="1008956" indent="-194758" algn="l" rtl="0" eaLnBrk="1" fontAlgn="base" hangingPunct="1">
              <a:spcBef>
                <a:spcPct val="20000"/>
              </a:spcBef>
              <a:spcAft>
                <a:spcPct val="0"/>
              </a:spcAft>
              <a:buChar char="•"/>
              <a:defRPr kumimoji="1" sz="2045">
                <a:solidFill>
                  <a:schemeClr val="tx1"/>
                </a:solidFill>
                <a:latin typeface="Times New Roman" pitchFamily="18" charset="0"/>
                <a:ea typeface="+mn-ea"/>
              </a:defRPr>
            </a:lvl3pPr>
            <a:lvl4pPr marL="1366012"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4pPr>
            <a:lvl5pPr marL="1752822" indent="-196111" algn="l" rtl="0" eaLnBrk="1" fontAlgn="base" hangingPunct="1">
              <a:spcBef>
                <a:spcPct val="20000"/>
              </a:spcBef>
              <a:spcAft>
                <a:spcPct val="0"/>
              </a:spcAft>
              <a:buChar char="»"/>
              <a:defRPr kumimoji="1" sz="1704">
                <a:solidFill>
                  <a:schemeClr val="tx1"/>
                </a:solidFill>
                <a:latin typeface="Times New Roman" pitchFamily="18" charset="0"/>
                <a:ea typeface="+mn-ea"/>
              </a:defRPr>
            </a:lvl5pPr>
            <a:lvl6pPr marL="2142339"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6pPr>
            <a:lvl7pPr marL="2531855"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7pPr>
            <a:lvl8pPr marL="2921371"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8pPr>
            <a:lvl9pPr marL="3310886"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9pPr>
          </a:lstStyle>
          <a:p>
            <a:pPr marL="285750" indent="-285750">
              <a:buFont typeface="Arial" panose="020B0604020202020204" pitchFamily="34" charset="0"/>
              <a:buChar char="•"/>
            </a:pPr>
            <a:r>
              <a:rPr lang="ja-JP" altLang="en-US" sz="1600" kern="0">
                <a:latin typeface="Meiryo UI"/>
                <a:ea typeface="Meiryo UI"/>
              </a:rPr>
              <a:t>電子カルテ情報共有サービスに関する問い合わせで</a:t>
            </a:r>
            <a:r>
              <a:rPr lang="en-US" altLang="ja-JP" sz="1600" kern="0">
                <a:latin typeface="Meiryo UI"/>
                <a:ea typeface="Meiryo UI"/>
              </a:rPr>
              <a:t>9</a:t>
            </a:r>
            <a:r>
              <a:rPr lang="ja-JP" altLang="en-US" sz="1600" kern="0">
                <a:latin typeface="Meiryo UI"/>
                <a:ea typeface="Meiryo UI"/>
              </a:rPr>
              <a:t>月は新規</a:t>
            </a:r>
            <a:r>
              <a:rPr lang="en-US" altLang="ja-JP" sz="1600" kern="0">
                <a:latin typeface="Meiryo UI"/>
                <a:ea typeface="Meiryo UI"/>
              </a:rPr>
              <a:t>28</a:t>
            </a:r>
            <a:r>
              <a:rPr lang="ja-JP" altLang="en-US" sz="1600" kern="0">
                <a:latin typeface="Meiryo UI"/>
                <a:ea typeface="Meiryo UI"/>
              </a:rPr>
              <a:t>件、更問</a:t>
            </a:r>
            <a:r>
              <a:rPr lang="en-US" altLang="ja-JP" sz="1600" kern="0">
                <a:latin typeface="Meiryo UI"/>
                <a:ea typeface="Meiryo UI"/>
              </a:rPr>
              <a:t>26</a:t>
            </a:r>
            <a:r>
              <a:rPr lang="ja-JP" altLang="en-US" sz="1600" kern="0">
                <a:latin typeface="Meiryo UI"/>
                <a:ea typeface="Meiryo UI"/>
              </a:rPr>
              <a:t>件を受領した。</a:t>
            </a:r>
            <a:endParaRPr lang="en-US" altLang="ja-JP" sz="1600" kern="0">
              <a:latin typeface="Meiryo UI"/>
              <a:ea typeface="Meiryo UI"/>
            </a:endParaRPr>
          </a:p>
          <a:p>
            <a:pPr marL="285750" indent="-285750">
              <a:buFont typeface="Arial" panose="020B0604020202020204" pitchFamily="34" charset="0"/>
              <a:buChar char="•"/>
            </a:pPr>
            <a:endParaRPr lang="en-US" altLang="ja-JP" sz="1600" kern="0">
              <a:latin typeface="Meiryo UI"/>
              <a:ea typeface="Meiryo UI"/>
            </a:endParaRPr>
          </a:p>
        </p:txBody>
      </p:sp>
      <p:sp>
        <p:nvSpPr>
          <p:cNvPr id="11" name="正方形/長方形 10">
            <a:extLst>
              <a:ext uri="{FF2B5EF4-FFF2-40B4-BE49-F238E27FC236}">
                <a16:creationId xmlns:a16="http://schemas.microsoft.com/office/drawing/2014/main" id="{958E5491-2679-A835-5BF7-8B33100F4F65}"/>
              </a:ext>
            </a:extLst>
          </p:cNvPr>
          <p:cNvSpPr/>
          <p:nvPr/>
        </p:nvSpPr>
        <p:spPr>
          <a:xfrm>
            <a:off x="1200516" y="1396361"/>
            <a:ext cx="8198867" cy="377789"/>
          </a:xfrm>
          <a:prstGeom prst="rect">
            <a:avLst/>
          </a:prstGeom>
          <a:noFill/>
          <a:ln w="9525" cap="flat" cmpd="sng" algn="ctr">
            <a:no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eaLnBrk="0" hangingPunct="0">
              <a:lnSpc>
                <a:spcPct val="150000"/>
              </a:lnSpc>
            </a:pPr>
            <a:r>
              <a:rPr lang="ja-JP" altLang="en-US" sz="1400" kern="0">
                <a:latin typeface="Meiryo UI"/>
              </a:rPr>
              <a:t>集計期間：</a:t>
            </a:r>
            <a:r>
              <a:rPr lang="en-US" altLang="ja-JP" sz="1400" kern="0">
                <a:latin typeface="Meiryo UI"/>
                <a:ea typeface="Meiryo UI"/>
              </a:rPr>
              <a:t>2025/1/1</a:t>
            </a:r>
            <a:r>
              <a:rPr lang="ja-JP" altLang="en-US" sz="1400" kern="0">
                <a:latin typeface="Meiryo UI"/>
                <a:ea typeface="Meiryo UI"/>
              </a:rPr>
              <a:t>～</a:t>
            </a:r>
            <a:r>
              <a:rPr lang="en-US" altLang="ja-JP" sz="1400" kern="0">
                <a:latin typeface="Meiryo UI"/>
                <a:ea typeface="Meiryo UI"/>
              </a:rPr>
              <a:t>2026/8/31</a:t>
            </a:r>
            <a:endParaRPr lang="en-US" altLang="ja-JP" sz="1400" kern="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0" name="コンテンツ プレースホルダー 2">
            <a:extLst>
              <a:ext uri="{FF2B5EF4-FFF2-40B4-BE49-F238E27FC236}">
                <a16:creationId xmlns:a16="http://schemas.microsoft.com/office/drawing/2014/main" id="{75C7D8A2-1404-DE60-D457-068D62C9603C}"/>
              </a:ext>
            </a:extLst>
          </p:cNvPr>
          <p:cNvSpPr txBox="1">
            <a:spLocks/>
          </p:cNvSpPr>
          <p:nvPr/>
        </p:nvSpPr>
        <p:spPr bwMode="auto">
          <a:xfrm>
            <a:off x="938861" y="6344527"/>
            <a:ext cx="5755853" cy="449996"/>
          </a:xfrm>
          <a:prstGeom prst="rect">
            <a:avLst/>
          </a:prstGeom>
          <a:noFill/>
          <a:ln w="12700">
            <a:noFill/>
            <a:miter lim="800000"/>
            <a:headEnd/>
            <a:tailEnd/>
          </a:ln>
        </p:spPr>
        <p:txBody>
          <a:bodyPr vert="horz" wrap="square" lIns="0" tIns="46800" rIns="90407" bIns="46800" numCol="1" anchor="t" anchorCtr="0" compatLnSpc="1">
            <a:prstTxWarp prst="textNoShape">
              <a:avLst/>
            </a:prstTxWarp>
            <a:spAutoFit/>
          </a:bodyPr>
          <a:lstStyle>
            <a:defPPr>
              <a:defRPr lang="ja-JP"/>
            </a:defPPr>
            <a:lvl1pPr marL="0" indent="0" algn="l" defTabSz="914400" rtl="0" eaLnBrk="0" fontAlgn="base" latinLnBrk="0" hangingPunct="0">
              <a:spcBef>
                <a:spcPct val="20000"/>
              </a:spcBef>
              <a:spcAft>
                <a:spcPct val="0"/>
              </a:spcAft>
              <a:defRPr kumimoji="1" sz="1600" kern="1200">
                <a:solidFill>
                  <a:schemeClr val="tx1"/>
                </a:solidFill>
                <a:latin typeface="+mn-ea"/>
                <a:ea typeface="+mn-ea"/>
                <a:cs typeface="+mn-cs"/>
              </a:defRPr>
            </a:lvl1pPr>
            <a:lvl2pPr marL="466195" indent="-174098" algn="l" defTabSz="914400" rtl="0" eaLnBrk="0" fontAlgn="base" latinLnBrk="0" hangingPunct="0">
              <a:spcBef>
                <a:spcPct val="20000"/>
              </a:spcBef>
              <a:spcAft>
                <a:spcPct val="0"/>
              </a:spcAft>
              <a:buChar char="–"/>
              <a:defRPr kumimoji="1" sz="1706" kern="1200">
                <a:solidFill>
                  <a:schemeClr val="tx1"/>
                </a:solidFill>
                <a:latin typeface="Times New Roman" pitchFamily="18" charset="0"/>
                <a:ea typeface="+mn-ea"/>
                <a:cs typeface="+mn-cs"/>
              </a:defRPr>
            </a:lvl2pPr>
            <a:lvl3pPr marL="721538" indent="-139278" algn="l" defTabSz="914400" rtl="0" eaLnBrk="0" fontAlgn="base" latinLnBrk="0" hangingPunct="0">
              <a:spcBef>
                <a:spcPct val="20000"/>
              </a:spcBef>
              <a:spcAft>
                <a:spcPct val="0"/>
              </a:spcAft>
              <a:buChar char="•"/>
              <a:defRPr kumimoji="1" sz="1463" kern="1200">
                <a:solidFill>
                  <a:schemeClr val="tx1"/>
                </a:solidFill>
                <a:latin typeface="Times New Roman" pitchFamily="18" charset="0"/>
                <a:ea typeface="+mn-ea"/>
                <a:cs typeface="+mn-cs"/>
              </a:defRPr>
            </a:lvl3pPr>
            <a:lvl4pPr marL="976881" indent="-139278" algn="l" defTabSz="914400" rtl="0" eaLnBrk="0" fontAlgn="base" latinLnBrk="0" hangingPunct="0">
              <a:spcBef>
                <a:spcPct val="20000"/>
              </a:spcBef>
              <a:spcAft>
                <a:spcPct val="0"/>
              </a:spcAft>
              <a:buChar char="–"/>
              <a:defRPr kumimoji="1" sz="1219" kern="1200">
                <a:solidFill>
                  <a:schemeClr val="tx1"/>
                </a:solidFill>
                <a:latin typeface="Times New Roman" pitchFamily="18" charset="0"/>
                <a:ea typeface="+mn-ea"/>
                <a:cs typeface="+mn-cs"/>
              </a:defRPr>
            </a:lvl4pPr>
            <a:lvl5pPr marL="1253502" indent="-140246" algn="l" defTabSz="914400" rtl="0" eaLnBrk="0" fontAlgn="base" latinLnBrk="0" hangingPunct="0">
              <a:spcBef>
                <a:spcPct val="20000"/>
              </a:spcBef>
              <a:spcAft>
                <a:spcPct val="0"/>
              </a:spcAft>
              <a:buChar char="»"/>
              <a:defRPr kumimoji="1" sz="1219" kern="1200">
                <a:solidFill>
                  <a:schemeClr val="tx1"/>
                </a:solidFill>
                <a:latin typeface="Times New Roman" pitchFamily="18" charset="0"/>
                <a:ea typeface="+mn-ea"/>
                <a:cs typeface="+mn-cs"/>
              </a:defRPr>
            </a:lvl5pPr>
            <a:lvl6pPr marL="1532058" indent="-139278" algn="l" defTabSz="914400" rtl="0" eaLnBrk="1" fontAlgn="base" latinLnBrk="0" hangingPunct="1">
              <a:spcBef>
                <a:spcPct val="20000"/>
              </a:spcBef>
              <a:spcAft>
                <a:spcPct val="0"/>
              </a:spcAft>
              <a:buChar char="»"/>
              <a:defRPr kumimoji="1" sz="1219" kern="1200">
                <a:solidFill>
                  <a:schemeClr val="tx1"/>
                </a:solidFill>
                <a:latin typeface="Times New Roman" pitchFamily="18" charset="0"/>
                <a:ea typeface="+mn-ea"/>
                <a:cs typeface="+mn-cs"/>
              </a:defRPr>
            </a:lvl6pPr>
            <a:lvl7pPr marL="1810614" indent="-139278" algn="l" defTabSz="914400" rtl="0" eaLnBrk="1" fontAlgn="base" latinLnBrk="0" hangingPunct="1">
              <a:spcBef>
                <a:spcPct val="20000"/>
              </a:spcBef>
              <a:spcAft>
                <a:spcPct val="0"/>
              </a:spcAft>
              <a:buChar char="»"/>
              <a:defRPr kumimoji="1" sz="1219" kern="1200">
                <a:solidFill>
                  <a:schemeClr val="tx1"/>
                </a:solidFill>
                <a:latin typeface="Times New Roman" pitchFamily="18" charset="0"/>
                <a:ea typeface="+mn-ea"/>
                <a:cs typeface="+mn-cs"/>
              </a:defRPr>
            </a:lvl7pPr>
            <a:lvl8pPr marL="2089171" indent="-139278" algn="l" defTabSz="914400" rtl="0" eaLnBrk="1" fontAlgn="base" latinLnBrk="0" hangingPunct="1">
              <a:spcBef>
                <a:spcPct val="20000"/>
              </a:spcBef>
              <a:spcAft>
                <a:spcPct val="0"/>
              </a:spcAft>
              <a:buChar char="»"/>
              <a:defRPr kumimoji="1" sz="1219" kern="1200">
                <a:solidFill>
                  <a:schemeClr val="tx1"/>
                </a:solidFill>
                <a:latin typeface="Times New Roman" pitchFamily="18" charset="0"/>
                <a:ea typeface="+mn-ea"/>
                <a:cs typeface="+mn-cs"/>
              </a:defRPr>
            </a:lvl8pPr>
            <a:lvl9pPr marL="2367726" indent="-139278" algn="l" defTabSz="914400" rtl="0" eaLnBrk="1" fontAlgn="base" latinLnBrk="0" hangingPunct="1">
              <a:spcBef>
                <a:spcPct val="20000"/>
              </a:spcBef>
              <a:spcAft>
                <a:spcPct val="0"/>
              </a:spcAft>
              <a:buChar char="»"/>
              <a:defRPr kumimoji="1" sz="1219" kern="1200">
                <a:solidFill>
                  <a:schemeClr val="tx1"/>
                </a:solidFill>
                <a:latin typeface="Times New Roman" pitchFamily="18" charset="0"/>
                <a:ea typeface="+mn-ea"/>
                <a:cs typeface="+mn-cs"/>
              </a:defRPr>
            </a:lvl9pPr>
          </a:lstStyle>
          <a:p>
            <a:pPr defTabSz="977316">
              <a:defRPr/>
            </a:pPr>
            <a:r>
              <a:rPr lang="ja-JP" altLang="en-US" sz="1050">
                <a:solidFill>
                  <a:prstClr val="black"/>
                </a:solidFill>
                <a:latin typeface="Meiryo UI"/>
                <a:ea typeface="Meiryo UI"/>
              </a:rPr>
              <a:t>新規：ベンダから受領した新規の問い合わせ（問い合わせ起票時に発行される問い合わせ番号件数）</a:t>
            </a:r>
          </a:p>
          <a:p>
            <a:pPr defTabSz="977316">
              <a:defRPr/>
            </a:pPr>
            <a:r>
              <a:rPr lang="ja-JP" altLang="en-US" sz="1050">
                <a:solidFill>
                  <a:prstClr val="black"/>
                </a:solidFill>
                <a:latin typeface="Meiryo UI"/>
                <a:ea typeface="Meiryo UI"/>
              </a:rPr>
              <a:t>更問：新規の問い合わせへの回答後、回答に対して再度ベンダから来た問い合わせ（追加の質問等）</a:t>
            </a:r>
          </a:p>
        </p:txBody>
      </p:sp>
      <p:sp>
        <p:nvSpPr>
          <p:cNvPr id="5" name="正方形/長方形 4">
            <a:extLst>
              <a:ext uri="{FF2B5EF4-FFF2-40B4-BE49-F238E27FC236}">
                <a16:creationId xmlns:a16="http://schemas.microsoft.com/office/drawing/2014/main" id="{46924DFE-18E2-E7B2-CB8C-BA071E3A69E1}"/>
              </a:ext>
            </a:extLst>
          </p:cNvPr>
          <p:cNvSpPr/>
          <p:nvPr/>
        </p:nvSpPr>
        <p:spPr>
          <a:xfrm>
            <a:off x="2957830" y="1915704"/>
            <a:ext cx="218568" cy="95966"/>
          </a:xfrm>
          <a:prstGeom prst="rect">
            <a:avLst/>
          </a:prstGeom>
          <a:noFill/>
          <a:ln w="9525" cap="flat" cmpd="sng" algn="ctr">
            <a:solidFill>
              <a:srgbClr val="7030A0"/>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eaLnBrk="0" hangingPunct="0">
              <a:lnSpc>
                <a:spcPct val="100000"/>
              </a:lnSpc>
            </a:pPr>
            <a:endParaRPr kumimoji="0" lang="ja-JP" altLang="en-US"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3" name="TextBox 22">
            <a:extLst>
              <a:ext uri="{FF2B5EF4-FFF2-40B4-BE49-F238E27FC236}">
                <a16:creationId xmlns:a16="http://schemas.microsoft.com/office/drawing/2014/main" id="{A00ED355-1AC1-7A68-6213-7CB67DD39839}"/>
              </a:ext>
            </a:extLst>
          </p:cNvPr>
          <p:cNvSpPr txBox="1"/>
          <p:nvPr/>
        </p:nvSpPr>
        <p:spPr>
          <a:xfrm>
            <a:off x="973976" y="1219271"/>
            <a:ext cx="3014450" cy="232011"/>
          </a:xfrm>
          <a:prstGeom prst="roundRect">
            <a:avLst>
              <a:gd name="adj" fmla="val 50000"/>
            </a:avLst>
          </a:prstGeom>
          <a:solidFill>
            <a:srgbClr val="1F497D"/>
          </a:solidFill>
          <a:ln>
            <a:solidFill>
              <a:sysClr val="windowText" lastClr="000000">
                <a:lumMod val="50000"/>
                <a:lumOff val="50000"/>
              </a:sysClr>
            </a:solidFill>
          </a:ln>
        </p:spPr>
        <p:txBody>
          <a:bodyPr wrap="none" lIns="0" tIns="0" rIns="0" bIns="0" rtlCol="0" anchor="t" anchorCtr="0">
            <a:noAutofit/>
          </a:bodyPr>
          <a:lstStyle>
            <a:defPPr>
              <a:defRPr lang="ja-JP"/>
            </a:defPPr>
            <a:lvl1pPr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1pPr>
            <a:lvl2pPr marL="457117"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2pPr>
            <a:lvl3pPr marL="914235"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3pPr>
            <a:lvl4pPr marL="1371353"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4pPr>
            <a:lvl5pPr marL="1828470" algn="l" rtl="0" fontAlgn="base">
              <a:lnSpc>
                <a:spcPct val="80000"/>
              </a:lnSpc>
              <a:spcBef>
                <a:spcPct val="0"/>
              </a:spcBef>
              <a:spcAft>
                <a:spcPct val="0"/>
              </a:spcAft>
              <a:defRPr kumimoji="1" sz="1200" i="1" kern="1200">
                <a:solidFill>
                  <a:schemeClr val="tx1"/>
                </a:solidFill>
                <a:latin typeface="ＭＳ Ｐゴシック" pitchFamily="50" charset="-128"/>
                <a:ea typeface="ＭＳ Ｐゴシック" pitchFamily="50" charset="-128"/>
                <a:cs typeface="+mn-cs"/>
              </a:defRPr>
            </a:lvl5pPr>
            <a:lvl6pPr marL="2285588"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6pPr>
            <a:lvl7pPr marL="2742705"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7pPr>
            <a:lvl8pPr marL="3199823"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8pPr>
            <a:lvl9pPr marL="3656940" algn="l" defTabSz="914235" rtl="0" eaLnBrk="1" latinLnBrk="0" hangingPunct="1">
              <a:defRPr kumimoji="1" sz="1200" i="1" kern="1200">
                <a:solidFill>
                  <a:schemeClr val="tx1"/>
                </a:solidFill>
                <a:latin typeface="ＭＳ Ｐゴシック" pitchFamily="50" charset="-128"/>
                <a:ea typeface="ＭＳ Ｐゴシック" pitchFamily="50" charset="-128"/>
                <a:cs typeface="+mn-cs"/>
              </a:defRPr>
            </a:lvl9pPr>
          </a:lstStyle>
          <a:p>
            <a:pPr marL="134541" fontAlgn="ctr">
              <a:defRPr/>
            </a:pPr>
            <a:r>
              <a:rPr lang="ja-JP" altLang="en-US" sz="1400" i="0">
                <a:solidFill>
                  <a:prstClr val="white"/>
                </a:solidFill>
                <a:latin typeface="Meiryo UI" panose="020B0604030504040204" pitchFamily="50" charset="-128"/>
                <a:ea typeface="Meiryo UI" panose="020B0604030504040204" pitchFamily="50" charset="-128"/>
                <a:cs typeface="Meiryo UI" panose="020B0604030504040204" pitchFamily="50" charset="-128"/>
              </a:rPr>
              <a:t>　月別の問い合わせ受信件数推移</a:t>
            </a:r>
          </a:p>
        </p:txBody>
      </p:sp>
    </p:spTree>
    <p:extLst>
      <p:ext uri="{BB962C8B-B14F-4D97-AF65-F5344CB8AC3E}">
        <p14:creationId xmlns:p14="http://schemas.microsoft.com/office/powerpoint/2010/main" val="33370437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F709E-7944-D800-442D-139C558C7F30}"/>
            </a:ext>
          </a:extLst>
        </p:cNvPr>
        <p:cNvGrpSpPr/>
        <p:nvPr/>
      </p:nvGrpSpPr>
      <p:grpSpPr>
        <a:xfrm>
          <a:off x="0" y="0"/>
          <a:ext cx="0" cy="0"/>
          <a:chOff x="0" y="0"/>
          <a:chExt cx="0" cy="0"/>
        </a:xfrm>
      </p:grpSpPr>
      <p:pic>
        <p:nvPicPr>
          <p:cNvPr id="19" name="図 18">
            <a:extLst>
              <a:ext uri="{FF2B5EF4-FFF2-40B4-BE49-F238E27FC236}">
                <a16:creationId xmlns:a16="http://schemas.microsoft.com/office/drawing/2014/main" id="{74A3C3FC-A7DE-CE0A-5A25-3D8DA2420B20}"/>
              </a:ext>
            </a:extLst>
          </p:cNvPr>
          <p:cNvPicPr>
            <a:picLocks noChangeAspect="1"/>
          </p:cNvPicPr>
          <p:nvPr/>
        </p:nvPicPr>
        <p:blipFill>
          <a:blip r:embed="rId3"/>
          <a:stretch>
            <a:fillRect/>
          </a:stretch>
        </p:blipFill>
        <p:spPr>
          <a:xfrm>
            <a:off x="5323454" y="3008597"/>
            <a:ext cx="3809657" cy="2100990"/>
          </a:xfrm>
          <a:prstGeom prst="rect">
            <a:avLst/>
          </a:prstGeom>
        </p:spPr>
      </p:pic>
      <p:pic>
        <p:nvPicPr>
          <p:cNvPr id="10" name="図 9">
            <a:extLst>
              <a:ext uri="{FF2B5EF4-FFF2-40B4-BE49-F238E27FC236}">
                <a16:creationId xmlns:a16="http://schemas.microsoft.com/office/drawing/2014/main" id="{EA9C02BB-E916-2EB0-29C7-717E27F77265}"/>
              </a:ext>
            </a:extLst>
          </p:cNvPr>
          <p:cNvPicPr>
            <a:picLocks noChangeAspect="1"/>
          </p:cNvPicPr>
          <p:nvPr/>
        </p:nvPicPr>
        <p:blipFill>
          <a:blip r:embed="rId4"/>
          <a:stretch>
            <a:fillRect/>
          </a:stretch>
        </p:blipFill>
        <p:spPr>
          <a:xfrm>
            <a:off x="769095" y="2953021"/>
            <a:ext cx="3968898" cy="2694931"/>
          </a:xfrm>
          <a:prstGeom prst="rect">
            <a:avLst/>
          </a:prstGeom>
        </p:spPr>
      </p:pic>
      <p:sp>
        <p:nvSpPr>
          <p:cNvPr id="2" name="タイトル 1">
            <a:extLst>
              <a:ext uri="{FF2B5EF4-FFF2-40B4-BE49-F238E27FC236}">
                <a16:creationId xmlns:a16="http://schemas.microsoft.com/office/drawing/2014/main" id="{59E5C87F-5016-6A0B-824D-5067E9326A73}"/>
              </a:ext>
            </a:extLst>
          </p:cNvPr>
          <p:cNvSpPr>
            <a:spLocks noGrp="1"/>
          </p:cNvSpPr>
          <p:nvPr>
            <p:ph type="title"/>
          </p:nvPr>
        </p:nvSpPr>
        <p:spPr/>
        <p:txBody>
          <a:bodyPr/>
          <a:lstStyle/>
          <a:p>
            <a:r>
              <a:rPr lang="en-US" altLang="ja-JP" kern="1200"/>
              <a:t>ONS</a:t>
            </a:r>
            <a:r>
              <a:rPr lang="ja-JP" altLang="en-US" kern="1200"/>
              <a:t>問い合わせ月次報告</a:t>
            </a:r>
            <a:br>
              <a:rPr lang="en-US" altLang="ja-JP" kern="1200"/>
            </a:br>
            <a:r>
              <a:rPr lang="en-US" altLang="ja-JP"/>
              <a:t>2.</a:t>
            </a:r>
            <a:r>
              <a:rPr lang="ja-JP" altLang="en-US"/>
              <a:t>医療機関等</a:t>
            </a:r>
            <a:r>
              <a:rPr lang="en-US" altLang="ja-JP"/>
              <a:t>ONS</a:t>
            </a:r>
            <a:r>
              <a:rPr lang="ja-JP" altLang="en-US"/>
              <a:t>新規問い合わせ内容</a:t>
            </a:r>
          </a:p>
        </p:txBody>
      </p:sp>
      <p:sp>
        <p:nvSpPr>
          <p:cNvPr id="14" name="コンテンツ プレースホルダー 2">
            <a:extLst>
              <a:ext uri="{FF2B5EF4-FFF2-40B4-BE49-F238E27FC236}">
                <a16:creationId xmlns:a16="http://schemas.microsoft.com/office/drawing/2014/main" id="{67E701AC-4D46-CBAE-B507-8AA145C8D4A7}"/>
              </a:ext>
            </a:extLst>
          </p:cNvPr>
          <p:cNvSpPr txBox="1">
            <a:spLocks/>
          </p:cNvSpPr>
          <p:nvPr/>
        </p:nvSpPr>
        <p:spPr bwMode="auto">
          <a:xfrm>
            <a:off x="769096" y="2586787"/>
            <a:ext cx="3729233" cy="279180"/>
          </a:xfrm>
          <a:prstGeom prst="rect">
            <a:avLst/>
          </a:prstGeom>
          <a:noFill/>
          <a:ln w="12700">
            <a:noFill/>
            <a:miter lim="800000"/>
            <a:headEnd/>
            <a:tailEnd/>
          </a:ln>
        </p:spPr>
        <p:txBody>
          <a:bodyPr vert="horz" wrap="square" lIns="0" tIns="46800" rIns="90407" bIns="46800" numCol="1" anchor="t" anchorCtr="0" compatLnSpc="1">
            <a:prstTxWarp prst="textNoShape">
              <a:avLst/>
            </a:prstTxWarp>
            <a:spAutoFit/>
          </a:bodyPr>
          <a:lstStyle>
            <a:lvl1pPr marL="0" indent="0" algn="l" rtl="0" eaLnBrk="0" fontAlgn="base" hangingPunct="0">
              <a:spcBef>
                <a:spcPct val="20000"/>
              </a:spcBef>
              <a:spcAft>
                <a:spcPct val="0"/>
              </a:spcAft>
              <a:defRPr kumimoji="1" sz="1600">
                <a:solidFill>
                  <a:schemeClr val="tx1"/>
                </a:solidFill>
                <a:latin typeface="+mn-ea"/>
                <a:ea typeface="+mn-ea"/>
                <a:cs typeface="+mn-cs"/>
              </a:defRPr>
            </a:lvl1pPr>
            <a:lvl2pPr marL="466195" indent="-174098" algn="l" rtl="0" eaLnBrk="0" fontAlgn="base" hangingPunct="0">
              <a:spcBef>
                <a:spcPct val="20000"/>
              </a:spcBef>
              <a:spcAft>
                <a:spcPct val="0"/>
              </a:spcAft>
              <a:buChar char="–"/>
              <a:defRPr kumimoji="1" sz="1706">
                <a:solidFill>
                  <a:schemeClr val="tx1"/>
                </a:solidFill>
                <a:latin typeface="Times New Roman" pitchFamily="18" charset="0"/>
                <a:ea typeface="+mn-ea"/>
              </a:defRPr>
            </a:lvl2pPr>
            <a:lvl3pPr marL="721538" indent="-139278" algn="l" rtl="0" eaLnBrk="0" fontAlgn="base" hangingPunct="0">
              <a:spcBef>
                <a:spcPct val="20000"/>
              </a:spcBef>
              <a:spcAft>
                <a:spcPct val="0"/>
              </a:spcAft>
              <a:buChar char="•"/>
              <a:defRPr kumimoji="1" sz="1463">
                <a:solidFill>
                  <a:schemeClr val="tx1"/>
                </a:solidFill>
                <a:latin typeface="Times New Roman" pitchFamily="18" charset="0"/>
                <a:ea typeface="+mn-ea"/>
              </a:defRPr>
            </a:lvl3pPr>
            <a:lvl4pPr marL="976881" indent="-139278" algn="l" rtl="0" eaLnBrk="0" fontAlgn="base" hangingPunct="0">
              <a:spcBef>
                <a:spcPct val="20000"/>
              </a:spcBef>
              <a:spcAft>
                <a:spcPct val="0"/>
              </a:spcAft>
              <a:buChar char="–"/>
              <a:defRPr kumimoji="1" sz="1219">
                <a:solidFill>
                  <a:schemeClr val="tx1"/>
                </a:solidFill>
                <a:latin typeface="Times New Roman" pitchFamily="18" charset="0"/>
                <a:ea typeface="+mn-ea"/>
              </a:defRPr>
            </a:lvl4pPr>
            <a:lvl5pPr marL="1253502" indent="-140246" algn="l" rtl="0" eaLnBrk="0" fontAlgn="base" hangingPunct="0">
              <a:spcBef>
                <a:spcPct val="20000"/>
              </a:spcBef>
              <a:spcAft>
                <a:spcPct val="0"/>
              </a:spcAft>
              <a:buChar char="»"/>
              <a:defRPr kumimoji="1" sz="1219">
                <a:solidFill>
                  <a:schemeClr val="tx1"/>
                </a:solidFill>
                <a:latin typeface="Times New Roman" pitchFamily="18" charset="0"/>
                <a:ea typeface="+mn-ea"/>
              </a:defRPr>
            </a:lvl5pPr>
            <a:lvl6pPr marL="1532058" indent="-139278" algn="l" rtl="0" fontAlgn="base">
              <a:spcBef>
                <a:spcPct val="20000"/>
              </a:spcBef>
              <a:spcAft>
                <a:spcPct val="0"/>
              </a:spcAft>
              <a:buChar char="»"/>
              <a:defRPr kumimoji="1" sz="1219">
                <a:solidFill>
                  <a:schemeClr val="tx1"/>
                </a:solidFill>
                <a:latin typeface="Times New Roman" pitchFamily="18" charset="0"/>
                <a:ea typeface="+mn-ea"/>
              </a:defRPr>
            </a:lvl6pPr>
            <a:lvl7pPr marL="1810614" indent="-139278" algn="l" rtl="0" fontAlgn="base">
              <a:spcBef>
                <a:spcPct val="20000"/>
              </a:spcBef>
              <a:spcAft>
                <a:spcPct val="0"/>
              </a:spcAft>
              <a:buChar char="»"/>
              <a:defRPr kumimoji="1" sz="1219">
                <a:solidFill>
                  <a:schemeClr val="tx1"/>
                </a:solidFill>
                <a:latin typeface="Times New Roman" pitchFamily="18" charset="0"/>
                <a:ea typeface="+mn-ea"/>
              </a:defRPr>
            </a:lvl7pPr>
            <a:lvl8pPr marL="2089171" indent="-139278" algn="l" rtl="0" fontAlgn="base">
              <a:spcBef>
                <a:spcPct val="20000"/>
              </a:spcBef>
              <a:spcAft>
                <a:spcPct val="0"/>
              </a:spcAft>
              <a:buChar char="»"/>
              <a:defRPr kumimoji="1" sz="1219">
                <a:solidFill>
                  <a:schemeClr val="tx1"/>
                </a:solidFill>
                <a:latin typeface="Times New Roman" pitchFamily="18" charset="0"/>
                <a:ea typeface="+mn-ea"/>
              </a:defRPr>
            </a:lvl8pPr>
            <a:lvl9pPr marL="2367726" indent="-139278" algn="l" rtl="0" fontAlgn="base">
              <a:spcBef>
                <a:spcPct val="20000"/>
              </a:spcBef>
              <a:spcAft>
                <a:spcPct val="0"/>
              </a:spcAft>
              <a:buChar char="»"/>
              <a:defRPr kumimoji="1" sz="1219">
                <a:solidFill>
                  <a:schemeClr val="tx1"/>
                </a:solidFill>
                <a:latin typeface="Times New Roman" pitchFamily="18" charset="0"/>
                <a:ea typeface="+mn-ea"/>
              </a:defRPr>
            </a:lvl9pPr>
          </a:lstStyle>
          <a:p>
            <a:r>
              <a:rPr lang="ja-JP" altLang="en-US" sz="1200" b="1">
                <a:latin typeface="Meiryo UI"/>
                <a:ea typeface="Meiryo UI"/>
              </a:rPr>
              <a:t>問い合わせの大分類一覧</a:t>
            </a:r>
          </a:p>
        </p:txBody>
      </p:sp>
      <p:sp>
        <p:nvSpPr>
          <p:cNvPr id="9" name="コンテンツ プレースホルダー 2">
            <a:extLst>
              <a:ext uri="{FF2B5EF4-FFF2-40B4-BE49-F238E27FC236}">
                <a16:creationId xmlns:a16="http://schemas.microsoft.com/office/drawing/2014/main" id="{BF38DFFB-1649-58FE-A64A-AA41B836F103}"/>
              </a:ext>
            </a:extLst>
          </p:cNvPr>
          <p:cNvSpPr txBox="1">
            <a:spLocks/>
          </p:cNvSpPr>
          <p:nvPr/>
        </p:nvSpPr>
        <p:spPr bwMode="auto">
          <a:xfrm>
            <a:off x="5307339" y="2586787"/>
            <a:ext cx="3829567" cy="279180"/>
          </a:xfrm>
          <a:prstGeom prst="rect">
            <a:avLst/>
          </a:prstGeom>
          <a:noFill/>
          <a:ln w="12700">
            <a:noFill/>
            <a:miter lim="800000"/>
            <a:headEnd/>
            <a:tailEnd/>
          </a:ln>
        </p:spPr>
        <p:txBody>
          <a:bodyPr vert="horz" wrap="square" lIns="0" tIns="46800" rIns="90407" bIns="46800" numCol="1" anchor="t" anchorCtr="0" compatLnSpc="1">
            <a:prstTxWarp prst="textNoShape">
              <a:avLst/>
            </a:prstTxWarp>
            <a:spAutoFit/>
          </a:bodyPr>
          <a:lstStyle>
            <a:lvl1pPr marL="0" indent="0" algn="l" rtl="0" eaLnBrk="0" fontAlgn="base" hangingPunct="0">
              <a:spcBef>
                <a:spcPct val="20000"/>
              </a:spcBef>
              <a:spcAft>
                <a:spcPct val="0"/>
              </a:spcAft>
              <a:defRPr kumimoji="1" sz="1600">
                <a:solidFill>
                  <a:schemeClr val="tx1"/>
                </a:solidFill>
                <a:latin typeface="+mn-ea"/>
                <a:ea typeface="+mn-ea"/>
                <a:cs typeface="+mn-cs"/>
              </a:defRPr>
            </a:lvl1pPr>
            <a:lvl2pPr marL="466195" indent="-174098" algn="l" rtl="0" eaLnBrk="0" fontAlgn="base" hangingPunct="0">
              <a:spcBef>
                <a:spcPct val="20000"/>
              </a:spcBef>
              <a:spcAft>
                <a:spcPct val="0"/>
              </a:spcAft>
              <a:buChar char="–"/>
              <a:defRPr kumimoji="1" sz="1706">
                <a:solidFill>
                  <a:schemeClr val="tx1"/>
                </a:solidFill>
                <a:latin typeface="Times New Roman" pitchFamily="18" charset="0"/>
                <a:ea typeface="+mn-ea"/>
              </a:defRPr>
            </a:lvl2pPr>
            <a:lvl3pPr marL="721538" indent="-139278" algn="l" rtl="0" eaLnBrk="0" fontAlgn="base" hangingPunct="0">
              <a:spcBef>
                <a:spcPct val="20000"/>
              </a:spcBef>
              <a:spcAft>
                <a:spcPct val="0"/>
              </a:spcAft>
              <a:buChar char="•"/>
              <a:defRPr kumimoji="1" sz="1463">
                <a:solidFill>
                  <a:schemeClr val="tx1"/>
                </a:solidFill>
                <a:latin typeface="Times New Roman" pitchFamily="18" charset="0"/>
                <a:ea typeface="+mn-ea"/>
              </a:defRPr>
            </a:lvl3pPr>
            <a:lvl4pPr marL="976881" indent="-139278" algn="l" rtl="0" eaLnBrk="0" fontAlgn="base" hangingPunct="0">
              <a:spcBef>
                <a:spcPct val="20000"/>
              </a:spcBef>
              <a:spcAft>
                <a:spcPct val="0"/>
              </a:spcAft>
              <a:buChar char="–"/>
              <a:defRPr kumimoji="1" sz="1219">
                <a:solidFill>
                  <a:schemeClr val="tx1"/>
                </a:solidFill>
                <a:latin typeface="Times New Roman" pitchFamily="18" charset="0"/>
                <a:ea typeface="+mn-ea"/>
              </a:defRPr>
            </a:lvl4pPr>
            <a:lvl5pPr marL="1253502" indent="-140246" algn="l" rtl="0" eaLnBrk="0" fontAlgn="base" hangingPunct="0">
              <a:spcBef>
                <a:spcPct val="20000"/>
              </a:spcBef>
              <a:spcAft>
                <a:spcPct val="0"/>
              </a:spcAft>
              <a:buChar char="»"/>
              <a:defRPr kumimoji="1" sz="1219">
                <a:solidFill>
                  <a:schemeClr val="tx1"/>
                </a:solidFill>
                <a:latin typeface="Times New Roman" pitchFamily="18" charset="0"/>
                <a:ea typeface="+mn-ea"/>
              </a:defRPr>
            </a:lvl5pPr>
            <a:lvl6pPr marL="1532058" indent="-139278" algn="l" rtl="0" fontAlgn="base">
              <a:spcBef>
                <a:spcPct val="20000"/>
              </a:spcBef>
              <a:spcAft>
                <a:spcPct val="0"/>
              </a:spcAft>
              <a:buChar char="»"/>
              <a:defRPr kumimoji="1" sz="1219">
                <a:solidFill>
                  <a:schemeClr val="tx1"/>
                </a:solidFill>
                <a:latin typeface="Times New Roman" pitchFamily="18" charset="0"/>
                <a:ea typeface="+mn-ea"/>
              </a:defRPr>
            </a:lvl6pPr>
            <a:lvl7pPr marL="1810614" indent="-139278" algn="l" rtl="0" fontAlgn="base">
              <a:spcBef>
                <a:spcPct val="20000"/>
              </a:spcBef>
              <a:spcAft>
                <a:spcPct val="0"/>
              </a:spcAft>
              <a:buChar char="»"/>
              <a:defRPr kumimoji="1" sz="1219">
                <a:solidFill>
                  <a:schemeClr val="tx1"/>
                </a:solidFill>
                <a:latin typeface="Times New Roman" pitchFamily="18" charset="0"/>
                <a:ea typeface="+mn-ea"/>
              </a:defRPr>
            </a:lvl7pPr>
            <a:lvl8pPr marL="2089171" indent="-139278" algn="l" rtl="0" fontAlgn="base">
              <a:spcBef>
                <a:spcPct val="20000"/>
              </a:spcBef>
              <a:spcAft>
                <a:spcPct val="0"/>
              </a:spcAft>
              <a:buChar char="»"/>
              <a:defRPr kumimoji="1" sz="1219">
                <a:solidFill>
                  <a:schemeClr val="tx1"/>
                </a:solidFill>
                <a:latin typeface="Times New Roman" pitchFamily="18" charset="0"/>
                <a:ea typeface="+mn-ea"/>
              </a:defRPr>
            </a:lvl8pPr>
            <a:lvl9pPr marL="2367726" indent="-139278" algn="l" rtl="0" fontAlgn="base">
              <a:spcBef>
                <a:spcPct val="20000"/>
              </a:spcBef>
              <a:spcAft>
                <a:spcPct val="0"/>
              </a:spcAft>
              <a:buChar char="»"/>
              <a:defRPr kumimoji="1" sz="1219">
                <a:solidFill>
                  <a:schemeClr val="tx1"/>
                </a:solidFill>
                <a:latin typeface="Times New Roman" pitchFamily="18" charset="0"/>
                <a:ea typeface="+mn-ea"/>
              </a:defRPr>
            </a:lvl9pPr>
          </a:lstStyle>
          <a:p>
            <a:r>
              <a:rPr lang="en-US" altLang="ja-JP" sz="1200" b="1">
                <a:latin typeface="Meiryo UI"/>
                <a:ea typeface="Meiryo UI"/>
              </a:rPr>
              <a:t>9</a:t>
            </a:r>
            <a:r>
              <a:rPr lang="ja-JP" altLang="en-US" sz="1200" b="1">
                <a:latin typeface="Meiryo UI"/>
                <a:ea typeface="Meiryo UI"/>
              </a:rPr>
              <a:t>月の問い合わせ件数上位</a:t>
            </a:r>
            <a:r>
              <a:rPr lang="en-US" altLang="ja-JP" sz="1200" b="1">
                <a:latin typeface="Meiryo UI"/>
                <a:ea typeface="Meiryo UI"/>
              </a:rPr>
              <a:t>6</a:t>
            </a:r>
            <a:r>
              <a:rPr lang="ja-JP" altLang="en-US" sz="1200" b="1">
                <a:latin typeface="Meiryo UI"/>
                <a:ea typeface="Meiryo UI"/>
              </a:rPr>
              <a:t>割の中分類一覧</a:t>
            </a:r>
          </a:p>
        </p:txBody>
      </p:sp>
      <p:cxnSp>
        <p:nvCxnSpPr>
          <p:cNvPr id="12" name="直線コネクタ 11">
            <a:extLst>
              <a:ext uri="{FF2B5EF4-FFF2-40B4-BE49-F238E27FC236}">
                <a16:creationId xmlns:a16="http://schemas.microsoft.com/office/drawing/2014/main" id="{348C3467-5389-2FAC-5495-BFCEF556CF42}"/>
              </a:ext>
            </a:extLst>
          </p:cNvPr>
          <p:cNvCxnSpPr>
            <a:cxnSpLocks/>
          </p:cNvCxnSpPr>
          <p:nvPr/>
        </p:nvCxnSpPr>
        <p:spPr bwMode="auto">
          <a:xfrm flipV="1">
            <a:off x="4737993" y="2982653"/>
            <a:ext cx="585460" cy="319202"/>
          </a:xfrm>
          <a:prstGeom prst="line">
            <a:avLst/>
          </a:prstGeom>
          <a:solidFill>
            <a:schemeClr val="bg1"/>
          </a:solidFill>
          <a:ln w="9525" cap="flat" cmpd="sng" algn="ctr">
            <a:solidFill>
              <a:srgbClr val="FF0000"/>
            </a:solidFill>
            <a:prstDash val="solid"/>
            <a:round/>
            <a:headEnd type="none" w="med" len="med"/>
            <a:tailEnd type="none" w="med" len="med"/>
          </a:ln>
          <a:effectLst/>
        </p:spPr>
      </p:cxnSp>
      <p:cxnSp>
        <p:nvCxnSpPr>
          <p:cNvPr id="15" name="直線コネクタ 14">
            <a:extLst>
              <a:ext uri="{FF2B5EF4-FFF2-40B4-BE49-F238E27FC236}">
                <a16:creationId xmlns:a16="http://schemas.microsoft.com/office/drawing/2014/main" id="{881BBA3F-6455-61F8-E953-2F90055D814A}"/>
              </a:ext>
            </a:extLst>
          </p:cNvPr>
          <p:cNvCxnSpPr>
            <a:cxnSpLocks/>
          </p:cNvCxnSpPr>
          <p:nvPr/>
        </p:nvCxnSpPr>
        <p:spPr bwMode="auto">
          <a:xfrm>
            <a:off x="4737993" y="3905250"/>
            <a:ext cx="585460" cy="646826"/>
          </a:xfrm>
          <a:prstGeom prst="line">
            <a:avLst/>
          </a:prstGeom>
          <a:solidFill>
            <a:schemeClr val="bg1"/>
          </a:solidFill>
          <a:ln w="9525" cap="flat" cmpd="sng" algn="ctr">
            <a:solidFill>
              <a:srgbClr val="FF0000"/>
            </a:solidFill>
            <a:prstDash val="solid"/>
            <a:round/>
            <a:headEnd type="none" w="med" len="med"/>
            <a:tailEnd type="none" w="med" len="med"/>
          </a:ln>
          <a:effectLst/>
        </p:spPr>
      </p:cxnSp>
      <p:sp>
        <p:nvSpPr>
          <p:cNvPr id="5" name="Rectangle 4">
            <a:extLst>
              <a:ext uri="{FF2B5EF4-FFF2-40B4-BE49-F238E27FC236}">
                <a16:creationId xmlns:a16="http://schemas.microsoft.com/office/drawing/2014/main" id="{A18B5922-8F46-A721-868A-6DE4404A28EF}"/>
              </a:ext>
            </a:extLst>
          </p:cNvPr>
          <p:cNvSpPr/>
          <p:nvPr/>
        </p:nvSpPr>
        <p:spPr>
          <a:xfrm>
            <a:off x="7222121" y="2880046"/>
            <a:ext cx="1979214" cy="72974"/>
          </a:xfrm>
          <a:prstGeom prst="rect">
            <a:avLst/>
          </a:prstGeom>
          <a:noFill/>
          <a:ln w="9525" cap="flat" cmpd="sng" algn="ctr">
            <a:no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a:lnSpc>
                <a:spcPct val="100000"/>
              </a:lnSpc>
            </a:pPr>
            <a:r>
              <a:rPr lang="en-US" sz="800" kern="0">
                <a:solidFill>
                  <a:prstClr val="black"/>
                </a:solidFill>
                <a:latin typeface="Meiryo UI"/>
                <a:ea typeface="Meiryo UI"/>
                <a:cs typeface="Meiryo UI" panose="020B0604030504040204" pitchFamily="50" charset="-128"/>
              </a:rPr>
              <a:t>※</a:t>
            </a:r>
            <a:r>
              <a:rPr lang="ja-JP" altLang="en-US" sz="800" kern="0">
                <a:solidFill>
                  <a:prstClr val="black"/>
                </a:solidFill>
                <a:latin typeface="Meiryo UI"/>
                <a:ea typeface="Meiryo UI"/>
                <a:cs typeface="Meiryo UI" panose="020B0604030504040204" pitchFamily="50" charset="-128"/>
              </a:rPr>
              <a:t>赤枠箇所の詳細については次ページを参照</a:t>
            </a:r>
          </a:p>
        </p:txBody>
      </p:sp>
      <p:sp>
        <p:nvSpPr>
          <p:cNvPr id="4" name="コンテンツ プレースホルダー 2">
            <a:extLst>
              <a:ext uri="{FF2B5EF4-FFF2-40B4-BE49-F238E27FC236}">
                <a16:creationId xmlns:a16="http://schemas.microsoft.com/office/drawing/2014/main" id="{83CFD604-234D-EF22-73FF-DAF06CDF1EE4}"/>
              </a:ext>
            </a:extLst>
          </p:cNvPr>
          <p:cNvSpPr txBox="1">
            <a:spLocks/>
          </p:cNvSpPr>
          <p:nvPr/>
        </p:nvSpPr>
        <p:spPr bwMode="auto">
          <a:xfrm>
            <a:off x="833386" y="719849"/>
            <a:ext cx="8496529" cy="1516442"/>
          </a:xfrm>
          <a:prstGeom prst="rect">
            <a:avLst/>
          </a:prstGeom>
          <a:noFill/>
          <a:ln w="12700">
            <a:noFill/>
            <a:miter lim="800000"/>
            <a:headEnd/>
            <a:tailEnd/>
          </a:ln>
        </p:spPr>
        <p:txBody>
          <a:bodyPr vert="horz" wrap="square" lIns="0" tIns="46800" rIns="90407" bIns="46800" numCol="1" anchor="t" anchorCtr="0" compatLnSpc="1">
            <a:prstTxWarp prst="textNoShape">
              <a:avLst/>
            </a:prstTxWarp>
            <a:spAutoFit/>
          </a:bodyPr>
          <a:lstStyle>
            <a:lvl1pPr marL="0" indent="0" algn="l" rtl="0" eaLnBrk="0" fontAlgn="base" hangingPunct="0">
              <a:spcBef>
                <a:spcPct val="20000"/>
              </a:spcBef>
              <a:spcAft>
                <a:spcPct val="0"/>
              </a:spcAft>
              <a:defRPr kumimoji="1" sz="1600">
                <a:solidFill>
                  <a:schemeClr val="tx1"/>
                </a:solidFill>
                <a:latin typeface="+mn-ea"/>
                <a:ea typeface="+mn-ea"/>
                <a:cs typeface="+mn-cs"/>
              </a:defRPr>
            </a:lvl1pPr>
            <a:lvl2pPr marL="466195" indent="-174098" algn="l" rtl="0" eaLnBrk="0" fontAlgn="base" hangingPunct="0">
              <a:spcBef>
                <a:spcPct val="20000"/>
              </a:spcBef>
              <a:spcAft>
                <a:spcPct val="0"/>
              </a:spcAft>
              <a:buChar char="–"/>
              <a:defRPr kumimoji="1" sz="1706">
                <a:solidFill>
                  <a:schemeClr val="tx1"/>
                </a:solidFill>
                <a:latin typeface="Times New Roman" pitchFamily="18" charset="0"/>
                <a:ea typeface="+mn-ea"/>
              </a:defRPr>
            </a:lvl2pPr>
            <a:lvl3pPr marL="721538" indent="-139278" algn="l" rtl="0" eaLnBrk="0" fontAlgn="base" hangingPunct="0">
              <a:spcBef>
                <a:spcPct val="20000"/>
              </a:spcBef>
              <a:spcAft>
                <a:spcPct val="0"/>
              </a:spcAft>
              <a:buChar char="•"/>
              <a:defRPr kumimoji="1" sz="1463">
                <a:solidFill>
                  <a:schemeClr val="tx1"/>
                </a:solidFill>
                <a:latin typeface="Times New Roman" pitchFamily="18" charset="0"/>
                <a:ea typeface="+mn-ea"/>
              </a:defRPr>
            </a:lvl3pPr>
            <a:lvl4pPr marL="976881" indent="-139278" algn="l" rtl="0" eaLnBrk="0" fontAlgn="base" hangingPunct="0">
              <a:spcBef>
                <a:spcPct val="20000"/>
              </a:spcBef>
              <a:spcAft>
                <a:spcPct val="0"/>
              </a:spcAft>
              <a:buChar char="–"/>
              <a:defRPr kumimoji="1" sz="1219">
                <a:solidFill>
                  <a:schemeClr val="tx1"/>
                </a:solidFill>
                <a:latin typeface="Times New Roman" pitchFamily="18" charset="0"/>
                <a:ea typeface="+mn-ea"/>
              </a:defRPr>
            </a:lvl4pPr>
            <a:lvl5pPr marL="1253502" indent="-140246" algn="l" rtl="0" eaLnBrk="0" fontAlgn="base" hangingPunct="0">
              <a:spcBef>
                <a:spcPct val="20000"/>
              </a:spcBef>
              <a:spcAft>
                <a:spcPct val="0"/>
              </a:spcAft>
              <a:buChar char="»"/>
              <a:defRPr kumimoji="1" sz="1219">
                <a:solidFill>
                  <a:schemeClr val="tx1"/>
                </a:solidFill>
                <a:latin typeface="Times New Roman" pitchFamily="18" charset="0"/>
                <a:ea typeface="+mn-ea"/>
              </a:defRPr>
            </a:lvl5pPr>
            <a:lvl6pPr marL="1532058" indent="-139278" algn="l" rtl="0" fontAlgn="base">
              <a:spcBef>
                <a:spcPct val="20000"/>
              </a:spcBef>
              <a:spcAft>
                <a:spcPct val="0"/>
              </a:spcAft>
              <a:buChar char="»"/>
              <a:defRPr kumimoji="1" sz="1219">
                <a:solidFill>
                  <a:schemeClr val="tx1"/>
                </a:solidFill>
                <a:latin typeface="Times New Roman" pitchFamily="18" charset="0"/>
                <a:ea typeface="+mn-ea"/>
              </a:defRPr>
            </a:lvl6pPr>
            <a:lvl7pPr marL="1810614" indent="-139278" algn="l" rtl="0" fontAlgn="base">
              <a:spcBef>
                <a:spcPct val="20000"/>
              </a:spcBef>
              <a:spcAft>
                <a:spcPct val="0"/>
              </a:spcAft>
              <a:buChar char="»"/>
              <a:defRPr kumimoji="1" sz="1219">
                <a:solidFill>
                  <a:schemeClr val="tx1"/>
                </a:solidFill>
                <a:latin typeface="Times New Roman" pitchFamily="18" charset="0"/>
                <a:ea typeface="+mn-ea"/>
              </a:defRPr>
            </a:lvl7pPr>
            <a:lvl8pPr marL="2089171" indent="-139278" algn="l" rtl="0" fontAlgn="base">
              <a:spcBef>
                <a:spcPct val="20000"/>
              </a:spcBef>
              <a:spcAft>
                <a:spcPct val="0"/>
              </a:spcAft>
              <a:buChar char="»"/>
              <a:defRPr kumimoji="1" sz="1219">
                <a:solidFill>
                  <a:schemeClr val="tx1"/>
                </a:solidFill>
                <a:latin typeface="Times New Roman" pitchFamily="18" charset="0"/>
                <a:ea typeface="+mn-ea"/>
              </a:defRPr>
            </a:lvl8pPr>
            <a:lvl9pPr marL="2367726" indent="-139278" algn="l" rtl="0" fontAlgn="base">
              <a:spcBef>
                <a:spcPct val="20000"/>
              </a:spcBef>
              <a:spcAft>
                <a:spcPct val="0"/>
              </a:spcAft>
              <a:buChar char="»"/>
              <a:defRPr kumimoji="1" sz="1219">
                <a:solidFill>
                  <a:schemeClr val="tx1"/>
                </a:solidFill>
                <a:latin typeface="Times New Roman" pitchFamily="18" charset="0"/>
                <a:ea typeface="+mn-ea"/>
              </a:defRPr>
            </a:lvl9pPr>
          </a:lstStyle>
          <a:p>
            <a:pPr marL="285750" indent="-285750">
              <a:buFont typeface="Arial" panose="020B0604020202020204" pitchFamily="34" charset="0"/>
              <a:buChar char="•"/>
            </a:pPr>
            <a:r>
              <a:rPr lang="ja-JP" altLang="en-US" sz="1400" kern="0">
                <a:latin typeface="Meiryo UI" panose="020B0604030504040204" pitchFamily="50" charset="-128"/>
                <a:ea typeface="Meiryo UI" panose="020B0604030504040204" pitchFamily="50" charset="-128"/>
              </a:rPr>
              <a:t>電子カルテ情報共有サービスのお問合せを大分類と中分類（赤枠で囲った大分類の内訳）に分けた内容を下記の表にまとめた。</a:t>
            </a:r>
            <a:endParaRPr lang="en-US" altLang="ja-JP" sz="1400" kern="0">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lang="ja-JP" altLang="en-US" sz="1400" kern="0">
                <a:latin typeface="Meiryo UI" panose="020B0604030504040204" pitchFamily="50" charset="-128"/>
                <a:ea typeface="Meiryo UI" panose="020B0604030504040204" pitchFamily="50" charset="-128"/>
              </a:rPr>
              <a:t>大分類では「臨床情報登録・閲覧サービス」、 「文書送受信サービス」に関する内容が全体の</a:t>
            </a:r>
            <a:r>
              <a:rPr lang="en-US" altLang="ja-JP" sz="1400" kern="0">
                <a:latin typeface="Meiryo UI" panose="020B0604030504040204" pitchFamily="50" charset="-128"/>
                <a:ea typeface="Meiryo UI" panose="020B0604030504040204" pitchFamily="50" charset="-128"/>
              </a:rPr>
              <a:t>6</a:t>
            </a:r>
            <a:r>
              <a:rPr lang="ja-JP" altLang="en-US" sz="1400" kern="0">
                <a:latin typeface="Meiryo UI" panose="020B0604030504040204" pitchFamily="50" charset="-128"/>
                <a:ea typeface="Meiryo UI" panose="020B0604030504040204" pitchFamily="50" charset="-128"/>
              </a:rPr>
              <a:t>割を占めていた。</a:t>
            </a:r>
          </a:p>
          <a:p>
            <a:pPr marL="285750" indent="-285750">
              <a:buFont typeface="Arial" panose="020B0604020202020204" pitchFamily="34" charset="0"/>
              <a:buChar char="•"/>
            </a:pPr>
            <a:r>
              <a:rPr lang="ja-JP" altLang="en-US" sz="1400" kern="0">
                <a:latin typeface="Meiryo UI" panose="020B0604030504040204" pitchFamily="50" charset="-128"/>
                <a:ea typeface="Meiryo UI" panose="020B0604030504040204" pitchFamily="50" charset="-128"/>
              </a:rPr>
              <a:t>中分類では「</a:t>
            </a:r>
            <a:r>
              <a:rPr lang="zh-TW" altLang="en-US" sz="1400" kern="0">
                <a:latin typeface="Meiryo UI" panose="020B0604030504040204" pitchFamily="50" charset="-128"/>
                <a:ea typeface="Meiryo UI" panose="020B0604030504040204" pitchFamily="50" charset="-128"/>
              </a:rPr>
              <a:t>外部</a:t>
            </a:r>
            <a:r>
              <a:rPr lang="en-US" altLang="zh-TW" sz="1400" kern="0">
                <a:latin typeface="Meiryo UI" panose="020B0604030504040204" pitchFamily="50" charset="-128"/>
                <a:ea typeface="Meiryo UI" panose="020B0604030504040204" pitchFamily="50" charset="-128"/>
              </a:rPr>
              <a:t>IF</a:t>
            </a:r>
            <a:r>
              <a:rPr lang="zh-TW" altLang="en-US" sz="1400" kern="0">
                <a:latin typeface="Meiryo UI" panose="020B0604030504040204" pitchFamily="50" charset="-128"/>
                <a:ea typeface="Meiryo UI" panose="020B0604030504040204" pitchFamily="50" charset="-128"/>
              </a:rPr>
              <a:t>仕様書</a:t>
            </a:r>
            <a:r>
              <a:rPr lang="en-US" altLang="zh-TW" sz="1400" kern="0">
                <a:latin typeface="Meiryo UI" panose="020B0604030504040204" pitchFamily="50" charset="-128"/>
                <a:ea typeface="Meiryo UI" panose="020B0604030504040204" pitchFamily="50" charset="-128"/>
              </a:rPr>
              <a:t>/</a:t>
            </a:r>
            <a:r>
              <a:rPr lang="zh-TW" altLang="en-US" sz="1400" kern="0">
                <a:latin typeface="Meiryo UI" panose="020B0604030504040204" pitchFamily="50" charset="-128"/>
                <a:ea typeface="Meiryo UI" panose="020B0604030504040204" pitchFamily="50" charset="-128"/>
              </a:rPr>
              <a:t>記録条件仕様書</a:t>
            </a:r>
            <a:r>
              <a:rPr lang="ja-JP" altLang="en-US" sz="1400" kern="0">
                <a:latin typeface="Meiryo UI" panose="020B0604030504040204" pitchFamily="50" charset="-128"/>
                <a:ea typeface="Meiryo UI" panose="020B0604030504040204" pitchFamily="50" charset="-128"/>
              </a:rPr>
              <a:t>」に関するお問合せを</a:t>
            </a:r>
            <a:r>
              <a:rPr lang="en-US" altLang="ja-JP" sz="1400" kern="0">
                <a:latin typeface="Meiryo UI" panose="020B0604030504040204" pitchFamily="50" charset="-128"/>
                <a:ea typeface="Meiryo UI" panose="020B0604030504040204" pitchFamily="50" charset="-128"/>
              </a:rPr>
              <a:t>5</a:t>
            </a:r>
            <a:r>
              <a:rPr lang="ja-JP" altLang="en-US" sz="1400" kern="0">
                <a:latin typeface="Meiryo UI" panose="020B0604030504040204" pitchFamily="50" charset="-128"/>
                <a:ea typeface="Meiryo UI" panose="020B0604030504040204" pitchFamily="50" charset="-128"/>
              </a:rPr>
              <a:t>件、「</a:t>
            </a:r>
            <a:r>
              <a:rPr lang="en-US" altLang="ja-JP" sz="1400" kern="0">
                <a:latin typeface="Meiryo UI" panose="020B0604030504040204" pitchFamily="50" charset="-128"/>
                <a:ea typeface="Meiryo UI" panose="020B0604030504040204" pitchFamily="50" charset="-128"/>
              </a:rPr>
              <a:t>FHIR</a:t>
            </a:r>
            <a:r>
              <a:rPr lang="ja-JP" altLang="en-US" sz="1400" kern="0">
                <a:latin typeface="Meiryo UI" panose="020B0604030504040204" pitchFamily="50" charset="-128"/>
                <a:ea typeface="Meiryo UI" panose="020B0604030504040204" pitchFamily="50" charset="-128"/>
              </a:rPr>
              <a:t>記述仕様」に関するお問合せを</a:t>
            </a:r>
            <a:r>
              <a:rPr lang="en-US" altLang="ja-JP" sz="1400" kern="0">
                <a:latin typeface="Meiryo UI" panose="020B0604030504040204" pitchFamily="50" charset="-128"/>
                <a:ea typeface="Meiryo UI" panose="020B0604030504040204" pitchFamily="50" charset="-128"/>
              </a:rPr>
              <a:t>5</a:t>
            </a:r>
            <a:r>
              <a:rPr lang="ja-JP" altLang="en-US" sz="1400" kern="0">
                <a:latin typeface="Meiryo UI" panose="020B0604030504040204" pitchFamily="50" charset="-128"/>
                <a:ea typeface="Meiryo UI" panose="020B0604030504040204" pitchFamily="50" charset="-128"/>
              </a:rPr>
              <a:t>件</a:t>
            </a:r>
            <a:r>
              <a:rPr lang="ja-JP" altLang="en-US" sz="1400"/>
              <a:t>受領した。</a:t>
            </a:r>
            <a:endParaRPr lang="ja-JP" altLang="en-US" sz="1400" kern="0">
              <a:latin typeface="Meiryo UI" panose="020B0604030504040204" pitchFamily="50" charset="-128"/>
              <a:ea typeface="Meiryo UI" panose="020B0604030504040204" pitchFamily="50" charset="-128"/>
            </a:endParaRPr>
          </a:p>
          <a:p>
            <a:pPr marL="285750" indent="-285750">
              <a:buFont typeface="Arial" panose="020B0604020202020204" pitchFamily="34" charset="0"/>
              <a:buChar char="•"/>
            </a:pPr>
            <a:r>
              <a:rPr lang="ja-JP" altLang="en-US" sz="1400" kern="0">
                <a:latin typeface="Meiryo UI" panose="020B0604030504040204" pitchFamily="50" charset="-128"/>
                <a:ea typeface="Meiryo UI" panose="020B0604030504040204" pitchFamily="50" charset="-128"/>
              </a:rPr>
              <a:t>「障害報告」に関するお問合せは発生しなかった。</a:t>
            </a:r>
          </a:p>
        </p:txBody>
      </p:sp>
      <p:sp>
        <p:nvSpPr>
          <p:cNvPr id="21" name="正方形/長方形 20">
            <a:extLst>
              <a:ext uri="{FF2B5EF4-FFF2-40B4-BE49-F238E27FC236}">
                <a16:creationId xmlns:a16="http://schemas.microsoft.com/office/drawing/2014/main" id="{A7F4DDBA-96E2-A80C-0A11-A7F4F0402AFF}"/>
              </a:ext>
            </a:extLst>
          </p:cNvPr>
          <p:cNvSpPr/>
          <p:nvPr/>
        </p:nvSpPr>
        <p:spPr>
          <a:xfrm>
            <a:off x="7222119" y="3381376"/>
            <a:ext cx="1910989" cy="195262"/>
          </a:xfrm>
          <a:prstGeom prst="rect">
            <a:avLst/>
          </a:prstGeom>
          <a:noFill/>
          <a:ln w="12700" cap="flat" cmpd="sng" algn="ctr">
            <a:solidFill>
              <a:srgbClr val="FF0000"/>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eaLnBrk="0" hangingPunct="0">
              <a:lnSpc>
                <a:spcPct val="100000"/>
              </a:lnSpc>
            </a:pPr>
            <a:endParaRPr kumimoji="0" lang="ja-JP" altLang="en-US"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 name="正方形/長方形 15">
            <a:extLst>
              <a:ext uri="{FF2B5EF4-FFF2-40B4-BE49-F238E27FC236}">
                <a16:creationId xmlns:a16="http://schemas.microsoft.com/office/drawing/2014/main" id="{11B8B5D3-274A-0401-CBE1-64B6415997EC}"/>
              </a:ext>
            </a:extLst>
          </p:cNvPr>
          <p:cNvSpPr/>
          <p:nvPr/>
        </p:nvSpPr>
        <p:spPr>
          <a:xfrm>
            <a:off x="7222118" y="4738688"/>
            <a:ext cx="1910989" cy="176212"/>
          </a:xfrm>
          <a:prstGeom prst="rect">
            <a:avLst/>
          </a:prstGeom>
          <a:noFill/>
          <a:ln w="12700" cap="flat" cmpd="sng" algn="ctr">
            <a:solidFill>
              <a:srgbClr val="FF0000"/>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eaLnBrk="0" hangingPunct="0">
              <a:lnSpc>
                <a:spcPct val="100000"/>
              </a:lnSpc>
            </a:pPr>
            <a:endParaRPr kumimoji="0" lang="ja-JP" altLang="en-US"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2" name="正方形/長方形 21">
            <a:extLst>
              <a:ext uri="{FF2B5EF4-FFF2-40B4-BE49-F238E27FC236}">
                <a16:creationId xmlns:a16="http://schemas.microsoft.com/office/drawing/2014/main" id="{9E9A0E8E-59E9-55CD-1E1A-88A87F7CA0E6}"/>
              </a:ext>
            </a:extLst>
          </p:cNvPr>
          <p:cNvSpPr/>
          <p:nvPr/>
        </p:nvSpPr>
        <p:spPr>
          <a:xfrm>
            <a:off x="7222118" y="3190800"/>
            <a:ext cx="1910989" cy="190576"/>
          </a:xfrm>
          <a:prstGeom prst="rect">
            <a:avLst/>
          </a:prstGeom>
          <a:noFill/>
          <a:ln w="12700" cap="flat" cmpd="sng" algn="ctr">
            <a:solidFill>
              <a:srgbClr val="FF0000"/>
            </a:solidFill>
            <a:prstDash val="soli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l" eaLnBrk="0" hangingPunct="0">
              <a:lnSpc>
                <a:spcPct val="100000"/>
              </a:lnSpc>
            </a:pPr>
            <a:endParaRPr kumimoji="0" lang="ja-JP" altLang="en-US" sz="1200" kern="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4811713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0A806-5317-234A-6803-E0DB9AB4D9F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AE345A1-9B9C-4138-E0A4-C20BF80FC2E0}"/>
              </a:ext>
            </a:extLst>
          </p:cNvPr>
          <p:cNvSpPr>
            <a:spLocks noGrp="1"/>
          </p:cNvSpPr>
          <p:nvPr>
            <p:ph type="title"/>
          </p:nvPr>
        </p:nvSpPr>
        <p:spPr/>
        <p:txBody>
          <a:bodyPr/>
          <a:lstStyle/>
          <a:p>
            <a:r>
              <a:rPr lang="en-US" altLang="ja-JP" kern="1200"/>
              <a:t>ONS</a:t>
            </a:r>
            <a:r>
              <a:rPr lang="ja-JP" altLang="en-US" kern="1200"/>
              <a:t>問い合わせ月次報告</a:t>
            </a:r>
            <a:br>
              <a:rPr lang="en-US" altLang="ja-JP" kern="1200"/>
            </a:br>
            <a:r>
              <a:rPr kumimoji="1" lang="en-US" altLang="ja-JP"/>
              <a:t>(</a:t>
            </a:r>
            <a:r>
              <a:rPr kumimoji="1" lang="ja-JP" altLang="en-US"/>
              <a:t>参考</a:t>
            </a:r>
            <a:r>
              <a:rPr lang="en-US" altLang="ja-JP"/>
              <a:t>)</a:t>
            </a:r>
            <a:r>
              <a:rPr lang="ja-JP" altLang="en-US"/>
              <a:t>医療機関等</a:t>
            </a:r>
            <a:r>
              <a:rPr lang="en-US" altLang="ja-JP"/>
              <a:t>ONS</a:t>
            </a:r>
            <a:r>
              <a:rPr lang="ja-JP" altLang="en-US"/>
              <a:t>新規問い合わせ内容（</a:t>
            </a:r>
            <a:r>
              <a:rPr lang="en-US" altLang="ja-JP"/>
              <a:t>1/2</a:t>
            </a:r>
            <a:r>
              <a:rPr lang="ja-JP" altLang="en-US"/>
              <a:t>）</a:t>
            </a:r>
            <a:endParaRPr kumimoji="1" lang="ja-JP" altLang="en-US"/>
          </a:p>
        </p:txBody>
      </p:sp>
      <p:sp>
        <p:nvSpPr>
          <p:cNvPr id="5" name="コンテンツ プレースホルダー 3">
            <a:extLst>
              <a:ext uri="{FF2B5EF4-FFF2-40B4-BE49-F238E27FC236}">
                <a16:creationId xmlns:a16="http://schemas.microsoft.com/office/drawing/2014/main" id="{A99A608E-E500-25E3-894C-133AE2A09339}"/>
              </a:ext>
            </a:extLst>
          </p:cNvPr>
          <p:cNvSpPr txBox="1">
            <a:spLocks noGrp="1"/>
          </p:cNvSpPr>
          <p:nvPr>
            <p:ph idx="1"/>
          </p:nvPr>
        </p:nvSpPr>
        <p:spPr bwMode="auto">
          <a:xfrm>
            <a:off x="849313" y="791645"/>
            <a:ext cx="8207375" cy="50482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232171" indent="-232171" algn="l" rtl="0" eaLnBrk="0" fontAlgn="base" hangingPunct="0">
              <a:spcBef>
                <a:spcPts val="0"/>
              </a:spcBef>
              <a:spcAft>
                <a:spcPct val="0"/>
              </a:spcAft>
              <a:buFont typeface="Arial" panose="020B0604020202020204" pitchFamily="34" charset="0"/>
              <a:buChar char="•"/>
              <a:defRPr kumimoji="1" sz="1200">
                <a:solidFill>
                  <a:schemeClr val="tx1"/>
                </a:solidFill>
                <a:latin typeface="+mj-ea"/>
                <a:ea typeface="+mj-ea"/>
                <a:cs typeface="+mn-cs"/>
              </a:defRPr>
            </a:lvl1pPr>
            <a:lvl2pPr marL="573789" indent="-214278" algn="l" rtl="0" eaLnBrk="0" fontAlgn="base" hangingPunct="0">
              <a:spcBef>
                <a:spcPct val="20000"/>
              </a:spcBef>
              <a:spcAft>
                <a:spcPct val="0"/>
              </a:spcAft>
              <a:buChar char="–"/>
              <a:defRPr kumimoji="1" sz="2100">
                <a:solidFill>
                  <a:schemeClr val="tx1"/>
                </a:solidFill>
                <a:latin typeface="Times New Roman" pitchFamily="18" charset="0"/>
                <a:ea typeface="+mn-ea"/>
              </a:defRPr>
            </a:lvl2pPr>
            <a:lvl3pPr marL="888064" indent="-171422" algn="l" rtl="0" eaLnBrk="0" fontAlgn="base" hangingPunct="0">
              <a:spcBef>
                <a:spcPct val="20000"/>
              </a:spcBef>
              <a:spcAft>
                <a:spcPct val="0"/>
              </a:spcAft>
              <a:buChar char="•"/>
              <a:defRPr kumimoji="1" sz="1800">
                <a:solidFill>
                  <a:schemeClr val="tx1"/>
                </a:solidFill>
                <a:latin typeface="Times New Roman" pitchFamily="18" charset="0"/>
                <a:ea typeface="+mn-ea"/>
              </a:defRPr>
            </a:lvl3pPr>
            <a:lvl4pPr marL="1202338" indent="-171422" algn="l" rtl="0" eaLnBrk="0" fontAlgn="base" hangingPunct="0">
              <a:spcBef>
                <a:spcPct val="20000"/>
              </a:spcBef>
              <a:spcAft>
                <a:spcPct val="0"/>
              </a:spcAft>
              <a:buChar char="–"/>
              <a:defRPr kumimoji="1" sz="1500">
                <a:solidFill>
                  <a:schemeClr val="tx1"/>
                </a:solidFill>
                <a:latin typeface="Times New Roman" pitchFamily="18" charset="0"/>
                <a:ea typeface="+mn-ea"/>
              </a:defRPr>
            </a:lvl4pPr>
            <a:lvl5pPr marL="1542801" indent="-172613" algn="l" rtl="0" eaLnBrk="0" fontAlgn="base" hangingPunct="0">
              <a:spcBef>
                <a:spcPct val="20000"/>
              </a:spcBef>
              <a:spcAft>
                <a:spcPct val="0"/>
              </a:spcAft>
              <a:buChar char="»"/>
              <a:defRPr kumimoji="1" sz="1500">
                <a:solidFill>
                  <a:schemeClr val="tx1"/>
                </a:solidFill>
                <a:latin typeface="Times New Roman" pitchFamily="18" charset="0"/>
                <a:ea typeface="+mn-ea"/>
              </a:defRPr>
            </a:lvl5pPr>
            <a:lvl6pPr marL="1885647" indent="-171422" algn="l" rtl="0" fontAlgn="base">
              <a:spcBef>
                <a:spcPct val="20000"/>
              </a:spcBef>
              <a:spcAft>
                <a:spcPct val="0"/>
              </a:spcAft>
              <a:buChar char="»"/>
              <a:defRPr kumimoji="1" sz="1500">
                <a:solidFill>
                  <a:schemeClr val="tx1"/>
                </a:solidFill>
                <a:latin typeface="Times New Roman" pitchFamily="18" charset="0"/>
                <a:ea typeface="+mn-ea"/>
              </a:defRPr>
            </a:lvl6pPr>
            <a:lvl7pPr marL="2228492" indent="-171422" algn="l" rtl="0" fontAlgn="base">
              <a:spcBef>
                <a:spcPct val="20000"/>
              </a:spcBef>
              <a:spcAft>
                <a:spcPct val="0"/>
              </a:spcAft>
              <a:buChar char="»"/>
              <a:defRPr kumimoji="1" sz="1500">
                <a:solidFill>
                  <a:schemeClr val="tx1"/>
                </a:solidFill>
                <a:latin typeface="Times New Roman" pitchFamily="18" charset="0"/>
                <a:ea typeface="+mn-ea"/>
              </a:defRPr>
            </a:lvl7pPr>
            <a:lvl8pPr marL="2571336" indent="-171422" algn="l" rtl="0" fontAlgn="base">
              <a:spcBef>
                <a:spcPct val="20000"/>
              </a:spcBef>
              <a:spcAft>
                <a:spcPct val="0"/>
              </a:spcAft>
              <a:buChar char="»"/>
              <a:defRPr kumimoji="1" sz="1500">
                <a:solidFill>
                  <a:schemeClr val="tx1"/>
                </a:solidFill>
                <a:latin typeface="Times New Roman" pitchFamily="18" charset="0"/>
                <a:ea typeface="+mn-ea"/>
              </a:defRPr>
            </a:lvl8pPr>
            <a:lvl9pPr marL="2914180" indent="-171422" algn="l" rtl="0" fontAlgn="base">
              <a:spcBef>
                <a:spcPct val="20000"/>
              </a:spcBef>
              <a:spcAft>
                <a:spcPct val="0"/>
              </a:spcAft>
              <a:buChar char="»"/>
              <a:defRPr kumimoji="1" sz="1500">
                <a:solidFill>
                  <a:schemeClr val="tx1"/>
                </a:solidFill>
                <a:latin typeface="Times New Roman" pitchFamily="18" charset="0"/>
                <a:ea typeface="+mn-ea"/>
              </a:defRPr>
            </a:lvl9pPr>
          </a:lstStyle>
          <a:p>
            <a:pPr>
              <a:spcBef>
                <a:spcPct val="0"/>
              </a:spcBef>
            </a:pPr>
            <a:r>
              <a:rPr lang="ja-JP" altLang="en-US" sz="1400">
                <a:solidFill>
                  <a:prstClr val="black"/>
                </a:solidFill>
                <a:latin typeface="+mn-ea"/>
              </a:rPr>
              <a:t>「臨床情報登録・閲覧サービス」＞</a:t>
            </a:r>
            <a:r>
              <a:rPr lang="ja-JP" altLang="en-US" sz="1400"/>
              <a:t>「</a:t>
            </a:r>
            <a:r>
              <a:rPr lang="zh-TW" altLang="en-US" sz="1400"/>
              <a:t>外部</a:t>
            </a:r>
            <a:r>
              <a:rPr lang="en-US" altLang="zh-TW" sz="1400"/>
              <a:t>IF</a:t>
            </a:r>
            <a:r>
              <a:rPr lang="zh-TW" altLang="en-US" sz="1400"/>
              <a:t>仕様書</a:t>
            </a:r>
            <a:r>
              <a:rPr lang="en-US" altLang="zh-TW" sz="1400"/>
              <a:t>/</a:t>
            </a:r>
            <a:r>
              <a:rPr lang="zh-TW" altLang="en-US" sz="1400"/>
              <a:t>記録条件仕様書</a:t>
            </a:r>
            <a:r>
              <a:rPr lang="ja-JP" altLang="en-US" sz="1400"/>
              <a:t>」 </a:t>
            </a:r>
            <a:r>
              <a:rPr lang="ja-JP" altLang="en-US" sz="1400">
                <a:latin typeface="Meiryo UI"/>
                <a:ea typeface="Meiryo UI"/>
              </a:rPr>
              <a:t>に関する問い合わせの内容は下記の通り。</a:t>
            </a:r>
            <a:endParaRPr lang="en-US" altLang="ja-JP" sz="1400">
              <a:latin typeface="Meiryo UI"/>
              <a:ea typeface="Meiryo UI"/>
            </a:endParaRPr>
          </a:p>
        </p:txBody>
      </p:sp>
      <p:graphicFrame>
        <p:nvGraphicFramePr>
          <p:cNvPr id="3" name="表 2">
            <a:extLst>
              <a:ext uri="{FF2B5EF4-FFF2-40B4-BE49-F238E27FC236}">
                <a16:creationId xmlns:a16="http://schemas.microsoft.com/office/drawing/2014/main" id="{C862E011-8681-14DD-2E9C-54EECB62E75A}"/>
              </a:ext>
            </a:extLst>
          </p:cNvPr>
          <p:cNvGraphicFramePr>
            <a:graphicFrameLocks noGrp="1"/>
          </p:cNvGraphicFramePr>
          <p:nvPr/>
        </p:nvGraphicFramePr>
        <p:xfrm>
          <a:off x="848688" y="1697023"/>
          <a:ext cx="8208001" cy="2733228"/>
        </p:xfrm>
        <a:graphic>
          <a:graphicData uri="http://schemas.openxmlformats.org/drawingml/2006/table">
            <a:tbl>
              <a:tblPr>
                <a:tableStyleId>{5C22544A-7EE6-4342-B048-85BDC9FD1C3A}</a:tableStyleId>
              </a:tblPr>
              <a:tblGrid>
                <a:gridCol w="924695">
                  <a:extLst>
                    <a:ext uri="{9D8B030D-6E8A-4147-A177-3AD203B41FA5}">
                      <a16:colId xmlns:a16="http://schemas.microsoft.com/office/drawing/2014/main" val="1668515430"/>
                    </a:ext>
                  </a:extLst>
                </a:gridCol>
                <a:gridCol w="987136">
                  <a:extLst>
                    <a:ext uri="{9D8B030D-6E8A-4147-A177-3AD203B41FA5}">
                      <a16:colId xmlns:a16="http://schemas.microsoft.com/office/drawing/2014/main" val="420482367"/>
                    </a:ext>
                  </a:extLst>
                </a:gridCol>
                <a:gridCol w="613064">
                  <a:extLst>
                    <a:ext uri="{9D8B030D-6E8A-4147-A177-3AD203B41FA5}">
                      <a16:colId xmlns:a16="http://schemas.microsoft.com/office/drawing/2014/main" val="1064379640"/>
                    </a:ext>
                  </a:extLst>
                </a:gridCol>
                <a:gridCol w="1665143">
                  <a:extLst>
                    <a:ext uri="{9D8B030D-6E8A-4147-A177-3AD203B41FA5}">
                      <a16:colId xmlns:a16="http://schemas.microsoft.com/office/drawing/2014/main" val="2060856814"/>
                    </a:ext>
                  </a:extLst>
                </a:gridCol>
                <a:gridCol w="4017963">
                  <a:extLst>
                    <a:ext uri="{9D8B030D-6E8A-4147-A177-3AD203B41FA5}">
                      <a16:colId xmlns:a16="http://schemas.microsoft.com/office/drawing/2014/main" val="1357456994"/>
                    </a:ext>
                  </a:extLst>
                </a:gridCol>
              </a:tblGrid>
              <a:tr h="317663">
                <a:tc>
                  <a:txBody>
                    <a:bodyPr/>
                    <a:lstStyle/>
                    <a:p>
                      <a:pPr algn="ctr" rtl="0" fontAlgn="ctr"/>
                      <a:r>
                        <a:rPr lang="en-US" sz="1100" b="1" i="0" u="none" strike="noStrike">
                          <a:solidFill>
                            <a:srgbClr val="FFFFFF"/>
                          </a:solidFill>
                          <a:effectLst/>
                          <a:latin typeface="+mn-ea"/>
                          <a:ea typeface="+mn-ea"/>
                        </a:rPr>
                        <a:t>INC</a:t>
                      </a:r>
                      <a:r>
                        <a:rPr lang="ja-JP" altLang="en-US" sz="1100" b="1" i="0" u="none" strike="noStrike">
                          <a:solidFill>
                            <a:srgbClr val="FFFFFF"/>
                          </a:solidFill>
                          <a:effectLst/>
                          <a:latin typeface="+mn-ea"/>
                          <a:ea typeface="+mn-ea"/>
                        </a:rPr>
                        <a:t>番号</a:t>
                      </a:r>
                    </a:p>
                  </a:txBody>
                  <a:tcPr marL="6350" marR="6350" marT="6350" marB="0" anchor="ctr">
                    <a:solidFill>
                      <a:schemeClr val="accent1"/>
                    </a:solidFill>
                  </a:tcPr>
                </a:tc>
                <a:tc>
                  <a:txBody>
                    <a:bodyPr/>
                    <a:lstStyle/>
                    <a:p>
                      <a:pPr algn="ctr" rtl="0" fontAlgn="ctr"/>
                      <a:r>
                        <a:rPr lang="ja-JP" altLang="en-US" sz="1100" b="1" i="0" u="none" strike="noStrike">
                          <a:solidFill>
                            <a:srgbClr val="FFFFFF"/>
                          </a:solidFill>
                          <a:effectLst/>
                          <a:latin typeface="+mn-ea"/>
                          <a:ea typeface="+mn-ea"/>
                        </a:rPr>
                        <a:t>問い合わせ日時</a:t>
                      </a:r>
                    </a:p>
                  </a:txBody>
                  <a:tcPr marL="6350" marR="6350" marT="6350" marB="0" anchor="ctr">
                    <a:solidFill>
                      <a:schemeClr val="accent1"/>
                    </a:solidFill>
                  </a:tcPr>
                </a:tc>
                <a:tc>
                  <a:txBody>
                    <a:bodyPr/>
                    <a:lstStyle/>
                    <a:p>
                      <a:pPr algn="ctr" rtl="0" fontAlgn="ctr"/>
                      <a:r>
                        <a:rPr lang="ja-JP" altLang="en-US" sz="1100" b="1" i="0" u="none" strike="noStrike">
                          <a:solidFill>
                            <a:srgbClr val="FFFFFF"/>
                          </a:solidFill>
                          <a:effectLst/>
                          <a:latin typeface="+mn-ea"/>
                          <a:ea typeface="+mn-ea"/>
                        </a:rPr>
                        <a:t>ステータス</a:t>
                      </a:r>
                    </a:p>
                  </a:txBody>
                  <a:tcPr marL="6350" marR="6350" marT="6350" marB="0" anchor="ctr">
                    <a:solidFill>
                      <a:schemeClr val="accent1"/>
                    </a:solidFill>
                  </a:tcPr>
                </a:tc>
                <a:tc>
                  <a:txBody>
                    <a:bodyPr/>
                    <a:lstStyle/>
                    <a:p>
                      <a:pPr algn="ctr" rtl="0" fontAlgn="ctr"/>
                      <a:r>
                        <a:rPr lang="ja-JP" altLang="en-US" sz="1100" b="1" i="0" u="none" strike="noStrike">
                          <a:solidFill>
                            <a:srgbClr val="FFFFFF"/>
                          </a:solidFill>
                          <a:effectLst/>
                          <a:latin typeface="+mn-ea"/>
                          <a:ea typeface="+mn-ea"/>
                        </a:rPr>
                        <a:t>ベンダー名</a:t>
                      </a:r>
                    </a:p>
                  </a:txBody>
                  <a:tcPr marL="6350" marR="6350" marT="6350" marB="0" anchor="ctr">
                    <a:solidFill>
                      <a:schemeClr val="accent1"/>
                    </a:solidFill>
                  </a:tcPr>
                </a:tc>
                <a:tc>
                  <a:txBody>
                    <a:bodyPr/>
                    <a:lstStyle/>
                    <a:p>
                      <a:pPr algn="ctr" rtl="0" fontAlgn="ctr"/>
                      <a:r>
                        <a:rPr lang="ja-JP" altLang="en-US" sz="1100" b="1" i="0" u="none" strike="noStrike">
                          <a:solidFill>
                            <a:srgbClr val="FFFFFF"/>
                          </a:solidFill>
                          <a:effectLst/>
                          <a:latin typeface="+mn-ea"/>
                          <a:ea typeface="+mn-ea"/>
                        </a:rPr>
                        <a:t>詳細</a:t>
                      </a:r>
                    </a:p>
                  </a:txBody>
                  <a:tcPr marL="6350" marR="6350" marT="6350" marB="0" anchor="ctr">
                    <a:solidFill>
                      <a:schemeClr val="accent1"/>
                    </a:solidFill>
                  </a:tcPr>
                </a:tc>
                <a:extLst>
                  <a:ext uri="{0D108BD9-81ED-4DB2-BD59-A6C34878D82A}">
                    <a16:rowId xmlns:a16="http://schemas.microsoft.com/office/drawing/2014/main" val="1397258947"/>
                  </a:ext>
                </a:extLst>
              </a:tr>
              <a:tr h="483113">
                <a:tc>
                  <a:txBody>
                    <a:bodyPr/>
                    <a:lstStyle/>
                    <a:p>
                      <a:pPr algn="ctr" fontAlgn="ctr">
                        <a:buNone/>
                      </a:pPr>
                      <a:r>
                        <a:rPr lang="ja-JP" sz="1100" b="0" i="0" u="none" strike="noStrike">
                          <a:solidFill>
                            <a:srgbClr val="000000"/>
                          </a:solidFill>
                          <a:effectLst/>
                          <a:latin typeface="+mj-ea"/>
                          <a:ea typeface="+mj-ea"/>
                        </a:rPr>
                        <a:t>INC0036626</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2026/9/1 15:48</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クローズ</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株式会社ネグジット総研</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臨床情報閲覧結果（CIPsiquc01res）内の検査情報群（KnInfoGr）内にある検査名（KnName）の設定値について</a:t>
                      </a:r>
                    </a:p>
                  </a:txBody>
                  <a:tcPr marL="6350" marR="6350" marT="6350" marB="0" anchor="ctr"/>
                </a:tc>
                <a:extLst>
                  <a:ext uri="{0D108BD9-81ED-4DB2-BD59-A6C34878D82A}">
                    <a16:rowId xmlns:a16="http://schemas.microsoft.com/office/drawing/2014/main" val="503722203"/>
                  </a:ext>
                </a:extLst>
              </a:tr>
              <a:tr h="483113">
                <a:tc>
                  <a:txBody>
                    <a:bodyPr/>
                    <a:lstStyle/>
                    <a:p>
                      <a:pPr algn="ctr" fontAlgn="ctr">
                        <a:buNone/>
                      </a:pPr>
                      <a:r>
                        <a:rPr lang="ja-JP" sz="1100" b="0" i="0" u="none" strike="noStrike">
                          <a:solidFill>
                            <a:srgbClr val="000000"/>
                          </a:solidFill>
                          <a:effectLst/>
                          <a:latin typeface="+mj-ea"/>
                          <a:ea typeface="+mj-ea"/>
                        </a:rPr>
                        <a:t>INC0036643</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2026/9/2 18:40</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クローズ</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株式会社ネグジット総研</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臨床情報閲覧結果（CIPsiquc01res）に記載されるコードセットのsystem値に記載されるJLAC11について</a:t>
                      </a:r>
                    </a:p>
                  </a:txBody>
                  <a:tcPr marL="6350" marR="6350" marT="6350" marB="0" anchor="ctr"/>
                </a:tc>
                <a:extLst>
                  <a:ext uri="{0D108BD9-81ED-4DB2-BD59-A6C34878D82A}">
                    <a16:rowId xmlns:a16="http://schemas.microsoft.com/office/drawing/2014/main" val="686347872"/>
                  </a:ext>
                </a:extLst>
              </a:tr>
              <a:tr h="483113">
                <a:tc>
                  <a:txBody>
                    <a:bodyPr/>
                    <a:lstStyle/>
                    <a:p>
                      <a:pPr algn="ctr" fontAlgn="ctr">
                        <a:buNone/>
                      </a:pPr>
                      <a:r>
                        <a:rPr lang="ja-JP" sz="1100" b="0" i="0" u="none" strike="noStrike">
                          <a:solidFill>
                            <a:srgbClr val="000000"/>
                          </a:solidFill>
                          <a:effectLst/>
                          <a:latin typeface="+mj-ea"/>
                          <a:ea typeface="+mj-ea"/>
                        </a:rPr>
                        <a:t>INC0036659</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2026/9/3 21:35</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クローズ</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ウィーメックス株式会社</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傷病名登録と傷病名閲覧の仕様相談</a:t>
                      </a:r>
                      <a:br>
                        <a:rPr lang="en-US" altLang="ja-JP" sz="1100" b="0" i="0" u="none" strike="noStrike">
                          <a:solidFill>
                            <a:srgbClr val="000000"/>
                          </a:solidFill>
                          <a:effectLst/>
                          <a:latin typeface="+mj-ea"/>
                          <a:ea typeface="+mj-ea"/>
                        </a:rPr>
                      </a:br>
                      <a:r>
                        <a:rPr lang="ja-JP" altLang="en-US" sz="1100" b="0" i="0" u="none" strike="noStrike">
                          <a:solidFill>
                            <a:srgbClr val="000000"/>
                          </a:solidFill>
                          <a:effectLst/>
                          <a:latin typeface="+mj-ea"/>
                          <a:ea typeface="+mj-ea"/>
                        </a:rPr>
                        <a:t>（重複した傷病名を登録した際の挙動確認）</a:t>
                      </a:r>
                      <a:endParaRPr lang="ja-JP" sz="1100" b="0" i="0" u="none" strike="noStrike">
                        <a:solidFill>
                          <a:srgbClr val="000000"/>
                        </a:solidFill>
                        <a:effectLst/>
                        <a:latin typeface="+mj-ea"/>
                        <a:ea typeface="+mj-ea"/>
                      </a:endParaRPr>
                    </a:p>
                  </a:txBody>
                  <a:tcPr marL="6350" marR="6350" marT="6350" marB="0" anchor="ctr"/>
                </a:tc>
                <a:extLst>
                  <a:ext uri="{0D108BD9-81ED-4DB2-BD59-A6C34878D82A}">
                    <a16:rowId xmlns:a16="http://schemas.microsoft.com/office/drawing/2014/main" val="1360242388"/>
                  </a:ext>
                </a:extLst>
              </a:tr>
              <a:tr h="483113">
                <a:tc>
                  <a:txBody>
                    <a:bodyPr/>
                    <a:lstStyle/>
                    <a:p>
                      <a:pPr algn="ctr" fontAlgn="ctr">
                        <a:buNone/>
                      </a:pPr>
                      <a:r>
                        <a:rPr lang="ja-JP" sz="1100" b="0" i="0" u="none" strike="noStrike">
                          <a:solidFill>
                            <a:srgbClr val="000000"/>
                          </a:solidFill>
                          <a:effectLst/>
                          <a:latin typeface="+mj-ea"/>
                          <a:ea typeface="+mj-ea"/>
                        </a:rPr>
                        <a:t>INC0036693</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2026/9/7 18:36</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クローズ</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フューチャーアーキテクト株式会社</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電子カルテ情報共有サービスへ登録する検査結果情報の桁数上限について</a:t>
                      </a:r>
                    </a:p>
                  </a:txBody>
                  <a:tcPr marL="6350" marR="6350" marT="6350" marB="0" anchor="ctr"/>
                </a:tc>
                <a:extLst>
                  <a:ext uri="{0D108BD9-81ED-4DB2-BD59-A6C34878D82A}">
                    <a16:rowId xmlns:a16="http://schemas.microsoft.com/office/drawing/2014/main" val="2699219895"/>
                  </a:ext>
                </a:extLst>
              </a:tr>
              <a:tr h="483113">
                <a:tc>
                  <a:txBody>
                    <a:bodyPr/>
                    <a:lstStyle/>
                    <a:p>
                      <a:pPr algn="ctr" fontAlgn="ctr">
                        <a:buNone/>
                      </a:pPr>
                      <a:r>
                        <a:rPr lang="ja-JP" sz="1100" b="0" i="0" u="none" strike="noStrike">
                          <a:solidFill>
                            <a:srgbClr val="000000"/>
                          </a:solidFill>
                          <a:effectLst/>
                          <a:latin typeface="+mj-ea"/>
                          <a:ea typeface="+mj-ea"/>
                        </a:rPr>
                        <a:t>INC0036904</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2026/9/30 11:54</a:t>
                      </a:r>
                    </a:p>
                  </a:txBody>
                  <a:tcPr marL="6350" marR="6350" marT="6350" marB="0" anchor="ctr"/>
                </a:tc>
                <a:tc>
                  <a:txBody>
                    <a:bodyPr/>
                    <a:lstStyle/>
                    <a:p>
                      <a:pPr marL="0" marR="0" lvl="0" indent="0" algn="ctr" defTabSz="779032" rtl="0" eaLnBrk="1" fontAlgn="ctr" latinLnBrk="0" hangingPunct="1">
                        <a:lnSpc>
                          <a:spcPct val="100000"/>
                        </a:lnSpc>
                        <a:spcBef>
                          <a:spcPts val="0"/>
                        </a:spcBef>
                        <a:spcAft>
                          <a:spcPts val="0"/>
                        </a:spcAft>
                        <a:buClrTx/>
                        <a:buSzTx/>
                        <a:buFontTx/>
                        <a:buNone/>
                        <a:tabLst/>
                        <a:defRPr/>
                      </a:pPr>
                      <a:r>
                        <a:rPr lang="ja-JP" altLang="ja-JP" sz="1100" b="0" i="0" u="none" strike="noStrike">
                          <a:solidFill>
                            <a:srgbClr val="000000"/>
                          </a:solidFill>
                          <a:effectLst/>
                          <a:latin typeface="+mj-ea"/>
                          <a:ea typeface="+mj-ea"/>
                        </a:rPr>
                        <a:t>クローズ</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株式会社コア・クリエイトシステム</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臨床情報閲覧要求時の開始年月の取り扱いについて</a:t>
                      </a:r>
                    </a:p>
                  </a:txBody>
                  <a:tcPr marL="6350" marR="6350" marT="6350" marB="0" anchor="ctr"/>
                </a:tc>
                <a:extLst>
                  <a:ext uri="{0D108BD9-81ED-4DB2-BD59-A6C34878D82A}">
                    <a16:rowId xmlns:a16="http://schemas.microsoft.com/office/drawing/2014/main" val="2575527815"/>
                  </a:ext>
                </a:extLst>
              </a:tr>
            </a:tbl>
          </a:graphicData>
        </a:graphic>
      </p:graphicFrame>
      <p:sp>
        <p:nvSpPr>
          <p:cNvPr id="7" name="テキスト ボックス 7">
            <a:extLst>
              <a:ext uri="{FF2B5EF4-FFF2-40B4-BE49-F238E27FC236}">
                <a16:creationId xmlns:a16="http://schemas.microsoft.com/office/drawing/2014/main" id="{CE500D99-DD97-57AE-6B13-5D6939148FED}"/>
              </a:ext>
            </a:extLst>
          </p:cNvPr>
          <p:cNvSpPr txBox="1"/>
          <p:nvPr/>
        </p:nvSpPr>
        <p:spPr>
          <a:xfrm>
            <a:off x="848688" y="1220748"/>
            <a:ext cx="6676063" cy="576001"/>
          </a:xfrm>
          <a:prstGeom prst="rect">
            <a:avLst/>
          </a:prstGeom>
          <a:noFill/>
        </p:spPr>
        <p:txBody>
          <a:bodyPr wrap="none" lIns="36000" tIns="36000" rIns="36000" bIns="36000"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fontAlgn="base">
              <a:spcBef>
                <a:spcPct val="0"/>
              </a:spcBef>
              <a:spcAft>
                <a:spcPct val="0"/>
              </a:spcAft>
            </a:pPr>
            <a:r>
              <a:rPr lang="ja-JP" altLang="en-US" sz="1200" b="1">
                <a:solidFill>
                  <a:prstClr val="black"/>
                </a:solidFill>
                <a:latin typeface="+mn-ea"/>
              </a:rPr>
              <a:t>「臨床情報登録・閲覧サービス」</a:t>
            </a:r>
            <a:endParaRPr lang="en-US" altLang="ja-JP" sz="1200" b="1">
              <a:solidFill>
                <a:prstClr val="black"/>
              </a:solidFill>
              <a:latin typeface="+mn-ea"/>
            </a:endParaRPr>
          </a:p>
          <a:p>
            <a:pPr fontAlgn="base">
              <a:spcBef>
                <a:spcPct val="0"/>
              </a:spcBef>
              <a:spcAft>
                <a:spcPct val="0"/>
              </a:spcAft>
            </a:pPr>
            <a:r>
              <a:rPr lang="en-US" altLang="ja-JP" sz="1200" b="1">
                <a:solidFill>
                  <a:prstClr val="black"/>
                </a:solidFill>
                <a:latin typeface="+mn-ea"/>
              </a:rPr>
              <a:t>&gt;</a:t>
            </a:r>
            <a:r>
              <a:rPr lang="en-US" altLang="ja-JP" sz="1200" b="1">
                <a:latin typeface="Meiryo UI"/>
              </a:rPr>
              <a:t> </a:t>
            </a:r>
            <a:r>
              <a:rPr lang="ja-JP" altLang="en-US" sz="1200" b="1">
                <a:latin typeface="Meiryo UI"/>
              </a:rPr>
              <a:t>「</a:t>
            </a:r>
            <a:r>
              <a:rPr lang="zh-TW" altLang="en-US" sz="1200" b="1">
                <a:latin typeface="Meiryo UI"/>
              </a:rPr>
              <a:t>外部</a:t>
            </a:r>
            <a:r>
              <a:rPr lang="en-US" altLang="zh-TW" sz="1200" b="1">
                <a:latin typeface="Meiryo UI"/>
              </a:rPr>
              <a:t>IF</a:t>
            </a:r>
            <a:r>
              <a:rPr lang="zh-TW" altLang="en-US" sz="1200" b="1">
                <a:latin typeface="Meiryo UI"/>
              </a:rPr>
              <a:t>仕様書</a:t>
            </a:r>
            <a:r>
              <a:rPr lang="en-US" altLang="zh-TW" sz="1200" b="1">
                <a:latin typeface="Meiryo UI"/>
              </a:rPr>
              <a:t>/</a:t>
            </a:r>
            <a:r>
              <a:rPr lang="zh-TW" altLang="en-US" sz="1200" b="1">
                <a:latin typeface="Meiryo UI"/>
              </a:rPr>
              <a:t>記録条件仕様書</a:t>
            </a:r>
            <a:r>
              <a:rPr lang="ja-JP" altLang="en-US" sz="1200" b="1">
                <a:latin typeface="Meiryo UI"/>
              </a:rPr>
              <a:t>」</a:t>
            </a:r>
            <a:endParaRPr lang="ja-JP" altLang="en-US" sz="1200" b="1">
              <a:solidFill>
                <a:prstClr val="black"/>
              </a:solidFill>
              <a:latin typeface="+mn-ea"/>
            </a:endParaRPr>
          </a:p>
        </p:txBody>
      </p:sp>
    </p:spTree>
    <p:extLst>
      <p:ext uri="{BB962C8B-B14F-4D97-AF65-F5344CB8AC3E}">
        <p14:creationId xmlns:p14="http://schemas.microsoft.com/office/powerpoint/2010/main" val="31022344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34F37-FE52-3C32-1885-243B7BDEA9D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7A30F0E-B43F-E1AC-3B9D-0335A5EA1F4B}"/>
              </a:ext>
            </a:extLst>
          </p:cNvPr>
          <p:cNvSpPr>
            <a:spLocks noGrp="1"/>
          </p:cNvSpPr>
          <p:nvPr>
            <p:ph type="title"/>
          </p:nvPr>
        </p:nvSpPr>
        <p:spPr/>
        <p:txBody>
          <a:bodyPr/>
          <a:lstStyle/>
          <a:p>
            <a:r>
              <a:rPr lang="en-US" altLang="ja-JP" kern="1200"/>
              <a:t>ONS</a:t>
            </a:r>
            <a:r>
              <a:rPr lang="ja-JP" altLang="en-US" kern="1200"/>
              <a:t>問い合わせ月次報告</a:t>
            </a:r>
            <a:br>
              <a:rPr lang="en-US" altLang="ja-JP" kern="1200"/>
            </a:br>
            <a:r>
              <a:rPr kumimoji="1" lang="en-US" altLang="ja-JP"/>
              <a:t>(</a:t>
            </a:r>
            <a:r>
              <a:rPr kumimoji="1" lang="ja-JP" altLang="en-US"/>
              <a:t>参考</a:t>
            </a:r>
            <a:r>
              <a:rPr lang="en-US" altLang="ja-JP"/>
              <a:t>)</a:t>
            </a:r>
            <a:r>
              <a:rPr lang="ja-JP" altLang="en-US"/>
              <a:t>医療機関等</a:t>
            </a:r>
            <a:r>
              <a:rPr lang="en-US" altLang="ja-JP"/>
              <a:t>ONS</a:t>
            </a:r>
            <a:r>
              <a:rPr lang="ja-JP" altLang="en-US"/>
              <a:t>新規問い合わせ内容（</a:t>
            </a:r>
            <a:r>
              <a:rPr lang="en-US" altLang="ja-JP"/>
              <a:t>2/2</a:t>
            </a:r>
            <a:r>
              <a:rPr lang="ja-JP" altLang="en-US"/>
              <a:t>）</a:t>
            </a:r>
            <a:endParaRPr kumimoji="1" lang="ja-JP" altLang="en-US"/>
          </a:p>
        </p:txBody>
      </p:sp>
      <p:sp>
        <p:nvSpPr>
          <p:cNvPr id="5" name="コンテンツ プレースホルダー 3">
            <a:extLst>
              <a:ext uri="{FF2B5EF4-FFF2-40B4-BE49-F238E27FC236}">
                <a16:creationId xmlns:a16="http://schemas.microsoft.com/office/drawing/2014/main" id="{DEBD9E31-B10E-20BA-03BA-E8AA6FF617F1}"/>
              </a:ext>
            </a:extLst>
          </p:cNvPr>
          <p:cNvSpPr txBox="1">
            <a:spLocks noGrp="1"/>
          </p:cNvSpPr>
          <p:nvPr>
            <p:ph idx="1"/>
          </p:nvPr>
        </p:nvSpPr>
        <p:spPr bwMode="auto">
          <a:xfrm>
            <a:off x="849313" y="791645"/>
            <a:ext cx="8207375" cy="504825"/>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232171" indent="-232171" algn="l" rtl="0" eaLnBrk="0" fontAlgn="base" hangingPunct="0">
              <a:spcBef>
                <a:spcPts val="0"/>
              </a:spcBef>
              <a:spcAft>
                <a:spcPct val="0"/>
              </a:spcAft>
              <a:buFont typeface="Arial" panose="020B0604020202020204" pitchFamily="34" charset="0"/>
              <a:buChar char="•"/>
              <a:defRPr kumimoji="1" sz="1200">
                <a:solidFill>
                  <a:schemeClr val="tx1"/>
                </a:solidFill>
                <a:latin typeface="+mj-ea"/>
                <a:ea typeface="+mj-ea"/>
                <a:cs typeface="+mn-cs"/>
              </a:defRPr>
            </a:lvl1pPr>
            <a:lvl2pPr marL="573789" indent="-214278" algn="l" rtl="0" eaLnBrk="0" fontAlgn="base" hangingPunct="0">
              <a:spcBef>
                <a:spcPct val="20000"/>
              </a:spcBef>
              <a:spcAft>
                <a:spcPct val="0"/>
              </a:spcAft>
              <a:buChar char="–"/>
              <a:defRPr kumimoji="1" sz="2100">
                <a:solidFill>
                  <a:schemeClr val="tx1"/>
                </a:solidFill>
                <a:latin typeface="Times New Roman" pitchFamily="18" charset="0"/>
                <a:ea typeface="+mn-ea"/>
              </a:defRPr>
            </a:lvl2pPr>
            <a:lvl3pPr marL="888064" indent="-171422" algn="l" rtl="0" eaLnBrk="0" fontAlgn="base" hangingPunct="0">
              <a:spcBef>
                <a:spcPct val="20000"/>
              </a:spcBef>
              <a:spcAft>
                <a:spcPct val="0"/>
              </a:spcAft>
              <a:buChar char="•"/>
              <a:defRPr kumimoji="1" sz="1800">
                <a:solidFill>
                  <a:schemeClr val="tx1"/>
                </a:solidFill>
                <a:latin typeface="Times New Roman" pitchFamily="18" charset="0"/>
                <a:ea typeface="+mn-ea"/>
              </a:defRPr>
            </a:lvl3pPr>
            <a:lvl4pPr marL="1202338" indent="-171422" algn="l" rtl="0" eaLnBrk="0" fontAlgn="base" hangingPunct="0">
              <a:spcBef>
                <a:spcPct val="20000"/>
              </a:spcBef>
              <a:spcAft>
                <a:spcPct val="0"/>
              </a:spcAft>
              <a:buChar char="–"/>
              <a:defRPr kumimoji="1" sz="1500">
                <a:solidFill>
                  <a:schemeClr val="tx1"/>
                </a:solidFill>
                <a:latin typeface="Times New Roman" pitchFamily="18" charset="0"/>
                <a:ea typeface="+mn-ea"/>
              </a:defRPr>
            </a:lvl4pPr>
            <a:lvl5pPr marL="1542801" indent="-172613" algn="l" rtl="0" eaLnBrk="0" fontAlgn="base" hangingPunct="0">
              <a:spcBef>
                <a:spcPct val="20000"/>
              </a:spcBef>
              <a:spcAft>
                <a:spcPct val="0"/>
              </a:spcAft>
              <a:buChar char="»"/>
              <a:defRPr kumimoji="1" sz="1500">
                <a:solidFill>
                  <a:schemeClr val="tx1"/>
                </a:solidFill>
                <a:latin typeface="Times New Roman" pitchFamily="18" charset="0"/>
                <a:ea typeface="+mn-ea"/>
              </a:defRPr>
            </a:lvl5pPr>
            <a:lvl6pPr marL="1885647" indent="-171422" algn="l" rtl="0" fontAlgn="base">
              <a:spcBef>
                <a:spcPct val="20000"/>
              </a:spcBef>
              <a:spcAft>
                <a:spcPct val="0"/>
              </a:spcAft>
              <a:buChar char="»"/>
              <a:defRPr kumimoji="1" sz="1500">
                <a:solidFill>
                  <a:schemeClr val="tx1"/>
                </a:solidFill>
                <a:latin typeface="Times New Roman" pitchFamily="18" charset="0"/>
                <a:ea typeface="+mn-ea"/>
              </a:defRPr>
            </a:lvl6pPr>
            <a:lvl7pPr marL="2228492" indent="-171422" algn="l" rtl="0" fontAlgn="base">
              <a:spcBef>
                <a:spcPct val="20000"/>
              </a:spcBef>
              <a:spcAft>
                <a:spcPct val="0"/>
              </a:spcAft>
              <a:buChar char="»"/>
              <a:defRPr kumimoji="1" sz="1500">
                <a:solidFill>
                  <a:schemeClr val="tx1"/>
                </a:solidFill>
                <a:latin typeface="Times New Roman" pitchFamily="18" charset="0"/>
                <a:ea typeface="+mn-ea"/>
              </a:defRPr>
            </a:lvl7pPr>
            <a:lvl8pPr marL="2571336" indent="-171422" algn="l" rtl="0" fontAlgn="base">
              <a:spcBef>
                <a:spcPct val="20000"/>
              </a:spcBef>
              <a:spcAft>
                <a:spcPct val="0"/>
              </a:spcAft>
              <a:buChar char="»"/>
              <a:defRPr kumimoji="1" sz="1500">
                <a:solidFill>
                  <a:schemeClr val="tx1"/>
                </a:solidFill>
                <a:latin typeface="Times New Roman" pitchFamily="18" charset="0"/>
                <a:ea typeface="+mn-ea"/>
              </a:defRPr>
            </a:lvl8pPr>
            <a:lvl9pPr marL="2914180" indent="-171422" algn="l" rtl="0" fontAlgn="base">
              <a:spcBef>
                <a:spcPct val="20000"/>
              </a:spcBef>
              <a:spcAft>
                <a:spcPct val="0"/>
              </a:spcAft>
              <a:buChar char="»"/>
              <a:defRPr kumimoji="1" sz="1500">
                <a:solidFill>
                  <a:schemeClr val="tx1"/>
                </a:solidFill>
                <a:latin typeface="Times New Roman" pitchFamily="18" charset="0"/>
                <a:ea typeface="+mn-ea"/>
              </a:defRPr>
            </a:lvl9pPr>
          </a:lstStyle>
          <a:p>
            <a:pPr>
              <a:spcBef>
                <a:spcPct val="0"/>
              </a:spcBef>
            </a:pPr>
            <a:r>
              <a:rPr lang="ja-JP" altLang="en-US" sz="1400">
                <a:solidFill>
                  <a:prstClr val="black"/>
                </a:solidFill>
                <a:latin typeface="+mn-ea"/>
              </a:rPr>
              <a:t>「臨床情報登録・閲覧サービス」＞</a:t>
            </a:r>
            <a:r>
              <a:rPr lang="ja-JP" altLang="en-US" sz="1400"/>
              <a:t>「</a:t>
            </a:r>
            <a:r>
              <a:rPr lang="en-US" altLang="ja-JP" sz="1400"/>
              <a:t>FHIR</a:t>
            </a:r>
            <a:r>
              <a:rPr lang="ja-JP" altLang="en-US" sz="1400"/>
              <a:t>記述仕様」、「文書送受信サービス」＞「</a:t>
            </a:r>
            <a:r>
              <a:rPr lang="en-US" altLang="ja-JP" sz="1400"/>
              <a:t>FHIR</a:t>
            </a:r>
            <a:r>
              <a:rPr lang="ja-JP" altLang="en-US" sz="1400"/>
              <a:t>記述仕様」</a:t>
            </a:r>
            <a:r>
              <a:rPr lang="ja-JP" altLang="en-US" sz="1400">
                <a:latin typeface="Meiryo UI"/>
                <a:ea typeface="Meiryo UI"/>
              </a:rPr>
              <a:t>に関する問い合わせの内容は下記の通り。</a:t>
            </a:r>
            <a:endParaRPr lang="en-US" altLang="ja-JP" sz="1400">
              <a:latin typeface="Meiryo UI"/>
              <a:ea typeface="Meiryo UI"/>
            </a:endParaRPr>
          </a:p>
        </p:txBody>
      </p:sp>
      <p:sp>
        <p:nvSpPr>
          <p:cNvPr id="6" name="テキスト ボックス 7">
            <a:extLst>
              <a:ext uri="{FF2B5EF4-FFF2-40B4-BE49-F238E27FC236}">
                <a16:creationId xmlns:a16="http://schemas.microsoft.com/office/drawing/2014/main" id="{4996701E-456E-0886-DA47-B487A200B9D1}"/>
              </a:ext>
            </a:extLst>
          </p:cNvPr>
          <p:cNvSpPr txBox="1"/>
          <p:nvPr/>
        </p:nvSpPr>
        <p:spPr>
          <a:xfrm>
            <a:off x="848688" y="1208747"/>
            <a:ext cx="6676063" cy="576001"/>
          </a:xfrm>
          <a:prstGeom prst="rect">
            <a:avLst/>
          </a:prstGeom>
          <a:noFill/>
        </p:spPr>
        <p:txBody>
          <a:bodyPr wrap="none" lIns="36000" tIns="36000" rIns="36000" bIns="36000"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fontAlgn="base">
              <a:spcBef>
                <a:spcPct val="0"/>
              </a:spcBef>
              <a:spcAft>
                <a:spcPct val="0"/>
              </a:spcAft>
            </a:pPr>
            <a:r>
              <a:rPr lang="ja-JP" altLang="en-US" sz="1200" b="1">
                <a:solidFill>
                  <a:prstClr val="black"/>
                </a:solidFill>
                <a:latin typeface="+mn-ea"/>
              </a:rPr>
              <a:t>「臨床情報登録・閲覧サービス」</a:t>
            </a:r>
            <a:endParaRPr lang="en-US" altLang="ja-JP" sz="1200" b="1">
              <a:solidFill>
                <a:prstClr val="black"/>
              </a:solidFill>
              <a:latin typeface="+mn-ea"/>
            </a:endParaRPr>
          </a:p>
          <a:p>
            <a:pPr fontAlgn="base">
              <a:spcBef>
                <a:spcPct val="0"/>
              </a:spcBef>
              <a:spcAft>
                <a:spcPct val="0"/>
              </a:spcAft>
            </a:pPr>
            <a:r>
              <a:rPr lang="en-US" altLang="ja-JP" sz="1200" b="1">
                <a:solidFill>
                  <a:prstClr val="black"/>
                </a:solidFill>
                <a:latin typeface="+mn-ea"/>
              </a:rPr>
              <a:t>&gt;</a:t>
            </a:r>
            <a:r>
              <a:rPr lang="en-US" altLang="ja-JP" sz="1200" b="1">
                <a:latin typeface="Meiryo UI"/>
              </a:rPr>
              <a:t> </a:t>
            </a:r>
            <a:r>
              <a:rPr lang="ja-JP" altLang="en-US" sz="1200" b="1">
                <a:latin typeface="Meiryo UI"/>
              </a:rPr>
              <a:t>「</a:t>
            </a:r>
            <a:r>
              <a:rPr lang="en-US" altLang="ja-JP" sz="1200" b="1">
                <a:latin typeface="Meiryo UI"/>
              </a:rPr>
              <a:t>FHIR</a:t>
            </a:r>
            <a:r>
              <a:rPr lang="ja-JP" altLang="en-US" sz="1200" b="1">
                <a:latin typeface="Meiryo UI"/>
              </a:rPr>
              <a:t>記述仕様」</a:t>
            </a:r>
            <a:endParaRPr lang="ja-JP" altLang="en-US" sz="1200" b="1">
              <a:solidFill>
                <a:prstClr val="black"/>
              </a:solidFill>
              <a:latin typeface="+mn-ea"/>
            </a:endParaRPr>
          </a:p>
        </p:txBody>
      </p:sp>
      <p:graphicFrame>
        <p:nvGraphicFramePr>
          <p:cNvPr id="9" name="表 8">
            <a:extLst>
              <a:ext uri="{FF2B5EF4-FFF2-40B4-BE49-F238E27FC236}">
                <a16:creationId xmlns:a16="http://schemas.microsoft.com/office/drawing/2014/main" id="{D39AAB82-5FA0-DF1C-2A2B-986F0BD40B2D}"/>
              </a:ext>
            </a:extLst>
          </p:cNvPr>
          <p:cNvGraphicFramePr>
            <a:graphicFrameLocks noGrp="1"/>
          </p:cNvGraphicFramePr>
          <p:nvPr/>
        </p:nvGraphicFramePr>
        <p:xfrm>
          <a:off x="848688" y="1697024"/>
          <a:ext cx="8208001" cy="2250115"/>
        </p:xfrm>
        <a:graphic>
          <a:graphicData uri="http://schemas.openxmlformats.org/drawingml/2006/table">
            <a:tbl>
              <a:tblPr>
                <a:tableStyleId>{5C22544A-7EE6-4342-B048-85BDC9FD1C3A}</a:tableStyleId>
              </a:tblPr>
              <a:tblGrid>
                <a:gridCol w="924695">
                  <a:extLst>
                    <a:ext uri="{9D8B030D-6E8A-4147-A177-3AD203B41FA5}">
                      <a16:colId xmlns:a16="http://schemas.microsoft.com/office/drawing/2014/main" val="1668515430"/>
                    </a:ext>
                  </a:extLst>
                </a:gridCol>
                <a:gridCol w="987136">
                  <a:extLst>
                    <a:ext uri="{9D8B030D-6E8A-4147-A177-3AD203B41FA5}">
                      <a16:colId xmlns:a16="http://schemas.microsoft.com/office/drawing/2014/main" val="420482367"/>
                    </a:ext>
                  </a:extLst>
                </a:gridCol>
                <a:gridCol w="613064">
                  <a:extLst>
                    <a:ext uri="{9D8B030D-6E8A-4147-A177-3AD203B41FA5}">
                      <a16:colId xmlns:a16="http://schemas.microsoft.com/office/drawing/2014/main" val="1064379640"/>
                    </a:ext>
                  </a:extLst>
                </a:gridCol>
                <a:gridCol w="1665143">
                  <a:extLst>
                    <a:ext uri="{9D8B030D-6E8A-4147-A177-3AD203B41FA5}">
                      <a16:colId xmlns:a16="http://schemas.microsoft.com/office/drawing/2014/main" val="2060856814"/>
                    </a:ext>
                  </a:extLst>
                </a:gridCol>
                <a:gridCol w="4017963">
                  <a:extLst>
                    <a:ext uri="{9D8B030D-6E8A-4147-A177-3AD203B41FA5}">
                      <a16:colId xmlns:a16="http://schemas.microsoft.com/office/drawing/2014/main" val="1357456994"/>
                    </a:ext>
                  </a:extLst>
                </a:gridCol>
              </a:tblGrid>
              <a:tr h="317663">
                <a:tc>
                  <a:txBody>
                    <a:bodyPr/>
                    <a:lstStyle/>
                    <a:p>
                      <a:pPr algn="ctr" rtl="0" fontAlgn="ctr"/>
                      <a:r>
                        <a:rPr lang="en-US" sz="1100" b="1" i="0" u="none" strike="noStrike">
                          <a:solidFill>
                            <a:srgbClr val="FFFFFF"/>
                          </a:solidFill>
                          <a:effectLst/>
                          <a:latin typeface="+mn-ea"/>
                          <a:ea typeface="+mn-ea"/>
                        </a:rPr>
                        <a:t>INC</a:t>
                      </a:r>
                      <a:r>
                        <a:rPr lang="ja-JP" altLang="en-US" sz="1100" b="1" i="0" u="none" strike="noStrike">
                          <a:solidFill>
                            <a:srgbClr val="FFFFFF"/>
                          </a:solidFill>
                          <a:effectLst/>
                          <a:latin typeface="+mn-ea"/>
                          <a:ea typeface="+mn-ea"/>
                        </a:rPr>
                        <a:t>番号</a:t>
                      </a:r>
                    </a:p>
                  </a:txBody>
                  <a:tcPr marL="6350" marR="6350" marT="6350" marB="0" anchor="ctr">
                    <a:solidFill>
                      <a:schemeClr val="accent1"/>
                    </a:solidFill>
                  </a:tcPr>
                </a:tc>
                <a:tc>
                  <a:txBody>
                    <a:bodyPr/>
                    <a:lstStyle/>
                    <a:p>
                      <a:pPr algn="ctr" rtl="0" fontAlgn="ctr"/>
                      <a:r>
                        <a:rPr lang="ja-JP" altLang="en-US" sz="1100" b="1" i="0" u="none" strike="noStrike">
                          <a:solidFill>
                            <a:srgbClr val="FFFFFF"/>
                          </a:solidFill>
                          <a:effectLst/>
                          <a:latin typeface="+mn-ea"/>
                          <a:ea typeface="+mn-ea"/>
                        </a:rPr>
                        <a:t>問い合わせ日時</a:t>
                      </a:r>
                    </a:p>
                  </a:txBody>
                  <a:tcPr marL="6350" marR="6350" marT="6350" marB="0" anchor="ctr">
                    <a:solidFill>
                      <a:schemeClr val="accent1"/>
                    </a:solidFill>
                  </a:tcPr>
                </a:tc>
                <a:tc>
                  <a:txBody>
                    <a:bodyPr/>
                    <a:lstStyle/>
                    <a:p>
                      <a:pPr algn="ctr" rtl="0" fontAlgn="ctr"/>
                      <a:r>
                        <a:rPr lang="ja-JP" altLang="en-US" sz="1100" b="1" i="0" u="none" strike="noStrike">
                          <a:solidFill>
                            <a:srgbClr val="FFFFFF"/>
                          </a:solidFill>
                          <a:effectLst/>
                          <a:latin typeface="+mn-ea"/>
                          <a:ea typeface="+mn-ea"/>
                        </a:rPr>
                        <a:t>ステータス</a:t>
                      </a:r>
                    </a:p>
                  </a:txBody>
                  <a:tcPr marL="6350" marR="6350" marT="6350" marB="0" anchor="ctr">
                    <a:solidFill>
                      <a:schemeClr val="accent1"/>
                    </a:solidFill>
                  </a:tcPr>
                </a:tc>
                <a:tc>
                  <a:txBody>
                    <a:bodyPr/>
                    <a:lstStyle/>
                    <a:p>
                      <a:pPr algn="ctr" rtl="0" fontAlgn="ctr"/>
                      <a:r>
                        <a:rPr lang="ja-JP" altLang="en-US" sz="1100" b="1" i="0" u="none" strike="noStrike">
                          <a:solidFill>
                            <a:srgbClr val="FFFFFF"/>
                          </a:solidFill>
                          <a:effectLst/>
                          <a:latin typeface="+mn-ea"/>
                          <a:ea typeface="+mn-ea"/>
                        </a:rPr>
                        <a:t>ベンダー名</a:t>
                      </a:r>
                    </a:p>
                  </a:txBody>
                  <a:tcPr marL="6350" marR="6350" marT="6350" marB="0" anchor="ctr">
                    <a:solidFill>
                      <a:schemeClr val="accent1"/>
                    </a:solidFill>
                  </a:tcPr>
                </a:tc>
                <a:tc>
                  <a:txBody>
                    <a:bodyPr/>
                    <a:lstStyle/>
                    <a:p>
                      <a:pPr algn="ctr" rtl="0" fontAlgn="ctr"/>
                      <a:r>
                        <a:rPr lang="ja-JP" altLang="en-US" sz="1100" b="1" i="0" u="none" strike="noStrike">
                          <a:solidFill>
                            <a:srgbClr val="FFFFFF"/>
                          </a:solidFill>
                          <a:effectLst/>
                          <a:latin typeface="+mn-ea"/>
                          <a:ea typeface="+mn-ea"/>
                        </a:rPr>
                        <a:t>詳細</a:t>
                      </a:r>
                    </a:p>
                  </a:txBody>
                  <a:tcPr marL="6350" marR="6350" marT="6350" marB="0" anchor="ctr">
                    <a:solidFill>
                      <a:schemeClr val="accent1"/>
                    </a:solidFill>
                  </a:tcPr>
                </a:tc>
                <a:extLst>
                  <a:ext uri="{0D108BD9-81ED-4DB2-BD59-A6C34878D82A}">
                    <a16:rowId xmlns:a16="http://schemas.microsoft.com/office/drawing/2014/main" val="1397258947"/>
                  </a:ext>
                </a:extLst>
              </a:tr>
              <a:tr h="483113">
                <a:tc>
                  <a:txBody>
                    <a:bodyPr/>
                    <a:lstStyle/>
                    <a:p>
                      <a:pPr algn="ctr" fontAlgn="ctr">
                        <a:buNone/>
                      </a:pPr>
                      <a:r>
                        <a:rPr lang="ja-JP" sz="1100" b="0" i="0" u="none" strike="noStrike">
                          <a:solidFill>
                            <a:srgbClr val="000000"/>
                          </a:solidFill>
                          <a:effectLst/>
                          <a:latin typeface="+mj-ea"/>
                          <a:ea typeface="+mj-ea"/>
                        </a:rPr>
                        <a:t>INC0036664</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2026/9/4 10:44</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クローズ</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DX審査支払機構</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臨床情報のリソースのidentifier要素内のハイフン記号を含む文字列について</a:t>
                      </a:r>
                    </a:p>
                  </a:txBody>
                  <a:tcPr marL="6350" marR="6350" marT="6350" marB="0" anchor="ctr"/>
                </a:tc>
                <a:extLst>
                  <a:ext uri="{0D108BD9-81ED-4DB2-BD59-A6C34878D82A}">
                    <a16:rowId xmlns:a16="http://schemas.microsoft.com/office/drawing/2014/main" val="503722203"/>
                  </a:ext>
                </a:extLst>
              </a:tr>
              <a:tr h="483113">
                <a:tc>
                  <a:txBody>
                    <a:bodyPr/>
                    <a:lstStyle/>
                    <a:p>
                      <a:pPr algn="ctr" fontAlgn="ctr">
                        <a:buNone/>
                      </a:pPr>
                      <a:r>
                        <a:rPr lang="ja-JP" sz="1100" b="0" i="0" u="none" strike="noStrike">
                          <a:solidFill>
                            <a:srgbClr val="000000"/>
                          </a:solidFill>
                          <a:effectLst/>
                          <a:latin typeface="+mj-ea"/>
                          <a:ea typeface="+mj-ea"/>
                        </a:rPr>
                        <a:t>INC0036671</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2026/9/4 15:37</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クローズ</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日本アイ・ビー・エム株式会社</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病名に全角ハイフンマイナスの文字が含まれる場合にエラーとなる事象について</a:t>
                      </a:r>
                    </a:p>
                  </a:txBody>
                  <a:tcPr marL="6350" marR="6350" marT="6350" marB="0" anchor="ctr"/>
                </a:tc>
                <a:extLst>
                  <a:ext uri="{0D108BD9-81ED-4DB2-BD59-A6C34878D82A}">
                    <a16:rowId xmlns:a16="http://schemas.microsoft.com/office/drawing/2014/main" val="686347872"/>
                  </a:ext>
                </a:extLst>
              </a:tr>
              <a:tr h="483113">
                <a:tc>
                  <a:txBody>
                    <a:bodyPr/>
                    <a:lstStyle/>
                    <a:p>
                      <a:pPr algn="ctr" fontAlgn="ctr">
                        <a:buNone/>
                      </a:pPr>
                      <a:r>
                        <a:rPr lang="ja-JP" sz="1100" b="0" i="0" u="none" strike="noStrike">
                          <a:solidFill>
                            <a:srgbClr val="000000"/>
                          </a:solidFill>
                          <a:effectLst/>
                          <a:latin typeface="+mj-ea"/>
                          <a:ea typeface="+mj-ea"/>
                        </a:rPr>
                        <a:t>INC0036694</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2026/9/7 19:28</a:t>
                      </a:r>
                    </a:p>
                  </a:txBody>
                  <a:tcPr marL="6350" marR="6350" marT="6350" marB="0" anchor="ctr"/>
                </a:tc>
                <a:tc>
                  <a:txBody>
                    <a:bodyPr/>
                    <a:lstStyle/>
                    <a:p>
                      <a:pPr algn="ctr" fontAlgn="ctr">
                        <a:buNone/>
                      </a:pPr>
                      <a:r>
                        <a:rPr lang="ja-JP" altLang="en-US" sz="1100" b="0" i="0" u="none" strike="noStrike">
                          <a:solidFill>
                            <a:srgbClr val="000000"/>
                          </a:solidFill>
                          <a:effectLst/>
                          <a:latin typeface="+mj-ea"/>
                          <a:ea typeface="+mj-ea"/>
                        </a:rPr>
                        <a:t>クローズ</a:t>
                      </a:r>
                      <a:endParaRPr lang="ja-JP" sz="1100" b="0" i="0" u="none" strike="noStrike">
                        <a:solidFill>
                          <a:srgbClr val="000000"/>
                        </a:solidFill>
                        <a:effectLst/>
                        <a:latin typeface="+mj-ea"/>
                        <a:ea typeface="+mj-ea"/>
                      </a:endParaRP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フューチャーアーキテクト株式会社</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JP_PosNegHold_CS のコード値「3 判定保留」の位置づけについて</a:t>
                      </a:r>
                    </a:p>
                  </a:txBody>
                  <a:tcPr marL="6350" marR="6350" marT="6350" marB="0" anchor="ctr"/>
                </a:tc>
                <a:extLst>
                  <a:ext uri="{0D108BD9-81ED-4DB2-BD59-A6C34878D82A}">
                    <a16:rowId xmlns:a16="http://schemas.microsoft.com/office/drawing/2014/main" val="1360242388"/>
                  </a:ext>
                </a:extLst>
              </a:tr>
              <a:tr h="483113">
                <a:tc>
                  <a:txBody>
                    <a:bodyPr/>
                    <a:lstStyle/>
                    <a:p>
                      <a:pPr algn="ctr" fontAlgn="ctr">
                        <a:buNone/>
                      </a:pPr>
                      <a:r>
                        <a:rPr lang="ja-JP" sz="1100" b="0" i="0" u="none" strike="noStrike">
                          <a:solidFill>
                            <a:srgbClr val="000000"/>
                          </a:solidFill>
                          <a:effectLst/>
                          <a:latin typeface="+mj-ea"/>
                          <a:ea typeface="+mj-ea"/>
                        </a:rPr>
                        <a:t>INC0036873</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2026/9/28 12:04</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処理中</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株式会社ネグジット総研</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臨床情報閲覧結果（CIPsiquc01res）内の傷病名群（SbInfoGr）に設定されるコードセット（SbSet）の項目に関して</a:t>
                      </a:r>
                    </a:p>
                  </a:txBody>
                  <a:tcPr marL="6350" marR="6350" marT="6350" marB="0" anchor="ctr"/>
                </a:tc>
                <a:extLst>
                  <a:ext uri="{0D108BD9-81ED-4DB2-BD59-A6C34878D82A}">
                    <a16:rowId xmlns:a16="http://schemas.microsoft.com/office/drawing/2014/main" val="2699219895"/>
                  </a:ext>
                </a:extLst>
              </a:tr>
            </a:tbl>
          </a:graphicData>
        </a:graphic>
      </p:graphicFrame>
      <p:sp>
        <p:nvSpPr>
          <p:cNvPr id="4" name="テキスト ボックス 7">
            <a:extLst>
              <a:ext uri="{FF2B5EF4-FFF2-40B4-BE49-F238E27FC236}">
                <a16:creationId xmlns:a16="http://schemas.microsoft.com/office/drawing/2014/main" id="{A2F1B10D-3737-EB4E-226D-D3BE2B716B8A}"/>
              </a:ext>
            </a:extLst>
          </p:cNvPr>
          <p:cNvSpPr txBox="1"/>
          <p:nvPr/>
        </p:nvSpPr>
        <p:spPr>
          <a:xfrm>
            <a:off x="848687" y="4128114"/>
            <a:ext cx="6676063" cy="576001"/>
          </a:xfrm>
          <a:prstGeom prst="rect">
            <a:avLst/>
          </a:prstGeom>
          <a:noFill/>
        </p:spPr>
        <p:txBody>
          <a:bodyPr wrap="none" lIns="36000" tIns="36000" rIns="36000" bIns="36000" rtlCol="0" anchor="ctr">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fontAlgn="base">
              <a:spcBef>
                <a:spcPct val="0"/>
              </a:spcBef>
              <a:spcAft>
                <a:spcPct val="0"/>
              </a:spcAft>
            </a:pPr>
            <a:r>
              <a:rPr lang="ja-JP" altLang="en-US" sz="1200" b="1">
                <a:solidFill>
                  <a:prstClr val="black"/>
                </a:solidFill>
                <a:latin typeface="+mn-ea"/>
              </a:rPr>
              <a:t>「文書送受信サービス」</a:t>
            </a:r>
            <a:endParaRPr lang="en-US" altLang="ja-JP" sz="1200" b="1">
              <a:solidFill>
                <a:prstClr val="black"/>
              </a:solidFill>
              <a:latin typeface="+mn-ea"/>
            </a:endParaRPr>
          </a:p>
          <a:p>
            <a:pPr fontAlgn="base">
              <a:spcBef>
                <a:spcPct val="0"/>
              </a:spcBef>
              <a:spcAft>
                <a:spcPct val="0"/>
              </a:spcAft>
            </a:pPr>
            <a:r>
              <a:rPr lang="en-US" altLang="ja-JP" sz="1200" b="1">
                <a:solidFill>
                  <a:prstClr val="black"/>
                </a:solidFill>
                <a:latin typeface="+mn-ea"/>
              </a:rPr>
              <a:t>&gt;</a:t>
            </a:r>
            <a:r>
              <a:rPr lang="en-US" altLang="ja-JP" sz="1200" b="1">
                <a:latin typeface="Meiryo UI"/>
              </a:rPr>
              <a:t> </a:t>
            </a:r>
            <a:r>
              <a:rPr lang="ja-JP" altLang="en-US" sz="1200" b="1">
                <a:latin typeface="Meiryo UI"/>
              </a:rPr>
              <a:t>「</a:t>
            </a:r>
            <a:r>
              <a:rPr lang="en-US" altLang="ja-JP" sz="1200" b="1">
                <a:latin typeface="Meiryo UI"/>
              </a:rPr>
              <a:t>FHIR</a:t>
            </a:r>
            <a:r>
              <a:rPr lang="ja-JP" altLang="en-US" sz="1200" b="1">
                <a:latin typeface="Meiryo UI"/>
              </a:rPr>
              <a:t>記述仕様」</a:t>
            </a:r>
            <a:endParaRPr lang="ja-JP" altLang="en-US" sz="1200" b="1">
              <a:solidFill>
                <a:prstClr val="black"/>
              </a:solidFill>
              <a:latin typeface="+mn-ea"/>
            </a:endParaRPr>
          </a:p>
        </p:txBody>
      </p:sp>
      <p:graphicFrame>
        <p:nvGraphicFramePr>
          <p:cNvPr id="8" name="表 7">
            <a:extLst>
              <a:ext uri="{FF2B5EF4-FFF2-40B4-BE49-F238E27FC236}">
                <a16:creationId xmlns:a16="http://schemas.microsoft.com/office/drawing/2014/main" id="{D27DA9B4-5865-2D4E-984D-C9E56D26043E}"/>
              </a:ext>
            </a:extLst>
          </p:cNvPr>
          <p:cNvGraphicFramePr>
            <a:graphicFrameLocks noGrp="1"/>
          </p:cNvGraphicFramePr>
          <p:nvPr/>
        </p:nvGraphicFramePr>
        <p:xfrm>
          <a:off x="848687" y="4616390"/>
          <a:ext cx="8208001" cy="800776"/>
        </p:xfrm>
        <a:graphic>
          <a:graphicData uri="http://schemas.openxmlformats.org/drawingml/2006/table">
            <a:tbl>
              <a:tblPr>
                <a:tableStyleId>{5C22544A-7EE6-4342-B048-85BDC9FD1C3A}</a:tableStyleId>
              </a:tblPr>
              <a:tblGrid>
                <a:gridCol w="924695">
                  <a:extLst>
                    <a:ext uri="{9D8B030D-6E8A-4147-A177-3AD203B41FA5}">
                      <a16:colId xmlns:a16="http://schemas.microsoft.com/office/drawing/2014/main" val="1668515430"/>
                    </a:ext>
                  </a:extLst>
                </a:gridCol>
                <a:gridCol w="987136">
                  <a:extLst>
                    <a:ext uri="{9D8B030D-6E8A-4147-A177-3AD203B41FA5}">
                      <a16:colId xmlns:a16="http://schemas.microsoft.com/office/drawing/2014/main" val="420482367"/>
                    </a:ext>
                  </a:extLst>
                </a:gridCol>
                <a:gridCol w="613064">
                  <a:extLst>
                    <a:ext uri="{9D8B030D-6E8A-4147-A177-3AD203B41FA5}">
                      <a16:colId xmlns:a16="http://schemas.microsoft.com/office/drawing/2014/main" val="1064379640"/>
                    </a:ext>
                  </a:extLst>
                </a:gridCol>
                <a:gridCol w="1665143">
                  <a:extLst>
                    <a:ext uri="{9D8B030D-6E8A-4147-A177-3AD203B41FA5}">
                      <a16:colId xmlns:a16="http://schemas.microsoft.com/office/drawing/2014/main" val="2060856814"/>
                    </a:ext>
                  </a:extLst>
                </a:gridCol>
                <a:gridCol w="4017963">
                  <a:extLst>
                    <a:ext uri="{9D8B030D-6E8A-4147-A177-3AD203B41FA5}">
                      <a16:colId xmlns:a16="http://schemas.microsoft.com/office/drawing/2014/main" val="1357456994"/>
                    </a:ext>
                  </a:extLst>
                </a:gridCol>
              </a:tblGrid>
              <a:tr h="317663">
                <a:tc>
                  <a:txBody>
                    <a:bodyPr/>
                    <a:lstStyle/>
                    <a:p>
                      <a:pPr algn="ctr" rtl="0" fontAlgn="ctr"/>
                      <a:r>
                        <a:rPr lang="en-US" sz="1100" b="1" i="0" u="none" strike="noStrike">
                          <a:solidFill>
                            <a:srgbClr val="FFFFFF"/>
                          </a:solidFill>
                          <a:effectLst/>
                          <a:latin typeface="+mn-ea"/>
                          <a:ea typeface="+mn-ea"/>
                        </a:rPr>
                        <a:t>INC</a:t>
                      </a:r>
                      <a:r>
                        <a:rPr lang="ja-JP" altLang="en-US" sz="1100" b="1" i="0" u="none" strike="noStrike">
                          <a:solidFill>
                            <a:srgbClr val="FFFFFF"/>
                          </a:solidFill>
                          <a:effectLst/>
                          <a:latin typeface="+mn-ea"/>
                          <a:ea typeface="+mn-ea"/>
                        </a:rPr>
                        <a:t>番号</a:t>
                      </a:r>
                    </a:p>
                  </a:txBody>
                  <a:tcPr marL="6350" marR="6350" marT="6350" marB="0" anchor="ctr">
                    <a:solidFill>
                      <a:schemeClr val="accent1"/>
                    </a:solidFill>
                  </a:tcPr>
                </a:tc>
                <a:tc>
                  <a:txBody>
                    <a:bodyPr/>
                    <a:lstStyle/>
                    <a:p>
                      <a:pPr algn="ctr" rtl="0" fontAlgn="ctr"/>
                      <a:r>
                        <a:rPr lang="ja-JP" altLang="en-US" sz="1100" b="1" i="0" u="none" strike="noStrike">
                          <a:solidFill>
                            <a:srgbClr val="FFFFFF"/>
                          </a:solidFill>
                          <a:effectLst/>
                          <a:latin typeface="+mn-ea"/>
                          <a:ea typeface="+mn-ea"/>
                        </a:rPr>
                        <a:t>問い合わせ日時</a:t>
                      </a:r>
                    </a:p>
                  </a:txBody>
                  <a:tcPr marL="6350" marR="6350" marT="6350" marB="0" anchor="ctr">
                    <a:solidFill>
                      <a:schemeClr val="accent1"/>
                    </a:solidFill>
                  </a:tcPr>
                </a:tc>
                <a:tc>
                  <a:txBody>
                    <a:bodyPr/>
                    <a:lstStyle/>
                    <a:p>
                      <a:pPr algn="ctr" rtl="0" fontAlgn="ctr"/>
                      <a:r>
                        <a:rPr lang="ja-JP" altLang="en-US" sz="1100" b="1" i="0" u="none" strike="noStrike">
                          <a:solidFill>
                            <a:srgbClr val="FFFFFF"/>
                          </a:solidFill>
                          <a:effectLst/>
                          <a:latin typeface="+mn-ea"/>
                          <a:ea typeface="+mn-ea"/>
                        </a:rPr>
                        <a:t>ステータス</a:t>
                      </a:r>
                    </a:p>
                  </a:txBody>
                  <a:tcPr marL="6350" marR="6350" marT="6350" marB="0" anchor="ctr">
                    <a:solidFill>
                      <a:schemeClr val="accent1"/>
                    </a:solidFill>
                  </a:tcPr>
                </a:tc>
                <a:tc>
                  <a:txBody>
                    <a:bodyPr/>
                    <a:lstStyle/>
                    <a:p>
                      <a:pPr algn="ctr" rtl="0" fontAlgn="ctr"/>
                      <a:r>
                        <a:rPr lang="ja-JP" altLang="en-US" sz="1100" b="1" i="0" u="none" strike="noStrike">
                          <a:solidFill>
                            <a:srgbClr val="FFFFFF"/>
                          </a:solidFill>
                          <a:effectLst/>
                          <a:latin typeface="+mn-ea"/>
                          <a:ea typeface="+mn-ea"/>
                        </a:rPr>
                        <a:t>ベンダー名</a:t>
                      </a:r>
                    </a:p>
                  </a:txBody>
                  <a:tcPr marL="6350" marR="6350" marT="6350" marB="0" anchor="ctr">
                    <a:solidFill>
                      <a:schemeClr val="accent1"/>
                    </a:solidFill>
                  </a:tcPr>
                </a:tc>
                <a:tc>
                  <a:txBody>
                    <a:bodyPr/>
                    <a:lstStyle/>
                    <a:p>
                      <a:pPr algn="ctr" rtl="0" fontAlgn="ctr"/>
                      <a:r>
                        <a:rPr lang="ja-JP" altLang="en-US" sz="1100" b="1" i="0" u="none" strike="noStrike">
                          <a:solidFill>
                            <a:srgbClr val="FFFFFF"/>
                          </a:solidFill>
                          <a:effectLst/>
                          <a:latin typeface="+mn-ea"/>
                          <a:ea typeface="+mn-ea"/>
                        </a:rPr>
                        <a:t>詳細</a:t>
                      </a:r>
                    </a:p>
                  </a:txBody>
                  <a:tcPr marL="6350" marR="6350" marT="6350" marB="0" anchor="ctr">
                    <a:solidFill>
                      <a:schemeClr val="accent1"/>
                    </a:solidFill>
                  </a:tcPr>
                </a:tc>
                <a:extLst>
                  <a:ext uri="{0D108BD9-81ED-4DB2-BD59-A6C34878D82A}">
                    <a16:rowId xmlns:a16="http://schemas.microsoft.com/office/drawing/2014/main" val="1397258947"/>
                  </a:ext>
                </a:extLst>
              </a:tr>
              <a:tr h="483113">
                <a:tc>
                  <a:txBody>
                    <a:bodyPr/>
                    <a:lstStyle/>
                    <a:p>
                      <a:pPr algn="ctr" fontAlgn="ctr">
                        <a:buNone/>
                      </a:pPr>
                      <a:r>
                        <a:rPr lang="ja-JP" sz="1100" b="0" i="0" u="none" strike="noStrike">
                          <a:solidFill>
                            <a:srgbClr val="000000"/>
                          </a:solidFill>
                          <a:effectLst/>
                          <a:latin typeface="+mn-ea"/>
                          <a:ea typeface="+mn-ea"/>
                        </a:rPr>
                        <a:t>INC0036676</a:t>
                      </a:r>
                    </a:p>
                  </a:txBody>
                  <a:tcPr marL="6350" marR="6350" marT="6350" marB="0" anchor="ctr"/>
                </a:tc>
                <a:tc>
                  <a:txBody>
                    <a:bodyPr/>
                    <a:lstStyle/>
                    <a:p>
                      <a:pPr algn="ctr" fontAlgn="ctr">
                        <a:buNone/>
                      </a:pPr>
                      <a:r>
                        <a:rPr lang="ja-JP" sz="1100" b="0" i="0" u="none" strike="noStrike">
                          <a:solidFill>
                            <a:srgbClr val="000000"/>
                          </a:solidFill>
                          <a:effectLst/>
                          <a:latin typeface="+mn-ea"/>
                          <a:ea typeface="+mn-ea"/>
                        </a:rPr>
                        <a:t>2026/9/5 10:41</a:t>
                      </a:r>
                    </a:p>
                  </a:txBody>
                  <a:tcPr marL="6350" marR="6350" marT="6350" marB="0" anchor="ctr"/>
                </a:tc>
                <a:tc>
                  <a:txBody>
                    <a:bodyPr/>
                    <a:lstStyle/>
                    <a:p>
                      <a:pPr algn="ctr" fontAlgn="ctr">
                        <a:buNone/>
                      </a:pPr>
                      <a:r>
                        <a:rPr lang="ja-JP" sz="1100" b="0" i="0" u="none" strike="noStrike">
                          <a:solidFill>
                            <a:srgbClr val="000000"/>
                          </a:solidFill>
                          <a:effectLst/>
                          <a:latin typeface="+mn-ea"/>
                          <a:ea typeface="+mn-ea"/>
                        </a:rPr>
                        <a:t>クローズ</a:t>
                      </a:r>
                    </a:p>
                  </a:txBody>
                  <a:tcPr marL="6350" marR="6350" marT="6350" marB="0" anchor="ctr"/>
                </a:tc>
                <a:tc>
                  <a:txBody>
                    <a:bodyPr/>
                    <a:lstStyle/>
                    <a:p>
                      <a:pPr algn="l" fontAlgn="ctr">
                        <a:buNone/>
                      </a:pPr>
                      <a:r>
                        <a:rPr lang="ja-JP" sz="1100" b="0" i="0" u="none" strike="noStrike">
                          <a:solidFill>
                            <a:srgbClr val="000000"/>
                          </a:solidFill>
                          <a:effectLst/>
                          <a:latin typeface="+mn-ea"/>
                          <a:ea typeface="+mn-ea"/>
                        </a:rPr>
                        <a:t>株式会社ジェイ・メディック</a:t>
                      </a:r>
                    </a:p>
                  </a:txBody>
                  <a:tcPr marL="6350" marR="6350" marT="6350" marB="0" anchor="ctr"/>
                </a:tc>
                <a:tc>
                  <a:txBody>
                    <a:bodyPr/>
                    <a:lstStyle/>
                    <a:p>
                      <a:pPr algn="l" fontAlgn="ctr">
                        <a:buNone/>
                      </a:pPr>
                      <a:r>
                        <a:rPr lang="ja-JP" sz="1100" b="0" i="0" u="none" strike="noStrike">
                          <a:solidFill>
                            <a:srgbClr val="000000"/>
                          </a:solidFill>
                          <a:effectLst/>
                          <a:latin typeface="+mn-ea"/>
                          <a:ea typeface="+mn-ea"/>
                        </a:rPr>
                        <a:t>「FHIR記述データの手本」におけるBundle内参照の不整合について</a:t>
                      </a:r>
                    </a:p>
                  </a:txBody>
                  <a:tcPr marL="6350" marR="6350" marT="6350" marB="0" anchor="ctr"/>
                </a:tc>
                <a:extLst>
                  <a:ext uri="{0D108BD9-81ED-4DB2-BD59-A6C34878D82A}">
                    <a16:rowId xmlns:a16="http://schemas.microsoft.com/office/drawing/2014/main" val="503722203"/>
                  </a:ext>
                </a:extLst>
              </a:tr>
            </a:tbl>
          </a:graphicData>
        </a:graphic>
      </p:graphicFrame>
    </p:spTree>
    <p:extLst>
      <p:ext uri="{BB962C8B-B14F-4D97-AF65-F5344CB8AC3E}">
        <p14:creationId xmlns:p14="http://schemas.microsoft.com/office/powerpoint/2010/main" val="39099639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6AC58-3E35-1D73-4CA8-1B316FAD37F4}"/>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E648D936-6C36-54AB-9382-6502A5CD1B84}"/>
              </a:ext>
            </a:extLst>
          </p:cNvPr>
          <p:cNvPicPr>
            <a:picLocks noChangeAspect="1"/>
          </p:cNvPicPr>
          <p:nvPr/>
        </p:nvPicPr>
        <p:blipFill>
          <a:blip r:embed="rId2"/>
          <a:stretch>
            <a:fillRect/>
          </a:stretch>
        </p:blipFill>
        <p:spPr>
          <a:xfrm>
            <a:off x="645970" y="1764071"/>
            <a:ext cx="8651769" cy="2970441"/>
          </a:xfrm>
          <a:prstGeom prst="rect">
            <a:avLst/>
          </a:prstGeom>
        </p:spPr>
      </p:pic>
      <p:sp>
        <p:nvSpPr>
          <p:cNvPr id="2" name="タイトル 1">
            <a:extLst>
              <a:ext uri="{FF2B5EF4-FFF2-40B4-BE49-F238E27FC236}">
                <a16:creationId xmlns:a16="http://schemas.microsoft.com/office/drawing/2014/main" id="{A4D01641-90E7-30D5-BFBB-615635B66AAB}"/>
              </a:ext>
            </a:extLst>
          </p:cNvPr>
          <p:cNvSpPr>
            <a:spLocks noGrp="1"/>
          </p:cNvSpPr>
          <p:nvPr>
            <p:ph type="title"/>
          </p:nvPr>
        </p:nvSpPr>
        <p:spPr/>
        <p:txBody>
          <a:bodyPr/>
          <a:lstStyle/>
          <a:p>
            <a:r>
              <a:rPr lang="en-US" altLang="ja-JP" kern="1200"/>
              <a:t>ONS</a:t>
            </a:r>
            <a:r>
              <a:rPr lang="ja-JP" altLang="en-US" kern="1200"/>
              <a:t>問い合わせ月次報告</a:t>
            </a:r>
            <a:br>
              <a:rPr lang="en-US" altLang="ja-JP" kern="1200"/>
            </a:br>
            <a:r>
              <a:rPr lang="en-US" altLang="ja-JP">
                <a:solidFill>
                  <a:srgbClr val="002060"/>
                </a:solidFill>
              </a:rPr>
              <a:t>3.</a:t>
            </a:r>
            <a:r>
              <a:rPr lang="ja-JP" altLang="en-US">
                <a:solidFill>
                  <a:srgbClr val="002060"/>
                </a:solidFill>
              </a:rPr>
              <a:t>医療機関等</a:t>
            </a:r>
            <a:r>
              <a:rPr lang="en-US" altLang="ja-JP">
                <a:solidFill>
                  <a:srgbClr val="002060"/>
                </a:solidFill>
              </a:rPr>
              <a:t>ONS</a:t>
            </a:r>
            <a:r>
              <a:rPr lang="ja-JP" altLang="en-US">
                <a:solidFill>
                  <a:srgbClr val="002060"/>
                </a:solidFill>
              </a:rPr>
              <a:t>新規問い合わせ対応状況</a:t>
            </a:r>
            <a:endParaRPr kumimoji="1" lang="ja-JP" altLang="en-US">
              <a:solidFill>
                <a:srgbClr val="002060"/>
              </a:solidFill>
            </a:endParaRPr>
          </a:p>
        </p:txBody>
      </p:sp>
      <p:sp>
        <p:nvSpPr>
          <p:cNvPr id="3" name="コンテンツ プレースホルダー 2">
            <a:extLst>
              <a:ext uri="{FF2B5EF4-FFF2-40B4-BE49-F238E27FC236}">
                <a16:creationId xmlns:a16="http://schemas.microsoft.com/office/drawing/2014/main" id="{25CEB26A-A26E-7319-4D65-B33C377726CF}"/>
              </a:ext>
            </a:extLst>
          </p:cNvPr>
          <p:cNvSpPr>
            <a:spLocks noGrp="1"/>
          </p:cNvSpPr>
          <p:nvPr>
            <p:ph idx="1"/>
          </p:nvPr>
        </p:nvSpPr>
        <p:spPr>
          <a:xfrm>
            <a:off x="849000" y="774763"/>
            <a:ext cx="8208000" cy="1080000"/>
          </a:xfrm>
        </p:spPr>
        <p:txBody>
          <a:bodyPr/>
          <a:lstStyle/>
          <a:p>
            <a:pPr marL="285750" indent="-285750">
              <a:buFont typeface="Arial" panose="020B0604020202020204" pitchFamily="34" charset="0"/>
              <a:buChar char="•"/>
            </a:pPr>
            <a:r>
              <a:rPr lang="ja-JP" altLang="en-US" sz="1600"/>
              <a:t>現在のステータスが「未解決」となっている問い合わせの内容は下記の通り。</a:t>
            </a:r>
            <a:endParaRPr lang="en-US" altLang="ja-JP" sz="1600"/>
          </a:p>
          <a:p>
            <a:pPr marL="285750" indent="-285750">
              <a:buFont typeface="Arial" panose="020B0604020202020204" pitchFamily="34" charset="0"/>
              <a:buChar char="•"/>
            </a:pPr>
            <a:r>
              <a:rPr lang="ja-JP" altLang="en-US" sz="1600">
                <a:latin typeface="Meiryo UI"/>
                <a:ea typeface="Meiryo UI"/>
              </a:rPr>
              <a:t>解決件数の総計は</a:t>
            </a:r>
            <a:r>
              <a:rPr lang="en-US" altLang="ja-JP" sz="1600">
                <a:latin typeface="Meiryo UI"/>
                <a:ea typeface="Meiryo UI"/>
              </a:rPr>
              <a:t>1,624</a:t>
            </a:r>
            <a:r>
              <a:rPr lang="ja-JP" altLang="en-US" sz="1600">
                <a:latin typeface="Meiryo UI"/>
                <a:ea typeface="Meiryo UI"/>
              </a:rPr>
              <a:t>件で未解決件数の総計は</a:t>
            </a:r>
            <a:r>
              <a:rPr lang="en-US" altLang="ja-JP" sz="1600">
                <a:latin typeface="Meiryo UI"/>
                <a:ea typeface="Meiryo UI"/>
              </a:rPr>
              <a:t>17</a:t>
            </a:r>
            <a:r>
              <a:rPr lang="ja-JP" altLang="en-US" sz="1600">
                <a:latin typeface="Meiryo UI"/>
                <a:ea typeface="Meiryo UI"/>
              </a:rPr>
              <a:t>件であった。</a:t>
            </a:r>
            <a:endParaRPr lang="en-US" altLang="ja-JP" sz="1600">
              <a:latin typeface="Meiryo UI"/>
              <a:ea typeface="Meiryo UI"/>
            </a:endParaRPr>
          </a:p>
          <a:p>
            <a:r>
              <a:rPr lang="en-US" altLang="ja-JP" sz="1100">
                <a:latin typeface="Meiryo UI"/>
                <a:ea typeface="Meiryo UI"/>
              </a:rPr>
              <a:t>※</a:t>
            </a:r>
            <a:r>
              <a:rPr lang="ja-JP" altLang="en-US" sz="1100">
                <a:latin typeface="Meiryo UI"/>
                <a:ea typeface="Meiryo UI"/>
              </a:rPr>
              <a:t>新規</a:t>
            </a:r>
            <a:r>
              <a:rPr lang="ja-JP" altLang="en-US" sz="1100">
                <a:solidFill>
                  <a:prstClr val="black"/>
                </a:solidFill>
                <a:latin typeface="Meiryo UI"/>
                <a:ea typeface="Meiryo UI"/>
              </a:rPr>
              <a:t>問い合わせ起票時に発行される問い合わせ番号件数にて示す</a:t>
            </a:r>
            <a:r>
              <a:rPr lang="ja-JP" altLang="en-US" sz="1100">
                <a:latin typeface="Meiryo UI"/>
                <a:ea typeface="Meiryo UI"/>
              </a:rPr>
              <a:t>。</a:t>
            </a:r>
            <a:endParaRPr lang="en-US" altLang="ja-JP" sz="1100">
              <a:latin typeface="Meiryo UI"/>
              <a:ea typeface="Meiryo UI"/>
            </a:endParaRPr>
          </a:p>
        </p:txBody>
      </p:sp>
      <p:sp>
        <p:nvSpPr>
          <p:cNvPr id="11" name="コンテンツ プレースホルダー 3">
            <a:extLst>
              <a:ext uri="{FF2B5EF4-FFF2-40B4-BE49-F238E27FC236}">
                <a16:creationId xmlns:a16="http://schemas.microsoft.com/office/drawing/2014/main" id="{3518FF69-5A8D-639B-3DE8-BE0D7B419B1C}"/>
              </a:ext>
            </a:extLst>
          </p:cNvPr>
          <p:cNvSpPr txBox="1">
            <a:spLocks/>
          </p:cNvSpPr>
          <p:nvPr/>
        </p:nvSpPr>
        <p:spPr bwMode="auto">
          <a:xfrm>
            <a:off x="645969" y="4814650"/>
            <a:ext cx="8712266" cy="398428"/>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defPPr>
              <a:defRPr lang="ja-JP"/>
            </a:defPPr>
            <a:lvl1pPr marL="232171" indent="-232171" algn="l" defTabSz="977316" rtl="0" eaLnBrk="0" fontAlgn="base" latinLnBrk="0" hangingPunct="0">
              <a:spcBef>
                <a:spcPts val="0"/>
              </a:spcBef>
              <a:spcAft>
                <a:spcPct val="0"/>
              </a:spcAft>
              <a:buFont typeface="Arial" panose="020B0604020202020204" pitchFamily="34" charset="0"/>
              <a:buChar char="•"/>
              <a:defRPr kumimoji="1" sz="1200" kern="1200">
                <a:solidFill>
                  <a:schemeClr val="tx1"/>
                </a:solidFill>
                <a:latin typeface="+mj-ea"/>
                <a:ea typeface="+mj-ea"/>
                <a:cs typeface="+mn-cs"/>
              </a:defRPr>
            </a:lvl1pPr>
            <a:lvl2pPr marL="573789" indent="-214278" algn="l" defTabSz="977316" rtl="0" eaLnBrk="0" fontAlgn="base" latinLnBrk="0" hangingPunct="0">
              <a:spcBef>
                <a:spcPct val="20000"/>
              </a:spcBef>
              <a:spcAft>
                <a:spcPct val="0"/>
              </a:spcAft>
              <a:buChar char="–"/>
              <a:defRPr kumimoji="1" sz="2100" kern="1200">
                <a:solidFill>
                  <a:schemeClr val="tx1"/>
                </a:solidFill>
                <a:latin typeface="Times New Roman" pitchFamily="18" charset="0"/>
                <a:ea typeface="+mn-ea"/>
                <a:cs typeface="+mn-cs"/>
              </a:defRPr>
            </a:lvl2pPr>
            <a:lvl3pPr marL="888064" indent="-171422" algn="l" defTabSz="977316" rtl="0" eaLnBrk="0" fontAlgn="base" latinLnBrk="0" hangingPunct="0">
              <a:spcBef>
                <a:spcPct val="20000"/>
              </a:spcBef>
              <a:spcAft>
                <a:spcPct val="0"/>
              </a:spcAft>
              <a:buChar char="•"/>
              <a:defRPr kumimoji="1" sz="1800" kern="1200">
                <a:solidFill>
                  <a:schemeClr val="tx1"/>
                </a:solidFill>
                <a:latin typeface="Times New Roman" pitchFamily="18" charset="0"/>
                <a:ea typeface="+mn-ea"/>
                <a:cs typeface="+mn-cs"/>
              </a:defRPr>
            </a:lvl3pPr>
            <a:lvl4pPr marL="1202338" indent="-171422" algn="l" defTabSz="977316" rtl="0" eaLnBrk="0" fontAlgn="base" latinLnBrk="0" hangingPunct="0">
              <a:spcBef>
                <a:spcPct val="20000"/>
              </a:spcBef>
              <a:spcAft>
                <a:spcPct val="0"/>
              </a:spcAft>
              <a:buChar char="–"/>
              <a:defRPr kumimoji="1" sz="1500" kern="1200">
                <a:solidFill>
                  <a:schemeClr val="tx1"/>
                </a:solidFill>
                <a:latin typeface="Times New Roman" pitchFamily="18" charset="0"/>
                <a:ea typeface="+mn-ea"/>
                <a:cs typeface="+mn-cs"/>
              </a:defRPr>
            </a:lvl4pPr>
            <a:lvl5pPr marL="1542801" indent="-172613" algn="l" defTabSz="977316" rtl="0" eaLnBrk="0" fontAlgn="base" latinLnBrk="0" hangingPunct="0">
              <a:spcBef>
                <a:spcPct val="20000"/>
              </a:spcBef>
              <a:spcAft>
                <a:spcPct val="0"/>
              </a:spcAft>
              <a:buChar char="»"/>
              <a:defRPr kumimoji="1" sz="1500" kern="1200">
                <a:solidFill>
                  <a:schemeClr val="tx1"/>
                </a:solidFill>
                <a:latin typeface="Times New Roman" pitchFamily="18" charset="0"/>
                <a:ea typeface="+mn-ea"/>
                <a:cs typeface="+mn-cs"/>
              </a:defRPr>
            </a:lvl5pPr>
            <a:lvl6pPr marL="1885647" indent="-171422" algn="l" defTabSz="977316" rtl="0" eaLnBrk="1" fontAlgn="base" latinLnBrk="0" hangingPunct="1">
              <a:spcBef>
                <a:spcPct val="20000"/>
              </a:spcBef>
              <a:spcAft>
                <a:spcPct val="0"/>
              </a:spcAft>
              <a:buChar char="»"/>
              <a:defRPr kumimoji="1" sz="1500" kern="1200">
                <a:solidFill>
                  <a:schemeClr val="tx1"/>
                </a:solidFill>
                <a:latin typeface="Times New Roman" pitchFamily="18" charset="0"/>
                <a:ea typeface="+mn-ea"/>
                <a:cs typeface="+mn-cs"/>
              </a:defRPr>
            </a:lvl6pPr>
            <a:lvl7pPr marL="2228492" indent="-171422" algn="l" defTabSz="977316" rtl="0" eaLnBrk="1" fontAlgn="base" latinLnBrk="0" hangingPunct="1">
              <a:spcBef>
                <a:spcPct val="20000"/>
              </a:spcBef>
              <a:spcAft>
                <a:spcPct val="0"/>
              </a:spcAft>
              <a:buChar char="»"/>
              <a:defRPr kumimoji="1" sz="1500" kern="1200">
                <a:solidFill>
                  <a:schemeClr val="tx1"/>
                </a:solidFill>
                <a:latin typeface="Times New Roman" pitchFamily="18" charset="0"/>
                <a:ea typeface="+mn-ea"/>
                <a:cs typeface="+mn-cs"/>
              </a:defRPr>
            </a:lvl7pPr>
            <a:lvl8pPr marL="2571336" indent="-171422" algn="l" defTabSz="977316" rtl="0" eaLnBrk="1" fontAlgn="base" latinLnBrk="0" hangingPunct="1">
              <a:spcBef>
                <a:spcPct val="20000"/>
              </a:spcBef>
              <a:spcAft>
                <a:spcPct val="0"/>
              </a:spcAft>
              <a:buChar char="»"/>
              <a:defRPr kumimoji="1" sz="1500" kern="1200">
                <a:solidFill>
                  <a:schemeClr val="tx1"/>
                </a:solidFill>
                <a:latin typeface="Times New Roman" pitchFamily="18" charset="0"/>
                <a:ea typeface="+mn-ea"/>
                <a:cs typeface="+mn-cs"/>
              </a:defRPr>
            </a:lvl8pPr>
            <a:lvl9pPr marL="2914180" indent="-171422" algn="l" defTabSz="977316" rtl="0" eaLnBrk="1" fontAlgn="base" latinLnBrk="0" hangingPunct="1">
              <a:spcBef>
                <a:spcPct val="20000"/>
              </a:spcBef>
              <a:spcAft>
                <a:spcPct val="0"/>
              </a:spcAft>
              <a:buChar char="»"/>
              <a:defRPr kumimoji="1" sz="1500" kern="1200">
                <a:solidFill>
                  <a:schemeClr val="tx1"/>
                </a:solidFill>
                <a:latin typeface="Times New Roman" pitchFamily="18" charset="0"/>
                <a:ea typeface="+mn-ea"/>
                <a:cs typeface="+mn-cs"/>
              </a:defRPr>
            </a:lvl9pPr>
          </a:lstStyle>
          <a:p>
            <a:pPr marL="0" indent="0">
              <a:buNone/>
            </a:pPr>
            <a:r>
              <a:rPr lang="en-US" altLang="ja-JP" kern="0"/>
              <a:t>※10/1(</a:t>
            </a:r>
            <a:r>
              <a:rPr lang="ja-JP" altLang="en-US" kern="0"/>
              <a:t>木</a:t>
            </a:r>
            <a:r>
              <a:rPr lang="en-US" altLang="ja-JP" kern="0"/>
              <a:t>)9</a:t>
            </a:r>
            <a:r>
              <a:rPr lang="ja-JP" altLang="en-US" kern="0"/>
              <a:t>時時点集計</a:t>
            </a:r>
          </a:p>
        </p:txBody>
      </p:sp>
    </p:spTree>
    <p:extLst>
      <p:ext uri="{BB962C8B-B14F-4D97-AF65-F5344CB8AC3E}">
        <p14:creationId xmlns:p14="http://schemas.microsoft.com/office/powerpoint/2010/main" val="19874236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69EE8-C6CF-7715-7852-2D038D96A7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5E01209-8FE8-9DCE-E9C9-5F499F62481F}"/>
              </a:ext>
            </a:extLst>
          </p:cNvPr>
          <p:cNvSpPr>
            <a:spLocks noGrp="1"/>
          </p:cNvSpPr>
          <p:nvPr>
            <p:ph type="title"/>
          </p:nvPr>
        </p:nvSpPr>
        <p:spPr/>
        <p:txBody>
          <a:bodyPr/>
          <a:lstStyle/>
          <a:p>
            <a:r>
              <a:rPr lang="en-US" altLang="ja-JP" kern="1200"/>
              <a:t>ONS</a:t>
            </a:r>
            <a:r>
              <a:rPr lang="ja-JP" altLang="en-US" kern="1200"/>
              <a:t>問い合わせ月次報告</a:t>
            </a:r>
            <a:br>
              <a:rPr lang="en-US" altLang="ja-JP" kern="1200"/>
            </a:br>
            <a:r>
              <a:rPr lang="en-US" altLang="ja-JP">
                <a:solidFill>
                  <a:srgbClr val="002060"/>
                </a:solidFill>
              </a:rPr>
              <a:t>4.</a:t>
            </a:r>
            <a:r>
              <a:rPr lang="ja-JP" altLang="en-US" b="1" kern="0">
                <a:solidFill>
                  <a:srgbClr val="002060"/>
                </a:solidFill>
                <a:latin typeface="Meiryo UI"/>
                <a:ea typeface="Meiryo UI"/>
                <a:cs typeface="Meiryo UI" panose="020B0604030504040204" pitchFamily="50" charset="-128"/>
              </a:rPr>
              <a:t>医療機関等</a:t>
            </a:r>
            <a:r>
              <a:rPr lang="en-US" altLang="ja-JP" b="1" kern="0">
                <a:solidFill>
                  <a:srgbClr val="002060"/>
                </a:solidFill>
                <a:latin typeface="Meiryo UI"/>
                <a:ea typeface="Meiryo UI"/>
                <a:cs typeface="Meiryo UI" panose="020B0604030504040204" pitchFamily="50" charset="-128"/>
              </a:rPr>
              <a:t>ONS</a:t>
            </a:r>
            <a:r>
              <a:rPr lang="ja-JP" altLang="en-US" b="1" kern="0">
                <a:solidFill>
                  <a:srgbClr val="002060"/>
                </a:solidFill>
                <a:latin typeface="Meiryo UI"/>
                <a:ea typeface="Meiryo UI"/>
                <a:cs typeface="Meiryo UI" panose="020B0604030504040204" pitchFamily="50" charset="-128"/>
              </a:rPr>
              <a:t>更問問い合わせ内容</a:t>
            </a:r>
            <a:endParaRPr kumimoji="1" lang="ja-JP" altLang="en-US">
              <a:solidFill>
                <a:srgbClr val="002060"/>
              </a:solidFill>
            </a:endParaRPr>
          </a:p>
        </p:txBody>
      </p:sp>
      <p:sp>
        <p:nvSpPr>
          <p:cNvPr id="3" name="コンテンツ プレースホルダー 2">
            <a:extLst>
              <a:ext uri="{FF2B5EF4-FFF2-40B4-BE49-F238E27FC236}">
                <a16:creationId xmlns:a16="http://schemas.microsoft.com/office/drawing/2014/main" id="{9668CCA8-32EE-EE39-94C2-D2DE61E5BF0A}"/>
              </a:ext>
            </a:extLst>
          </p:cNvPr>
          <p:cNvSpPr txBox="1">
            <a:spLocks noGrp="1"/>
          </p:cNvSpPr>
          <p:nvPr>
            <p:ph idx="1"/>
          </p:nvPr>
        </p:nvSpPr>
        <p:spPr bwMode="auto">
          <a:xfrm>
            <a:off x="848690" y="783697"/>
            <a:ext cx="8207374" cy="586957"/>
          </a:xfrm>
          <a:prstGeom prst="rect">
            <a:avLst/>
          </a:prstGeom>
          <a:noFill/>
          <a:ln w="12700">
            <a:noFill/>
            <a:miter lim="800000"/>
            <a:headEnd/>
            <a:tailEnd/>
          </a:ln>
        </p:spPr>
        <p:txBody>
          <a:bodyPr vert="horz" wrap="square" lIns="0" tIns="46800" rIns="90407" bIns="46800" numCol="1" anchor="t" anchorCtr="0" compatLnSpc="1">
            <a:prstTxWarp prst="textNoShape">
              <a:avLst/>
            </a:prstTxWarp>
            <a:spAutoFit/>
          </a:bodyPr>
          <a:lstStyle>
            <a:lvl1pPr marL="0" indent="0" algn="l" rtl="0" eaLnBrk="0" fontAlgn="base" hangingPunct="0">
              <a:spcBef>
                <a:spcPct val="20000"/>
              </a:spcBef>
              <a:spcAft>
                <a:spcPct val="0"/>
              </a:spcAft>
              <a:defRPr kumimoji="1" sz="1600">
                <a:solidFill>
                  <a:schemeClr val="tx1"/>
                </a:solidFill>
                <a:latin typeface="+mn-ea"/>
                <a:ea typeface="+mn-ea"/>
                <a:cs typeface="+mn-cs"/>
              </a:defRPr>
            </a:lvl1pPr>
            <a:lvl2pPr marL="466195" indent="-174098" algn="l" rtl="0" eaLnBrk="0" fontAlgn="base" hangingPunct="0">
              <a:spcBef>
                <a:spcPct val="20000"/>
              </a:spcBef>
              <a:spcAft>
                <a:spcPct val="0"/>
              </a:spcAft>
              <a:buChar char="–"/>
              <a:defRPr kumimoji="1" sz="1706">
                <a:solidFill>
                  <a:schemeClr val="tx1"/>
                </a:solidFill>
                <a:latin typeface="Times New Roman" pitchFamily="18" charset="0"/>
                <a:ea typeface="+mn-ea"/>
              </a:defRPr>
            </a:lvl2pPr>
            <a:lvl3pPr marL="721538" indent="-139278" algn="l" rtl="0" eaLnBrk="0" fontAlgn="base" hangingPunct="0">
              <a:spcBef>
                <a:spcPct val="20000"/>
              </a:spcBef>
              <a:spcAft>
                <a:spcPct val="0"/>
              </a:spcAft>
              <a:buChar char="•"/>
              <a:defRPr kumimoji="1" sz="1463">
                <a:solidFill>
                  <a:schemeClr val="tx1"/>
                </a:solidFill>
                <a:latin typeface="Times New Roman" pitchFamily="18" charset="0"/>
                <a:ea typeface="+mn-ea"/>
              </a:defRPr>
            </a:lvl3pPr>
            <a:lvl4pPr marL="976881" indent="-139278" algn="l" rtl="0" eaLnBrk="0" fontAlgn="base" hangingPunct="0">
              <a:spcBef>
                <a:spcPct val="20000"/>
              </a:spcBef>
              <a:spcAft>
                <a:spcPct val="0"/>
              </a:spcAft>
              <a:buChar char="–"/>
              <a:defRPr kumimoji="1" sz="1219">
                <a:solidFill>
                  <a:schemeClr val="tx1"/>
                </a:solidFill>
                <a:latin typeface="Times New Roman" pitchFamily="18" charset="0"/>
                <a:ea typeface="+mn-ea"/>
              </a:defRPr>
            </a:lvl4pPr>
            <a:lvl5pPr marL="1253502" indent="-140246" algn="l" rtl="0" eaLnBrk="0" fontAlgn="base" hangingPunct="0">
              <a:spcBef>
                <a:spcPct val="20000"/>
              </a:spcBef>
              <a:spcAft>
                <a:spcPct val="0"/>
              </a:spcAft>
              <a:buChar char="»"/>
              <a:defRPr kumimoji="1" sz="1219">
                <a:solidFill>
                  <a:schemeClr val="tx1"/>
                </a:solidFill>
                <a:latin typeface="Times New Roman" pitchFamily="18" charset="0"/>
                <a:ea typeface="+mn-ea"/>
              </a:defRPr>
            </a:lvl5pPr>
            <a:lvl6pPr marL="1532058" indent="-139278" algn="l" rtl="0" fontAlgn="base">
              <a:spcBef>
                <a:spcPct val="20000"/>
              </a:spcBef>
              <a:spcAft>
                <a:spcPct val="0"/>
              </a:spcAft>
              <a:buChar char="»"/>
              <a:defRPr kumimoji="1" sz="1219">
                <a:solidFill>
                  <a:schemeClr val="tx1"/>
                </a:solidFill>
                <a:latin typeface="Times New Roman" pitchFamily="18" charset="0"/>
                <a:ea typeface="+mn-ea"/>
              </a:defRPr>
            </a:lvl6pPr>
            <a:lvl7pPr marL="1810614" indent="-139278" algn="l" rtl="0" fontAlgn="base">
              <a:spcBef>
                <a:spcPct val="20000"/>
              </a:spcBef>
              <a:spcAft>
                <a:spcPct val="0"/>
              </a:spcAft>
              <a:buChar char="»"/>
              <a:defRPr kumimoji="1" sz="1219">
                <a:solidFill>
                  <a:schemeClr val="tx1"/>
                </a:solidFill>
                <a:latin typeface="Times New Roman" pitchFamily="18" charset="0"/>
                <a:ea typeface="+mn-ea"/>
              </a:defRPr>
            </a:lvl7pPr>
            <a:lvl8pPr marL="2089171" indent="-139278" algn="l" rtl="0" fontAlgn="base">
              <a:spcBef>
                <a:spcPct val="20000"/>
              </a:spcBef>
              <a:spcAft>
                <a:spcPct val="0"/>
              </a:spcAft>
              <a:buChar char="»"/>
              <a:defRPr kumimoji="1" sz="1219">
                <a:solidFill>
                  <a:schemeClr val="tx1"/>
                </a:solidFill>
                <a:latin typeface="Times New Roman" pitchFamily="18" charset="0"/>
                <a:ea typeface="+mn-ea"/>
              </a:defRPr>
            </a:lvl8pPr>
            <a:lvl9pPr marL="2367726" indent="-139278" algn="l" rtl="0" fontAlgn="base">
              <a:spcBef>
                <a:spcPct val="20000"/>
              </a:spcBef>
              <a:spcAft>
                <a:spcPct val="0"/>
              </a:spcAft>
              <a:buChar char="»"/>
              <a:defRPr kumimoji="1" sz="1219">
                <a:solidFill>
                  <a:schemeClr val="tx1"/>
                </a:solidFill>
                <a:latin typeface="Times New Roman" pitchFamily="18" charset="0"/>
                <a:ea typeface="+mn-ea"/>
              </a:defRPr>
            </a:lvl9pPr>
          </a:lstStyle>
          <a:p>
            <a:pPr marL="285750" indent="-285750">
              <a:buFont typeface="Arial" panose="020B0604020202020204" pitchFamily="34" charset="0"/>
              <a:buChar char="•"/>
            </a:pPr>
            <a:r>
              <a:rPr lang="ja-JP" altLang="en-US">
                <a:solidFill>
                  <a:srgbClr val="000000"/>
                </a:solidFill>
                <a:latin typeface="Meiryo UI" panose="020B0604030504040204" pitchFamily="50" charset="-128"/>
                <a:ea typeface="Meiryo UI" panose="020B0604030504040204" pitchFamily="50" charset="-128"/>
              </a:rPr>
              <a:t>当月の更問内訳は、 「進捗確認のご連絡」</a:t>
            </a:r>
            <a:r>
              <a:rPr lang="en-US" altLang="ja-JP">
                <a:solidFill>
                  <a:srgbClr val="000000"/>
                </a:solidFill>
                <a:latin typeface="Meiryo UI" panose="020B0604030504040204" pitchFamily="50" charset="-128"/>
                <a:ea typeface="Meiryo UI" panose="020B0604030504040204" pitchFamily="50" charset="-128"/>
              </a:rPr>
              <a:t>10</a:t>
            </a:r>
            <a:r>
              <a:rPr lang="ja-JP" altLang="en-US">
                <a:solidFill>
                  <a:srgbClr val="000000"/>
                </a:solidFill>
                <a:latin typeface="Meiryo UI" panose="020B0604030504040204" pitchFamily="50" charset="-128"/>
                <a:ea typeface="Meiryo UI" panose="020B0604030504040204" pitchFamily="50" charset="-128"/>
              </a:rPr>
              <a:t>件、 「前回回答に対する質疑」</a:t>
            </a:r>
            <a:r>
              <a:rPr lang="en-US" altLang="ja-JP">
                <a:solidFill>
                  <a:srgbClr val="000000"/>
                </a:solidFill>
                <a:latin typeface="Meiryo UI" panose="020B0604030504040204" pitchFamily="50" charset="-128"/>
                <a:ea typeface="Meiryo UI" panose="020B0604030504040204" pitchFamily="50" charset="-128"/>
              </a:rPr>
              <a:t>7</a:t>
            </a:r>
            <a:r>
              <a:rPr lang="ja-JP" altLang="en-US">
                <a:solidFill>
                  <a:srgbClr val="000000"/>
                </a:solidFill>
                <a:latin typeface="Meiryo UI" panose="020B0604030504040204" pitchFamily="50" charset="-128"/>
                <a:ea typeface="Meiryo UI" panose="020B0604030504040204" pitchFamily="50" charset="-128"/>
              </a:rPr>
              <a:t>件、 「事象解消のご連絡」 </a:t>
            </a:r>
            <a:r>
              <a:rPr lang="en-US" altLang="ja-JP">
                <a:solidFill>
                  <a:srgbClr val="000000"/>
                </a:solidFill>
                <a:latin typeface="Meiryo UI" panose="020B0604030504040204" pitchFamily="50" charset="-128"/>
                <a:ea typeface="Meiryo UI" panose="020B0604030504040204" pitchFamily="50" charset="-128"/>
              </a:rPr>
              <a:t>4</a:t>
            </a:r>
            <a:r>
              <a:rPr lang="ja-JP" altLang="en-US">
                <a:solidFill>
                  <a:srgbClr val="000000"/>
                </a:solidFill>
                <a:latin typeface="Meiryo UI" panose="020B0604030504040204" pitchFamily="50" charset="-128"/>
                <a:ea typeface="Meiryo UI" panose="020B0604030504040204" pitchFamily="50" charset="-128"/>
              </a:rPr>
              <a:t>件、 「情報提供のご連絡」 </a:t>
            </a:r>
            <a:r>
              <a:rPr lang="en-US" altLang="ja-JP">
                <a:solidFill>
                  <a:srgbClr val="000000"/>
                </a:solidFill>
                <a:latin typeface="Meiryo UI" panose="020B0604030504040204" pitchFamily="50" charset="-128"/>
                <a:ea typeface="Meiryo UI" panose="020B0604030504040204" pitchFamily="50" charset="-128"/>
              </a:rPr>
              <a:t>3</a:t>
            </a:r>
            <a:r>
              <a:rPr lang="ja-JP" altLang="en-US">
                <a:solidFill>
                  <a:srgbClr val="000000"/>
                </a:solidFill>
                <a:latin typeface="Meiryo UI" panose="020B0604030504040204" pitchFamily="50" charset="-128"/>
                <a:ea typeface="Meiryo UI" panose="020B0604030504040204" pitchFamily="50" charset="-128"/>
              </a:rPr>
              <a:t>件、「</a:t>
            </a:r>
            <a:r>
              <a:rPr lang="ja-JP" altLang="ja-JP"/>
              <a:t>別事象で発生した質疑</a:t>
            </a:r>
            <a:r>
              <a:rPr lang="ja-JP" altLang="en-US">
                <a:solidFill>
                  <a:srgbClr val="000000"/>
                </a:solidFill>
                <a:latin typeface="Meiryo UI" panose="020B0604030504040204" pitchFamily="50" charset="-128"/>
                <a:ea typeface="Meiryo UI" panose="020B0604030504040204" pitchFamily="50" charset="-128"/>
              </a:rPr>
              <a:t>」</a:t>
            </a:r>
            <a:r>
              <a:rPr lang="en-US" altLang="ja-JP">
                <a:solidFill>
                  <a:srgbClr val="000000"/>
                </a:solidFill>
                <a:latin typeface="Meiryo UI" panose="020B0604030504040204" pitchFamily="50" charset="-128"/>
                <a:ea typeface="Meiryo UI" panose="020B0604030504040204" pitchFamily="50" charset="-128"/>
              </a:rPr>
              <a:t>2</a:t>
            </a:r>
            <a:r>
              <a:rPr lang="ja-JP" altLang="en-US">
                <a:solidFill>
                  <a:srgbClr val="000000"/>
                </a:solidFill>
                <a:latin typeface="Meiryo UI" panose="020B0604030504040204" pitchFamily="50" charset="-128"/>
                <a:ea typeface="Meiryo UI" panose="020B0604030504040204" pitchFamily="50" charset="-128"/>
              </a:rPr>
              <a:t>件であった。</a:t>
            </a:r>
          </a:p>
        </p:txBody>
      </p:sp>
      <p:graphicFrame>
        <p:nvGraphicFramePr>
          <p:cNvPr id="7" name="表 6">
            <a:extLst>
              <a:ext uri="{FF2B5EF4-FFF2-40B4-BE49-F238E27FC236}">
                <a16:creationId xmlns:a16="http://schemas.microsoft.com/office/drawing/2014/main" id="{7607C1D3-264D-7527-06B3-ACA54D4A234A}"/>
              </a:ext>
            </a:extLst>
          </p:cNvPr>
          <p:cNvGraphicFramePr>
            <a:graphicFrameLocks noGrp="1"/>
          </p:cNvGraphicFramePr>
          <p:nvPr/>
        </p:nvGraphicFramePr>
        <p:xfrm>
          <a:off x="848690" y="1932586"/>
          <a:ext cx="8207364" cy="4315812"/>
        </p:xfrm>
        <a:graphic>
          <a:graphicData uri="http://schemas.openxmlformats.org/drawingml/2006/table">
            <a:tbl>
              <a:tblPr/>
              <a:tblGrid>
                <a:gridCol w="2433316">
                  <a:extLst>
                    <a:ext uri="{9D8B030D-6E8A-4147-A177-3AD203B41FA5}">
                      <a16:colId xmlns:a16="http://schemas.microsoft.com/office/drawing/2014/main" val="2736278501"/>
                    </a:ext>
                  </a:extLst>
                </a:gridCol>
                <a:gridCol w="360878">
                  <a:extLst>
                    <a:ext uri="{9D8B030D-6E8A-4147-A177-3AD203B41FA5}">
                      <a16:colId xmlns:a16="http://schemas.microsoft.com/office/drawing/2014/main" val="3246565904"/>
                    </a:ext>
                  </a:extLst>
                </a:gridCol>
                <a:gridCol w="360878">
                  <a:extLst>
                    <a:ext uri="{9D8B030D-6E8A-4147-A177-3AD203B41FA5}">
                      <a16:colId xmlns:a16="http://schemas.microsoft.com/office/drawing/2014/main" val="1405727189"/>
                    </a:ext>
                  </a:extLst>
                </a:gridCol>
                <a:gridCol w="360878">
                  <a:extLst>
                    <a:ext uri="{9D8B030D-6E8A-4147-A177-3AD203B41FA5}">
                      <a16:colId xmlns:a16="http://schemas.microsoft.com/office/drawing/2014/main" val="126038844"/>
                    </a:ext>
                  </a:extLst>
                </a:gridCol>
                <a:gridCol w="360878">
                  <a:extLst>
                    <a:ext uri="{9D8B030D-6E8A-4147-A177-3AD203B41FA5}">
                      <a16:colId xmlns:a16="http://schemas.microsoft.com/office/drawing/2014/main" val="646013956"/>
                    </a:ext>
                  </a:extLst>
                </a:gridCol>
                <a:gridCol w="360878">
                  <a:extLst>
                    <a:ext uri="{9D8B030D-6E8A-4147-A177-3AD203B41FA5}">
                      <a16:colId xmlns:a16="http://schemas.microsoft.com/office/drawing/2014/main" val="2907819998"/>
                    </a:ext>
                  </a:extLst>
                </a:gridCol>
                <a:gridCol w="360878">
                  <a:extLst>
                    <a:ext uri="{9D8B030D-6E8A-4147-A177-3AD203B41FA5}">
                      <a16:colId xmlns:a16="http://schemas.microsoft.com/office/drawing/2014/main" val="227963770"/>
                    </a:ext>
                  </a:extLst>
                </a:gridCol>
                <a:gridCol w="360878">
                  <a:extLst>
                    <a:ext uri="{9D8B030D-6E8A-4147-A177-3AD203B41FA5}">
                      <a16:colId xmlns:a16="http://schemas.microsoft.com/office/drawing/2014/main" val="2421305603"/>
                    </a:ext>
                  </a:extLst>
                </a:gridCol>
                <a:gridCol w="360878">
                  <a:extLst>
                    <a:ext uri="{9D8B030D-6E8A-4147-A177-3AD203B41FA5}">
                      <a16:colId xmlns:a16="http://schemas.microsoft.com/office/drawing/2014/main" val="3135272670"/>
                    </a:ext>
                  </a:extLst>
                </a:gridCol>
                <a:gridCol w="360878">
                  <a:extLst>
                    <a:ext uri="{9D8B030D-6E8A-4147-A177-3AD203B41FA5}">
                      <a16:colId xmlns:a16="http://schemas.microsoft.com/office/drawing/2014/main" val="2887542038"/>
                    </a:ext>
                  </a:extLst>
                </a:gridCol>
                <a:gridCol w="360878">
                  <a:extLst>
                    <a:ext uri="{9D8B030D-6E8A-4147-A177-3AD203B41FA5}">
                      <a16:colId xmlns:a16="http://schemas.microsoft.com/office/drawing/2014/main" val="1090284447"/>
                    </a:ext>
                  </a:extLst>
                </a:gridCol>
                <a:gridCol w="360878">
                  <a:extLst>
                    <a:ext uri="{9D8B030D-6E8A-4147-A177-3AD203B41FA5}">
                      <a16:colId xmlns:a16="http://schemas.microsoft.com/office/drawing/2014/main" val="2737471158"/>
                    </a:ext>
                  </a:extLst>
                </a:gridCol>
                <a:gridCol w="360878">
                  <a:extLst>
                    <a:ext uri="{9D8B030D-6E8A-4147-A177-3AD203B41FA5}">
                      <a16:colId xmlns:a16="http://schemas.microsoft.com/office/drawing/2014/main" val="235647416"/>
                    </a:ext>
                  </a:extLst>
                </a:gridCol>
                <a:gridCol w="360878">
                  <a:extLst>
                    <a:ext uri="{9D8B030D-6E8A-4147-A177-3AD203B41FA5}">
                      <a16:colId xmlns:a16="http://schemas.microsoft.com/office/drawing/2014/main" val="388568739"/>
                    </a:ext>
                  </a:extLst>
                </a:gridCol>
                <a:gridCol w="360878">
                  <a:extLst>
                    <a:ext uri="{9D8B030D-6E8A-4147-A177-3AD203B41FA5}">
                      <a16:colId xmlns:a16="http://schemas.microsoft.com/office/drawing/2014/main" val="3877709763"/>
                    </a:ext>
                  </a:extLst>
                </a:gridCol>
                <a:gridCol w="360878">
                  <a:extLst>
                    <a:ext uri="{9D8B030D-6E8A-4147-A177-3AD203B41FA5}">
                      <a16:colId xmlns:a16="http://schemas.microsoft.com/office/drawing/2014/main" val="2086068591"/>
                    </a:ext>
                  </a:extLst>
                </a:gridCol>
                <a:gridCol w="360878">
                  <a:extLst>
                    <a:ext uri="{9D8B030D-6E8A-4147-A177-3AD203B41FA5}">
                      <a16:colId xmlns:a16="http://schemas.microsoft.com/office/drawing/2014/main" val="2177025145"/>
                    </a:ext>
                  </a:extLst>
                </a:gridCol>
              </a:tblGrid>
              <a:tr h="390782">
                <a:tc>
                  <a:txBody>
                    <a:bodyPr/>
                    <a:lstStyle/>
                    <a:p>
                      <a:pPr algn="l" fontAlgn="ctr"/>
                      <a:endParaRPr lang="ja-JP" altLang="en-US" sz="1050" b="0" i="0" u="none" strike="noStrike">
                        <a:solidFill>
                          <a:srgbClr val="000000"/>
                        </a:solidFill>
                        <a:effectLst/>
                        <a:latin typeface="Meiryo UI" panose="020B0604030504040204" pitchFamily="50" charset="-128"/>
                        <a:ea typeface="Meiryo UI" panose="020B0604030504040204" pitchFamily="50" charset="-128"/>
                      </a:endParaRPr>
                    </a:p>
                  </a:txBody>
                  <a:tcPr marL="8409" marR="8409" marT="8409" marB="0"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tc gridSpan="7">
                  <a:txBody>
                    <a:bodyPr/>
                    <a:lstStyle/>
                    <a:p>
                      <a:pPr algn="ctr" fontAlgn="ctr"/>
                      <a:r>
                        <a:rPr lang="en-US" altLang="ja-JP" sz="1050" b="0" i="0" u="none" strike="noStrike">
                          <a:solidFill>
                            <a:srgbClr val="FFFFFF"/>
                          </a:solidFill>
                          <a:effectLst/>
                          <a:latin typeface="Meiryo UI" panose="020B0604030504040204" pitchFamily="50" charset="-128"/>
                          <a:ea typeface="Meiryo UI" panose="020B0604030504040204" pitchFamily="50" charset="-128"/>
                        </a:rPr>
                        <a:t>2025</a:t>
                      </a:r>
                      <a:r>
                        <a:rPr lang="ja-JP" altLang="en-US" sz="1050" b="0" i="0" u="none" strike="noStrike">
                          <a:solidFill>
                            <a:srgbClr val="FFFFFF"/>
                          </a:solidFill>
                          <a:effectLst/>
                          <a:latin typeface="Meiryo UI" panose="020B0604030504040204" pitchFamily="50" charset="-128"/>
                          <a:ea typeface="Meiryo UI" panose="020B0604030504040204" pitchFamily="50" charset="-128"/>
                        </a:rPr>
                        <a:t>年</a:t>
                      </a:r>
                    </a:p>
                  </a:txBody>
                  <a:tcPr marL="8409" marR="8409" marT="8409" marB="0" anchor="ctr">
                    <a:lnL w="635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tc hMerge="1">
                  <a:txBody>
                    <a:bodyPr/>
                    <a:lstStyle/>
                    <a:p>
                      <a:pPr algn="ctr" fontAlgn="ctr"/>
                      <a:endParaRPr lang="ja-JP" altLang="en-US" sz="1050" b="0" i="0" u="none" strike="noStrike">
                        <a:solidFill>
                          <a:srgbClr val="FFFFFF"/>
                        </a:solidFill>
                        <a:effectLst/>
                        <a:latin typeface="Meiryo UI" panose="020B0604030504040204" pitchFamily="50" charset="-128"/>
                        <a:ea typeface="Meiryo UI" panose="020B0604030504040204" pitchFamily="50" charset="-128"/>
                      </a:endParaRPr>
                    </a:p>
                  </a:txBody>
                  <a:tcPr marL="8409" marR="8409" marT="84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hMerge="1">
                  <a:txBody>
                    <a:bodyPr/>
                    <a:lstStyle/>
                    <a:p>
                      <a:pPr algn="ctr" fontAlgn="ctr"/>
                      <a:endParaRPr lang="ja-JP" altLang="en-US" sz="1050" b="0" i="0" u="none" strike="noStrike">
                        <a:solidFill>
                          <a:srgbClr val="FFFFFF"/>
                        </a:solidFill>
                        <a:effectLst/>
                        <a:latin typeface="Meiryo UI" panose="020B0604030504040204" pitchFamily="50" charset="-128"/>
                        <a:ea typeface="Meiryo UI" panose="020B0604030504040204" pitchFamily="50" charset="-128"/>
                      </a:endParaRPr>
                    </a:p>
                  </a:txBody>
                  <a:tcPr marL="8409" marR="8409" marT="84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hMerge="1">
                  <a:txBody>
                    <a:bodyPr/>
                    <a:lstStyle/>
                    <a:p>
                      <a:pPr algn="ctr" fontAlgn="ctr"/>
                      <a:endParaRPr lang="ja-JP" altLang="en-US" sz="1050" b="0" i="0" u="none" strike="noStrike">
                        <a:solidFill>
                          <a:srgbClr val="FFFFFF"/>
                        </a:solidFill>
                        <a:effectLst/>
                        <a:latin typeface="Meiryo UI" panose="020B0604030504040204" pitchFamily="50" charset="-128"/>
                        <a:ea typeface="Meiryo UI" panose="020B0604030504040204" pitchFamily="50" charset="-128"/>
                      </a:endParaRPr>
                    </a:p>
                  </a:txBody>
                  <a:tcPr marL="8409" marR="8409" marT="8409"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tc hMerge="1">
                  <a:txBody>
                    <a:bodyPr/>
                    <a:lstStyle/>
                    <a:p>
                      <a:pPr algn="ctr" fontAlgn="ctr"/>
                      <a:endParaRPr lang="ja-JP" altLang="en-US" sz="1050" b="0" i="0" u="none" strike="noStrike">
                        <a:solidFill>
                          <a:srgbClr val="FFFFFF"/>
                        </a:solidFill>
                        <a:effectLst/>
                        <a:latin typeface="Meiryo UI" panose="020B0604030504040204" pitchFamily="50" charset="-128"/>
                        <a:ea typeface="Meiryo UI" panose="020B0604030504040204" pitchFamily="50" charset="-128"/>
                      </a:endParaRPr>
                    </a:p>
                  </a:txBody>
                  <a:tcPr marL="8409" marR="8409" marT="8409"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tc hMerge="1">
                  <a:txBody>
                    <a:bodyPr/>
                    <a:lstStyle/>
                    <a:p>
                      <a:pPr algn="ctr" fontAlgn="ctr"/>
                      <a:endParaRPr lang="ja-JP" altLang="en-US" sz="1050" b="0" i="0" u="none" strike="noStrike">
                        <a:solidFill>
                          <a:srgbClr val="FFFFFF"/>
                        </a:solidFill>
                        <a:effectLst/>
                        <a:latin typeface="Meiryo UI" panose="020B0604030504040204" pitchFamily="50" charset="-128"/>
                        <a:ea typeface="Meiryo UI" panose="020B0604030504040204" pitchFamily="50" charset="-128"/>
                      </a:endParaRPr>
                    </a:p>
                  </a:txBody>
                  <a:tcPr marL="8409" marR="8409" marT="8409" marB="0" anchor="ctr">
                    <a:lnL w="635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tc hMerge="1">
                  <a:txBody>
                    <a:bodyPr/>
                    <a:lstStyle/>
                    <a:p>
                      <a:pPr algn="ctr" fontAlgn="ctr"/>
                      <a:endParaRPr lang="ja-JP" altLang="en-US" sz="1050" b="0" i="0" u="none" strike="noStrike">
                        <a:solidFill>
                          <a:srgbClr val="FFFFFF"/>
                        </a:solidFill>
                        <a:effectLst/>
                        <a:latin typeface="Meiryo UI" panose="020B0604030504040204" pitchFamily="50" charset="-128"/>
                        <a:ea typeface="Meiryo UI" panose="020B0604030504040204" pitchFamily="50" charset="-128"/>
                      </a:endParaRPr>
                    </a:p>
                  </a:txBody>
                  <a:tcPr marL="8409" marR="8409" marT="8409"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tc gridSpan="9">
                  <a:txBody>
                    <a:bodyPr/>
                    <a:lstStyle/>
                    <a:p>
                      <a:pPr algn="ctr" fontAlgn="ctr"/>
                      <a:r>
                        <a:rPr lang="en-US" altLang="ja-JP" sz="1050" b="0" i="0" u="none" strike="noStrike">
                          <a:solidFill>
                            <a:srgbClr val="FFFFFF"/>
                          </a:solidFill>
                          <a:effectLst/>
                          <a:latin typeface="Meiryo UI" panose="020B0604030504040204" pitchFamily="50" charset="-128"/>
                          <a:ea typeface="Meiryo UI" panose="020B0604030504040204" pitchFamily="50" charset="-128"/>
                        </a:rPr>
                        <a:t>2026</a:t>
                      </a:r>
                      <a:r>
                        <a:rPr lang="ja-JP" altLang="en-US" sz="1050" b="0" i="0" u="none" strike="noStrike">
                          <a:solidFill>
                            <a:srgbClr val="FFFFFF"/>
                          </a:solidFill>
                          <a:effectLst/>
                          <a:latin typeface="Meiryo UI" panose="020B0604030504040204" pitchFamily="50" charset="-128"/>
                          <a:ea typeface="Meiryo UI" panose="020B0604030504040204" pitchFamily="50" charset="-128"/>
                        </a:rPr>
                        <a:t>年</a:t>
                      </a:r>
                    </a:p>
                  </a:txBody>
                  <a:tcPr marL="8409" marR="8409" marT="8409" marB="0" anchor="ctr">
                    <a:lnL w="12700" cap="flat" cmpd="sng" algn="ctr">
                      <a:solidFill>
                        <a:schemeClr val="bg1">
                          <a:lumMod val="75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tc hMerge="1">
                  <a:txBody>
                    <a:bodyPr/>
                    <a:lstStyle/>
                    <a:p>
                      <a:pPr algn="ctr" fontAlgn="ctr"/>
                      <a:endParaRPr lang="ja-JP" altLang="en-US" sz="1050" b="0" i="0" u="none" strike="noStrike">
                        <a:solidFill>
                          <a:srgbClr val="FFFFFF"/>
                        </a:solidFill>
                        <a:effectLst/>
                        <a:latin typeface="Meiryo UI" panose="020B0604030504040204" pitchFamily="50" charset="-128"/>
                        <a:ea typeface="Meiryo UI" panose="020B0604030504040204" pitchFamily="50" charset="-128"/>
                      </a:endParaRPr>
                    </a:p>
                  </a:txBody>
                  <a:tcPr marL="8409" marR="8409" marT="8409"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tc hMerge="1">
                  <a:txBody>
                    <a:bodyPr/>
                    <a:lstStyle/>
                    <a:p>
                      <a:pPr algn="ctr" fontAlgn="ctr"/>
                      <a:endParaRPr lang="ja-JP" altLang="en-US" sz="1050" b="0" i="0" u="none" strike="noStrike">
                        <a:solidFill>
                          <a:srgbClr val="FFFFFF"/>
                        </a:solidFill>
                        <a:effectLst/>
                        <a:latin typeface="Meiryo UI" panose="020B0604030504040204" pitchFamily="50" charset="-128"/>
                        <a:ea typeface="Meiryo UI" panose="020B0604030504040204" pitchFamily="50" charset="-128"/>
                      </a:endParaRPr>
                    </a:p>
                  </a:txBody>
                  <a:tcPr marL="8409" marR="8409" marT="8409"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tc hMerge="1">
                  <a:txBody>
                    <a:bodyPr/>
                    <a:lstStyle/>
                    <a:p>
                      <a:pPr algn="ctr" fontAlgn="ctr"/>
                      <a:endParaRPr lang="ja-JP" altLang="en-US" sz="1050" b="0" i="0" u="none" strike="noStrike">
                        <a:solidFill>
                          <a:srgbClr val="FFFFFF"/>
                        </a:solidFill>
                        <a:effectLst/>
                        <a:latin typeface="Meiryo UI" panose="020B0604030504040204" pitchFamily="50" charset="-128"/>
                        <a:ea typeface="Meiryo UI" panose="020B0604030504040204" pitchFamily="50" charset="-128"/>
                      </a:endParaRPr>
                    </a:p>
                  </a:txBody>
                  <a:tcPr marL="8409" marR="8409" marT="8409" marB="0" anchor="ctr">
                    <a:lnL w="6350" cap="flat" cmpd="sng" algn="ctr">
                      <a:no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tc hMerge="1">
                  <a:txBody>
                    <a:bodyPr/>
                    <a:lstStyle/>
                    <a:p>
                      <a:pPr algn="ctr" fontAlgn="ctr"/>
                      <a:endParaRPr lang="ja-JP" altLang="en-US" sz="1050" b="0" i="0" u="none" strike="noStrike">
                        <a:solidFill>
                          <a:srgbClr val="FFFFFF"/>
                        </a:solidFill>
                        <a:effectLst/>
                        <a:latin typeface="Meiryo UI" panose="020B0604030504040204" pitchFamily="50" charset="-128"/>
                        <a:ea typeface="Meiryo UI" panose="020B0604030504040204" pitchFamily="50" charset="-128"/>
                      </a:endParaRPr>
                    </a:p>
                  </a:txBody>
                  <a:tcPr marL="8409" marR="8409" marT="8409" marB="0" anchor="ctr">
                    <a:lnL w="12700" cap="flat" cmpd="sng" algn="ctr">
                      <a:solidFill>
                        <a:schemeClr val="bg1">
                          <a:lumMod val="75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tc hMerge="1">
                  <a:txBody>
                    <a:bodyPr/>
                    <a:lstStyle/>
                    <a:p>
                      <a:pPr algn="ctr" fontAlgn="ctr"/>
                      <a:endParaRPr lang="ja-JP" altLang="en-US" sz="1050" b="0" i="0" u="none" strike="noStrike">
                        <a:solidFill>
                          <a:srgbClr val="FFFFFF"/>
                        </a:solidFill>
                        <a:effectLst/>
                        <a:latin typeface="Meiryo UI" panose="020B0604030504040204" pitchFamily="50" charset="-128"/>
                        <a:ea typeface="Meiryo UI" panose="020B0604030504040204" pitchFamily="50" charset="-128"/>
                      </a:endParaRPr>
                    </a:p>
                  </a:txBody>
                  <a:tcPr marL="8409" marR="8409" marT="8409" marB="0" anchor="ctr">
                    <a:lnL w="12700" cap="flat" cmpd="sng" algn="ctr">
                      <a:solidFill>
                        <a:schemeClr val="bg1">
                          <a:lumMod val="75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tc hMerge="1">
                  <a:txBody>
                    <a:bodyPr/>
                    <a:lstStyle/>
                    <a:p>
                      <a:pPr algn="ctr" fontAlgn="ctr"/>
                      <a:endParaRPr lang="ja-JP" altLang="en-US" sz="1050" b="0" i="0" u="none" strike="noStrike">
                        <a:solidFill>
                          <a:srgbClr val="FFFFFF"/>
                        </a:solidFill>
                        <a:effectLst/>
                        <a:latin typeface="Meiryo UI" panose="020B0604030504040204" pitchFamily="50" charset="-128"/>
                        <a:ea typeface="Meiryo UI" panose="020B0604030504040204" pitchFamily="50" charset="-128"/>
                      </a:endParaRPr>
                    </a:p>
                  </a:txBody>
                  <a:tcPr marL="8409" marR="8409" marT="8409" marB="0" anchor="ctr">
                    <a:lnL w="12700" cap="flat" cmpd="sng" algn="ctr">
                      <a:solidFill>
                        <a:schemeClr val="bg1">
                          <a:lumMod val="75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tc hMerge="1">
                  <a:txBody>
                    <a:bodyPr/>
                    <a:lstStyle/>
                    <a:p>
                      <a:pPr algn="ctr" fontAlgn="ctr"/>
                      <a:endParaRPr lang="ja-JP" altLang="en-US" sz="1050" b="0" i="0" u="none" strike="noStrike">
                        <a:solidFill>
                          <a:srgbClr val="FFFFFF"/>
                        </a:solidFill>
                        <a:effectLst/>
                        <a:latin typeface="Meiryo UI" panose="020B0604030504040204" pitchFamily="50" charset="-128"/>
                        <a:ea typeface="Meiryo UI" panose="020B0604030504040204" pitchFamily="50" charset="-128"/>
                      </a:endParaRPr>
                    </a:p>
                  </a:txBody>
                  <a:tcPr marL="8409" marR="8409" marT="8409" marB="0" anchor="ctr">
                    <a:lnL w="12700" cap="flat" cmpd="sng" algn="ctr">
                      <a:solidFill>
                        <a:schemeClr val="bg1">
                          <a:lumMod val="75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tc hMerge="1">
                  <a:txBody>
                    <a:bodyPr/>
                    <a:lstStyle/>
                    <a:p>
                      <a:pPr algn="ctr" fontAlgn="ctr"/>
                      <a:endParaRPr lang="ja-JP" altLang="en-US" sz="1050" b="0" i="0" u="none" strike="noStrike">
                        <a:solidFill>
                          <a:srgbClr val="FFFFFF"/>
                        </a:solidFill>
                        <a:effectLst/>
                        <a:latin typeface="Meiryo UI" panose="020B0604030504040204" pitchFamily="50" charset="-128"/>
                        <a:ea typeface="Meiryo UI" panose="020B0604030504040204" pitchFamily="50" charset="-128"/>
                      </a:endParaRPr>
                    </a:p>
                  </a:txBody>
                  <a:tcPr marL="8409" marR="8409" marT="8409" marB="0" anchor="ctr">
                    <a:lnL w="12700" cap="flat" cmpd="sng" algn="ctr">
                      <a:solidFill>
                        <a:schemeClr val="bg1">
                          <a:lumMod val="75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extLst>
                  <a:ext uri="{0D108BD9-81ED-4DB2-BD59-A6C34878D82A}">
                    <a16:rowId xmlns:a16="http://schemas.microsoft.com/office/drawing/2014/main" val="1118258850"/>
                  </a:ext>
                </a:extLst>
              </a:tr>
              <a:tr h="390782">
                <a:tc>
                  <a:txBody>
                    <a:bodyPr/>
                    <a:lstStyle/>
                    <a:p>
                      <a:pPr algn="l" fontAlgn="ctr"/>
                      <a:endParaRPr lang="ja-JP" altLang="en-US" sz="1050" b="0" i="0" u="none" strike="noStrike">
                        <a:solidFill>
                          <a:srgbClr val="000000"/>
                        </a:solidFill>
                        <a:effectLst/>
                        <a:latin typeface="Meiryo UI" panose="020B0604030504040204" pitchFamily="50" charset="-128"/>
                        <a:ea typeface="Meiryo UI" panose="020B0604030504040204" pitchFamily="50" charset="-128"/>
                      </a:endParaRPr>
                    </a:p>
                  </a:txBody>
                  <a:tcPr marL="8409" marR="8409" marT="8409"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r>
                        <a:rPr lang="en-US" altLang="ja-JP" sz="1050" b="0" i="0" u="none" strike="noStrike">
                          <a:solidFill>
                            <a:srgbClr val="FFFFFF"/>
                          </a:solidFill>
                          <a:effectLst/>
                          <a:latin typeface="Meiryo UI" panose="020B0604030504040204" pitchFamily="50" charset="-128"/>
                          <a:ea typeface="Meiryo UI" panose="020B0604030504040204" pitchFamily="50" charset="-128"/>
                        </a:rPr>
                        <a:t>6</a:t>
                      </a:r>
                      <a:r>
                        <a:rPr lang="ja-JP" altLang="en-US" sz="1050" b="0" i="0" u="none" strike="noStrike">
                          <a:solidFill>
                            <a:srgbClr val="FFFFFF"/>
                          </a:solidFill>
                          <a:effectLst/>
                          <a:latin typeface="Meiryo UI" panose="020B0604030504040204" pitchFamily="50" charset="-128"/>
                          <a:ea typeface="Meiryo UI" panose="020B0604030504040204" pitchFamily="50" charset="-128"/>
                        </a:rPr>
                        <a:t>月</a:t>
                      </a:r>
                    </a:p>
                  </a:txBody>
                  <a:tcPr marL="8409" marR="8409" marT="8409" marB="0" anchor="ctr">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tc>
                  <a:txBody>
                    <a:bodyPr/>
                    <a:lstStyle/>
                    <a:p>
                      <a:pPr algn="ctr" fontAlgn="ctr"/>
                      <a:r>
                        <a:rPr lang="en-US" altLang="ja-JP" sz="1050" b="0" i="0" u="none" strike="noStrike">
                          <a:solidFill>
                            <a:srgbClr val="FFFFFF"/>
                          </a:solidFill>
                          <a:effectLst/>
                          <a:latin typeface="Meiryo UI" panose="020B0604030504040204" pitchFamily="50" charset="-128"/>
                          <a:ea typeface="Meiryo UI" panose="020B0604030504040204" pitchFamily="50" charset="-128"/>
                        </a:rPr>
                        <a:t>7</a:t>
                      </a:r>
                      <a:r>
                        <a:rPr lang="ja-JP" altLang="en-US" sz="1050" b="0" i="0" u="none" strike="noStrike">
                          <a:solidFill>
                            <a:srgbClr val="FFFFFF"/>
                          </a:solidFill>
                          <a:effectLst/>
                          <a:latin typeface="Meiryo UI" panose="020B0604030504040204" pitchFamily="50" charset="-128"/>
                          <a:ea typeface="Meiryo UI" panose="020B0604030504040204" pitchFamily="50" charset="-128"/>
                        </a:rPr>
                        <a:t>月</a:t>
                      </a:r>
                    </a:p>
                  </a:txBody>
                  <a:tcPr marL="8409" marR="8409" marT="8409"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tc>
                  <a:txBody>
                    <a:bodyPr/>
                    <a:lstStyle/>
                    <a:p>
                      <a:pPr algn="ctr" fontAlgn="ctr"/>
                      <a:r>
                        <a:rPr lang="en-US" altLang="ja-JP" sz="1050" b="0" i="0" u="none" strike="noStrike">
                          <a:solidFill>
                            <a:srgbClr val="FFFFFF"/>
                          </a:solidFill>
                          <a:effectLst/>
                          <a:latin typeface="Meiryo UI" panose="020B0604030504040204" pitchFamily="50" charset="-128"/>
                          <a:ea typeface="Meiryo UI" panose="020B0604030504040204" pitchFamily="50" charset="-128"/>
                        </a:rPr>
                        <a:t>8</a:t>
                      </a:r>
                      <a:r>
                        <a:rPr lang="ja-JP" altLang="en-US" sz="1050" b="0" i="0" u="none" strike="noStrike">
                          <a:solidFill>
                            <a:srgbClr val="FFFFFF"/>
                          </a:solidFill>
                          <a:effectLst/>
                          <a:latin typeface="Meiryo UI" panose="020B0604030504040204" pitchFamily="50" charset="-128"/>
                          <a:ea typeface="Meiryo UI" panose="020B0604030504040204" pitchFamily="50" charset="-128"/>
                        </a:rPr>
                        <a:t>月</a:t>
                      </a:r>
                    </a:p>
                  </a:txBody>
                  <a:tcPr marL="8409" marR="8409" marT="8409"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tc>
                  <a:txBody>
                    <a:bodyPr/>
                    <a:lstStyle/>
                    <a:p>
                      <a:pPr algn="ctr" fontAlgn="ctr"/>
                      <a:r>
                        <a:rPr lang="en-US" altLang="ja-JP" sz="1050" b="0" i="0" u="none" strike="noStrike">
                          <a:solidFill>
                            <a:srgbClr val="FFFFFF"/>
                          </a:solidFill>
                          <a:effectLst/>
                          <a:latin typeface="Meiryo UI" panose="020B0604030504040204" pitchFamily="50" charset="-128"/>
                          <a:ea typeface="Meiryo UI" panose="020B0604030504040204" pitchFamily="50" charset="-128"/>
                        </a:rPr>
                        <a:t>9</a:t>
                      </a:r>
                      <a:r>
                        <a:rPr lang="ja-JP" altLang="en-US" sz="1050" b="0" i="0" u="none" strike="noStrike">
                          <a:solidFill>
                            <a:srgbClr val="FFFFFF"/>
                          </a:solidFill>
                          <a:effectLst/>
                          <a:latin typeface="Meiryo UI" panose="020B0604030504040204" pitchFamily="50" charset="-128"/>
                          <a:ea typeface="Meiryo UI" panose="020B0604030504040204" pitchFamily="50" charset="-128"/>
                        </a:rPr>
                        <a:t>月</a:t>
                      </a:r>
                    </a:p>
                  </a:txBody>
                  <a:tcPr marL="8409" marR="8409" marT="8409"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tc>
                  <a:txBody>
                    <a:bodyPr/>
                    <a:lstStyle/>
                    <a:p>
                      <a:pPr algn="ctr" fontAlgn="ctr"/>
                      <a:r>
                        <a:rPr lang="en-US" altLang="ja-JP" sz="1050" b="0" i="0" u="none" strike="noStrike">
                          <a:solidFill>
                            <a:srgbClr val="FFFFFF"/>
                          </a:solidFill>
                          <a:effectLst/>
                          <a:latin typeface="Meiryo UI" panose="020B0604030504040204" pitchFamily="50" charset="-128"/>
                          <a:ea typeface="Meiryo UI" panose="020B0604030504040204" pitchFamily="50" charset="-128"/>
                        </a:rPr>
                        <a:t>10</a:t>
                      </a:r>
                      <a:r>
                        <a:rPr lang="ja-JP" altLang="en-US" sz="1050" b="0" i="0" u="none" strike="noStrike">
                          <a:solidFill>
                            <a:srgbClr val="FFFFFF"/>
                          </a:solidFill>
                          <a:effectLst/>
                          <a:latin typeface="Meiryo UI" panose="020B0604030504040204" pitchFamily="50" charset="-128"/>
                          <a:ea typeface="Meiryo UI" panose="020B0604030504040204" pitchFamily="50" charset="-128"/>
                        </a:rPr>
                        <a:t>月</a:t>
                      </a:r>
                    </a:p>
                  </a:txBody>
                  <a:tcPr marL="8409" marR="8409" marT="8409"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tc>
                  <a:txBody>
                    <a:bodyPr/>
                    <a:lstStyle/>
                    <a:p>
                      <a:pPr algn="ctr" fontAlgn="ctr"/>
                      <a:r>
                        <a:rPr lang="en-US" altLang="ja-JP" sz="1050" b="0" i="0" u="none" strike="noStrike">
                          <a:solidFill>
                            <a:srgbClr val="FFFFFF"/>
                          </a:solidFill>
                          <a:effectLst/>
                          <a:latin typeface="Meiryo UI" panose="020B0604030504040204" pitchFamily="50" charset="-128"/>
                          <a:ea typeface="Meiryo UI" panose="020B0604030504040204" pitchFamily="50" charset="-128"/>
                        </a:rPr>
                        <a:t>11</a:t>
                      </a:r>
                      <a:r>
                        <a:rPr lang="ja-JP" altLang="en-US" sz="1050" b="0" i="0" u="none" strike="noStrike">
                          <a:solidFill>
                            <a:srgbClr val="FFFFFF"/>
                          </a:solidFill>
                          <a:effectLst/>
                          <a:latin typeface="Meiryo UI" panose="020B0604030504040204" pitchFamily="50" charset="-128"/>
                          <a:ea typeface="Meiryo UI" panose="020B0604030504040204" pitchFamily="50" charset="-128"/>
                        </a:rPr>
                        <a:t>月</a:t>
                      </a:r>
                    </a:p>
                  </a:txBody>
                  <a:tcPr marL="8409" marR="8409" marT="8409"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tc>
                  <a:txBody>
                    <a:bodyPr/>
                    <a:lstStyle/>
                    <a:p>
                      <a:pPr algn="ctr" fontAlgn="ctr"/>
                      <a:r>
                        <a:rPr lang="en-US" altLang="ja-JP" sz="1050" b="0" i="0" u="none" strike="noStrike">
                          <a:solidFill>
                            <a:srgbClr val="FFFFFF"/>
                          </a:solidFill>
                          <a:effectLst/>
                          <a:latin typeface="Meiryo UI" panose="020B0604030504040204" pitchFamily="50" charset="-128"/>
                          <a:ea typeface="Meiryo UI" panose="020B0604030504040204" pitchFamily="50" charset="-128"/>
                        </a:rPr>
                        <a:t>12</a:t>
                      </a:r>
                      <a:r>
                        <a:rPr lang="ja-JP" altLang="en-US" sz="1050" b="0" i="0" u="none" strike="noStrike">
                          <a:solidFill>
                            <a:srgbClr val="FFFFFF"/>
                          </a:solidFill>
                          <a:effectLst/>
                          <a:latin typeface="Meiryo UI" panose="020B0604030504040204" pitchFamily="50" charset="-128"/>
                          <a:ea typeface="Meiryo UI" panose="020B0604030504040204" pitchFamily="50" charset="-128"/>
                        </a:rPr>
                        <a:t>月</a:t>
                      </a:r>
                    </a:p>
                  </a:txBody>
                  <a:tcPr marL="8409" marR="8409" marT="8409"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tc>
                  <a:txBody>
                    <a:bodyPr/>
                    <a:lstStyle/>
                    <a:p>
                      <a:pPr algn="ctr" fontAlgn="ctr"/>
                      <a:r>
                        <a:rPr lang="en-US" altLang="ja-JP" sz="1050" b="0" i="0" u="none" strike="noStrike">
                          <a:solidFill>
                            <a:srgbClr val="FFFFFF"/>
                          </a:solidFill>
                          <a:effectLst/>
                          <a:latin typeface="Meiryo UI" panose="020B0604030504040204" pitchFamily="50" charset="-128"/>
                          <a:ea typeface="Meiryo UI" panose="020B0604030504040204" pitchFamily="50" charset="-128"/>
                        </a:rPr>
                        <a:t>1</a:t>
                      </a:r>
                      <a:r>
                        <a:rPr lang="ja-JP" altLang="en-US" sz="1050" b="0" i="0" u="none" strike="noStrike">
                          <a:solidFill>
                            <a:srgbClr val="FFFFFF"/>
                          </a:solidFill>
                          <a:effectLst/>
                          <a:latin typeface="Meiryo UI" panose="020B0604030504040204" pitchFamily="50" charset="-128"/>
                          <a:ea typeface="Meiryo UI" panose="020B0604030504040204" pitchFamily="50" charset="-128"/>
                        </a:rPr>
                        <a:t>月</a:t>
                      </a:r>
                    </a:p>
                  </a:txBody>
                  <a:tcPr marL="8409" marR="8409" marT="8409"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tc>
                  <a:txBody>
                    <a:bodyPr/>
                    <a:lstStyle/>
                    <a:p>
                      <a:pPr algn="ctr" fontAlgn="ctr"/>
                      <a:r>
                        <a:rPr lang="en-US" altLang="ja-JP" sz="1050" b="0" i="0" u="none" strike="noStrike">
                          <a:solidFill>
                            <a:srgbClr val="FFFFFF"/>
                          </a:solidFill>
                          <a:effectLst/>
                          <a:latin typeface="Meiryo UI" panose="020B0604030504040204" pitchFamily="50" charset="-128"/>
                          <a:ea typeface="Meiryo UI" panose="020B0604030504040204" pitchFamily="50" charset="-128"/>
                        </a:rPr>
                        <a:t>2</a:t>
                      </a:r>
                      <a:r>
                        <a:rPr lang="ja-JP" altLang="en-US" sz="1050" b="0" i="0" u="none" strike="noStrike">
                          <a:solidFill>
                            <a:srgbClr val="FFFFFF"/>
                          </a:solidFill>
                          <a:effectLst/>
                          <a:latin typeface="Meiryo UI" panose="020B0604030504040204" pitchFamily="50" charset="-128"/>
                          <a:ea typeface="Meiryo UI" panose="020B0604030504040204" pitchFamily="50" charset="-128"/>
                        </a:rPr>
                        <a:t>月</a:t>
                      </a:r>
                    </a:p>
                  </a:txBody>
                  <a:tcPr marL="8409" marR="8409" marT="8409"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tc>
                  <a:txBody>
                    <a:bodyPr/>
                    <a:lstStyle/>
                    <a:p>
                      <a:pPr algn="ctr" fontAlgn="ctr"/>
                      <a:r>
                        <a:rPr lang="en-US" altLang="ja-JP" sz="1050" b="0" i="0" u="none" strike="noStrike">
                          <a:solidFill>
                            <a:srgbClr val="FFFFFF"/>
                          </a:solidFill>
                          <a:effectLst/>
                          <a:latin typeface="Meiryo UI" panose="020B0604030504040204" pitchFamily="50" charset="-128"/>
                          <a:ea typeface="Meiryo UI" panose="020B0604030504040204" pitchFamily="50" charset="-128"/>
                        </a:rPr>
                        <a:t>3</a:t>
                      </a:r>
                      <a:r>
                        <a:rPr lang="ja-JP" altLang="en-US" sz="1050" b="0" i="0" u="none" strike="noStrike">
                          <a:solidFill>
                            <a:srgbClr val="FFFFFF"/>
                          </a:solidFill>
                          <a:effectLst/>
                          <a:latin typeface="Meiryo UI" panose="020B0604030504040204" pitchFamily="50" charset="-128"/>
                          <a:ea typeface="Meiryo UI" panose="020B0604030504040204" pitchFamily="50" charset="-128"/>
                        </a:rPr>
                        <a:t>月</a:t>
                      </a:r>
                    </a:p>
                  </a:txBody>
                  <a:tcPr marL="8409" marR="8409" marT="8409"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tc>
                  <a:txBody>
                    <a:bodyPr/>
                    <a:lstStyle/>
                    <a:p>
                      <a:pPr algn="ctr" fontAlgn="ctr"/>
                      <a:r>
                        <a:rPr lang="en-US" altLang="ja-JP" sz="1050" b="0" i="0" u="none" strike="noStrike">
                          <a:solidFill>
                            <a:srgbClr val="FFFFFF"/>
                          </a:solidFill>
                          <a:effectLst/>
                          <a:latin typeface="Meiryo UI" panose="020B0604030504040204" pitchFamily="50" charset="-128"/>
                          <a:ea typeface="Meiryo UI" panose="020B0604030504040204" pitchFamily="50" charset="-128"/>
                        </a:rPr>
                        <a:t>4</a:t>
                      </a:r>
                      <a:r>
                        <a:rPr lang="ja-JP" altLang="en-US" sz="1050" b="0" i="0" u="none" strike="noStrike">
                          <a:solidFill>
                            <a:srgbClr val="FFFFFF"/>
                          </a:solidFill>
                          <a:effectLst/>
                          <a:latin typeface="Meiryo UI" panose="020B0604030504040204" pitchFamily="50" charset="-128"/>
                          <a:ea typeface="Meiryo UI" panose="020B0604030504040204" pitchFamily="50" charset="-128"/>
                        </a:rPr>
                        <a:t>月</a:t>
                      </a:r>
                    </a:p>
                  </a:txBody>
                  <a:tcPr marL="8409" marR="8409" marT="8409"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tc>
                  <a:txBody>
                    <a:bodyPr/>
                    <a:lstStyle/>
                    <a:p>
                      <a:pPr algn="ctr" fontAlgn="ctr"/>
                      <a:r>
                        <a:rPr lang="en-US" altLang="ja-JP" sz="1050" b="0" i="0" u="none" strike="noStrike">
                          <a:solidFill>
                            <a:srgbClr val="FFFFFF"/>
                          </a:solidFill>
                          <a:effectLst/>
                          <a:latin typeface="Meiryo UI" panose="020B0604030504040204" pitchFamily="50" charset="-128"/>
                          <a:ea typeface="Meiryo UI" panose="020B0604030504040204" pitchFamily="50" charset="-128"/>
                        </a:rPr>
                        <a:t>5</a:t>
                      </a:r>
                      <a:r>
                        <a:rPr lang="ja-JP" altLang="en-US" sz="1050" b="0" i="0" u="none" strike="noStrike">
                          <a:solidFill>
                            <a:srgbClr val="FFFFFF"/>
                          </a:solidFill>
                          <a:effectLst/>
                          <a:latin typeface="Meiryo UI" panose="020B0604030504040204" pitchFamily="50" charset="-128"/>
                          <a:ea typeface="Meiryo UI" panose="020B0604030504040204" pitchFamily="50" charset="-128"/>
                        </a:rPr>
                        <a:t>月</a:t>
                      </a:r>
                    </a:p>
                  </a:txBody>
                  <a:tcPr marL="8409" marR="8409" marT="8409"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tc>
                  <a:txBody>
                    <a:bodyPr/>
                    <a:lstStyle/>
                    <a:p>
                      <a:pPr algn="ctr" fontAlgn="ctr"/>
                      <a:r>
                        <a:rPr lang="en-US" altLang="ja-JP" sz="1050" b="0" i="0" u="none" strike="noStrike">
                          <a:solidFill>
                            <a:srgbClr val="FFFFFF"/>
                          </a:solidFill>
                          <a:effectLst/>
                          <a:latin typeface="Meiryo UI" panose="020B0604030504040204" pitchFamily="50" charset="-128"/>
                          <a:ea typeface="Meiryo UI" panose="020B0604030504040204" pitchFamily="50" charset="-128"/>
                        </a:rPr>
                        <a:t>6</a:t>
                      </a:r>
                      <a:r>
                        <a:rPr lang="ja-JP" altLang="en-US" sz="1050" b="0" i="0" u="none" strike="noStrike">
                          <a:solidFill>
                            <a:srgbClr val="FFFFFF"/>
                          </a:solidFill>
                          <a:effectLst/>
                          <a:latin typeface="Meiryo UI" panose="020B0604030504040204" pitchFamily="50" charset="-128"/>
                          <a:ea typeface="Meiryo UI" panose="020B0604030504040204" pitchFamily="50" charset="-128"/>
                        </a:rPr>
                        <a:t>月</a:t>
                      </a:r>
                    </a:p>
                  </a:txBody>
                  <a:tcPr marL="8409" marR="8409" marT="8409"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tc>
                  <a:txBody>
                    <a:bodyPr/>
                    <a:lstStyle/>
                    <a:p>
                      <a:pPr algn="ctr" fontAlgn="ctr"/>
                      <a:r>
                        <a:rPr lang="en-US" altLang="ja-JP" sz="1050" b="0" i="0" u="none" strike="noStrike">
                          <a:solidFill>
                            <a:srgbClr val="FFFFFF"/>
                          </a:solidFill>
                          <a:effectLst/>
                          <a:latin typeface="Meiryo UI" panose="020B0604030504040204" pitchFamily="50" charset="-128"/>
                          <a:ea typeface="Meiryo UI" panose="020B0604030504040204" pitchFamily="50" charset="-128"/>
                        </a:rPr>
                        <a:t>7</a:t>
                      </a:r>
                      <a:r>
                        <a:rPr lang="ja-JP" altLang="en-US" sz="1050" b="0" i="0" u="none" strike="noStrike">
                          <a:solidFill>
                            <a:srgbClr val="FFFFFF"/>
                          </a:solidFill>
                          <a:effectLst/>
                          <a:latin typeface="Meiryo UI" panose="020B0604030504040204" pitchFamily="50" charset="-128"/>
                          <a:ea typeface="Meiryo UI" panose="020B0604030504040204" pitchFamily="50" charset="-128"/>
                        </a:rPr>
                        <a:t>月</a:t>
                      </a:r>
                    </a:p>
                  </a:txBody>
                  <a:tcPr marL="8409" marR="8409" marT="8409"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tc>
                  <a:txBody>
                    <a:bodyPr/>
                    <a:lstStyle/>
                    <a:p>
                      <a:pPr algn="ctr" fontAlgn="ctr"/>
                      <a:r>
                        <a:rPr lang="en-US" altLang="ja-JP" sz="1050" b="0" i="0" u="none" strike="noStrike">
                          <a:solidFill>
                            <a:srgbClr val="FFFFFF"/>
                          </a:solidFill>
                          <a:effectLst/>
                          <a:latin typeface="Meiryo UI" panose="020B0604030504040204" pitchFamily="50" charset="-128"/>
                          <a:ea typeface="Meiryo UI" panose="020B0604030504040204" pitchFamily="50" charset="-128"/>
                        </a:rPr>
                        <a:t>8</a:t>
                      </a:r>
                      <a:r>
                        <a:rPr lang="ja-JP" altLang="en-US" sz="1050" b="0" i="0" u="none" strike="noStrike">
                          <a:solidFill>
                            <a:srgbClr val="FFFFFF"/>
                          </a:solidFill>
                          <a:effectLst/>
                          <a:latin typeface="Meiryo UI" panose="020B0604030504040204" pitchFamily="50" charset="-128"/>
                          <a:ea typeface="Meiryo UI" panose="020B0604030504040204" pitchFamily="50" charset="-128"/>
                        </a:rPr>
                        <a:t>月</a:t>
                      </a:r>
                    </a:p>
                  </a:txBody>
                  <a:tcPr marL="8409" marR="8409" marT="8409"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tc>
                  <a:txBody>
                    <a:bodyPr/>
                    <a:lstStyle/>
                    <a:p>
                      <a:pPr algn="ctr" fontAlgn="ctr"/>
                      <a:r>
                        <a:rPr lang="en-US" altLang="ja-JP" sz="1050" b="0" i="0" u="none" strike="noStrike">
                          <a:solidFill>
                            <a:srgbClr val="FFFFFF"/>
                          </a:solidFill>
                          <a:effectLst/>
                          <a:latin typeface="Meiryo UI" panose="020B0604030504040204" pitchFamily="50" charset="-128"/>
                          <a:ea typeface="Meiryo UI" panose="020B0604030504040204" pitchFamily="50" charset="-128"/>
                        </a:rPr>
                        <a:t>9</a:t>
                      </a:r>
                      <a:r>
                        <a:rPr lang="ja-JP" altLang="en-US" sz="1050" b="0" i="0" u="none" strike="noStrike">
                          <a:solidFill>
                            <a:srgbClr val="FFFFFF"/>
                          </a:solidFill>
                          <a:effectLst/>
                          <a:latin typeface="Meiryo UI" panose="020B0604030504040204" pitchFamily="50" charset="-128"/>
                          <a:ea typeface="Meiryo UI" panose="020B0604030504040204" pitchFamily="50" charset="-128"/>
                        </a:rPr>
                        <a:t>月</a:t>
                      </a:r>
                    </a:p>
                  </a:txBody>
                  <a:tcPr marL="8409" marR="8409" marT="8409"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70C0"/>
                    </a:solidFill>
                  </a:tcPr>
                </a:tc>
                <a:extLst>
                  <a:ext uri="{0D108BD9-81ED-4DB2-BD59-A6C34878D82A}">
                    <a16:rowId xmlns:a16="http://schemas.microsoft.com/office/drawing/2014/main" val="346962651"/>
                  </a:ext>
                </a:extLst>
              </a:tr>
              <a:tr h="390782">
                <a:tc>
                  <a:txBody>
                    <a:bodyPr/>
                    <a:lstStyle/>
                    <a:p>
                      <a:pPr algn="ctr" fontAlgn="ctr"/>
                      <a:r>
                        <a:rPr lang="ja-JP" altLang="en-US" sz="1050" b="0" i="0" u="none" strike="noStrike">
                          <a:solidFill>
                            <a:srgbClr val="FFFFFF"/>
                          </a:solidFill>
                          <a:effectLst/>
                          <a:latin typeface="Meiryo UI" panose="020B0604030504040204" pitchFamily="50" charset="-128"/>
                          <a:ea typeface="Meiryo UI" panose="020B0604030504040204" pitchFamily="50" charset="-128"/>
                        </a:rPr>
                        <a:t>更問内訳</a:t>
                      </a:r>
                    </a:p>
                  </a:txBody>
                  <a:tcPr marL="8409" marR="8409" marT="8409" marB="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0070C0"/>
                    </a:solidFill>
                  </a:tcPr>
                </a:tc>
                <a:tc>
                  <a:txBody>
                    <a:bodyPr/>
                    <a:lstStyle/>
                    <a:p>
                      <a:pPr algn="ctr"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件数</a:t>
                      </a:r>
                    </a:p>
                  </a:txBody>
                  <a:tcPr marL="8409" marR="8409" marT="8409"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DDEBF7"/>
                    </a:solidFill>
                  </a:tcPr>
                </a:tc>
                <a:tc>
                  <a:txBody>
                    <a:bodyPr/>
                    <a:lstStyle/>
                    <a:p>
                      <a:pPr algn="ctr"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件数</a:t>
                      </a:r>
                    </a:p>
                  </a:txBody>
                  <a:tcPr marL="8409" marR="8409" marT="8409" marB="0" anchor="ctr">
                    <a:lnL w="12700" cap="flat" cmpd="sng" algn="ctr">
                      <a:solidFill>
                        <a:schemeClr val="bg1">
                          <a:lumMod val="75000"/>
                        </a:schemeClr>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DDEBF7"/>
                    </a:solidFill>
                  </a:tcPr>
                </a:tc>
                <a:tc>
                  <a:txBody>
                    <a:bodyPr/>
                    <a:lstStyle/>
                    <a:p>
                      <a:pPr algn="ctr"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件数</a:t>
                      </a:r>
                    </a:p>
                  </a:txBody>
                  <a:tcPr marL="8409" marR="8409" marT="84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DDEBF7"/>
                    </a:solidFill>
                  </a:tcPr>
                </a:tc>
                <a:tc>
                  <a:txBody>
                    <a:bodyPr/>
                    <a:lstStyle/>
                    <a:p>
                      <a:pPr algn="ctr"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件数</a:t>
                      </a:r>
                    </a:p>
                  </a:txBody>
                  <a:tcPr marL="8409" marR="8409" marT="84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DDEBF7"/>
                    </a:solidFill>
                  </a:tcPr>
                </a:tc>
                <a:tc>
                  <a:txBody>
                    <a:bodyPr/>
                    <a:lstStyle/>
                    <a:p>
                      <a:pPr algn="ctr"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件数</a:t>
                      </a:r>
                    </a:p>
                  </a:txBody>
                  <a:tcPr marL="8409" marR="8409" marT="84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DDEBF7"/>
                    </a:solidFill>
                  </a:tcPr>
                </a:tc>
                <a:tc>
                  <a:txBody>
                    <a:bodyPr/>
                    <a:lstStyle/>
                    <a:p>
                      <a:pPr algn="ctr"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件数</a:t>
                      </a:r>
                    </a:p>
                  </a:txBody>
                  <a:tcPr marL="8409" marR="8409" marT="84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DDEBF7"/>
                    </a:solidFill>
                  </a:tcPr>
                </a:tc>
                <a:tc>
                  <a:txBody>
                    <a:bodyPr/>
                    <a:lstStyle/>
                    <a:p>
                      <a:pPr algn="ctr"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件数</a:t>
                      </a:r>
                    </a:p>
                  </a:txBody>
                  <a:tcPr marL="8409" marR="8409" marT="84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DDEBF7"/>
                    </a:solidFill>
                  </a:tcPr>
                </a:tc>
                <a:tc>
                  <a:txBody>
                    <a:bodyPr/>
                    <a:lstStyle/>
                    <a:p>
                      <a:pPr algn="ctr"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件数</a:t>
                      </a:r>
                    </a:p>
                  </a:txBody>
                  <a:tcPr marL="8409" marR="8409" marT="84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DDEBF7"/>
                    </a:solidFill>
                  </a:tcPr>
                </a:tc>
                <a:tc>
                  <a:txBody>
                    <a:bodyPr/>
                    <a:lstStyle/>
                    <a:p>
                      <a:pPr algn="ctr"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件数</a:t>
                      </a:r>
                    </a:p>
                  </a:txBody>
                  <a:tcPr marL="8409" marR="8409" marT="84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DDEBF7"/>
                    </a:solidFill>
                  </a:tcPr>
                </a:tc>
                <a:tc>
                  <a:txBody>
                    <a:bodyPr/>
                    <a:lstStyle/>
                    <a:p>
                      <a:pPr algn="ctr"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件数</a:t>
                      </a:r>
                    </a:p>
                  </a:txBody>
                  <a:tcPr marL="8409" marR="8409" marT="84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DDEBF7"/>
                    </a:solidFill>
                  </a:tcPr>
                </a:tc>
                <a:tc>
                  <a:txBody>
                    <a:bodyPr/>
                    <a:lstStyle/>
                    <a:p>
                      <a:pPr algn="ctr"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件数</a:t>
                      </a:r>
                    </a:p>
                  </a:txBody>
                  <a:tcPr marL="8409" marR="8409" marT="84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DDEBF7"/>
                    </a:solidFill>
                  </a:tcPr>
                </a:tc>
                <a:tc>
                  <a:txBody>
                    <a:bodyPr/>
                    <a:lstStyle/>
                    <a:p>
                      <a:pPr algn="ctr"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件数</a:t>
                      </a:r>
                    </a:p>
                  </a:txBody>
                  <a:tcPr marL="8409" marR="8409" marT="84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DDEBF7"/>
                    </a:solidFill>
                  </a:tcPr>
                </a:tc>
                <a:tc>
                  <a:txBody>
                    <a:bodyPr/>
                    <a:lstStyle/>
                    <a:p>
                      <a:pPr algn="ctr"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件数</a:t>
                      </a:r>
                    </a:p>
                  </a:txBody>
                  <a:tcPr marL="8409" marR="8409" marT="84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DDEBF7"/>
                    </a:solidFill>
                  </a:tcPr>
                </a:tc>
                <a:tc>
                  <a:txBody>
                    <a:bodyPr/>
                    <a:lstStyle/>
                    <a:p>
                      <a:pPr algn="ctr"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件数</a:t>
                      </a:r>
                    </a:p>
                  </a:txBody>
                  <a:tcPr marL="8409" marR="8409" marT="84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DDEBF7"/>
                    </a:solidFill>
                  </a:tcPr>
                </a:tc>
                <a:tc>
                  <a:txBody>
                    <a:bodyPr/>
                    <a:lstStyle/>
                    <a:p>
                      <a:pPr algn="ctr"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件数</a:t>
                      </a:r>
                    </a:p>
                  </a:txBody>
                  <a:tcPr marL="8409" marR="8409" marT="84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DDEBF7"/>
                    </a:solidFill>
                  </a:tcPr>
                </a:tc>
                <a:tc>
                  <a:txBody>
                    <a:bodyPr/>
                    <a:lstStyle/>
                    <a:p>
                      <a:pPr algn="ctr" fontAlgn="ctr"/>
                      <a:r>
                        <a:rPr lang="ja-JP" altLang="en-US" sz="1050" b="0" i="0" u="none" strike="noStrike">
                          <a:solidFill>
                            <a:srgbClr val="000000"/>
                          </a:solidFill>
                          <a:effectLst/>
                          <a:latin typeface="Meiryo UI" panose="020B0604030504040204" pitchFamily="50" charset="-128"/>
                          <a:ea typeface="Meiryo UI" panose="020B0604030504040204" pitchFamily="50" charset="-128"/>
                        </a:rPr>
                        <a:t>件数</a:t>
                      </a:r>
                    </a:p>
                  </a:txBody>
                  <a:tcPr marL="8409" marR="8409" marT="840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DDEBF7"/>
                    </a:solidFill>
                  </a:tcPr>
                </a:tc>
                <a:extLst>
                  <a:ext uri="{0D108BD9-81ED-4DB2-BD59-A6C34878D82A}">
                    <a16:rowId xmlns:a16="http://schemas.microsoft.com/office/drawing/2014/main" val="1509753665"/>
                  </a:ext>
                </a:extLst>
              </a:tr>
              <a:tr h="439758">
                <a:tc>
                  <a:txBody>
                    <a:bodyPr/>
                    <a:lstStyle/>
                    <a:p>
                      <a:pPr algn="l" fontAlgn="ctr"/>
                      <a:r>
                        <a:rPr kumimoji="1" lang="ja-JP" altLang="ja-JP" sz="1100" kern="1200">
                          <a:solidFill>
                            <a:schemeClr val="tx1"/>
                          </a:solidFill>
                          <a:effectLst/>
                          <a:latin typeface="+mn-lt"/>
                          <a:ea typeface="+mn-ea"/>
                          <a:cs typeface="+mn-cs"/>
                        </a:rPr>
                        <a:t>情報提供のご連絡</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DDEBF7"/>
                    </a:solidFill>
                  </a:tcPr>
                </a:tc>
                <a:tc>
                  <a:txBody>
                    <a:bodyPr/>
                    <a:lstStyle/>
                    <a:p>
                      <a:pPr algn="r" rtl="0" fontAlgn="ctr"/>
                      <a:r>
                        <a:rPr lang="en-US" altLang="ja-JP" sz="1100" b="1" i="0" u="none" strike="noStrike">
                          <a:solidFill>
                            <a:srgbClr val="000000"/>
                          </a:solidFill>
                          <a:effectLst/>
                          <a:latin typeface="Meiryo UI" panose="020B0604030504040204" pitchFamily="50" charset="-128"/>
                          <a:ea typeface="Meiryo UI" panose="020B0604030504040204" pitchFamily="50" charset="-128"/>
                        </a:rPr>
                        <a:t>28</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48</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38</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panose="020B0604030504040204" pitchFamily="50" charset="-128"/>
                          <a:ea typeface="Meiryo UI" panose="020B0604030504040204" pitchFamily="50" charset="-128"/>
                        </a:rPr>
                        <a:t>41</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29</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22</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13</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10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10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16</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7</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7</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6</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8</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9</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3</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226490219"/>
                  </a:ext>
                </a:extLst>
              </a:tr>
              <a:tr h="596025">
                <a:tc>
                  <a:txBody>
                    <a:bodyPr/>
                    <a:lstStyle/>
                    <a:p>
                      <a:pPr algn="l"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進捗確認のご連絡</a:t>
                      </a:r>
                    </a:p>
                  </a:txBody>
                  <a:tcPr marL="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DDEBF7"/>
                    </a:solidFill>
                  </a:tcPr>
                </a:tc>
                <a:tc>
                  <a:txBody>
                    <a:bodyPr/>
                    <a:lstStyle/>
                    <a:p>
                      <a:pPr algn="r" rtl="0" fontAlgn="ctr"/>
                      <a:r>
                        <a:rPr lang="en-US" altLang="ja-JP" sz="1100" b="1" i="0" u="none" strike="noStrike">
                          <a:solidFill>
                            <a:srgbClr val="000000"/>
                          </a:solidFill>
                          <a:effectLst/>
                          <a:latin typeface="Meiryo UI" panose="020B0604030504040204" pitchFamily="50" charset="-128"/>
                          <a:ea typeface="Meiryo UI" panose="020B0604030504040204" pitchFamily="50" charset="-128"/>
                        </a:rPr>
                        <a:t>8</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12</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6</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panose="020B0604030504040204" pitchFamily="50" charset="-128"/>
                          <a:ea typeface="Meiryo UI" panose="020B0604030504040204" pitchFamily="50" charset="-128"/>
                        </a:rPr>
                        <a:t>4</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7</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13</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6</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5</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2</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3</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2</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10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63249471"/>
                  </a:ext>
                </a:extLst>
              </a:tr>
              <a:tr h="439758">
                <a:tc>
                  <a:txBody>
                    <a:bodyPr/>
                    <a:lstStyle/>
                    <a:p>
                      <a:pPr algn="l" fontAlgn="ctr"/>
                      <a:r>
                        <a:rPr kumimoji="1" lang="ja-JP" altLang="ja-JP" sz="1100" kern="1200">
                          <a:solidFill>
                            <a:schemeClr val="tx1"/>
                          </a:solidFill>
                          <a:effectLst/>
                          <a:latin typeface="+mn-lt"/>
                          <a:ea typeface="+mn-ea"/>
                          <a:cs typeface="+mn-cs"/>
                        </a:rPr>
                        <a:t>前回回答に対する質疑</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DDEBF7"/>
                    </a:solidFill>
                  </a:tcPr>
                </a:tc>
                <a:tc>
                  <a:txBody>
                    <a:bodyPr/>
                    <a:lstStyle/>
                    <a:p>
                      <a:pPr algn="r" rtl="0" fontAlgn="ctr"/>
                      <a:r>
                        <a:rPr lang="en-US" altLang="ja-JP" sz="1100" b="1" i="0" u="none" strike="noStrike">
                          <a:solidFill>
                            <a:srgbClr val="000000"/>
                          </a:solidFill>
                          <a:effectLst/>
                          <a:latin typeface="Meiryo UI" panose="020B0604030504040204" pitchFamily="50" charset="-128"/>
                          <a:ea typeface="Meiryo UI" panose="020B0604030504040204" pitchFamily="50" charset="-128"/>
                        </a:rPr>
                        <a:t>60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48</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24</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panose="020B0604030504040204" pitchFamily="50" charset="-128"/>
                          <a:ea typeface="Meiryo UI" panose="020B0604030504040204" pitchFamily="50" charset="-128"/>
                        </a:rPr>
                        <a:t>43</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35</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25</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22</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14</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5</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13</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12</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24</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13</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6</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7</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256301249"/>
                  </a:ext>
                </a:extLst>
              </a:tr>
              <a:tr h="439758">
                <a:tc>
                  <a:txBody>
                    <a:bodyPr/>
                    <a:lstStyle/>
                    <a:p>
                      <a:pPr algn="l" fontAlgn="ctr"/>
                      <a:r>
                        <a:rPr kumimoji="1" lang="ja-JP" altLang="ja-JP" sz="1100" kern="1200">
                          <a:solidFill>
                            <a:schemeClr val="tx1"/>
                          </a:solidFill>
                          <a:effectLst/>
                          <a:latin typeface="+mn-lt"/>
                          <a:ea typeface="+mn-ea"/>
                          <a:cs typeface="+mn-cs"/>
                        </a:rPr>
                        <a:t>別事象で発生した質疑</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DDEBF7"/>
                    </a:solidFill>
                  </a:tcPr>
                </a:tc>
                <a:tc>
                  <a:txBody>
                    <a:bodyPr/>
                    <a:lstStyle/>
                    <a:p>
                      <a:pPr algn="r" rtl="0" fontAlgn="ctr"/>
                      <a:r>
                        <a:rPr lang="en-US" altLang="ja-JP" sz="1100" b="1" i="0" u="none" strike="noStrike">
                          <a:solidFill>
                            <a:srgbClr val="000000"/>
                          </a:solidFill>
                          <a:effectLst/>
                          <a:latin typeface="Meiryo UI" panose="020B0604030504040204" pitchFamily="50" charset="-128"/>
                          <a:ea typeface="Meiryo UI" panose="020B0604030504040204" pitchFamily="50" charset="-128"/>
                        </a:rPr>
                        <a:t>17</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2</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panose="020B0604030504040204" pitchFamily="50" charset="-128"/>
                          <a:ea typeface="Meiryo UI" panose="020B0604030504040204" pitchFamily="50" charset="-128"/>
                        </a:rPr>
                        <a:t>2</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2</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1</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1</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2</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87006704"/>
                  </a:ext>
                </a:extLst>
              </a:tr>
              <a:tr h="409389">
                <a:tc>
                  <a:txBody>
                    <a:bodyPr/>
                    <a:lstStyle/>
                    <a:p>
                      <a:pPr algn="l" fontAlgn="ctr"/>
                      <a:r>
                        <a:rPr kumimoji="1" lang="ja-JP" altLang="en-US" sz="1100" kern="1200">
                          <a:solidFill>
                            <a:schemeClr val="tx1"/>
                          </a:solidFill>
                          <a:effectLst/>
                          <a:latin typeface="+mn-lt"/>
                          <a:ea typeface="+mn-ea"/>
                          <a:cs typeface="+mn-cs"/>
                        </a:rPr>
                        <a:t>事象解消</a:t>
                      </a:r>
                      <a:r>
                        <a:rPr kumimoji="1" lang="ja-JP" altLang="ja-JP" sz="1100" kern="1200">
                          <a:solidFill>
                            <a:schemeClr val="tx1"/>
                          </a:solidFill>
                          <a:effectLst/>
                          <a:latin typeface="+mn-lt"/>
                          <a:ea typeface="+mn-ea"/>
                          <a:cs typeface="+mn-cs"/>
                        </a:rPr>
                        <a:t>のご連絡</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panose="020B0604030504040204" pitchFamily="50" charset="-128"/>
                          <a:ea typeface="Meiryo UI" panose="020B0604030504040204" pitchFamily="50" charset="-128"/>
                        </a:rPr>
                        <a:t>74</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a:ea typeface="Meiryo UI"/>
                        </a:rPr>
                        <a:t>33</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a:ea typeface="Meiryo UI"/>
                        </a:rPr>
                        <a:t>33</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panose="020B0604030504040204" pitchFamily="50" charset="-128"/>
                          <a:ea typeface="Meiryo UI" panose="020B0604030504040204" pitchFamily="50" charset="-128"/>
                        </a:rPr>
                        <a:t>38</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a:ea typeface="Meiryo UI"/>
                        </a:rPr>
                        <a:t>17</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a:ea typeface="Meiryo UI"/>
                        </a:rPr>
                        <a:t>16</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a:ea typeface="Meiryo UI"/>
                        </a:rPr>
                        <a:t>14</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a:ea typeface="Meiryo UI"/>
                        </a:rPr>
                        <a:t>12</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a:ea typeface="Meiryo UI"/>
                        </a:rPr>
                        <a:t>4</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a:ea typeface="Meiryo UI"/>
                        </a:rPr>
                        <a:t>12</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a:ea typeface="Meiryo UI"/>
                        </a:rPr>
                        <a:t>16</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a:ea typeface="Meiryo UI"/>
                        </a:rPr>
                        <a:t>11</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a:ea typeface="Meiryo UI"/>
                        </a:rPr>
                        <a:t>9</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a:ea typeface="Meiryo UI"/>
                        </a:rPr>
                        <a:t>13</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a:ea typeface="Meiryo UI"/>
                        </a:rPr>
                        <a:t>4</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a:ea typeface="Meiryo UI"/>
                        </a:rPr>
                        <a:t>4</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517149167"/>
                  </a:ext>
                </a:extLst>
              </a:tr>
              <a:tr h="409389">
                <a:tc>
                  <a:txBody>
                    <a:bodyPr/>
                    <a:lstStyle/>
                    <a:p>
                      <a:pPr algn="l" fontAlgn="ctr"/>
                      <a:r>
                        <a:rPr kumimoji="1" lang="ja-JP" altLang="ja-JP" sz="1100" kern="1200">
                          <a:solidFill>
                            <a:schemeClr val="tx1"/>
                          </a:solidFill>
                          <a:effectLst/>
                          <a:latin typeface="+mn-lt"/>
                          <a:ea typeface="+mn-ea"/>
                          <a:cs typeface="+mn-cs"/>
                        </a:rPr>
                        <a:t>操作誤り等による誤連絡</a:t>
                      </a:r>
                      <a:endParaRPr lang="ja-JP" altLang="en-US" sz="1100" b="0" i="0" u="none" strike="noStrike">
                        <a:solidFill>
                          <a:srgbClr val="000000"/>
                        </a:solidFill>
                        <a:effectLst/>
                        <a:latin typeface="Meiryo UI" panose="020B0604030504040204" pitchFamily="50" charset="-128"/>
                        <a:ea typeface="Meiryo UI" panose="020B0604030504040204" pitchFamily="50" charset="-128"/>
                      </a:endParaRPr>
                    </a:p>
                  </a:txBody>
                  <a:tcPr marL="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panose="020B0604030504040204" pitchFamily="50" charset="-128"/>
                          <a:ea typeface="Meiryo UI" panose="020B0604030504040204" pitchFamily="50" charset="-128"/>
                        </a:rPr>
                        <a:t>4</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a:ea typeface="Meiryo UI"/>
                        </a:rPr>
                        <a:t>2</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a:ea typeface="Meiryo UI"/>
                        </a:rPr>
                        <a:t>3</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panose="020B0604030504040204" pitchFamily="50" charset="-128"/>
                          <a:ea typeface="Meiryo UI" panose="020B0604030504040204" pitchFamily="50" charset="-128"/>
                        </a:rPr>
                        <a:t>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a:ea typeface="Meiryo UI"/>
                        </a:rPr>
                        <a:t>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a:ea typeface="Meiryo UI"/>
                        </a:rPr>
                        <a:t>4</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a:ea typeface="Meiryo UI"/>
                        </a:rPr>
                        <a:t>1</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a:ea typeface="Meiryo UI"/>
                        </a:rPr>
                        <a:t>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a:ea typeface="Meiryo UI"/>
                        </a:rPr>
                        <a:t>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a:ea typeface="Meiryo UI"/>
                        </a:rPr>
                        <a:t>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a:ea typeface="Meiryo UI"/>
                        </a:rPr>
                        <a:t>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a:ea typeface="Meiryo UI"/>
                        </a:rPr>
                        <a:t>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a:ea typeface="Meiryo UI"/>
                        </a:rPr>
                        <a:t>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a:ea typeface="Meiryo UI"/>
                        </a:rPr>
                        <a:t>5</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a:ea typeface="Meiryo UI"/>
                        </a:rPr>
                        <a:t>3</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r" rtl="0" fontAlgn="ctr"/>
                      <a:r>
                        <a:rPr lang="en-US" altLang="ja-JP" sz="1100" b="1" i="0" u="none" strike="noStrike">
                          <a:solidFill>
                            <a:srgbClr val="000000"/>
                          </a:solidFill>
                          <a:effectLst/>
                          <a:latin typeface="Meiryo UI"/>
                          <a:ea typeface="Meiryo UI"/>
                        </a:rPr>
                        <a:t>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72497595"/>
                  </a:ext>
                </a:extLst>
              </a:tr>
              <a:tr h="409389">
                <a:tc>
                  <a:txBody>
                    <a:bodyPr/>
                    <a:lstStyle/>
                    <a:p>
                      <a:pPr algn="ctr" fontAlgn="ctr"/>
                      <a:r>
                        <a:rPr lang="ja-JP" altLang="en-US" sz="1050" b="1" i="0" u="none" strike="noStrike">
                          <a:solidFill>
                            <a:srgbClr val="000000"/>
                          </a:solidFill>
                          <a:effectLst/>
                          <a:latin typeface="Meiryo UI" panose="020B0604030504040204" pitchFamily="50" charset="-128"/>
                          <a:ea typeface="Meiryo UI" panose="020B0604030504040204" pitchFamily="50" charset="-128"/>
                        </a:rPr>
                        <a:t>合計</a:t>
                      </a:r>
                    </a:p>
                  </a:txBody>
                  <a:tcPr marL="8409" marR="8409" marT="8409"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r" rtl="0" fontAlgn="ctr"/>
                      <a:r>
                        <a:rPr lang="en-US" altLang="ja-JP" sz="1100" b="1" i="0" u="none" strike="noStrike">
                          <a:solidFill>
                            <a:schemeClr val="tx1"/>
                          </a:solidFill>
                          <a:effectLst/>
                          <a:latin typeface="Meiryo UI" panose="020B0604030504040204" pitchFamily="50" charset="-128"/>
                          <a:ea typeface="Meiryo UI" panose="020B0604030504040204" pitchFamily="50" charset="-128"/>
                        </a:rPr>
                        <a:t>191</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145</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104</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panose="020B0604030504040204" pitchFamily="50" charset="-128"/>
                          <a:ea typeface="Meiryo UI" panose="020B0604030504040204" pitchFamily="50" charset="-128"/>
                        </a:rPr>
                        <a:t>128</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90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80</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56</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41</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19</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41</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35</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18</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41</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43</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25</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pPr algn="r" rtl="0" fontAlgn="ctr"/>
                      <a:r>
                        <a:rPr lang="en-US" altLang="ja-JP" sz="1100" b="1" i="0" u="none" strike="noStrike">
                          <a:solidFill>
                            <a:srgbClr val="000000"/>
                          </a:solidFill>
                          <a:effectLst/>
                          <a:latin typeface="Meiryo UI"/>
                          <a:ea typeface="Meiryo UI"/>
                        </a:rPr>
                        <a:t>26</a:t>
                      </a: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00565854"/>
                  </a:ext>
                </a:extLst>
              </a:tr>
            </a:tbl>
          </a:graphicData>
        </a:graphic>
      </p:graphicFrame>
    </p:spTree>
    <p:extLst>
      <p:ext uri="{BB962C8B-B14F-4D97-AF65-F5344CB8AC3E}">
        <p14:creationId xmlns:p14="http://schemas.microsoft.com/office/powerpoint/2010/main" val="383750844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A7EE9-367D-60FB-D3D0-043353D52468}"/>
            </a:ext>
          </a:extLst>
        </p:cNvPr>
        <p:cNvGrpSpPr/>
        <p:nvPr/>
      </p:nvGrpSpPr>
      <p:grpSpPr>
        <a:xfrm>
          <a:off x="0" y="0"/>
          <a:ext cx="0" cy="0"/>
          <a:chOff x="0" y="0"/>
          <a:chExt cx="0" cy="0"/>
        </a:xfrm>
      </p:grpSpPr>
      <p:pic>
        <p:nvPicPr>
          <p:cNvPr id="10" name="図 9">
            <a:extLst>
              <a:ext uri="{FF2B5EF4-FFF2-40B4-BE49-F238E27FC236}">
                <a16:creationId xmlns:a16="http://schemas.microsoft.com/office/drawing/2014/main" id="{645F5329-838F-A9F2-D0CC-3AA2FF8BB9C8}"/>
              </a:ext>
            </a:extLst>
          </p:cNvPr>
          <p:cNvPicPr>
            <a:picLocks noChangeAspect="1"/>
          </p:cNvPicPr>
          <p:nvPr/>
        </p:nvPicPr>
        <p:blipFill>
          <a:blip r:embed="rId2"/>
          <a:stretch>
            <a:fillRect/>
          </a:stretch>
        </p:blipFill>
        <p:spPr>
          <a:xfrm>
            <a:off x="381000" y="1399293"/>
            <a:ext cx="9144000" cy="4826158"/>
          </a:xfrm>
          <a:prstGeom prst="rect">
            <a:avLst/>
          </a:prstGeom>
        </p:spPr>
      </p:pic>
      <p:sp>
        <p:nvSpPr>
          <p:cNvPr id="2" name="タイトル 1">
            <a:extLst>
              <a:ext uri="{FF2B5EF4-FFF2-40B4-BE49-F238E27FC236}">
                <a16:creationId xmlns:a16="http://schemas.microsoft.com/office/drawing/2014/main" id="{6ECE0E4B-64CE-EECE-B4AF-E2E9B3AC412C}"/>
              </a:ext>
            </a:extLst>
          </p:cNvPr>
          <p:cNvSpPr>
            <a:spLocks noGrp="1"/>
          </p:cNvSpPr>
          <p:nvPr>
            <p:ph type="title"/>
          </p:nvPr>
        </p:nvSpPr>
        <p:spPr/>
        <p:txBody>
          <a:bodyPr/>
          <a:lstStyle/>
          <a:p>
            <a:r>
              <a:rPr lang="en-US" altLang="ja-JP" kern="1200"/>
              <a:t>ONS</a:t>
            </a:r>
            <a:r>
              <a:rPr lang="ja-JP" altLang="en-US" kern="1200"/>
              <a:t>問い合わせ月次報告</a:t>
            </a:r>
            <a:br>
              <a:rPr lang="en-US" altLang="ja-JP" kern="1200"/>
            </a:br>
            <a:r>
              <a:rPr kumimoji="1" lang="ja-JP" altLang="en-US"/>
              <a:t>医療機関等</a:t>
            </a:r>
            <a:r>
              <a:rPr kumimoji="1" lang="en-US" altLang="ja-JP"/>
              <a:t>ONS</a:t>
            </a:r>
            <a:r>
              <a:rPr lang="ja-JP" altLang="en-US"/>
              <a:t>問い合わせ状況</a:t>
            </a:r>
            <a:endParaRPr kumimoji="1" lang="ja-JP" altLang="en-US"/>
          </a:p>
        </p:txBody>
      </p:sp>
      <p:sp>
        <p:nvSpPr>
          <p:cNvPr id="6" name="コンテンツ プレースホルダー 5">
            <a:extLst>
              <a:ext uri="{FF2B5EF4-FFF2-40B4-BE49-F238E27FC236}">
                <a16:creationId xmlns:a16="http://schemas.microsoft.com/office/drawing/2014/main" id="{F6884503-7D5B-1414-2DE7-832CA7D37254}"/>
              </a:ext>
            </a:extLst>
          </p:cNvPr>
          <p:cNvSpPr>
            <a:spLocks noGrp="1"/>
          </p:cNvSpPr>
          <p:nvPr>
            <p:ph idx="1"/>
          </p:nvPr>
        </p:nvSpPr>
        <p:spPr/>
        <p:txBody>
          <a:bodyPr/>
          <a:lstStyle/>
          <a:p>
            <a:pPr marL="285750" indent="-285750">
              <a:buFont typeface="Arial" panose="020B0604020202020204" pitchFamily="34" charset="0"/>
              <a:buChar char="•"/>
            </a:pPr>
            <a:r>
              <a:rPr lang="en-US" altLang="ja-JP" sz="1400"/>
              <a:t>9</a:t>
            </a:r>
            <a:r>
              <a:rPr lang="ja-JP" altLang="en-US" sz="1400"/>
              <a:t>月の問い合わせ件数上位</a:t>
            </a:r>
            <a:r>
              <a:rPr lang="en-US" altLang="ja-JP" sz="1400"/>
              <a:t>8</a:t>
            </a:r>
            <a:r>
              <a:rPr lang="ja-JP" altLang="en-US" sz="1400"/>
              <a:t>割を占める問い合わせ元は下記の通り。</a:t>
            </a:r>
            <a:endParaRPr lang="en-US" altLang="ja-JP" sz="1400"/>
          </a:p>
          <a:p>
            <a:pPr marL="285750" indent="-285750">
              <a:buFont typeface="Arial" panose="020B0604020202020204" pitchFamily="34" charset="0"/>
              <a:buChar char="•"/>
            </a:pPr>
            <a:r>
              <a:rPr lang="ja-JP" altLang="ja-JP" sz="1400">
                <a:solidFill>
                  <a:srgbClr val="000000"/>
                </a:solidFill>
                <a:latin typeface="Meiryo UI" panose="020B0604030504040204" pitchFamily="50" charset="-128"/>
                <a:ea typeface="Meiryo UI" panose="020B0604030504040204" pitchFamily="50" charset="-128"/>
              </a:rPr>
              <a:t>株式会社エーシーエス</a:t>
            </a:r>
            <a:r>
              <a:rPr lang="ja-JP" altLang="en-US" sz="1400">
                <a:solidFill>
                  <a:srgbClr val="000000"/>
                </a:solidFill>
                <a:latin typeface="Meiryo UI" panose="020B0604030504040204" pitchFamily="50" charset="-128"/>
                <a:ea typeface="Meiryo UI" panose="020B0604030504040204" pitchFamily="50" charset="-128"/>
              </a:rPr>
              <a:t>様は厚労省様確認中の案件に対して、</a:t>
            </a:r>
            <a:r>
              <a:rPr lang="en-US" altLang="ja-JP" sz="1400">
                <a:solidFill>
                  <a:srgbClr val="000000"/>
                </a:solidFill>
                <a:latin typeface="Meiryo UI" panose="020B0604030504040204" pitchFamily="50" charset="-128"/>
                <a:ea typeface="Meiryo UI" panose="020B0604030504040204" pitchFamily="50" charset="-128"/>
              </a:rPr>
              <a:t>2~3</a:t>
            </a:r>
            <a:r>
              <a:rPr lang="ja-JP" altLang="en-US" sz="1400">
                <a:solidFill>
                  <a:srgbClr val="000000"/>
                </a:solidFill>
                <a:latin typeface="Meiryo UI" panose="020B0604030504040204" pitchFamily="50" charset="-128"/>
                <a:ea typeface="Meiryo UI" panose="020B0604030504040204" pitchFamily="50" charset="-128"/>
              </a:rPr>
              <a:t>日置きに進捗確認のご連絡をいただいている状況となっている。</a:t>
            </a:r>
            <a:endParaRPr lang="ja-JP" altLang="ja-JP" sz="1400">
              <a:solidFill>
                <a:srgbClr val="000000"/>
              </a:solidFill>
              <a:latin typeface="Meiryo UI" panose="020B0604030504040204" pitchFamily="50" charset="-128"/>
              <a:ea typeface="Meiryo UI" panose="020B0604030504040204" pitchFamily="50" charset="-128"/>
            </a:endParaRPr>
          </a:p>
        </p:txBody>
      </p:sp>
      <p:sp>
        <p:nvSpPr>
          <p:cNvPr id="5" name="コンテンツ プレースホルダー 3">
            <a:extLst>
              <a:ext uri="{FF2B5EF4-FFF2-40B4-BE49-F238E27FC236}">
                <a16:creationId xmlns:a16="http://schemas.microsoft.com/office/drawing/2014/main" id="{DB03E50D-7F3C-D8E5-D646-71FB3AA0BC79}"/>
              </a:ext>
            </a:extLst>
          </p:cNvPr>
          <p:cNvSpPr txBox="1">
            <a:spLocks/>
          </p:cNvSpPr>
          <p:nvPr/>
        </p:nvSpPr>
        <p:spPr bwMode="auto">
          <a:xfrm>
            <a:off x="1164692" y="6093256"/>
            <a:ext cx="7673016" cy="359756"/>
          </a:xfrm>
          <a:prstGeom prst="rect">
            <a:avLst/>
          </a:prstGeom>
          <a:noFill/>
          <a:ln w="12700">
            <a:noFill/>
            <a:miter lim="800000"/>
            <a:headEnd/>
            <a:tailEnd/>
          </a:ln>
        </p:spPr>
        <p:txBody>
          <a:bodyPr vert="horz" wrap="square" lIns="0" tIns="43200" rIns="83453" bIns="43200" numCol="1" anchor="t" anchorCtr="0" compatLnSpc="1">
            <a:prstTxWarp prst="textNoShape">
              <a:avLst/>
            </a:prstTxWarp>
            <a:noAutofit/>
          </a:bodyPr>
          <a:lstStyle>
            <a:defPPr>
              <a:defRPr lang="ja-JP"/>
            </a:defPPr>
            <a:lvl1pPr marL="232171" indent="-232171" algn="l" defTabSz="977316" rtl="0" eaLnBrk="0" fontAlgn="base" latinLnBrk="0" hangingPunct="0">
              <a:spcBef>
                <a:spcPts val="0"/>
              </a:spcBef>
              <a:spcAft>
                <a:spcPct val="0"/>
              </a:spcAft>
              <a:buFont typeface="Arial" panose="020B0604020202020204" pitchFamily="34" charset="0"/>
              <a:buChar char="•"/>
              <a:defRPr kumimoji="1" sz="1200" kern="1200">
                <a:solidFill>
                  <a:schemeClr val="tx1"/>
                </a:solidFill>
                <a:latin typeface="+mj-ea"/>
                <a:ea typeface="+mj-ea"/>
                <a:cs typeface="+mn-cs"/>
              </a:defRPr>
            </a:lvl1pPr>
            <a:lvl2pPr marL="573789" indent="-214278" algn="l" defTabSz="977316" rtl="0" eaLnBrk="0" fontAlgn="base" latinLnBrk="0" hangingPunct="0">
              <a:spcBef>
                <a:spcPct val="20000"/>
              </a:spcBef>
              <a:spcAft>
                <a:spcPct val="0"/>
              </a:spcAft>
              <a:buChar char="–"/>
              <a:defRPr kumimoji="1" sz="2100" kern="1200">
                <a:solidFill>
                  <a:schemeClr val="tx1"/>
                </a:solidFill>
                <a:latin typeface="Times New Roman" pitchFamily="18" charset="0"/>
                <a:ea typeface="+mn-ea"/>
                <a:cs typeface="+mn-cs"/>
              </a:defRPr>
            </a:lvl2pPr>
            <a:lvl3pPr marL="888064" indent="-171422" algn="l" defTabSz="977316" rtl="0" eaLnBrk="0" fontAlgn="base" latinLnBrk="0" hangingPunct="0">
              <a:spcBef>
                <a:spcPct val="20000"/>
              </a:spcBef>
              <a:spcAft>
                <a:spcPct val="0"/>
              </a:spcAft>
              <a:buChar char="•"/>
              <a:defRPr kumimoji="1" sz="1800" kern="1200">
                <a:solidFill>
                  <a:schemeClr val="tx1"/>
                </a:solidFill>
                <a:latin typeface="Times New Roman" pitchFamily="18" charset="0"/>
                <a:ea typeface="+mn-ea"/>
                <a:cs typeface="+mn-cs"/>
              </a:defRPr>
            </a:lvl3pPr>
            <a:lvl4pPr marL="1202338" indent="-171422" algn="l" defTabSz="977316" rtl="0" eaLnBrk="0" fontAlgn="base" latinLnBrk="0" hangingPunct="0">
              <a:spcBef>
                <a:spcPct val="20000"/>
              </a:spcBef>
              <a:spcAft>
                <a:spcPct val="0"/>
              </a:spcAft>
              <a:buChar char="–"/>
              <a:defRPr kumimoji="1" sz="1500" kern="1200">
                <a:solidFill>
                  <a:schemeClr val="tx1"/>
                </a:solidFill>
                <a:latin typeface="Times New Roman" pitchFamily="18" charset="0"/>
                <a:ea typeface="+mn-ea"/>
                <a:cs typeface="+mn-cs"/>
              </a:defRPr>
            </a:lvl4pPr>
            <a:lvl5pPr marL="1542801" indent="-172613" algn="l" defTabSz="977316" rtl="0" eaLnBrk="0" fontAlgn="base" latinLnBrk="0" hangingPunct="0">
              <a:spcBef>
                <a:spcPct val="20000"/>
              </a:spcBef>
              <a:spcAft>
                <a:spcPct val="0"/>
              </a:spcAft>
              <a:buChar char="»"/>
              <a:defRPr kumimoji="1" sz="1500" kern="1200">
                <a:solidFill>
                  <a:schemeClr val="tx1"/>
                </a:solidFill>
                <a:latin typeface="Times New Roman" pitchFamily="18" charset="0"/>
                <a:ea typeface="+mn-ea"/>
                <a:cs typeface="+mn-cs"/>
              </a:defRPr>
            </a:lvl5pPr>
            <a:lvl6pPr marL="1885647" indent="-171422" algn="l" defTabSz="977316" rtl="0" eaLnBrk="1" fontAlgn="base" latinLnBrk="0" hangingPunct="1">
              <a:spcBef>
                <a:spcPct val="20000"/>
              </a:spcBef>
              <a:spcAft>
                <a:spcPct val="0"/>
              </a:spcAft>
              <a:buChar char="»"/>
              <a:defRPr kumimoji="1" sz="1500" kern="1200">
                <a:solidFill>
                  <a:schemeClr val="tx1"/>
                </a:solidFill>
                <a:latin typeface="Times New Roman" pitchFamily="18" charset="0"/>
                <a:ea typeface="+mn-ea"/>
                <a:cs typeface="+mn-cs"/>
              </a:defRPr>
            </a:lvl6pPr>
            <a:lvl7pPr marL="2228492" indent="-171422" algn="l" defTabSz="977316" rtl="0" eaLnBrk="1" fontAlgn="base" latinLnBrk="0" hangingPunct="1">
              <a:spcBef>
                <a:spcPct val="20000"/>
              </a:spcBef>
              <a:spcAft>
                <a:spcPct val="0"/>
              </a:spcAft>
              <a:buChar char="»"/>
              <a:defRPr kumimoji="1" sz="1500" kern="1200">
                <a:solidFill>
                  <a:schemeClr val="tx1"/>
                </a:solidFill>
                <a:latin typeface="Times New Roman" pitchFamily="18" charset="0"/>
                <a:ea typeface="+mn-ea"/>
                <a:cs typeface="+mn-cs"/>
              </a:defRPr>
            </a:lvl7pPr>
            <a:lvl8pPr marL="2571336" indent="-171422" algn="l" defTabSz="977316" rtl="0" eaLnBrk="1" fontAlgn="base" latinLnBrk="0" hangingPunct="1">
              <a:spcBef>
                <a:spcPct val="20000"/>
              </a:spcBef>
              <a:spcAft>
                <a:spcPct val="0"/>
              </a:spcAft>
              <a:buChar char="»"/>
              <a:defRPr kumimoji="1" sz="1500" kern="1200">
                <a:solidFill>
                  <a:schemeClr val="tx1"/>
                </a:solidFill>
                <a:latin typeface="Times New Roman" pitchFamily="18" charset="0"/>
                <a:ea typeface="+mn-ea"/>
                <a:cs typeface="+mn-cs"/>
              </a:defRPr>
            </a:lvl8pPr>
            <a:lvl9pPr marL="2914180" indent="-171422" algn="l" defTabSz="977316" rtl="0" eaLnBrk="1" fontAlgn="base" latinLnBrk="0" hangingPunct="1">
              <a:spcBef>
                <a:spcPct val="20000"/>
              </a:spcBef>
              <a:spcAft>
                <a:spcPct val="0"/>
              </a:spcAft>
              <a:buChar char="»"/>
              <a:defRPr kumimoji="1" sz="1500" kern="1200">
                <a:solidFill>
                  <a:schemeClr val="tx1"/>
                </a:solidFill>
                <a:latin typeface="Times New Roman" pitchFamily="18" charset="0"/>
                <a:ea typeface="+mn-ea"/>
                <a:cs typeface="+mn-cs"/>
              </a:defRPr>
            </a:lvl9pPr>
          </a:lstStyle>
          <a:p>
            <a:pPr marL="0" indent="0">
              <a:buNone/>
            </a:pPr>
            <a:r>
              <a:rPr lang="en-US" altLang="ja-JP" sz="1108" kern="0">
                <a:solidFill>
                  <a:srgbClr val="FF0000"/>
                </a:solidFill>
              </a:rPr>
              <a:t>※</a:t>
            </a:r>
            <a:r>
              <a:rPr lang="ja-JP" altLang="en-US" sz="1108" kern="0">
                <a:solidFill>
                  <a:srgbClr val="FF0000"/>
                </a:solidFill>
              </a:rPr>
              <a:t>モデル事業参加ベンダ様は赤字表記</a:t>
            </a:r>
            <a:endParaRPr lang="en-US" altLang="ja-JP" sz="1108" kern="0">
              <a:solidFill>
                <a:srgbClr val="FF0000"/>
              </a:solidFill>
            </a:endParaRPr>
          </a:p>
        </p:txBody>
      </p:sp>
      <p:graphicFrame>
        <p:nvGraphicFramePr>
          <p:cNvPr id="11" name="表 10">
            <a:extLst>
              <a:ext uri="{FF2B5EF4-FFF2-40B4-BE49-F238E27FC236}">
                <a16:creationId xmlns:a16="http://schemas.microsoft.com/office/drawing/2014/main" id="{7E625385-73D4-F638-5C35-47BFE81660DC}"/>
              </a:ext>
            </a:extLst>
          </p:cNvPr>
          <p:cNvGraphicFramePr>
            <a:graphicFrameLocks noGrp="1"/>
          </p:cNvGraphicFramePr>
          <p:nvPr/>
        </p:nvGraphicFramePr>
        <p:xfrm>
          <a:off x="400051" y="1501884"/>
          <a:ext cx="2117725" cy="4136920"/>
        </p:xfrm>
        <a:graphic>
          <a:graphicData uri="http://schemas.openxmlformats.org/drawingml/2006/table">
            <a:tbl>
              <a:tblPr/>
              <a:tblGrid>
                <a:gridCol w="2117725">
                  <a:extLst>
                    <a:ext uri="{9D8B030D-6E8A-4147-A177-3AD203B41FA5}">
                      <a16:colId xmlns:a16="http://schemas.microsoft.com/office/drawing/2014/main" val="2287892254"/>
                    </a:ext>
                  </a:extLst>
                </a:gridCol>
              </a:tblGrid>
              <a:tr h="413692">
                <a:tc>
                  <a:txBody>
                    <a:bodyPr/>
                    <a:lstStyle/>
                    <a:p>
                      <a:pPr algn="r"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株式会社エーシーエス</a:t>
                      </a:r>
                    </a:p>
                  </a:txBody>
                  <a:tcPr marL="6350" marR="6350" marT="6350" marB="0" anchor="ctr">
                    <a:lnL>
                      <a:noFill/>
                    </a:lnL>
                    <a:lnR>
                      <a:noFill/>
                    </a:lnR>
                    <a:lnT>
                      <a:noFill/>
                    </a:lnT>
                    <a:lnB>
                      <a:noFill/>
                    </a:lnB>
                    <a:solidFill>
                      <a:srgbClr val="FFFFFF"/>
                    </a:solidFill>
                  </a:tcPr>
                </a:tc>
                <a:extLst>
                  <a:ext uri="{0D108BD9-81ED-4DB2-BD59-A6C34878D82A}">
                    <a16:rowId xmlns:a16="http://schemas.microsoft.com/office/drawing/2014/main" val="2418309958"/>
                  </a:ext>
                </a:extLst>
              </a:tr>
              <a:tr h="413692">
                <a:tc>
                  <a:txBody>
                    <a:bodyPr/>
                    <a:lstStyle/>
                    <a:p>
                      <a:pPr algn="r" fontAlgn="ctr">
                        <a:buNone/>
                      </a:pPr>
                      <a:r>
                        <a:rPr lang="ja-JP" sz="900" b="0" i="0" u="none" strike="noStrike">
                          <a:solidFill>
                            <a:srgbClr val="FF0000"/>
                          </a:solidFill>
                          <a:effectLst/>
                          <a:latin typeface="Meiryo UI" panose="020B0604030504040204" pitchFamily="50" charset="-128"/>
                          <a:ea typeface="Meiryo UI" panose="020B0604030504040204" pitchFamily="50" charset="-128"/>
                        </a:rPr>
                        <a:t>フューチャーアーキテクト株式会社</a:t>
                      </a:r>
                    </a:p>
                  </a:txBody>
                  <a:tcPr marL="6350" marR="6350" marT="6350" marB="0" anchor="ctr">
                    <a:lnL>
                      <a:noFill/>
                    </a:lnL>
                    <a:lnR>
                      <a:noFill/>
                    </a:lnR>
                    <a:lnT>
                      <a:noFill/>
                    </a:lnT>
                    <a:lnB>
                      <a:noFill/>
                    </a:lnB>
                    <a:solidFill>
                      <a:srgbClr val="FFFFFF"/>
                    </a:solidFill>
                  </a:tcPr>
                </a:tc>
                <a:extLst>
                  <a:ext uri="{0D108BD9-81ED-4DB2-BD59-A6C34878D82A}">
                    <a16:rowId xmlns:a16="http://schemas.microsoft.com/office/drawing/2014/main" val="2098003066"/>
                  </a:ext>
                </a:extLst>
              </a:tr>
              <a:tr h="413692">
                <a:tc>
                  <a:txBody>
                    <a:bodyPr/>
                    <a:lstStyle/>
                    <a:p>
                      <a:pPr algn="r"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株式会社ネグジット総研</a:t>
                      </a:r>
                    </a:p>
                  </a:txBody>
                  <a:tcPr marL="6350" marR="6350" marT="6350" marB="0" anchor="ctr">
                    <a:lnL>
                      <a:noFill/>
                    </a:lnL>
                    <a:lnR>
                      <a:noFill/>
                    </a:lnR>
                    <a:lnT>
                      <a:noFill/>
                    </a:lnT>
                    <a:lnB>
                      <a:noFill/>
                    </a:lnB>
                    <a:solidFill>
                      <a:srgbClr val="FFFFFF"/>
                    </a:solidFill>
                  </a:tcPr>
                </a:tc>
                <a:extLst>
                  <a:ext uri="{0D108BD9-81ED-4DB2-BD59-A6C34878D82A}">
                    <a16:rowId xmlns:a16="http://schemas.microsoft.com/office/drawing/2014/main" val="3864379476"/>
                  </a:ext>
                </a:extLst>
              </a:tr>
              <a:tr h="413692">
                <a:tc>
                  <a:txBody>
                    <a:bodyPr/>
                    <a:lstStyle/>
                    <a:p>
                      <a:pPr algn="r" fontAlgn="ctr">
                        <a:buNone/>
                      </a:pPr>
                      <a:r>
                        <a:rPr lang="ja-JP" sz="900" b="0" i="0" u="none" strike="noStrike">
                          <a:solidFill>
                            <a:srgbClr val="FF0000"/>
                          </a:solidFill>
                          <a:effectLst/>
                          <a:latin typeface="Meiryo UI" panose="020B0604030504040204" pitchFamily="50" charset="-128"/>
                          <a:ea typeface="Meiryo UI" panose="020B0604030504040204" pitchFamily="50" charset="-128"/>
                        </a:rPr>
                        <a:t>日本アイ・ビー・エム株式会社</a:t>
                      </a:r>
                    </a:p>
                  </a:txBody>
                  <a:tcPr marL="6350" marR="6350" marT="6350" marB="0" anchor="ctr">
                    <a:lnL>
                      <a:noFill/>
                    </a:lnL>
                    <a:lnR>
                      <a:noFill/>
                    </a:lnR>
                    <a:lnT>
                      <a:noFill/>
                    </a:lnT>
                    <a:lnB>
                      <a:noFill/>
                    </a:lnB>
                    <a:solidFill>
                      <a:srgbClr val="FFFFFF"/>
                    </a:solidFill>
                  </a:tcPr>
                </a:tc>
                <a:extLst>
                  <a:ext uri="{0D108BD9-81ED-4DB2-BD59-A6C34878D82A}">
                    <a16:rowId xmlns:a16="http://schemas.microsoft.com/office/drawing/2014/main" val="3395266790"/>
                  </a:ext>
                </a:extLst>
              </a:tr>
              <a:tr h="413692">
                <a:tc>
                  <a:txBody>
                    <a:bodyPr/>
                    <a:lstStyle/>
                    <a:p>
                      <a:pPr algn="r" fontAlgn="ctr">
                        <a:buNone/>
                      </a:pPr>
                      <a:r>
                        <a:rPr lang="ja-JP" sz="900" b="0" i="0" u="none" strike="noStrike">
                          <a:solidFill>
                            <a:srgbClr val="FF0000"/>
                          </a:solidFill>
                          <a:effectLst/>
                          <a:latin typeface="Meiryo UI" panose="020B0604030504040204" pitchFamily="50" charset="-128"/>
                          <a:ea typeface="Meiryo UI" panose="020B0604030504040204" pitchFamily="50" charset="-128"/>
                        </a:rPr>
                        <a:t>タック株式会社</a:t>
                      </a:r>
                    </a:p>
                  </a:txBody>
                  <a:tcPr marL="6350" marR="6350" marT="6350" marB="0" anchor="ctr">
                    <a:lnL>
                      <a:noFill/>
                    </a:lnL>
                    <a:lnR>
                      <a:noFill/>
                    </a:lnR>
                    <a:lnT>
                      <a:noFill/>
                    </a:lnT>
                    <a:lnB>
                      <a:noFill/>
                    </a:lnB>
                    <a:solidFill>
                      <a:srgbClr val="FFFFFF"/>
                    </a:solidFill>
                  </a:tcPr>
                </a:tc>
                <a:extLst>
                  <a:ext uri="{0D108BD9-81ED-4DB2-BD59-A6C34878D82A}">
                    <a16:rowId xmlns:a16="http://schemas.microsoft.com/office/drawing/2014/main" val="3159486404"/>
                  </a:ext>
                </a:extLst>
              </a:tr>
              <a:tr h="413692">
                <a:tc>
                  <a:txBody>
                    <a:bodyPr/>
                    <a:lstStyle/>
                    <a:p>
                      <a:pPr algn="r"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株式会社グローバルソフトウェア</a:t>
                      </a:r>
                    </a:p>
                  </a:txBody>
                  <a:tcPr marL="6350" marR="6350" marT="6350" marB="0" anchor="ctr">
                    <a:lnL>
                      <a:noFill/>
                    </a:lnL>
                    <a:lnR>
                      <a:noFill/>
                    </a:lnR>
                    <a:lnT>
                      <a:noFill/>
                    </a:lnT>
                    <a:lnB>
                      <a:noFill/>
                    </a:lnB>
                    <a:solidFill>
                      <a:srgbClr val="FFFFFF"/>
                    </a:solidFill>
                  </a:tcPr>
                </a:tc>
                <a:extLst>
                  <a:ext uri="{0D108BD9-81ED-4DB2-BD59-A6C34878D82A}">
                    <a16:rowId xmlns:a16="http://schemas.microsoft.com/office/drawing/2014/main" val="4163114943"/>
                  </a:ext>
                </a:extLst>
              </a:tr>
              <a:tr h="413692">
                <a:tc>
                  <a:txBody>
                    <a:bodyPr/>
                    <a:lstStyle/>
                    <a:p>
                      <a:pPr algn="r" fontAlgn="ctr">
                        <a:buNone/>
                      </a:pPr>
                      <a:r>
                        <a:rPr lang="ja-JP" sz="900" b="0" i="0" u="none" strike="noStrike">
                          <a:solidFill>
                            <a:srgbClr val="FF0000"/>
                          </a:solidFill>
                          <a:effectLst/>
                          <a:latin typeface="Meiryo UI" panose="020B0604030504040204" pitchFamily="50" charset="-128"/>
                          <a:ea typeface="Meiryo UI" panose="020B0604030504040204" pitchFamily="50" charset="-128"/>
                        </a:rPr>
                        <a:t>ウィーメックス株式会社</a:t>
                      </a:r>
                    </a:p>
                  </a:txBody>
                  <a:tcPr marL="6350" marR="6350" marT="6350" marB="0" anchor="ctr">
                    <a:lnL>
                      <a:noFill/>
                    </a:lnL>
                    <a:lnR>
                      <a:noFill/>
                    </a:lnR>
                    <a:lnT>
                      <a:noFill/>
                    </a:lnT>
                    <a:lnB>
                      <a:noFill/>
                    </a:lnB>
                    <a:solidFill>
                      <a:srgbClr val="FFFFFF"/>
                    </a:solidFill>
                  </a:tcPr>
                </a:tc>
                <a:extLst>
                  <a:ext uri="{0D108BD9-81ED-4DB2-BD59-A6C34878D82A}">
                    <a16:rowId xmlns:a16="http://schemas.microsoft.com/office/drawing/2014/main" val="2288730526"/>
                  </a:ext>
                </a:extLst>
              </a:tr>
              <a:tr h="413692">
                <a:tc>
                  <a:txBody>
                    <a:bodyPr/>
                    <a:lstStyle/>
                    <a:p>
                      <a:pPr algn="r"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株式会社　エクセル・クリエイツ</a:t>
                      </a:r>
                    </a:p>
                  </a:txBody>
                  <a:tcPr marL="6350" marR="6350" marT="6350" marB="0" anchor="ctr">
                    <a:lnL>
                      <a:noFill/>
                    </a:lnL>
                    <a:lnR>
                      <a:noFill/>
                    </a:lnR>
                    <a:lnT>
                      <a:noFill/>
                    </a:lnT>
                    <a:lnB>
                      <a:noFill/>
                    </a:lnB>
                    <a:solidFill>
                      <a:srgbClr val="FFFFFF"/>
                    </a:solidFill>
                  </a:tcPr>
                </a:tc>
                <a:extLst>
                  <a:ext uri="{0D108BD9-81ED-4DB2-BD59-A6C34878D82A}">
                    <a16:rowId xmlns:a16="http://schemas.microsoft.com/office/drawing/2014/main" val="1772064914"/>
                  </a:ext>
                </a:extLst>
              </a:tr>
              <a:tr h="413692">
                <a:tc>
                  <a:txBody>
                    <a:bodyPr/>
                    <a:lstStyle/>
                    <a:p>
                      <a:pPr algn="r" fontAlgn="ctr">
                        <a:buNone/>
                      </a:pPr>
                      <a:r>
                        <a:rPr lang="ja-JP" sz="900" b="0" i="0" u="none" strike="noStrike">
                          <a:solidFill>
                            <a:srgbClr val="000000"/>
                          </a:solidFill>
                          <a:effectLst/>
                          <a:latin typeface="Meiryo UI" panose="020B0604030504040204" pitchFamily="50" charset="-128"/>
                          <a:ea typeface="Meiryo UI" panose="020B0604030504040204" pitchFamily="50" charset="-128"/>
                        </a:rPr>
                        <a:t>株式会社ＥＭシステムズ</a:t>
                      </a:r>
                    </a:p>
                  </a:txBody>
                  <a:tcPr marL="6350" marR="6350" marT="6350" marB="0" anchor="ctr">
                    <a:lnL>
                      <a:noFill/>
                    </a:lnL>
                    <a:lnR>
                      <a:noFill/>
                    </a:lnR>
                    <a:lnT>
                      <a:noFill/>
                    </a:lnT>
                    <a:lnB>
                      <a:noFill/>
                    </a:lnB>
                    <a:solidFill>
                      <a:srgbClr val="FFFFFF"/>
                    </a:solidFill>
                  </a:tcPr>
                </a:tc>
                <a:extLst>
                  <a:ext uri="{0D108BD9-81ED-4DB2-BD59-A6C34878D82A}">
                    <a16:rowId xmlns:a16="http://schemas.microsoft.com/office/drawing/2014/main" val="3375489382"/>
                  </a:ext>
                </a:extLst>
              </a:tr>
              <a:tr h="413692">
                <a:tc>
                  <a:txBody>
                    <a:bodyPr/>
                    <a:lstStyle/>
                    <a:p>
                      <a:pPr algn="r" fontAlgn="ctr">
                        <a:buNone/>
                      </a:pPr>
                      <a:r>
                        <a:rPr lang="ja-JP" sz="900" b="0" i="0" u="none" strike="noStrike">
                          <a:solidFill>
                            <a:srgbClr val="FF0000"/>
                          </a:solidFill>
                          <a:effectLst/>
                          <a:latin typeface="Meiryo UI" panose="020B0604030504040204" pitchFamily="50" charset="-128"/>
                          <a:ea typeface="Meiryo UI" panose="020B0604030504040204" pitchFamily="50" charset="-128"/>
                        </a:rPr>
                        <a:t>株式会社ＳＢＳ情報システム</a:t>
                      </a:r>
                    </a:p>
                  </a:txBody>
                  <a:tcPr marL="6350" marR="6350" marT="6350" marB="0" anchor="ctr">
                    <a:lnL>
                      <a:noFill/>
                    </a:lnL>
                    <a:lnR>
                      <a:noFill/>
                    </a:lnR>
                    <a:lnT>
                      <a:noFill/>
                    </a:lnT>
                    <a:lnB>
                      <a:noFill/>
                    </a:lnB>
                    <a:solidFill>
                      <a:srgbClr val="FFFFFF"/>
                    </a:solidFill>
                  </a:tcPr>
                </a:tc>
                <a:extLst>
                  <a:ext uri="{0D108BD9-81ED-4DB2-BD59-A6C34878D82A}">
                    <a16:rowId xmlns:a16="http://schemas.microsoft.com/office/drawing/2014/main" val="3817366507"/>
                  </a:ext>
                </a:extLst>
              </a:tr>
            </a:tbl>
          </a:graphicData>
        </a:graphic>
      </p:graphicFrame>
    </p:spTree>
    <p:extLst>
      <p:ext uri="{BB962C8B-B14F-4D97-AF65-F5344CB8AC3E}">
        <p14:creationId xmlns:p14="http://schemas.microsoft.com/office/powerpoint/2010/main" val="18547948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A7C5E-1A74-5DEC-0263-1CEFC666F0B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C958F1E-CD9A-682F-B2B2-C0C4151EBCEC}"/>
              </a:ext>
            </a:extLst>
          </p:cNvPr>
          <p:cNvSpPr>
            <a:spLocks noGrp="1"/>
          </p:cNvSpPr>
          <p:nvPr>
            <p:ph type="title"/>
          </p:nvPr>
        </p:nvSpPr>
        <p:spPr/>
        <p:txBody>
          <a:bodyPr/>
          <a:lstStyle/>
          <a:p>
            <a:r>
              <a:rPr lang="en-US" altLang="ja-JP" kern="1200"/>
              <a:t>ONS</a:t>
            </a:r>
            <a:r>
              <a:rPr lang="ja-JP" altLang="en-US" kern="1200"/>
              <a:t>問い合わせ月次報告</a:t>
            </a:r>
            <a:br>
              <a:rPr lang="en-US" altLang="ja-JP" kern="1200"/>
            </a:br>
            <a:r>
              <a:rPr kumimoji="1" lang="en-US" altLang="ja-JP"/>
              <a:t>(</a:t>
            </a:r>
            <a:r>
              <a:rPr kumimoji="1" lang="ja-JP" altLang="en-US"/>
              <a:t>参考</a:t>
            </a:r>
            <a:r>
              <a:rPr lang="en-US" altLang="ja-JP"/>
              <a:t>)</a:t>
            </a:r>
            <a:r>
              <a:rPr lang="ja-JP" altLang="en-US"/>
              <a:t>医療機関等</a:t>
            </a:r>
            <a:r>
              <a:rPr lang="en-US" altLang="ja-JP"/>
              <a:t>ONS</a:t>
            </a:r>
            <a:r>
              <a:rPr lang="ja-JP" altLang="en-US"/>
              <a:t>モデル事業参加ベンダ問い合わせ内容</a:t>
            </a:r>
            <a:endParaRPr kumimoji="1" lang="ja-JP" altLang="en-US"/>
          </a:p>
        </p:txBody>
      </p:sp>
      <p:sp>
        <p:nvSpPr>
          <p:cNvPr id="5" name="コンテンツ プレースホルダー 3">
            <a:extLst>
              <a:ext uri="{FF2B5EF4-FFF2-40B4-BE49-F238E27FC236}">
                <a16:creationId xmlns:a16="http://schemas.microsoft.com/office/drawing/2014/main" id="{CDCFBBBC-E36C-B3E4-9F57-16A44443DB4B}"/>
              </a:ext>
            </a:extLst>
          </p:cNvPr>
          <p:cNvSpPr txBox="1">
            <a:spLocks noGrp="1"/>
          </p:cNvSpPr>
          <p:nvPr>
            <p:ph idx="1"/>
          </p:nvPr>
        </p:nvSpPr>
        <p:spPr bwMode="auto">
          <a:xfrm>
            <a:off x="849314" y="765175"/>
            <a:ext cx="8207375" cy="1079500"/>
          </a:xfrm>
          <a:prstGeom prst="rect">
            <a:avLst/>
          </a:prstGeom>
          <a:noFill/>
          <a:ln w="12700">
            <a:noFill/>
            <a:miter lim="800000"/>
            <a:headEnd/>
            <a:tailEnd/>
          </a:ln>
        </p:spPr>
        <p:txBody>
          <a:bodyPr vert="horz" wrap="square" lIns="0" tIns="46800" rIns="90407" bIns="46800" numCol="1" anchor="t" anchorCtr="0" compatLnSpc="1">
            <a:prstTxWarp prst="textNoShape">
              <a:avLst/>
            </a:prstTxWarp>
            <a:noAutofit/>
          </a:bodyPr>
          <a:lstStyle>
            <a:lvl1pPr marL="232171" indent="-232171" algn="l" rtl="0" eaLnBrk="0" fontAlgn="base" hangingPunct="0">
              <a:spcBef>
                <a:spcPts val="0"/>
              </a:spcBef>
              <a:spcAft>
                <a:spcPct val="0"/>
              </a:spcAft>
              <a:buFont typeface="Arial" panose="020B0604020202020204" pitchFamily="34" charset="0"/>
              <a:buChar char="•"/>
              <a:defRPr kumimoji="1" sz="1200">
                <a:solidFill>
                  <a:schemeClr val="tx1"/>
                </a:solidFill>
                <a:latin typeface="+mj-ea"/>
                <a:ea typeface="+mj-ea"/>
                <a:cs typeface="+mn-cs"/>
              </a:defRPr>
            </a:lvl1pPr>
            <a:lvl2pPr marL="573789" indent="-214278" algn="l" rtl="0" eaLnBrk="0" fontAlgn="base" hangingPunct="0">
              <a:spcBef>
                <a:spcPct val="20000"/>
              </a:spcBef>
              <a:spcAft>
                <a:spcPct val="0"/>
              </a:spcAft>
              <a:buChar char="–"/>
              <a:defRPr kumimoji="1" sz="2100">
                <a:solidFill>
                  <a:schemeClr val="tx1"/>
                </a:solidFill>
                <a:latin typeface="Times New Roman" pitchFamily="18" charset="0"/>
                <a:ea typeface="+mn-ea"/>
              </a:defRPr>
            </a:lvl2pPr>
            <a:lvl3pPr marL="888064" indent="-171422" algn="l" rtl="0" eaLnBrk="0" fontAlgn="base" hangingPunct="0">
              <a:spcBef>
                <a:spcPct val="20000"/>
              </a:spcBef>
              <a:spcAft>
                <a:spcPct val="0"/>
              </a:spcAft>
              <a:buChar char="•"/>
              <a:defRPr kumimoji="1" sz="1800">
                <a:solidFill>
                  <a:schemeClr val="tx1"/>
                </a:solidFill>
                <a:latin typeface="Times New Roman" pitchFamily="18" charset="0"/>
                <a:ea typeface="+mn-ea"/>
              </a:defRPr>
            </a:lvl3pPr>
            <a:lvl4pPr marL="1202338" indent="-171422" algn="l" rtl="0" eaLnBrk="0" fontAlgn="base" hangingPunct="0">
              <a:spcBef>
                <a:spcPct val="20000"/>
              </a:spcBef>
              <a:spcAft>
                <a:spcPct val="0"/>
              </a:spcAft>
              <a:buChar char="–"/>
              <a:defRPr kumimoji="1" sz="1500">
                <a:solidFill>
                  <a:schemeClr val="tx1"/>
                </a:solidFill>
                <a:latin typeface="Times New Roman" pitchFamily="18" charset="0"/>
                <a:ea typeface="+mn-ea"/>
              </a:defRPr>
            </a:lvl4pPr>
            <a:lvl5pPr marL="1542801" indent="-172613" algn="l" rtl="0" eaLnBrk="0" fontAlgn="base" hangingPunct="0">
              <a:spcBef>
                <a:spcPct val="20000"/>
              </a:spcBef>
              <a:spcAft>
                <a:spcPct val="0"/>
              </a:spcAft>
              <a:buChar char="»"/>
              <a:defRPr kumimoji="1" sz="1500">
                <a:solidFill>
                  <a:schemeClr val="tx1"/>
                </a:solidFill>
                <a:latin typeface="Times New Roman" pitchFamily="18" charset="0"/>
                <a:ea typeface="+mn-ea"/>
              </a:defRPr>
            </a:lvl5pPr>
            <a:lvl6pPr marL="1885647" indent="-171422" algn="l" rtl="0" fontAlgn="base">
              <a:spcBef>
                <a:spcPct val="20000"/>
              </a:spcBef>
              <a:spcAft>
                <a:spcPct val="0"/>
              </a:spcAft>
              <a:buChar char="»"/>
              <a:defRPr kumimoji="1" sz="1500">
                <a:solidFill>
                  <a:schemeClr val="tx1"/>
                </a:solidFill>
                <a:latin typeface="Times New Roman" pitchFamily="18" charset="0"/>
                <a:ea typeface="+mn-ea"/>
              </a:defRPr>
            </a:lvl6pPr>
            <a:lvl7pPr marL="2228492" indent="-171422" algn="l" rtl="0" fontAlgn="base">
              <a:spcBef>
                <a:spcPct val="20000"/>
              </a:spcBef>
              <a:spcAft>
                <a:spcPct val="0"/>
              </a:spcAft>
              <a:buChar char="»"/>
              <a:defRPr kumimoji="1" sz="1500">
                <a:solidFill>
                  <a:schemeClr val="tx1"/>
                </a:solidFill>
                <a:latin typeface="Times New Roman" pitchFamily="18" charset="0"/>
                <a:ea typeface="+mn-ea"/>
              </a:defRPr>
            </a:lvl7pPr>
            <a:lvl8pPr marL="2571336" indent="-171422" algn="l" rtl="0" fontAlgn="base">
              <a:spcBef>
                <a:spcPct val="20000"/>
              </a:spcBef>
              <a:spcAft>
                <a:spcPct val="0"/>
              </a:spcAft>
              <a:buChar char="»"/>
              <a:defRPr kumimoji="1" sz="1500">
                <a:solidFill>
                  <a:schemeClr val="tx1"/>
                </a:solidFill>
                <a:latin typeface="Times New Roman" pitchFamily="18" charset="0"/>
                <a:ea typeface="+mn-ea"/>
              </a:defRPr>
            </a:lvl8pPr>
            <a:lvl9pPr marL="2914180" indent="-171422" algn="l" rtl="0" fontAlgn="base">
              <a:spcBef>
                <a:spcPct val="20000"/>
              </a:spcBef>
              <a:spcAft>
                <a:spcPct val="0"/>
              </a:spcAft>
              <a:buChar char="»"/>
              <a:defRPr kumimoji="1" sz="1500">
                <a:solidFill>
                  <a:schemeClr val="tx1"/>
                </a:solidFill>
                <a:latin typeface="Times New Roman" pitchFamily="18" charset="0"/>
                <a:ea typeface="+mn-ea"/>
              </a:defRPr>
            </a:lvl9pPr>
          </a:lstStyle>
          <a:p>
            <a:pPr marL="231775" indent="-231775"/>
            <a:r>
              <a:rPr lang="en-US" altLang="ja-JP" sz="1400"/>
              <a:t>9</a:t>
            </a:r>
            <a:r>
              <a:rPr lang="ja-JP" altLang="en-US" sz="1400"/>
              <a:t>月の問い合わせ件数上位</a:t>
            </a:r>
            <a:r>
              <a:rPr lang="en-US" altLang="ja-JP" sz="1400"/>
              <a:t>8</a:t>
            </a:r>
            <a:r>
              <a:rPr lang="ja-JP" altLang="en-US" sz="1400"/>
              <a:t>割における</a:t>
            </a:r>
            <a:r>
              <a:rPr lang="ja-JP" altLang="en-US" sz="1400">
                <a:latin typeface="Meiryo UI"/>
                <a:ea typeface="Meiryo UI"/>
              </a:rPr>
              <a:t>モデル事業参加ベンダからの新規問い合わせ内容は下記の通り。</a:t>
            </a:r>
            <a:endParaRPr lang="en-US" altLang="ja-JP" sz="1400">
              <a:latin typeface="Meiryo UI"/>
              <a:ea typeface="Meiryo UI"/>
            </a:endParaRPr>
          </a:p>
        </p:txBody>
      </p:sp>
      <p:graphicFrame>
        <p:nvGraphicFramePr>
          <p:cNvPr id="6" name="表 5">
            <a:extLst>
              <a:ext uri="{FF2B5EF4-FFF2-40B4-BE49-F238E27FC236}">
                <a16:creationId xmlns:a16="http://schemas.microsoft.com/office/drawing/2014/main" id="{C03BA2D6-E61C-31C2-7F45-02B6EE9397A0}"/>
              </a:ext>
            </a:extLst>
          </p:cNvPr>
          <p:cNvGraphicFramePr>
            <a:graphicFrameLocks noGrp="1"/>
          </p:cNvGraphicFramePr>
          <p:nvPr/>
        </p:nvGraphicFramePr>
        <p:xfrm>
          <a:off x="849001" y="1304926"/>
          <a:ext cx="8207375" cy="5143505"/>
        </p:xfrm>
        <a:graphic>
          <a:graphicData uri="http://schemas.openxmlformats.org/drawingml/2006/table">
            <a:tbl>
              <a:tblPr>
                <a:tableStyleId>{5C22544A-7EE6-4342-B048-85BDC9FD1C3A}</a:tableStyleId>
              </a:tblPr>
              <a:tblGrid>
                <a:gridCol w="907488">
                  <a:extLst>
                    <a:ext uri="{9D8B030D-6E8A-4147-A177-3AD203B41FA5}">
                      <a16:colId xmlns:a16="http://schemas.microsoft.com/office/drawing/2014/main" val="1668515430"/>
                    </a:ext>
                  </a:extLst>
                </a:gridCol>
                <a:gridCol w="958628">
                  <a:extLst>
                    <a:ext uri="{9D8B030D-6E8A-4147-A177-3AD203B41FA5}">
                      <a16:colId xmlns:a16="http://schemas.microsoft.com/office/drawing/2014/main" val="420482367"/>
                    </a:ext>
                  </a:extLst>
                </a:gridCol>
                <a:gridCol w="636443">
                  <a:extLst>
                    <a:ext uri="{9D8B030D-6E8A-4147-A177-3AD203B41FA5}">
                      <a16:colId xmlns:a16="http://schemas.microsoft.com/office/drawing/2014/main" val="1064379640"/>
                    </a:ext>
                  </a:extLst>
                </a:gridCol>
                <a:gridCol w="1980997">
                  <a:extLst>
                    <a:ext uri="{9D8B030D-6E8A-4147-A177-3AD203B41FA5}">
                      <a16:colId xmlns:a16="http://schemas.microsoft.com/office/drawing/2014/main" val="103563573"/>
                    </a:ext>
                  </a:extLst>
                </a:gridCol>
                <a:gridCol w="3723819">
                  <a:extLst>
                    <a:ext uri="{9D8B030D-6E8A-4147-A177-3AD203B41FA5}">
                      <a16:colId xmlns:a16="http://schemas.microsoft.com/office/drawing/2014/main" val="1357456994"/>
                    </a:ext>
                  </a:extLst>
                </a:gridCol>
              </a:tblGrid>
              <a:tr h="241781">
                <a:tc>
                  <a:txBody>
                    <a:bodyPr/>
                    <a:lstStyle/>
                    <a:p>
                      <a:pPr algn="ctr" rtl="0" fontAlgn="ctr"/>
                      <a:r>
                        <a:rPr lang="en-US" sz="1100" b="1" i="0" u="none" strike="noStrike">
                          <a:solidFill>
                            <a:srgbClr val="FFFFFF"/>
                          </a:solidFill>
                          <a:effectLst/>
                          <a:latin typeface="+mn-ea"/>
                          <a:ea typeface="+mn-ea"/>
                        </a:rPr>
                        <a:t>INC</a:t>
                      </a:r>
                      <a:r>
                        <a:rPr lang="ja-JP" altLang="en-US" sz="1100" b="1" i="0" u="none" strike="noStrike">
                          <a:solidFill>
                            <a:srgbClr val="FFFFFF"/>
                          </a:solidFill>
                          <a:effectLst/>
                          <a:latin typeface="+mn-ea"/>
                          <a:ea typeface="+mn-ea"/>
                        </a:rPr>
                        <a:t>番号</a:t>
                      </a:r>
                    </a:p>
                  </a:txBody>
                  <a:tcPr marL="6350" marR="6350" marT="6350" marB="0" anchor="ctr">
                    <a:solidFill>
                      <a:schemeClr val="accent1"/>
                    </a:solidFill>
                  </a:tcPr>
                </a:tc>
                <a:tc>
                  <a:txBody>
                    <a:bodyPr/>
                    <a:lstStyle/>
                    <a:p>
                      <a:pPr algn="ctr" rtl="0" fontAlgn="ctr"/>
                      <a:r>
                        <a:rPr lang="ja-JP" altLang="en-US" sz="1100" b="1" i="0" u="none" strike="noStrike">
                          <a:solidFill>
                            <a:srgbClr val="FFFFFF"/>
                          </a:solidFill>
                          <a:effectLst/>
                          <a:latin typeface="+mn-ea"/>
                          <a:ea typeface="+mn-ea"/>
                        </a:rPr>
                        <a:t>問い合わせ日時</a:t>
                      </a:r>
                    </a:p>
                  </a:txBody>
                  <a:tcPr marL="6350" marR="6350" marT="6350" marB="0" anchor="ctr">
                    <a:solidFill>
                      <a:schemeClr val="accent1"/>
                    </a:solidFill>
                  </a:tcPr>
                </a:tc>
                <a:tc>
                  <a:txBody>
                    <a:bodyPr/>
                    <a:lstStyle/>
                    <a:p>
                      <a:pPr algn="ctr" rtl="0" fontAlgn="ctr"/>
                      <a:r>
                        <a:rPr lang="ja-JP" altLang="en-US" sz="1100" b="1" i="0" u="none" strike="noStrike">
                          <a:solidFill>
                            <a:srgbClr val="FFFFFF"/>
                          </a:solidFill>
                          <a:effectLst/>
                          <a:latin typeface="+mn-ea"/>
                          <a:ea typeface="+mn-ea"/>
                        </a:rPr>
                        <a:t>ステータス</a:t>
                      </a:r>
                    </a:p>
                  </a:txBody>
                  <a:tcPr marL="6350" marR="6350" marT="6350" marB="0" anchor="ctr">
                    <a:solidFill>
                      <a:schemeClr val="accent1"/>
                    </a:solidFill>
                  </a:tcPr>
                </a:tc>
                <a:tc>
                  <a:txBody>
                    <a:bodyPr/>
                    <a:lstStyle/>
                    <a:p>
                      <a:pPr marL="0" marR="0" lvl="0" indent="0" algn="ctr" defTabSz="779032" rtl="0" eaLnBrk="1" fontAlgn="ctr" latinLnBrk="0" hangingPunct="1">
                        <a:lnSpc>
                          <a:spcPct val="100000"/>
                        </a:lnSpc>
                        <a:spcBef>
                          <a:spcPts val="0"/>
                        </a:spcBef>
                        <a:spcAft>
                          <a:spcPts val="0"/>
                        </a:spcAft>
                        <a:buClrTx/>
                        <a:buSzTx/>
                        <a:buFontTx/>
                        <a:buNone/>
                        <a:tabLst/>
                        <a:defRPr/>
                      </a:pPr>
                      <a:r>
                        <a:rPr lang="ja-JP" altLang="en-US" sz="1100" b="1" i="0" u="none" strike="noStrike">
                          <a:solidFill>
                            <a:schemeClr val="bg1"/>
                          </a:solidFill>
                          <a:effectLst/>
                          <a:latin typeface="+mn-ea"/>
                          <a:ea typeface="+mn-ea"/>
                        </a:rPr>
                        <a:t>ベンダー名</a:t>
                      </a:r>
                    </a:p>
                  </a:txBody>
                  <a:tcPr marL="6350" marR="6350" marT="6350" marB="0" anchor="ctr">
                    <a:solidFill>
                      <a:schemeClr val="accent1"/>
                    </a:solidFill>
                  </a:tcPr>
                </a:tc>
                <a:tc>
                  <a:txBody>
                    <a:bodyPr/>
                    <a:lstStyle/>
                    <a:p>
                      <a:pPr algn="ctr" rtl="0" fontAlgn="ctr"/>
                      <a:r>
                        <a:rPr lang="ja-JP" altLang="en-US" sz="1100" b="1" i="0" u="none" strike="noStrike">
                          <a:solidFill>
                            <a:srgbClr val="FFFFFF"/>
                          </a:solidFill>
                          <a:effectLst/>
                          <a:latin typeface="+mn-ea"/>
                          <a:ea typeface="+mn-ea"/>
                        </a:rPr>
                        <a:t>詳細</a:t>
                      </a:r>
                    </a:p>
                  </a:txBody>
                  <a:tcPr marL="6350" marR="6350" marT="6350" marB="0" anchor="ctr">
                    <a:solidFill>
                      <a:schemeClr val="accent1"/>
                    </a:solidFill>
                  </a:tcPr>
                </a:tc>
                <a:extLst>
                  <a:ext uri="{0D108BD9-81ED-4DB2-BD59-A6C34878D82A}">
                    <a16:rowId xmlns:a16="http://schemas.microsoft.com/office/drawing/2014/main" val="1397258947"/>
                  </a:ext>
                </a:extLst>
              </a:tr>
              <a:tr h="408477">
                <a:tc>
                  <a:txBody>
                    <a:bodyPr/>
                    <a:lstStyle/>
                    <a:p>
                      <a:pPr algn="ctr" fontAlgn="ctr">
                        <a:buNone/>
                      </a:pPr>
                      <a:r>
                        <a:rPr lang="ja-JP" sz="1100" b="0" i="0" u="none" strike="noStrike">
                          <a:solidFill>
                            <a:srgbClr val="000000"/>
                          </a:solidFill>
                          <a:effectLst/>
                          <a:latin typeface="+mj-ea"/>
                          <a:ea typeface="+mj-ea"/>
                        </a:rPr>
                        <a:t>INC0036659</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2026/9/3 21:35</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クローズ</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ウィーメックス株式会社</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傷病名登録と傷病名閲覧の仕様相談</a:t>
                      </a:r>
                    </a:p>
                  </a:txBody>
                  <a:tcPr marL="6350" marR="6350" marT="6350" marB="0" anchor="ctr"/>
                </a:tc>
                <a:extLst>
                  <a:ext uri="{0D108BD9-81ED-4DB2-BD59-A6C34878D82A}">
                    <a16:rowId xmlns:a16="http://schemas.microsoft.com/office/drawing/2014/main" val="1139830195"/>
                  </a:ext>
                </a:extLst>
              </a:tr>
              <a:tr h="408477">
                <a:tc>
                  <a:txBody>
                    <a:bodyPr/>
                    <a:lstStyle/>
                    <a:p>
                      <a:pPr algn="ctr" fontAlgn="ctr">
                        <a:buNone/>
                      </a:pPr>
                      <a:r>
                        <a:rPr lang="ja-JP" sz="1100" b="0" i="0" u="none" strike="noStrike">
                          <a:solidFill>
                            <a:srgbClr val="000000"/>
                          </a:solidFill>
                          <a:effectLst/>
                          <a:latin typeface="+mj-ea"/>
                          <a:ea typeface="+mj-ea"/>
                        </a:rPr>
                        <a:t>INC0036671</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2026/9/4 15:37</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クローズ</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日本アイ・ビー・エム株式会社</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病名に全角ハイフンマイナスの文字が含まれる場合にエラーとなる事象について</a:t>
                      </a:r>
                    </a:p>
                  </a:txBody>
                  <a:tcPr marL="6350" marR="6350" marT="6350" marB="0" anchor="ctr"/>
                </a:tc>
                <a:extLst>
                  <a:ext uri="{0D108BD9-81ED-4DB2-BD59-A6C34878D82A}">
                    <a16:rowId xmlns:a16="http://schemas.microsoft.com/office/drawing/2014/main" val="1060535778"/>
                  </a:ext>
                </a:extLst>
              </a:tr>
              <a:tr h="408477">
                <a:tc>
                  <a:txBody>
                    <a:bodyPr/>
                    <a:lstStyle/>
                    <a:p>
                      <a:pPr algn="ctr" fontAlgn="ctr">
                        <a:buNone/>
                      </a:pPr>
                      <a:r>
                        <a:rPr lang="ja-JP" sz="1100" b="0" i="0" u="none" strike="noStrike">
                          <a:solidFill>
                            <a:srgbClr val="000000"/>
                          </a:solidFill>
                          <a:effectLst/>
                          <a:latin typeface="+mj-ea"/>
                          <a:ea typeface="+mj-ea"/>
                        </a:rPr>
                        <a:t>INC0036686</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2026/9/7 13:27</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クローズ</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フューチャーアーキテクト株式会社</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電子カルテ情報共有サービス向け健診マスタの更改運用について（方針・事前予告の 有無に関する照会）</a:t>
                      </a:r>
                    </a:p>
                  </a:txBody>
                  <a:tcPr marL="6350" marR="6350" marT="6350" marB="0" anchor="ctr"/>
                </a:tc>
                <a:extLst>
                  <a:ext uri="{0D108BD9-81ED-4DB2-BD59-A6C34878D82A}">
                    <a16:rowId xmlns:a16="http://schemas.microsoft.com/office/drawing/2014/main" val="2645963249"/>
                  </a:ext>
                </a:extLst>
              </a:tr>
              <a:tr h="408477">
                <a:tc>
                  <a:txBody>
                    <a:bodyPr/>
                    <a:lstStyle/>
                    <a:p>
                      <a:pPr algn="ctr" fontAlgn="ctr">
                        <a:buNone/>
                      </a:pPr>
                      <a:r>
                        <a:rPr lang="ja-JP" sz="1100" b="0" i="0" u="none" strike="noStrike">
                          <a:solidFill>
                            <a:srgbClr val="000000"/>
                          </a:solidFill>
                          <a:effectLst/>
                          <a:latin typeface="+mj-ea"/>
                          <a:ea typeface="+mj-ea"/>
                        </a:rPr>
                        <a:t>INC0036693</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2026/9/7 18:36</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クローズ</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フューチャーアーキテクト株式会社</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電子カルテ情報共有サービスへ登録する検査結果情報の桁数上限について</a:t>
                      </a:r>
                    </a:p>
                  </a:txBody>
                  <a:tcPr marL="6350" marR="6350" marT="6350" marB="0" anchor="ctr"/>
                </a:tc>
                <a:extLst>
                  <a:ext uri="{0D108BD9-81ED-4DB2-BD59-A6C34878D82A}">
                    <a16:rowId xmlns:a16="http://schemas.microsoft.com/office/drawing/2014/main" val="4277531949"/>
                  </a:ext>
                </a:extLst>
              </a:tr>
              <a:tr h="408477">
                <a:tc>
                  <a:txBody>
                    <a:bodyPr/>
                    <a:lstStyle/>
                    <a:p>
                      <a:pPr algn="ctr" fontAlgn="ctr">
                        <a:buNone/>
                      </a:pPr>
                      <a:r>
                        <a:rPr lang="ja-JP" sz="1100" b="0" i="0" u="none" strike="noStrike">
                          <a:solidFill>
                            <a:srgbClr val="000000"/>
                          </a:solidFill>
                          <a:effectLst/>
                          <a:latin typeface="+mj-ea"/>
                          <a:ea typeface="+mj-ea"/>
                        </a:rPr>
                        <a:t>INC0036694</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2026/9/7 19:28</a:t>
                      </a:r>
                    </a:p>
                  </a:txBody>
                  <a:tcPr marL="6350" marR="6350" marT="6350" marB="0" anchor="ctr"/>
                </a:tc>
                <a:tc>
                  <a:txBody>
                    <a:bodyPr/>
                    <a:lstStyle/>
                    <a:p>
                      <a:pPr marL="0" marR="0" lvl="0" indent="0" algn="ctr" defTabSz="779032" rtl="0" eaLnBrk="1" fontAlgn="ctr" latinLnBrk="0" hangingPunct="1">
                        <a:lnSpc>
                          <a:spcPct val="100000"/>
                        </a:lnSpc>
                        <a:spcBef>
                          <a:spcPts val="0"/>
                        </a:spcBef>
                        <a:spcAft>
                          <a:spcPts val="0"/>
                        </a:spcAft>
                        <a:buClrTx/>
                        <a:buSzTx/>
                        <a:buFontTx/>
                        <a:buNone/>
                        <a:tabLst/>
                        <a:defRPr/>
                      </a:pPr>
                      <a:r>
                        <a:rPr lang="ja-JP" altLang="ja-JP" sz="1100" b="0" i="0" u="none" strike="noStrike">
                          <a:solidFill>
                            <a:srgbClr val="000000"/>
                          </a:solidFill>
                          <a:effectLst/>
                          <a:latin typeface="+mj-ea"/>
                          <a:ea typeface="+mj-ea"/>
                        </a:rPr>
                        <a:t>クローズ</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フューチャーアーキテクト株式会社</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JP_PosNegHold_CS のコード値「3 判定保留」の位置づけについて</a:t>
                      </a:r>
                    </a:p>
                  </a:txBody>
                  <a:tcPr marL="6350" marR="6350" marT="6350" marB="0" anchor="ctr"/>
                </a:tc>
                <a:extLst>
                  <a:ext uri="{0D108BD9-81ED-4DB2-BD59-A6C34878D82A}">
                    <a16:rowId xmlns:a16="http://schemas.microsoft.com/office/drawing/2014/main" val="323618859"/>
                  </a:ext>
                </a:extLst>
              </a:tr>
              <a:tr h="408477">
                <a:tc>
                  <a:txBody>
                    <a:bodyPr/>
                    <a:lstStyle/>
                    <a:p>
                      <a:pPr algn="ctr" fontAlgn="ctr">
                        <a:buNone/>
                      </a:pPr>
                      <a:r>
                        <a:rPr lang="ja-JP" sz="1100" b="0" i="0" u="none" strike="noStrike">
                          <a:solidFill>
                            <a:srgbClr val="000000"/>
                          </a:solidFill>
                          <a:effectLst/>
                          <a:latin typeface="+mj-ea"/>
                          <a:ea typeface="+mj-ea"/>
                        </a:rPr>
                        <a:t>INC0036736</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2026/9/10 18:08</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処理中</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タック株式会社</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保険者が閲覧可能な範囲について</a:t>
                      </a:r>
                    </a:p>
                  </a:txBody>
                  <a:tcPr marL="6350" marR="6350" marT="6350" marB="0" anchor="ctr"/>
                </a:tc>
                <a:extLst>
                  <a:ext uri="{0D108BD9-81ED-4DB2-BD59-A6C34878D82A}">
                    <a16:rowId xmlns:a16="http://schemas.microsoft.com/office/drawing/2014/main" val="3964517080"/>
                  </a:ext>
                </a:extLst>
              </a:tr>
              <a:tr h="408477">
                <a:tc>
                  <a:txBody>
                    <a:bodyPr/>
                    <a:lstStyle/>
                    <a:p>
                      <a:pPr algn="ctr" fontAlgn="ctr">
                        <a:buNone/>
                      </a:pPr>
                      <a:r>
                        <a:rPr lang="ja-JP" sz="1100" b="0" i="0" u="none" strike="noStrike">
                          <a:solidFill>
                            <a:srgbClr val="000000"/>
                          </a:solidFill>
                          <a:effectLst/>
                          <a:latin typeface="+mj-ea"/>
                          <a:ea typeface="+mj-ea"/>
                        </a:rPr>
                        <a:t>INC0036783</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2026/9/16 11:27</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処理中</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フューチャーアーキテクト株式会社</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緊急時の診療情報提供書登録におけるシステム挙動について</a:t>
                      </a:r>
                    </a:p>
                  </a:txBody>
                  <a:tcPr marL="6350" marR="6350" marT="6350" marB="0" anchor="ctr"/>
                </a:tc>
                <a:extLst>
                  <a:ext uri="{0D108BD9-81ED-4DB2-BD59-A6C34878D82A}">
                    <a16:rowId xmlns:a16="http://schemas.microsoft.com/office/drawing/2014/main" val="42881794"/>
                  </a:ext>
                </a:extLst>
              </a:tr>
              <a:tr h="408477">
                <a:tc>
                  <a:txBody>
                    <a:bodyPr/>
                    <a:lstStyle/>
                    <a:p>
                      <a:pPr algn="ctr" fontAlgn="ctr">
                        <a:buNone/>
                      </a:pPr>
                      <a:r>
                        <a:rPr lang="ja-JP" sz="1100" b="0" i="0" u="none" strike="noStrike">
                          <a:solidFill>
                            <a:srgbClr val="000000"/>
                          </a:solidFill>
                          <a:effectLst/>
                          <a:latin typeface="+mj-ea"/>
                          <a:ea typeface="+mj-ea"/>
                        </a:rPr>
                        <a:t>INC0036787</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2026/9/16 15:18</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処理中</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日本アイ・ビー・エム株式会社</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感染症「患者共有フラグ」は検査項目、検査結果どちらに対しての共有を意味しているか</a:t>
                      </a:r>
                    </a:p>
                  </a:txBody>
                  <a:tcPr marL="6350" marR="6350" marT="6350" marB="0" anchor="ctr"/>
                </a:tc>
                <a:extLst>
                  <a:ext uri="{0D108BD9-81ED-4DB2-BD59-A6C34878D82A}">
                    <a16:rowId xmlns:a16="http://schemas.microsoft.com/office/drawing/2014/main" val="3144525813"/>
                  </a:ext>
                </a:extLst>
              </a:tr>
              <a:tr h="408477">
                <a:tc>
                  <a:txBody>
                    <a:bodyPr/>
                    <a:lstStyle/>
                    <a:p>
                      <a:pPr algn="ctr" fontAlgn="ctr">
                        <a:buNone/>
                      </a:pPr>
                      <a:r>
                        <a:rPr lang="ja-JP" sz="1100" b="0" i="0" u="none" strike="noStrike">
                          <a:solidFill>
                            <a:srgbClr val="000000"/>
                          </a:solidFill>
                          <a:effectLst/>
                          <a:latin typeface="+mj-ea"/>
                          <a:ea typeface="+mj-ea"/>
                        </a:rPr>
                        <a:t>INC0036819</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2026/9/18 10:41</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クローズ</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タック株式会社</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健診文書における受診者郵便番号の必須について</a:t>
                      </a:r>
                    </a:p>
                  </a:txBody>
                  <a:tcPr marL="6350" marR="6350" marT="6350" marB="0" anchor="ctr"/>
                </a:tc>
                <a:extLst>
                  <a:ext uri="{0D108BD9-81ED-4DB2-BD59-A6C34878D82A}">
                    <a16:rowId xmlns:a16="http://schemas.microsoft.com/office/drawing/2014/main" val="2361892368"/>
                  </a:ext>
                </a:extLst>
              </a:tr>
              <a:tr h="408477">
                <a:tc>
                  <a:txBody>
                    <a:bodyPr/>
                    <a:lstStyle/>
                    <a:p>
                      <a:pPr algn="ctr" fontAlgn="ctr">
                        <a:buNone/>
                      </a:pPr>
                      <a:r>
                        <a:rPr lang="ja-JP" sz="1100" b="0" i="0" u="none" strike="noStrike">
                          <a:solidFill>
                            <a:srgbClr val="000000"/>
                          </a:solidFill>
                          <a:effectLst/>
                          <a:latin typeface="+mj-ea"/>
                          <a:ea typeface="+mj-ea"/>
                        </a:rPr>
                        <a:t>INC0036842</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2026/9/24 15:53</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処理中</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株式会社ＳＢＳ情報システム</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診療情報提供書の閲覧同意について</a:t>
                      </a:r>
                    </a:p>
                  </a:txBody>
                  <a:tcPr marL="6350" marR="6350" marT="6350" marB="0" anchor="ctr"/>
                </a:tc>
                <a:extLst>
                  <a:ext uri="{0D108BD9-81ED-4DB2-BD59-A6C34878D82A}">
                    <a16:rowId xmlns:a16="http://schemas.microsoft.com/office/drawing/2014/main" val="3032326076"/>
                  </a:ext>
                </a:extLst>
              </a:tr>
              <a:tr h="408477">
                <a:tc>
                  <a:txBody>
                    <a:bodyPr/>
                    <a:lstStyle/>
                    <a:p>
                      <a:pPr algn="ctr" fontAlgn="ctr">
                        <a:buNone/>
                      </a:pPr>
                      <a:r>
                        <a:rPr lang="ja-JP" sz="1100" b="0" i="0" u="none" strike="noStrike">
                          <a:solidFill>
                            <a:srgbClr val="000000"/>
                          </a:solidFill>
                          <a:effectLst/>
                          <a:latin typeface="+mj-ea"/>
                          <a:ea typeface="+mj-ea"/>
                        </a:rPr>
                        <a:t>INC0036863</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2026/9/25 19:12</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処理中</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株式会社ＳＢＳ情報システム</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技術解説書v2.1.0「臨床情報の登録タイミングおよび留意事項」（p.74）の対応範囲について</a:t>
                      </a:r>
                    </a:p>
                  </a:txBody>
                  <a:tcPr marL="6350" marR="6350" marT="6350" marB="0" anchor="ctr"/>
                </a:tc>
                <a:extLst>
                  <a:ext uri="{0D108BD9-81ED-4DB2-BD59-A6C34878D82A}">
                    <a16:rowId xmlns:a16="http://schemas.microsoft.com/office/drawing/2014/main" val="290394522"/>
                  </a:ext>
                </a:extLst>
              </a:tr>
              <a:tr h="408477">
                <a:tc>
                  <a:txBody>
                    <a:bodyPr/>
                    <a:lstStyle/>
                    <a:p>
                      <a:pPr algn="ctr" fontAlgn="ctr">
                        <a:buNone/>
                      </a:pPr>
                      <a:r>
                        <a:rPr lang="ja-JP" sz="1100" b="0" i="0" u="none" strike="noStrike">
                          <a:solidFill>
                            <a:srgbClr val="000000"/>
                          </a:solidFill>
                          <a:effectLst/>
                          <a:latin typeface="+mj-ea"/>
                          <a:ea typeface="+mj-ea"/>
                        </a:rPr>
                        <a:t>INC0036891</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2026/9/29 18:57</a:t>
                      </a:r>
                    </a:p>
                  </a:txBody>
                  <a:tcPr marL="6350" marR="6350" marT="6350" marB="0" anchor="ctr"/>
                </a:tc>
                <a:tc>
                  <a:txBody>
                    <a:bodyPr/>
                    <a:lstStyle/>
                    <a:p>
                      <a:pPr algn="ctr" fontAlgn="ctr">
                        <a:buNone/>
                      </a:pPr>
                      <a:r>
                        <a:rPr lang="ja-JP" sz="1100" b="0" i="0" u="none" strike="noStrike">
                          <a:solidFill>
                            <a:srgbClr val="000000"/>
                          </a:solidFill>
                          <a:effectLst/>
                          <a:latin typeface="+mj-ea"/>
                          <a:ea typeface="+mj-ea"/>
                        </a:rPr>
                        <a:t>クローズ</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ウィーメックス株式会社</a:t>
                      </a:r>
                    </a:p>
                  </a:txBody>
                  <a:tcPr marL="6350" marR="6350" marT="6350" marB="0" anchor="ctr"/>
                </a:tc>
                <a:tc>
                  <a:txBody>
                    <a:bodyPr/>
                    <a:lstStyle/>
                    <a:p>
                      <a:pPr algn="l" fontAlgn="ctr">
                        <a:buNone/>
                      </a:pPr>
                      <a:r>
                        <a:rPr lang="ja-JP" sz="1100" b="0" i="0" u="none" strike="noStrike">
                          <a:solidFill>
                            <a:srgbClr val="000000"/>
                          </a:solidFill>
                          <a:effectLst/>
                          <a:latin typeface="+mj-ea"/>
                          <a:ea typeface="+mj-ea"/>
                        </a:rPr>
                        <a:t>ファイル名規約にあるアプリケーション区分を設定した場合の動作条件について</a:t>
                      </a:r>
                    </a:p>
                  </a:txBody>
                  <a:tcPr marL="6350" marR="6350" marT="6350" marB="0" anchor="ctr"/>
                </a:tc>
                <a:extLst>
                  <a:ext uri="{0D108BD9-81ED-4DB2-BD59-A6C34878D82A}">
                    <a16:rowId xmlns:a16="http://schemas.microsoft.com/office/drawing/2014/main" val="1767050984"/>
                  </a:ext>
                </a:extLst>
              </a:tr>
            </a:tbl>
          </a:graphicData>
        </a:graphic>
      </p:graphicFrame>
    </p:spTree>
    <p:extLst>
      <p:ext uri="{BB962C8B-B14F-4D97-AF65-F5344CB8AC3E}">
        <p14:creationId xmlns:p14="http://schemas.microsoft.com/office/powerpoint/2010/main" val="31094625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35775-2E8C-42CA-01ED-3713D755C80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F114975-DF24-2BE0-6BBB-FA7BAE8F0F87}"/>
              </a:ext>
            </a:extLst>
          </p:cNvPr>
          <p:cNvSpPr>
            <a:spLocks noGrp="1"/>
          </p:cNvSpPr>
          <p:nvPr>
            <p:ph type="title"/>
          </p:nvPr>
        </p:nvSpPr>
        <p:spPr/>
        <p:txBody>
          <a:bodyPr/>
          <a:lstStyle/>
          <a:p>
            <a:r>
              <a:rPr lang="en-US" altLang="ja-JP" kern="1200"/>
              <a:t>ONS</a:t>
            </a:r>
            <a:r>
              <a:rPr lang="ja-JP" altLang="en-US" kern="1200"/>
              <a:t>問い合わせ月次報告</a:t>
            </a:r>
            <a:br>
              <a:rPr lang="en-US" altLang="ja-JP" kern="1200"/>
            </a:br>
            <a:r>
              <a:rPr lang="en-US" altLang="ja-JP" b="1" kern="0">
                <a:solidFill>
                  <a:srgbClr val="002060"/>
                </a:solidFill>
                <a:latin typeface="Meiryo UI"/>
                <a:ea typeface="Meiryo UI"/>
                <a:cs typeface="Meiryo UI" panose="020B0604030504040204" pitchFamily="50" charset="-128"/>
              </a:rPr>
              <a:t>5.</a:t>
            </a:r>
            <a:r>
              <a:rPr lang="ja-JP" altLang="ja-JP" b="1" kern="0">
                <a:solidFill>
                  <a:srgbClr val="002060"/>
                </a:solidFill>
                <a:latin typeface="Meiryo UI"/>
                <a:ea typeface="Meiryo UI"/>
                <a:cs typeface="Meiryo UI" panose="020B0604030504040204" pitchFamily="50" charset="-128"/>
              </a:rPr>
              <a:t>医療機関等ONS</a:t>
            </a:r>
            <a:r>
              <a:rPr lang="ja-JP" altLang="en-US" b="1" kern="0">
                <a:solidFill>
                  <a:srgbClr val="002060"/>
                </a:solidFill>
                <a:latin typeface="Meiryo UI"/>
                <a:ea typeface="Meiryo UI"/>
                <a:cs typeface="Meiryo UI" panose="020B0604030504040204" pitchFamily="50" charset="-128"/>
              </a:rPr>
              <a:t>改善活動（</a:t>
            </a:r>
            <a:r>
              <a:rPr lang="en-US" altLang="ja-JP">
                <a:solidFill>
                  <a:srgbClr val="002060"/>
                </a:solidFill>
                <a:latin typeface="Meiryo UI"/>
                <a:ea typeface="Meiryo UI"/>
                <a:cs typeface="Meiryo UI" panose="020B0604030504040204" pitchFamily="50" charset="-128"/>
              </a:rPr>
              <a:t>Q&amp;A</a:t>
            </a:r>
            <a:r>
              <a:rPr lang="ja-JP" altLang="en-US">
                <a:solidFill>
                  <a:srgbClr val="002060"/>
                </a:solidFill>
                <a:latin typeface="Meiryo UI"/>
                <a:ea typeface="Meiryo UI"/>
                <a:cs typeface="Meiryo UI" panose="020B0604030504040204" pitchFamily="50" charset="-128"/>
              </a:rPr>
              <a:t>掲載</a:t>
            </a:r>
            <a:r>
              <a:rPr lang="ja-JP" altLang="en-US" b="1" kern="0">
                <a:solidFill>
                  <a:srgbClr val="002060"/>
                </a:solidFill>
                <a:latin typeface="Meiryo UI"/>
                <a:ea typeface="Meiryo UI"/>
                <a:cs typeface="Meiryo UI" panose="020B0604030504040204" pitchFamily="50" charset="-128"/>
              </a:rPr>
              <a:t>）（</a:t>
            </a:r>
            <a:r>
              <a:rPr lang="en-US" altLang="ja-JP" b="1" kern="0">
                <a:solidFill>
                  <a:srgbClr val="002060"/>
                </a:solidFill>
                <a:latin typeface="Meiryo UI"/>
                <a:ea typeface="Meiryo UI"/>
                <a:cs typeface="Meiryo UI" panose="020B0604030504040204" pitchFamily="50" charset="-128"/>
              </a:rPr>
              <a:t>1/8</a:t>
            </a:r>
            <a:r>
              <a:rPr lang="ja-JP" altLang="en-US" b="1" kern="0">
                <a:solidFill>
                  <a:srgbClr val="002060"/>
                </a:solidFill>
                <a:latin typeface="Meiryo UI"/>
                <a:ea typeface="Meiryo UI"/>
                <a:cs typeface="Meiryo UI" panose="020B0604030504040204" pitchFamily="50" charset="-128"/>
              </a:rPr>
              <a:t>）</a:t>
            </a:r>
            <a:endParaRPr kumimoji="1" lang="ja-JP" altLang="en-US">
              <a:solidFill>
                <a:srgbClr val="002060"/>
              </a:solidFill>
            </a:endParaRPr>
          </a:p>
        </p:txBody>
      </p:sp>
      <p:sp>
        <p:nvSpPr>
          <p:cNvPr id="3" name="コンテンツ プレースホルダー 2">
            <a:extLst>
              <a:ext uri="{FF2B5EF4-FFF2-40B4-BE49-F238E27FC236}">
                <a16:creationId xmlns:a16="http://schemas.microsoft.com/office/drawing/2014/main" id="{750204CF-7DFD-553C-3B69-181E7AAE5C73}"/>
              </a:ext>
            </a:extLst>
          </p:cNvPr>
          <p:cNvSpPr>
            <a:spLocks noGrp="1"/>
          </p:cNvSpPr>
          <p:nvPr>
            <p:ph idx="1"/>
          </p:nvPr>
        </p:nvSpPr>
        <p:spPr/>
        <p:txBody>
          <a:bodyPr/>
          <a:lstStyle/>
          <a:p>
            <a:pPr marL="285750" indent="-285750">
              <a:buFont typeface="Arial" panose="020B0604020202020204" pitchFamily="34" charset="0"/>
              <a:buChar char="•"/>
            </a:pPr>
            <a:r>
              <a:rPr lang="en-US" altLang="ja-JP" sz="1600">
                <a:latin typeface="Meiryo UI"/>
                <a:ea typeface="Meiryo UI"/>
              </a:rPr>
              <a:t>ONS</a:t>
            </a:r>
            <a:r>
              <a:rPr lang="ja-JP" altLang="en-US" sz="1600">
                <a:latin typeface="Meiryo UI"/>
                <a:ea typeface="Meiryo UI"/>
              </a:rPr>
              <a:t>に掲載する</a:t>
            </a:r>
            <a:r>
              <a:rPr lang="en-US" altLang="ja-JP" sz="1600">
                <a:latin typeface="Meiryo UI"/>
                <a:ea typeface="Meiryo UI"/>
              </a:rPr>
              <a:t>Q&amp;A</a:t>
            </a:r>
            <a:r>
              <a:rPr lang="ja-JP" altLang="en-US" sz="1600">
                <a:latin typeface="Meiryo UI"/>
                <a:ea typeface="Meiryo UI"/>
              </a:rPr>
              <a:t>候補抽出基準は下記の通り。</a:t>
            </a:r>
            <a:endParaRPr lang="en-US" altLang="ja-JP" sz="1600">
              <a:latin typeface="Meiryo UI"/>
              <a:ea typeface="Meiryo UI"/>
            </a:endParaRPr>
          </a:p>
          <a:p>
            <a:pPr marL="285750" indent="-285750">
              <a:buFont typeface="Arial" panose="020B0604020202020204" pitchFamily="34" charset="0"/>
              <a:buChar char="•"/>
            </a:pPr>
            <a:r>
              <a:rPr lang="en-US" altLang="ja-JP" sz="1600">
                <a:latin typeface="Meiryo UI"/>
                <a:ea typeface="Meiryo UI"/>
              </a:rPr>
              <a:t>9/30(</a:t>
            </a:r>
            <a:r>
              <a:rPr lang="ja-JP" altLang="en-US" sz="1600">
                <a:latin typeface="Meiryo UI"/>
                <a:ea typeface="Meiryo UI"/>
              </a:rPr>
              <a:t>水</a:t>
            </a:r>
            <a:r>
              <a:rPr lang="en-US" altLang="ja-JP" sz="1600">
                <a:latin typeface="Meiryo UI"/>
                <a:ea typeface="Meiryo UI"/>
              </a:rPr>
              <a:t>)</a:t>
            </a:r>
            <a:r>
              <a:rPr lang="ja-JP" altLang="en-US" sz="1600">
                <a:latin typeface="Meiryo UI"/>
                <a:ea typeface="Meiryo UI"/>
              </a:rPr>
              <a:t>に</a:t>
            </a:r>
            <a:r>
              <a:rPr lang="en-US" altLang="ja-JP" sz="1600">
                <a:latin typeface="Meiryo UI"/>
                <a:ea typeface="Meiryo UI"/>
              </a:rPr>
              <a:t>Q&amp;A</a:t>
            </a:r>
            <a:r>
              <a:rPr lang="ja-JP" altLang="en-US" sz="1600">
                <a:latin typeface="Meiryo UI"/>
                <a:ea typeface="Meiryo UI"/>
              </a:rPr>
              <a:t>の追加</a:t>
            </a:r>
            <a:r>
              <a:rPr lang="en-US" altLang="ja-JP" sz="1600">
                <a:latin typeface="Meiryo UI"/>
                <a:ea typeface="Meiryo UI"/>
              </a:rPr>
              <a:t>3</a:t>
            </a:r>
            <a:r>
              <a:rPr lang="ja-JP" altLang="en-US" sz="1600">
                <a:latin typeface="Meiryo UI"/>
                <a:ea typeface="Meiryo UI"/>
              </a:rPr>
              <a:t>件、更新</a:t>
            </a:r>
            <a:r>
              <a:rPr lang="en-US" altLang="ja-JP" sz="1600">
                <a:latin typeface="Meiryo UI"/>
                <a:ea typeface="Meiryo UI"/>
              </a:rPr>
              <a:t>3</a:t>
            </a:r>
            <a:r>
              <a:rPr lang="ja-JP" altLang="en-US" sz="1600">
                <a:latin typeface="Meiryo UI"/>
                <a:ea typeface="Meiryo UI"/>
              </a:rPr>
              <a:t>件、削除</a:t>
            </a:r>
            <a:r>
              <a:rPr lang="en-US" altLang="ja-JP" sz="1600">
                <a:latin typeface="Meiryo UI"/>
                <a:ea typeface="Meiryo UI"/>
              </a:rPr>
              <a:t>4</a:t>
            </a:r>
            <a:r>
              <a:rPr lang="ja-JP" altLang="en-US" sz="1600">
                <a:latin typeface="Meiryo UI"/>
                <a:ea typeface="Meiryo UI"/>
              </a:rPr>
              <a:t>件を実施した。</a:t>
            </a:r>
          </a:p>
        </p:txBody>
      </p:sp>
      <p:graphicFrame>
        <p:nvGraphicFramePr>
          <p:cNvPr id="6" name="表 5">
            <a:extLst>
              <a:ext uri="{FF2B5EF4-FFF2-40B4-BE49-F238E27FC236}">
                <a16:creationId xmlns:a16="http://schemas.microsoft.com/office/drawing/2014/main" id="{45F2A971-7638-10BF-E5A6-F5F95B81A5AB}"/>
              </a:ext>
            </a:extLst>
          </p:cNvPr>
          <p:cNvGraphicFramePr>
            <a:graphicFrameLocks noGrp="1"/>
          </p:cNvGraphicFramePr>
          <p:nvPr/>
        </p:nvGraphicFramePr>
        <p:xfrm>
          <a:off x="849000" y="4176436"/>
          <a:ext cx="8208001" cy="1479141"/>
        </p:xfrm>
        <a:graphic>
          <a:graphicData uri="http://schemas.openxmlformats.org/drawingml/2006/table">
            <a:tbl>
              <a:tblPr/>
              <a:tblGrid>
                <a:gridCol w="3475461">
                  <a:extLst>
                    <a:ext uri="{9D8B030D-6E8A-4147-A177-3AD203B41FA5}">
                      <a16:colId xmlns:a16="http://schemas.microsoft.com/office/drawing/2014/main" val="3820136340"/>
                    </a:ext>
                  </a:extLst>
                </a:gridCol>
                <a:gridCol w="1460434">
                  <a:extLst>
                    <a:ext uri="{9D8B030D-6E8A-4147-A177-3AD203B41FA5}">
                      <a16:colId xmlns:a16="http://schemas.microsoft.com/office/drawing/2014/main" val="3223522037"/>
                    </a:ext>
                  </a:extLst>
                </a:gridCol>
                <a:gridCol w="1090702">
                  <a:extLst>
                    <a:ext uri="{9D8B030D-6E8A-4147-A177-3AD203B41FA5}">
                      <a16:colId xmlns:a16="http://schemas.microsoft.com/office/drawing/2014/main" val="88789625"/>
                    </a:ext>
                  </a:extLst>
                </a:gridCol>
                <a:gridCol w="1090702">
                  <a:extLst>
                    <a:ext uri="{9D8B030D-6E8A-4147-A177-3AD203B41FA5}">
                      <a16:colId xmlns:a16="http://schemas.microsoft.com/office/drawing/2014/main" val="2161662514"/>
                    </a:ext>
                  </a:extLst>
                </a:gridCol>
                <a:gridCol w="1090702">
                  <a:extLst>
                    <a:ext uri="{9D8B030D-6E8A-4147-A177-3AD203B41FA5}">
                      <a16:colId xmlns:a16="http://schemas.microsoft.com/office/drawing/2014/main" val="3001806276"/>
                    </a:ext>
                  </a:extLst>
                </a:gridCol>
              </a:tblGrid>
              <a:tr h="341136">
                <a:tc>
                  <a:txBody>
                    <a:bodyPr/>
                    <a:lstStyle/>
                    <a:p>
                      <a:pPr algn="ctr" rtl="0"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分類</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合計</a:t>
                      </a:r>
                      <a:r>
                        <a:rPr lang="en-US" altLang="ja-JP" sz="1400" b="0" i="0" u="none" strike="noStrike">
                          <a:solidFill>
                            <a:srgbClr val="000000"/>
                          </a:solidFill>
                          <a:effectLst/>
                          <a:latin typeface="Meiryo UI" panose="020B0604030504040204" pitchFamily="50" charset="-128"/>
                          <a:ea typeface="Meiryo UI" panose="020B0604030504040204" pitchFamily="50" charset="-128"/>
                        </a:rPr>
                        <a:t>(</a:t>
                      </a:r>
                      <a:r>
                        <a:rPr lang="ja-JP" altLang="en-US" sz="1400" b="0" i="0" u="none" strike="noStrike">
                          <a:solidFill>
                            <a:srgbClr val="000000"/>
                          </a:solidFill>
                          <a:effectLst/>
                          <a:latin typeface="Meiryo UI" panose="020B0604030504040204" pitchFamily="50" charset="-128"/>
                          <a:ea typeface="Meiryo UI" panose="020B0604030504040204" pitchFamily="50" charset="-128"/>
                        </a:rPr>
                        <a:t>掲載中</a:t>
                      </a:r>
                      <a:r>
                        <a:rPr lang="en-US" altLang="ja-JP" sz="1400" b="0" i="0" u="none" strike="noStrike">
                          <a:solidFill>
                            <a:srgbClr val="000000"/>
                          </a:solidFill>
                          <a:effectLst/>
                          <a:latin typeface="Meiryo UI" panose="020B0604030504040204" pitchFamily="50" charset="-128"/>
                          <a:ea typeface="Meiryo UI" panose="020B0604030504040204" pitchFamily="50" charset="-128"/>
                        </a:rPr>
                        <a:t>)</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当月追加</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当月更新</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rtl="0" fontAlgn="ctr"/>
                      <a:r>
                        <a:rPr lang="ja-JP" altLang="en-US" sz="1400" b="0" i="0" u="none" strike="noStrike">
                          <a:solidFill>
                            <a:srgbClr val="000000"/>
                          </a:solidFill>
                          <a:effectLst/>
                          <a:latin typeface="Meiryo UI" panose="020B0604030504040204" pitchFamily="50" charset="-128"/>
                          <a:ea typeface="Meiryo UI" panose="020B0604030504040204" pitchFamily="50" charset="-128"/>
                        </a:rPr>
                        <a:t>当月削除</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51596933"/>
                  </a:ext>
                </a:extLst>
              </a:tr>
              <a:tr h="1138005">
                <a:tc>
                  <a:txBody>
                    <a:bodyPr/>
                    <a:lstStyle/>
                    <a:p>
                      <a:pPr algn="ctr" fontAlgn="ctr"/>
                      <a:r>
                        <a:rPr lang="ja-JP" altLang="en-US" sz="1400" b="0" i="0" u="none" strike="noStrike">
                          <a:solidFill>
                            <a:srgbClr val="000000"/>
                          </a:solidFill>
                          <a:effectLst/>
                          <a:latin typeface="Meiryo UI"/>
                          <a:ea typeface="Meiryo UI"/>
                        </a:rPr>
                        <a:t>電子カルテ情報共有サービス</a:t>
                      </a:r>
                      <a:r>
                        <a:rPr lang="en-US" altLang="ja-JP" sz="1400" b="0" i="0" u="none" strike="noStrike">
                          <a:solidFill>
                            <a:srgbClr val="000000"/>
                          </a:solidFill>
                          <a:effectLst/>
                          <a:latin typeface="Meiryo UI"/>
                          <a:ea typeface="+mn-ea"/>
                        </a:rPr>
                        <a:t>Q</a:t>
                      </a:r>
                      <a:r>
                        <a:rPr lang="ja-JP" altLang="en-US" sz="1400" b="0" i="0" u="none" strike="noStrike">
                          <a:solidFill>
                            <a:srgbClr val="000000"/>
                          </a:solidFill>
                          <a:effectLst/>
                          <a:latin typeface="Meiryo UI"/>
                          <a:ea typeface="+mn-ea"/>
                        </a:rPr>
                        <a:t>＆</a:t>
                      </a:r>
                      <a:r>
                        <a:rPr lang="en-US" altLang="ja-JP" sz="1400" b="0" i="0" u="none" strike="noStrike">
                          <a:solidFill>
                            <a:srgbClr val="000000"/>
                          </a:solidFill>
                          <a:effectLst/>
                          <a:latin typeface="Meiryo UI"/>
                          <a:ea typeface="+mn-ea"/>
                        </a:rPr>
                        <a:t>A</a:t>
                      </a:r>
                      <a:endParaRPr lang="ja-JP" altLang="en-US" sz="1400" b="0" i="0" u="none" strike="noStrike">
                        <a:solidFill>
                          <a:srgbClr val="000000"/>
                        </a:solidFill>
                        <a:effectLst/>
                        <a:latin typeface="Meiryo UI"/>
                        <a:ea typeface="Meiryo UI"/>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lvl="0" algn="ctr">
                        <a:buNone/>
                      </a:pPr>
                      <a:r>
                        <a:rPr lang="en-US" altLang="ja-JP" sz="1400" b="1" i="0" u="none" strike="noStrike">
                          <a:solidFill>
                            <a:srgbClr val="000000"/>
                          </a:solidFill>
                          <a:effectLst/>
                          <a:latin typeface="Meiryo UI"/>
                          <a:ea typeface="Meiryo UI"/>
                        </a:rPr>
                        <a:t>73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557112"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a:ea typeface="+mn-ea"/>
                          <a:cs typeface="+mn-cs"/>
                        </a:rPr>
                        <a:t>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557112"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a:ea typeface="Meiryo UI"/>
                          <a:cs typeface="+mn-cs"/>
                        </a:rPr>
                        <a:t>3</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557112" rtl="0" eaLnBrk="1" fontAlgn="ctr"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srgbClr val="000000"/>
                          </a:solidFill>
                          <a:effectLst/>
                          <a:uLnTx/>
                          <a:uFillTx/>
                          <a:latin typeface="Meiryo UI"/>
                          <a:ea typeface="+mn-ea"/>
                          <a:cs typeface="+mn-cs"/>
                        </a:rPr>
                        <a:t>4</a:t>
                      </a: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17304651"/>
                  </a:ext>
                </a:extLst>
              </a:tr>
            </a:tbl>
          </a:graphicData>
        </a:graphic>
      </p:graphicFrame>
      <p:sp>
        <p:nvSpPr>
          <p:cNvPr id="9" name="テキスト ボックス 8">
            <a:extLst>
              <a:ext uri="{FF2B5EF4-FFF2-40B4-BE49-F238E27FC236}">
                <a16:creationId xmlns:a16="http://schemas.microsoft.com/office/drawing/2014/main" id="{BEEA327E-FCC4-A7C7-F268-1A997A6799B1}"/>
              </a:ext>
            </a:extLst>
          </p:cNvPr>
          <p:cNvSpPr txBox="1"/>
          <p:nvPr/>
        </p:nvSpPr>
        <p:spPr>
          <a:xfrm>
            <a:off x="849001" y="1844824"/>
            <a:ext cx="1950719" cy="315686"/>
          </a:xfrm>
          <a:prstGeom prst="rect">
            <a:avLst/>
          </a:prstGeom>
          <a:solidFill>
            <a:schemeClr val="tx2">
              <a:lumMod val="40000"/>
              <a:lumOff val="60000"/>
            </a:schemeClr>
          </a:solidFill>
          <a:ln w="12700">
            <a:solidFill>
              <a:schemeClr val="tx1">
                <a:lumMod val="50000"/>
                <a:lumOff val="50000"/>
              </a:schemeClr>
            </a:solidFill>
          </a:ln>
        </p:spPr>
        <p:txBody>
          <a:bodyPr wrap="square" lIns="36000" tIns="36000" rIns="36000" bIns="36000" rtlCol="0" anchor="ctr">
            <a:noAutofit/>
          </a:bodyPr>
          <a:lstStyle/>
          <a:p>
            <a:pPr algn="ctr" fontAlgn="base">
              <a:lnSpc>
                <a:spcPct val="80000"/>
              </a:lnSpc>
              <a:spcBef>
                <a:spcPct val="0"/>
              </a:spcBef>
              <a:spcAft>
                <a:spcPct val="0"/>
              </a:spcAft>
            </a:pPr>
            <a:r>
              <a:rPr lang="en-US" altLang="ja-JP" sz="1400">
                <a:latin typeface="Meiryo UI"/>
                <a:ea typeface="Meiryo UI"/>
              </a:rPr>
              <a:t>Q&amp;A</a:t>
            </a:r>
            <a:r>
              <a:rPr lang="ja-JP" altLang="en-US" sz="1400">
                <a:latin typeface="Meiryo UI"/>
                <a:ea typeface="Meiryo UI"/>
              </a:rPr>
              <a:t>候補抽出基準</a:t>
            </a:r>
            <a:endParaRPr lang="ja-JP" altLang="en-US" sz="1400">
              <a:solidFill>
                <a:prstClr val="black"/>
              </a:solidFill>
              <a:latin typeface="Meiryo UI" panose="020B0604030504040204" pitchFamily="50" charset="-128"/>
              <a:ea typeface="Meiryo UI" panose="020B0604030504040204" pitchFamily="50" charset="-128"/>
            </a:endParaRPr>
          </a:p>
        </p:txBody>
      </p:sp>
      <p:sp>
        <p:nvSpPr>
          <p:cNvPr id="10" name="コンテンツ プレースホルダー 2">
            <a:extLst>
              <a:ext uri="{FF2B5EF4-FFF2-40B4-BE49-F238E27FC236}">
                <a16:creationId xmlns:a16="http://schemas.microsoft.com/office/drawing/2014/main" id="{CDB8E7D7-3861-4B28-86EB-E75AD0EEEDAB}"/>
              </a:ext>
            </a:extLst>
          </p:cNvPr>
          <p:cNvSpPr txBox="1">
            <a:spLocks/>
          </p:cNvSpPr>
          <p:nvPr/>
        </p:nvSpPr>
        <p:spPr bwMode="auto">
          <a:xfrm>
            <a:off x="849000" y="2248206"/>
            <a:ext cx="8208000" cy="1714194"/>
          </a:xfrm>
          <a:prstGeom prst="rect">
            <a:avLst/>
          </a:prstGeom>
          <a:noFill/>
          <a:ln w="12700">
            <a:noFill/>
            <a:miter lim="800000"/>
            <a:headEnd/>
            <a:tailEnd/>
          </a:ln>
        </p:spPr>
        <p:txBody>
          <a:bodyPr vert="horz" wrap="square" lIns="36000" tIns="36000" rIns="36000" bIns="36000" numCol="1" anchor="t" anchorCtr="0" compatLnSpc="1">
            <a:prstTxWarp prst="textNoShape">
              <a:avLst/>
            </a:prstTxWarp>
            <a:noAutofit/>
          </a:bodyPr>
          <a:lstStyle>
            <a:lvl1pPr marL="0" indent="0" algn="l" rtl="0" eaLnBrk="1" fontAlgn="base" hangingPunct="1">
              <a:spcBef>
                <a:spcPts val="0"/>
              </a:spcBef>
              <a:spcAft>
                <a:spcPct val="0"/>
              </a:spcAft>
              <a:defRPr kumimoji="1" sz="1292">
                <a:solidFill>
                  <a:schemeClr val="tx1"/>
                </a:solidFill>
                <a:latin typeface="+mj-ea"/>
                <a:ea typeface="+mj-ea"/>
                <a:cs typeface="+mn-cs"/>
              </a:defRPr>
            </a:lvl1pPr>
            <a:lvl2pPr marL="651899" indent="-243448" algn="l" rtl="0" eaLnBrk="1" fontAlgn="base" hangingPunct="1">
              <a:spcBef>
                <a:spcPct val="20000"/>
              </a:spcBef>
              <a:spcAft>
                <a:spcPct val="0"/>
              </a:spcAft>
              <a:buChar char="–"/>
              <a:defRPr kumimoji="1" sz="2386">
                <a:solidFill>
                  <a:schemeClr val="tx1"/>
                </a:solidFill>
                <a:latin typeface="Times New Roman" pitchFamily="18" charset="0"/>
                <a:ea typeface="+mn-ea"/>
              </a:defRPr>
            </a:lvl2pPr>
            <a:lvl3pPr marL="1008956" indent="-194758" algn="l" rtl="0" eaLnBrk="1" fontAlgn="base" hangingPunct="1">
              <a:spcBef>
                <a:spcPct val="20000"/>
              </a:spcBef>
              <a:spcAft>
                <a:spcPct val="0"/>
              </a:spcAft>
              <a:buChar char="•"/>
              <a:defRPr kumimoji="1" sz="2045">
                <a:solidFill>
                  <a:schemeClr val="tx1"/>
                </a:solidFill>
                <a:latin typeface="Times New Roman" pitchFamily="18" charset="0"/>
                <a:ea typeface="+mn-ea"/>
              </a:defRPr>
            </a:lvl3pPr>
            <a:lvl4pPr marL="1366012"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4pPr>
            <a:lvl5pPr marL="1752822" indent="-196111" algn="l" rtl="0" eaLnBrk="1" fontAlgn="base" hangingPunct="1">
              <a:spcBef>
                <a:spcPct val="20000"/>
              </a:spcBef>
              <a:spcAft>
                <a:spcPct val="0"/>
              </a:spcAft>
              <a:buChar char="»"/>
              <a:defRPr kumimoji="1" sz="1704">
                <a:solidFill>
                  <a:schemeClr val="tx1"/>
                </a:solidFill>
                <a:latin typeface="Times New Roman" pitchFamily="18" charset="0"/>
                <a:ea typeface="+mn-ea"/>
              </a:defRPr>
            </a:lvl5pPr>
            <a:lvl6pPr marL="2142339"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6pPr>
            <a:lvl7pPr marL="2531855"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7pPr>
            <a:lvl8pPr marL="2921371"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8pPr>
            <a:lvl9pPr marL="3310886" indent="-194758" algn="l" rtl="0" eaLnBrk="1" fontAlgn="base" hangingPunct="1">
              <a:spcBef>
                <a:spcPct val="20000"/>
              </a:spcBef>
              <a:spcAft>
                <a:spcPct val="0"/>
              </a:spcAft>
              <a:buChar char="»"/>
              <a:defRPr kumimoji="1" sz="1704">
                <a:solidFill>
                  <a:schemeClr val="tx1"/>
                </a:solidFill>
                <a:latin typeface="Times New Roman" pitchFamily="18" charset="0"/>
                <a:ea typeface="+mn-ea"/>
              </a:defRPr>
            </a:lvl9pPr>
          </a:lstStyle>
          <a:p>
            <a:pPr>
              <a:lnSpc>
                <a:spcPct val="110000"/>
              </a:lnSpc>
              <a:spcBef>
                <a:spcPct val="40000"/>
              </a:spcBef>
            </a:pP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お問合せ受領頻度</a:t>
            </a:r>
            <a:r>
              <a:rPr lang="en-US" altLang="ja-JP" sz="1400">
                <a:latin typeface="Meiryo UI" panose="020B0604030504040204" pitchFamily="50" charset="-128"/>
                <a:ea typeface="Meiryo UI" panose="020B0604030504040204" pitchFamily="50" charset="-128"/>
              </a:rPr>
              <a:t>】</a:t>
            </a:r>
            <a:endParaRPr lang="ja-JP" altLang="en-US" sz="1400">
              <a:latin typeface="Meiryo UI" panose="020B0604030504040204" pitchFamily="50" charset="-128"/>
              <a:ea typeface="Meiryo UI" panose="020B0604030504040204" pitchFamily="50" charset="-128"/>
            </a:endParaRPr>
          </a:p>
          <a:p>
            <a:pPr>
              <a:lnSpc>
                <a:spcPct val="110000"/>
              </a:lnSpc>
              <a:spcBef>
                <a:spcPct val="40000"/>
              </a:spcBef>
            </a:pPr>
            <a:r>
              <a:rPr lang="ja-JP" altLang="en-US" sz="1400">
                <a:latin typeface="Meiryo UI" panose="020B0604030504040204" pitchFamily="50" charset="-128"/>
                <a:ea typeface="Meiryo UI" panose="020B0604030504040204" pitchFamily="50" charset="-128"/>
              </a:rPr>
              <a:t>・</a:t>
            </a:r>
            <a:r>
              <a:rPr lang="en-US" altLang="ja-JP" sz="1400">
                <a:latin typeface="Meiryo UI" panose="020B0604030504040204" pitchFamily="50" charset="-128"/>
                <a:ea typeface="Meiryo UI" panose="020B0604030504040204" pitchFamily="50" charset="-128"/>
              </a:rPr>
              <a:t>3</a:t>
            </a:r>
            <a:r>
              <a:rPr lang="ja-JP" altLang="en-US" sz="1400">
                <a:latin typeface="Meiryo UI" panose="020B0604030504040204" pitchFamily="50" charset="-128"/>
                <a:ea typeface="Meiryo UI" panose="020B0604030504040204" pitchFamily="50" charset="-128"/>
              </a:rPr>
              <a:t>件以上の同内容お問合せを受領したもの</a:t>
            </a:r>
            <a:endParaRPr lang="en-US" altLang="ja-JP" sz="1400">
              <a:latin typeface="Meiryo UI" panose="020B0604030504040204" pitchFamily="50" charset="-128"/>
              <a:ea typeface="Meiryo UI" panose="020B0604030504040204" pitchFamily="50" charset="-128"/>
            </a:endParaRPr>
          </a:p>
          <a:p>
            <a:pPr>
              <a:lnSpc>
                <a:spcPct val="110000"/>
              </a:lnSpc>
              <a:spcBef>
                <a:spcPct val="40000"/>
              </a:spcBef>
            </a:pPr>
            <a:r>
              <a:rPr lang="en-US" altLang="ja-JP" sz="1400">
                <a:latin typeface="Meiryo UI" panose="020B0604030504040204" pitchFamily="50" charset="-128"/>
                <a:ea typeface="Meiryo UI" panose="020B0604030504040204" pitchFamily="50" charset="-128"/>
              </a:rPr>
              <a:t>【</a:t>
            </a:r>
            <a:r>
              <a:rPr lang="ja-JP" altLang="en-US" sz="1400">
                <a:latin typeface="Meiryo UI" panose="020B0604030504040204" pitchFamily="50" charset="-128"/>
                <a:ea typeface="Meiryo UI" panose="020B0604030504040204" pitchFamily="50" charset="-128"/>
              </a:rPr>
              <a:t>重要度</a:t>
            </a:r>
            <a:r>
              <a:rPr lang="en-US" altLang="ja-JP" sz="1400">
                <a:latin typeface="Meiryo UI" panose="020B0604030504040204" pitchFamily="50" charset="-128"/>
                <a:ea typeface="Meiryo UI" panose="020B0604030504040204" pitchFamily="50" charset="-128"/>
              </a:rPr>
              <a:t>】</a:t>
            </a:r>
          </a:p>
          <a:p>
            <a:pPr>
              <a:lnSpc>
                <a:spcPct val="110000"/>
              </a:lnSpc>
              <a:spcBef>
                <a:spcPct val="40000"/>
              </a:spcBef>
            </a:pPr>
            <a:r>
              <a:rPr lang="ja-JP" altLang="ja-JP" sz="1400">
                <a:latin typeface="Meiryo UI" panose="020B0604030504040204" pitchFamily="50" charset="-128"/>
                <a:ea typeface="Meiryo UI" panose="020B0604030504040204" pitchFamily="50" charset="-128"/>
              </a:rPr>
              <a:t>・ベンダ側のアクションが必須な内容で公開資料に掲載が無いもの </a:t>
            </a:r>
          </a:p>
          <a:p>
            <a:pPr>
              <a:lnSpc>
                <a:spcPts val="1639"/>
              </a:lnSpc>
            </a:pPr>
            <a:r>
              <a:rPr lang="ja-JP" altLang="ja-JP" sz="1400">
                <a:latin typeface="Meiryo UI" panose="020B0604030504040204" pitchFamily="50" charset="-128"/>
                <a:ea typeface="Meiryo UI" panose="020B0604030504040204" pitchFamily="50" charset="-128"/>
              </a:rPr>
              <a:t>・ベンダ側が自社ソフト改修を実施する上で、具体的な情報が必要</a:t>
            </a:r>
            <a:r>
              <a:rPr lang="ja-JP" altLang="en-US" sz="1400">
                <a:latin typeface="Meiryo UI" panose="020B0604030504040204" pitchFamily="50" charset="-128"/>
                <a:ea typeface="Meiryo UI" panose="020B0604030504040204" pitchFamily="50" charset="-128"/>
              </a:rPr>
              <a:t>と判断したもの　等</a:t>
            </a:r>
            <a:r>
              <a:rPr lang="ja-JP" altLang="ja-JP" sz="1400">
                <a:latin typeface="Meiryo UI" panose="020B0604030504040204" pitchFamily="50" charset="-128"/>
                <a:ea typeface="Meiryo UI" panose="020B0604030504040204" pitchFamily="50" charset="-128"/>
              </a:rPr>
              <a:t> </a:t>
            </a:r>
            <a:endParaRPr lang="en-US" altLang="ja-JP" sz="1400">
              <a:latin typeface="Meiryo UI" panose="020B0604030504040204" pitchFamily="50" charset="-128"/>
              <a:ea typeface="Meiryo UI" panose="020B0604030504040204" pitchFamily="50" charset="-128"/>
            </a:endParaRPr>
          </a:p>
          <a:p>
            <a:endParaRPr lang="ja-JP" altLang="en-US" sz="1600" kern="0">
              <a:latin typeface="Meiryo UI"/>
              <a:ea typeface="Meiryo UI"/>
            </a:endParaRPr>
          </a:p>
        </p:txBody>
      </p:sp>
    </p:spTree>
    <p:extLst>
      <p:ext uri="{BB962C8B-B14F-4D97-AF65-F5344CB8AC3E}">
        <p14:creationId xmlns:p14="http://schemas.microsoft.com/office/powerpoint/2010/main" val="163307935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F5249-A721-54D9-C77B-C295A6852DC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B36E351-49B7-E55A-437E-2039382BFC88}"/>
              </a:ext>
            </a:extLst>
          </p:cNvPr>
          <p:cNvSpPr>
            <a:spLocks noGrp="1"/>
          </p:cNvSpPr>
          <p:nvPr>
            <p:ph type="title"/>
          </p:nvPr>
        </p:nvSpPr>
        <p:spPr/>
        <p:txBody>
          <a:bodyPr/>
          <a:lstStyle/>
          <a:p>
            <a:r>
              <a:rPr lang="en-US" altLang="ja-JP" kern="1200"/>
              <a:t>ONS</a:t>
            </a:r>
            <a:r>
              <a:rPr lang="ja-JP" altLang="en-US" kern="1200"/>
              <a:t>問い合わせ月次報告</a:t>
            </a:r>
            <a:br>
              <a:rPr lang="en-US" altLang="ja-JP" kern="1200"/>
            </a:br>
            <a:r>
              <a:rPr lang="en-US" altLang="ja-JP" b="1" kern="0">
                <a:solidFill>
                  <a:srgbClr val="002060"/>
                </a:solidFill>
                <a:latin typeface="Meiryo UI"/>
                <a:ea typeface="Meiryo UI"/>
                <a:cs typeface="Meiryo UI" panose="020B0604030504040204" pitchFamily="50" charset="-128"/>
              </a:rPr>
              <a:t>5.</a:t>
            </a:r>
            <a:r>
              <a:rPr lang="ja-JP" altLang="ja-JP" b="1" kern="0">
                <a:solidFill>
                  <a:srgbClr val="002060"/>
                </a:solidFill>
                <a:latin typeface="Meiryo UI"/>
                <a:ea typeface="Meiryo UI"/>
                <a:cs typeface="Meiryo UI" panose="020B0604030504040204" pitchFamily="50" charset="-128"/>
              </a:rPr>
              <a:t>医療機関等ONS</a:t>
            </a:r>
            <a:r>
              <a:rPr lang="ja-JP" altLang="en-US" b="1" kern="0">
                <a:solidFill>
                  <a:srgbClr val="002060"/>
                </a:solidFill>
                <a:latin typeface="Meiryo UI"/>
                <a:ea typeface="Meiryo UI"/>
                <a:cs typeface="Meiryo UI" panose="020B0604030504040204" pitchFamily="50" charset="-128"/>
              </a:rPr>
              <a:t>改善活動（</a:t>
            </a:r>
            <a:r>
              <a:rPr lang="en-US" altLang="ja-JP">
                <a:solidFill>
                  <a:srgbClr val="002060"/>
                </a:solidFill>
                <a:latin typeface="Meiryo UI"/>
                <a:ea typeface="Meiryo UI"/>
                <a:cs typeface="Meiryo UI" panose="020B0604030504040204" pitchFamily="50" charset="-128"/>
              </a:rPr>
              <a:t>Q&amp;A</a:t>
            </a:r>
            <a:r>
              <a:rPr lang="ja-JP" altLang="en-US">
                <a:solidFill>
                  <a:srgbClr val="002060"/>
                </a:solidFill>
                <a:latin typeface="Meiryo UI"/>
                <a:ea typeface="Meiryo UI"/>
                <a:cs typeface="Meiryo UI" panose="020B0604030504040204" pitchFamily="50" charset="-128"/>
              </a:rPr>
              <a:t>掲載</a:t>
            </a:r>
            <a:r>
              <a:rPr lang="ja-JP" altLang="en-US" b="1" kern="0">
                <a:solidFill>
                  <a:srgbClr val="002060"/>
                </a:solidFill>
                <a:latin typeface="Meiryo UI"/>
                <a:ea typeface="Meiryo UI"/>
                <a:cs typeface="Meiryo UI" panose="020B0604030504040204" pitchFamily="50" charset="-128"/>
              </a:rPr>
              <a:t>）（</a:t>
            </a:r>
            <a:r>
              <a:rPr lang="en-US" altLang="ja-JP">
                <a:solidFill>
                  <a:srgbClr val="002060"/>
                </a:solidFill>
                <a:latin typeface="Meiryo UI"/>
                <a:ea typeface="Meiryo UI"/>
                <a:cs typeface="Meiryo UI" panose="020B0604030504040204" pitchFamily="50" charset="-128"/>
              </a:rPr>
              <a:t>2</a:t>
            </a:r>
            <a:r>
              <a:rPr lang="en-US" altLang="ja-JP" b="1" kern="0">
                <a:solidFill>
                  <a:srgbClr val="002060"/>
                </a:solidFill>
                <a:latin typeface="Meiryo UI"/>
                <a:ea typeface="Meiryo UI"/>
                <a:cs typeface="Meiryo UI" panose="020B0604030504040204" pitchFamily="50" charset="-128"/>
              </a:rPr>
              <a:t>/8</a:t>
            </a:r>
            <a:r>
              <a:rPr lang="ja-JP" altLang="en-US" b="1" kern="0">
                <a:solidFill>
                  <a:srgbClr val="002060"/>
                </a:solidFill>
                <a:latin typeface="Meiryo UI"/>
                <a:ea typeface="Meiryo UI"/>
                <a:cs typeface="Meiryo UI" panose="020B0604030504040204" pitchFamily="50" charset="-128"/>
              </a:rPr>
              <a:t>）</a:t>
            </a:r>
            <a:endParaRPr kumimoji="1" lang="ja-JP" altLang="en-US">
              <a:solidFill>
                <a:srgbClr val="002060"/>
              </a:solidFill>
            </a:endParaRPr>
          </a:p>
        </p:txBody>
      </p:sp>
      <p:sp>
        <p:nvSpPr>
          <p:cNvPr id="3" name="コンテンツ プレースホルダー 2">
            <a:extLst>
              <a:ext uri="{FF2B5EF4-FFF2-40B4-BE49-F238E27FC236}">
                <a16:creationId xmlns:a16="http://schemas.microsoft.com/office/drawing/2014/main" id="{74698143-2208-FD1A-E27D-FE1874194955}"/>
              </a:ext>
            </a:extLst>
          </p:cNvPr>
          <p:cNvSpPr>
            <a:spLocks noGrp="1"/>
          </p:cNvSpPr>
          <p:nvPr>
            <p:ph idx="1"/>
          </p:nvPr>
        </p:nvSpPr>
        <p:spPr>
          <a:xfrm>
            <a:off x="849000" y="764824"/>
            <a:ext cx="8208000" cy="576000"/>
          </a:xfrm>
        </p:spPr>
        <p:txBody>
          <a:bodyPr/>
          <a:lstStyle/>
          <a:p>
            <a:pPr marL="285750" indent="-285750">
              <a:buFont typeface="Arial" panose="020B0604020202020204" pitchFamily="34" charset="0"/>
              <a:buChar char="•"/>
            </a:pPr>
            <a:r>
              <a:rPr lang="ja-JP" altLang="en-US" sz="1600"/>
              <a:t>当月の</a:t>
            </a:r>
            <a:r>
              <a:rPr lang="en-US" altLang="ja-JP" sz="1600"/>
              <a:t>Q&amp;A</a:t>
            </a:r>
            <a:r>
              <a:rPr lang="ja-JP" altLang="en-US" sz="1600"/>
              <a:t>追加・更新・削除</a:t>
            </a:r>
            <a:r>
              <a:rPr lang="ja-JP" altLang="en-US" sz="1600">
                <a:latin typeface="Meiryo UI" panose="020B0604030504040204" pitchFamily="50" charset="-128"/>
                <a:ea typeface="Meiryo UI" panose="020B0604030504040204" pitchFamily="50" charset="-128"/>
              </a:rPr>
              <a:t>は下記の通り。</a:t>
            </a:r>
            <a:endParaRPr lang="en-US" altLang="ja-JP" sz="1600">
              <a:latin typeface="Meiryo UI" panose="020B0604030504040204" pitchFamily="50" charset="-128"/>
              <a:ea typeface="Meiryo UI" panose="020B0604030504040204" pitchFamily="50" charset="-128"/>
            </a:endParaRPr>
          </a:p>
        </p:txBody>
      </p:sp>
      <p:graphicFrame>
        <p:nvGraphicFramePr>
          <p:cNvPr id="4" name="表 3">
            <a:extLst>
              <a:ext uri="{FF2B5EF4-FFF2-40B4-BE49-F238E27FC236}">
                <a16:creationId xmlns:a16="http://schemas.microsoft.com/office/drawing/2014/main" id="{32AB9D37-B35D-7EF5-2811-5CF9ED4887BE}"/>
              </a:ext>
            </a:extLst>
          </p:cNvPr>
          <p:cNvGraphicFramePr>
            <a:graphicFrameLocks noGrp="1"/>
          </p:cNvGraphicFramePr>
          <p:nvPr/>
        </p:nvGraphicFramePr>
        <p:xfrm>
          <a:off x="849001" y="1236919"/>
          <a:ext cx="8207997" cy="5326337"/>
        </p:xfrm>
        <a:graphic>
          <a:graphicData uri="http://schemas.openxmlformats.org/drawingml/2006/table">
            <a:tbl>
              <a:tblPr firstRow="1" bandRow="1">
                <a:tableStyleId>{5C22544A-7EE6-4342-B048-85BDC9FD1C3A}</a:tableStyleId>
              </a:tblPr>
              <a:tblGrid>
                <a:gridCol w="258185">
                  <a:extLst>
                    <a:ext uri="{9D8B030D-6E8A-4147-A177-3AD203B41FA5}">
                      <a16:colId xmlns:a16="http://schemas.microsoft.com/office/drawing/2014/main" val="20000"/>
                    </a:ext>
                  </a:extLst>
                </a:gridCol>
                <a:gridCol w="463108">
                  <a:extLst>
                    <a:ext uri="{9D8B030D-6E8A-4147-A177-3AD203B41FA5}">
                      <a16:colId xmlns:a16="http://schemas.microsoft.com/office/drawing/2014/main" val="1469973714"/>
                    </a:ext>
                  </a:extLst>
                </a:gridCol>
                <a:gridCol w="2573082">
                  <a:extLst>
                    <a:ext uri="{9D8B030D-6E8A-4147-A177-3AD203B41FA5}">
                      <a16:colId xmlns:a16="http://schemas.microsoft.com/office/drawing/2014/main" val="20004"/>
                    </a:ext>
                  </a:extLst>
                </a:gridCol>
                <a:gridCol w="3375025">
                  <a:extLst>
                    <a:ext uri="{9D8B030D-6E8A-4147-A177-3AD203B41FA5}">
                      <a16:colId xmlns:a16="http://schemas.microsoft.com/office/drawing/2014/main" val="20005"/>
                    </a:ext>
                  </a:extLst>
                </a:gridCol>
                <a:gridCol w="1538597">
                  <a:extLst>
                    <a:ext uri="{9D8B030D-6E8A-4147-A177-3AD203B41FA5}">
                      <a16:colId xmlns:a16="http://schemas.microsoft.com/office/drawing/2014/main" val="1299929361"/>
                    </a:ext>
                  </a:extLst>
                </a:gridCol>
              </a:tblGrid>
              <a:tr h="249025">
                <a:tc>
                  <a:txBody>
                    <a:bodyPr/>
                    <a:lstStyle/>
                    <a:p>
                      <a:r>
                        <a:rPr kumimoji="1" lang="en-US" altLang="ja-JP" sz="1100" b="0">
                          <a:solidFill>
                            <a:schemeClr val="tx1"/>
                          </a:solidFill>
                          <a:latin typeface="+mn-ea"/>
                          <a:ea typeface="+mn-ea"/>
                          <a:cs typeface="Meiryo UI" panose="020B0604030504040204" pitchFamily="50" charset="-128"/>
                        </a:rPr>
                        <a:t>#</a:t>
                      </a:r>
                      <a:endParaRPr kumimoji="1" lang="ja-JP" altLang="en-US" sz="1100" b="0">
                        <a:solidFill>
                          <a:schemeClr val="tx1"/>
                        </a:solidFill>
                        <a:latin typeface="+mn-ea"/>
                        <a:ea typeface="+mn-ea"/>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1100" b="0">
                          <a:solidFill>
                            <a:schemeClr val="tx1"/>
                          </a:solidFill>
                          <a:latin typeface="+mn-ea"/>
                          <a:ea typeface="+mn-ea"/>
                          <a:cs typeface="Meiryo UI" panose="020B0604030504040204" pitchFamily="50" charset="-128"/>
                        </a:rPr>
                        <a:t>対応</a:t>
                      </a:r>
                      <a:endParaRPr kumimoji="1" lang="en-US" altLang="ja-JP" sz="1100" b="0">
                        <a:solidFill>
                          <a:schemeClr val="tx1"/>
                        </a:solidFill>
                        <a:latin typeface="+mn-ea"/>
                        <a:ea typeface="+mn-ea"/>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1100" b="0">
                          <a:solidFill>
                            <a:schemeClr val="tx1"/>
                          </a:solidFill>
                          <a:latin typeface="+mn-ea"/>
                          <a:ea typeface="+mn-ea"/>
                          <a:cs typeface="Meiryo UI" panose="020B0604030504040204" pitchFamily="50" charset="-128"/>
                        </a:rPr>
                        <a:t>お問合せ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1100" b="0">
                          <a:solidFill>
                            <a:schemeClr val="tx1"/>
                          </a:solidFill>
                          <a:latin typeface="+mn-ea"/>
                          <a:ea typeface="+mn-ea"/>
                          <a:cs typeface="Meiryo UI" panose="020B0604030504040204" pitchFamily="50" charset="-128"/>
                        </a:rPr>
                        <a:t>回答</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0" marR="0" lvl="0" indent="0" algn="ctr" defTabSz="779032"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n-ea"/>
                          <a:ea typeface="+mn-ea"/>
                          <a:cs typeface="Meiryo UI" panose="020B0604030504040204" pitchFamily="50" charset="-128"/>
                        </a:rPr>
                        <a:t>追加・更新・削除理由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0000"/>
                  </a:ext>
                </a:extLst>
              </a:tr>
              <a:tr h="5067257">
                <a:tc>
                  <a:txBody>
                    <a:bodyPr/>
                    <a:lstStyle/>
                    <a:p>
                      <a:pPr algn="ctr"/>
                      <a:r>
                        <a:rPr kumimoji="1" lang="en-US" altLang="ja-JP" sz="1100">
                          <a:latin typeface="+mn-ea"/>
                          <a:ea typeface="+mn-ea"/>
                          <a:cs typeface="Meiryo UI" panose="020B0604030504040204" pitchFamily="50" charset="-128"/>
                        </a:rPr>
                        <a:t>1</a:t>
                      </a:r>
                      <a:endParaRPr kumimoji="1" lang="ja-JP" altLang="en-US" sz="1100">
                        <a:latin typeface="+mn-ea"/>
                        <a:ea typeface="+mn-ea"/>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779032" rtl="0" eaLnBrk="1" fontAlgn="auto" latinLnBrk="0" hangingPunct="1">
                        <a:lnSpc>
                          <a:spcPct val="100000"/>
                        </a:lnSpc>
                        <a:spcBef>
                          <a:spcPts val="0"/>
                        </a:spcBef>
                        <a:spcAft>
                          <a:spcPts val="0"/>
                        </a:spcAft>
                        <a:buClrTx/>
                        <a:buSzTx/>
                        <a:buFontTx/>
                        <a:buNone/>
                        <a:tabLst/>
                        <a:defRPr/>
                      </a:pPr>
                      <a:r>
                        <a:rPr kumimoji="1" lang="ja-JP" altLang="en-US" sz="1100" b="0" i="0" kern="1200">
                          <a:solidFill>
                            <a:schemeClr val="dk1"/>
                          </a:solidFill>
                          <a:effectLst/>
                          <a:latin typeface="+mn-ea"/>
                          <a:ea typeface="+mn-ea"/>
                          <a:cs typeface="+mn-cs"/>
                        </a:rPr>
                        <a:t>追加</a:t>
                      </a:r>
                      <a:endParaRPr kumimoji="1" lang="ja-JP" altLang="ja-JP" sz="1100" b="0" i="0" kern="1200">
                        <a:solidFill>
                          <a:schemeClr val="dk1"/>
                        </a:solidFill>
                        <a:effectLst/>
                        <a:latin typeface="+mn-ea"/>
                        <a:ea typeface="+mn-ea"/>
                        <a:cs typeface="+mn-cs"/>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buNone/>
                      </a:pPr>
                      <a:r>
                        <a:rPr lang="ja-JP" sz="1100" b="0" i="0" u="none" strike="noStrike">
                          <a:solidFill>
                            <a:schemeClr val="tx1"/>
                          </a:solidFill>
                          <a:effectLst/>
                          <a:latin typeface="Meiryo UI" panose="020B0604030504040204" pitchFamily="50" charset="-128"/>
                          <a:ea typeface="Meiryo UI" panose="020B0604030504040204" pitchFamily="50" charset="-128"/>
                        </a:rPr>
                        <a:t>医療機関の運用上、検査・感染症情報における検査オーダ医師（ObsevationリソースにContainedリソースとして埋め込むPractitioner）の情報を設定できない場合、どのような値を設定して登録することが望ましいか。</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buNone/>
                      </a:pPr>
                      <a:r>
                        <a:rPr lang="ja-JP" sz="1100" b="0" i="0" u="none" strike="noStrike">
                          <a:solidFill>
                            <a:schemeClr val="tx1"/>
                          </a:solidFill>
                          <a:effectLst/>
                          <a:latin typeface="Meiryo UI" panose="020B0604030504040204" pitchFamily="50" charset="-128"/>
                          <a:ea typeface="Meiryo UI" panose="020B0604030504040204" pitchFamily="50" charset="-128"/>
                        </a:rPr>
                        <a:t>感染症および検査情報を本サービスに登録する場合、ObservationリソースにContainedリソースとして埋め込むPractitionerに、検査オーダ医師の氏名を設定してご登録いただく必要があります。(ダミーデータやハイフンなどの入力は認められません。)</a:t>
                      </a:r>
                      <a:br>
                        <a:rPr lang="ja-JP" sz="1100" b="0" i="0" u="none" strike="noStrike">
                          <a:solidFill>
                            <a:schemeClr val="tx1"/>
                          </a:solidFill>
                          <a:effectLst/>
                          <a:latin typeface="Meiryo UI" panose="020B0604030504040204" pitchFamily="50" charset="-128"/>
                          <a:ea typeface="Meiryo UI" panose="020B0604030504040204" pitchFamily="50" charset="-128"/>
                        </a:rPr>
                      </a:br>
                      <a:br>
                        <a:rPr lang="ja-JP" sz="1100" b="0" i="0" u="none" strike="noStrike">
                          <a:solidFill>
                            <a:schemeClr val="tx1"/>
                          </a:solidFill>
                          <a:effectLst/>
                          <a:latin typeface="Meiryo UI" panose="020B0604030504040204" pitchFamily="50" charset="-128"/>
                          <a:ea typeface="Meiryo UI" panose="020B0604030504040204" pitchFamily="50" charset="-128"/>
                        </a:rPr>
                      </a:br>
                      <a:r>
                        <a:rPr lang="ja-JP" sz="1100" b="0" i="0" u="none" strike="noStrike">
                          <a:solidFill>
                            <a:schemeClr val="tx1"/>
                          </a:solidFill>
                          <a:effectLst/>
                          <a:latin typeface="Meiryo UI" panose="020B0604030504040204" pitchFamily="50" charset="-128"/>
                          <a:ea typeface="Meiryo UI" panose="020B0604030504040204" pitchFamily="50" charset="-128"/>
                        </a:rPr>
                        <a:t>そのため、オーダリングシステム等において検査オーダ医師の氏名が管理されておらず、当該情報を設定できない場合は、該当する感染症情報および検査情報を本サービスに登録しないようお願いいたします。</a:t>
                      </a:r>
                      <a:br>
                        <a:rPr lang="ja-JP" sz="1100" b="0" i="0" u="none" strike="noStrike">
                          <a:solidFill>
                            <a:schemeClr val="tx1"/>
                          </a:solidFill>
                          <a:effectLst/>
                          <a:latin typeface="Meiryo UI" panose="020B0604030504040204" pitchFamily="50" charset="-128"/>
                          <a:ea typeface="Meiryo UI" panose="020B0604030504040204" pitchFamily="50" charset="-128"/>
                        </a:rPr>
                      </a:br>
                      <a:br>
                        <a:rPr lang="ja-JP" sz="1100" b="0" i="0" u="none" strike="noStrike">
                          <a:solidFill>
                            <a:schemeClr val="tx1"/>
                          </a:solidFill>
                          <a:effectLst/>
                          <a:latin typeface="Meiryo UI" panose="020B0604030504040204" pitchFamily="50" charset="-128"/>
                          <a:ea typeface="Meiryo UI" panose="020B0604030504040204" pitchFamily="50" charset="-128"/>
                        </a:rPr>
                      </a:br>
                      <a:r>
                        <a:rPr lang="ja-JP" sz="1100" b="0" i="0" u="none" strike="noStrike">
                          <a:solidFill>
                            <a:schemeClr val="tx1"/>
                          </a:solidFill>
                          <a:effectLst/>
                          <a:latin typeface="Meiryo UI" panose="020B0604030504040204" pitchFamily="50" charset="-128"/>
                          <a:ea typeface="Meiryo UI" panose="020B0604030504040204" pitchFamily="50" charset="-128"/>
                        </a:rPr>
                        <a:t>なお、現時点で検査オーダ医師の情報を取得できない場合は、本サービスの本格運用開始までに、各医療機関において、検査オーダ医師の情報、または当該検査の実施に責任を有する医師の情報を設定できるよう、必要な対応をお願いいたします。</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779032" rtl="0" eaLnBrk="1" fontAlgn="auto" latinLnBrk="0" hangingPunct="1">
                        <a:lnSpc>
                          <a:spcPct val="100000"/>
                        </a:lnSpc>
                        <a:spcBef>
                          <a:spcPts val="0"/>
                        </a:spcBef>
                        <a:spcAft>
                          <a:spcPts val="0"/>
                        </a:spcAft>
                        <a:buClrTx/>
                        <a:buSzTx/>
                        <a:buFontTx/>
                        <a:buNone/>
                        <a:tabLst/>
                        <a:defRPr/>
                      </a:pPr>
                      <a:r>
                        <a:rPr lang="ja-JP" altLang="ja-JP" sz="1100" i="0">
                          <a:effectLst/>
                          <a:latin typeface="Meiryo UI" panose="020B0604030504040204" pitchFamily="50" charset="-128"/>
                          <a:ea typeface="Meiryo UI" panose="020B0604030504040204" pitchFamily="50" charset="-128"/>
                        </a:rPr>
                        <a:t>ベンダ側が</a:t>
                      </a:r>
                      <a:r>
                        <a:rPr lang="ja-JP" altLang="en-US" sz="1100" i="0">
                          <a:effectLst/>
                          <a:latin typeface="Meiryo UI" panose="020B0604030504040204" pitchFamily="50" charset="-128"/>
                          <a:ea typeface="Meiryo UI" panose="020B0604030504040204" pitchFamily="50" charset="-128"/>
                        </a:rPr>
                        <a:t>テスト</a:t>
                      </a:r>
                      <a:r>
                        <a:rPr lang="ja-JP" altLang="ja-JP" sz="1100" i="0">
                          <a:effectLst/>
                          <a:latin typeface="Meiryo UI" panose="020B0604030504040204" pitchFamily="50" charset="-128"/>
                          <a:ea typeface="Meiryo UI" panose="020B0604030504040204" pitchFamily="50" charset="-128"/>
                        </a:rPr>
                        <a:t>を実施する上で、具体的な情報が必要</a:t>
                      </a:r>
                      <a:r>
                        <a:rPr lang="ja-JP" altLang="en-US" sz="1100" i="0">
                          <a:effectLst/>
                          <a:latin typeface="Meiryo UI" panose="020B0604030504040204" pitchFamily="50" charset="-128"/>
                          <a:ea typeface="Meiryo UI" panose="020B0604030504040204" pitchFamily="50" charset="-128"/>
                        </a:rPr>
                        <a:t>と判断し</a:t>
                      </a:r>
                      <a:r>
                        <a:rPr lang="ja-JP" altLang="en-US" sz="1100" i="0">
                          <a:latin typeface="Meiryo UI" panose="020B0604030504040204" pitchFamily="50" charset="-128"/>
                          <a:ea typeface="Meiryo UI" panose="020B0604030504040204" pitchFamily="50" charset="-128"/>
                        </a:rPr>
                        <a:t>、追記</a:t>
                      </a:r>
                      <a:endParaRPr lang="en-US" altLang="ja-JP" sz="1100" i="0">
                        <a:latin typeface="Meiryo UI" panose="020B0604030504040204" pitchFamily="50" charset="-128"/>
                        <a:ea typeface="Meiryo UI" panose="020B0604030504040204" pitchFamily="50" charset="-128"/>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86878120"/>
                  </a:ext>
                </a:extLst>
              </a:tr>
            </a:tbl>
          </a:graphicData>
        </a:graphic>
      </p:graphicFrame>
    </p:spTree>
    <p:extLst>
      <p:ext uri="{BB962C8B-B14F-4D97-AF65-F5344CB8AC3E}">
        <p14:creationId xmlns:p14="http://schemas.microsoft.com/office/powerpoint/2010/main" val="419211436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DACBB-6E6E-BD37-AD39-23DBD2DF2F5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5D8B510-2E4F-D4D4-AEB1-9086BB80B556}"/>
              </a:ext>
            </a:extLst>
          </p:cNvPr>
          <p:cNvSpPr>
            <a:spLocks noGrp="1"/>
          </p:cNvSpPr>
          <p:nvPr>
            <p:ph type="title"/>
          </p:nvPr>
        </p:nvSpPr>
        <p:spPr/>
        <p:txBody>
          <a:bodyPr/>
          <a:lstStyle/>
          <a:p>
            <a:r>
              <a:rPr lang="en-US" altLang="ja-JP" kern="1200"/>
              <a:t>ONS</a:t>
            </a:r>
            <a:r>
              <a:rPr lang="ja-JP" altLang="en-US" kern="1200"/>
              <a:t>問い合わせ月次報告</a:t>
            </a:r>
            <a:br>
              <a:rPr lang="en-US" altLang="ja-JP" kern="1200"/>
            </a:br>
            <a:r>
              <a:rPr lang="en-US" altLang="ja-JP" b="1" kern="0">
                <a:solidFill>
                  <a:srgbClr val="002060"/>
                </a:solidFill>
                <a:latin typeface="Meiryo UI"/>
                <a:ea typeface="Meiryo UI"/>
                <a:cs typeface="Meiryo UI" panose="020B0604030504040204" pitchFamily="50" charset="-128"/>
              </a:rPr>
              <a:t>5.</a:t>
            </a:r>
            <a:r>
              <a:rPr lang="ja-JP" altLang="ja-JP" b="1" kern="0">
                <a:solidFill>
                  <a:srgbClr val="002060"/>
                </a:solidFill>
                <a:latin typeface="Meiryo UI"/>
                <a:ea typeface="Meiryo UI"/>
                <a:cs typeface="Meiryo UI" panose="020B0604030504040204" pitchFamily="50" charset="-128"/>
              </a:rPr>
              <a:t>医療機関等ONS</a:t>
            </a:r>
            <a:r>
              <a:rPr lang="ja-JP" altLang="en-US" b="1" kern="0">
                <a:solidFill>
                  <a:srgbClr val="002060"/>
                </a:solidFill>
                <a:latin typeface="Meiryo UI"/>
                <a:ea typeface="Meiryo UI"/>
                <a:cs typeface="Meiryo UI" panose="020B0604030504040204" pitchFamily="50" charset="-128"/>
              </a:rPr>
              <a:t>改善活動（</a:t>
            </a:r>
            <a:r>
              <a:rPr lang="en-US" altLang="ja-JP">
                <a:solidFill>
                  <a:srgbClr val="002060"/>
                </a:solidFill>
                <a:latin typeface="Meiryo UI"/>
                <a:ea typeface="Meiryo UI"/>
                <a:cs typeface="Meiryo UI" panose="020B0604030504040204" pitchFamily="50" charset="-128"/>
              </a:rPr>
              <a:t>Q&amp;A</a:t>
            </a:r>
            <a:r>
              <a:rPr lang="ja-JP" altLang="en-US">
                <a:solidFill>
                  <a:srgbClr val="002060"/>
                </a:solidFill>
                <a:latin typeface="Meiryo UI"/>
                <a:ea typeface="Meiryo UI"/>
                <a:cs typeface="Meiryo UI" panose="020B0604030504040204" pitchFamily="50" charset="-128"/>
              </a:rPr>
              <a:t>掲載</a:t>
            </a:r>
            <a:r>
              <a:rPr lang="ja-JP" altLang="en-US" b="1" kern="0">
                <a:solidFill>
                  <a:srgbClr val="002060"/>
                </a:solidFill>
                <a:latin typeface="Meiryo UI"/>
                <a:ea typeface="Meiryo UI"/>
                <a:cs typeface="Meiryo UI" panose="020B0604030504040204" pitchFamily="50" charset="-128"/>
              </a:rPr>
              <a:t>）（</a:t>
            </a:r>
            <a:r>
              <a:rPr lang="en-US" altLang="ja-JP" b="1" kern="0">
                <a:solidFill>
                  <a:srgbClr val="002060"/>
                </a:solidFill>
                <a:latin typeface="Meiryo UI"/>
                <a:ea typeface="Meiryo UI"/>
                <a:cs typeface="Meiryo UI" panose="020B0604030504040204" pitchFamily="50" charset="-128"/>
              </a:rPr>
              <a:t>3/8</a:t>
            </a:r>
            <a:r>
              <a:rPr lang="ja-JP" altLang="en-US" b="1" kern="0">
                <a:solidFill>
                  <a:srgbClr val="002060"/>
                </a:solidFill>
                <a:latin typeface="Meiryo UI"/>
                <a:ea typeface="Meiryo UI"/>
                <a:cs typeface="Meiryo UI" panose="020B0604030504040204" pitchFamily="50" charset="-128"/>
              </a:rPr>
              <a:t>）</a:t>
            </a:r>
            <a:endParaRPr kumimoji="1" lang="ja-JP" altLang="en-US">
              <a:solidFill>
                <a:srgbClr val="002060"/>
              </a:solidFill>
            </a:endParaRPr>
          </a:p>
        </p:txBody>
      </p:sp>
      <p:sp>
        <p:nvSpPr>
          <p:cNvPr id="3" name="コンテンツ プレースホルダー 2">
            <a:extLst>
              <a:ext uri="{FF2B5EF4-FFF2-40B4-BE49-F238E27FC236}">
                <a16:creationId xmlns:a16="http://schemas.microsoft.com/office/drawing/2014/main" id="{08DFADCE-D46E-EB4D-D2A3-45B7C3F46D04}"/>
              </a:ext>
            </a:extLst>
          </p:cNvPr>
          <p:cNvSpPr>
            <a:spLocks noGrp="1"/>
          </p:cNvSpPr>
          <p:nvPr>
            <p:ph idx="1"/>
          </p:nvPr>
        </p:nvSpPr>
        <p:spPr>
          <a:xfrm>
            <a:off x="849000" y="764824"/>
            <a:ext cx="8208000" cy="576000"/>
          </a:xfrm>
        </p:spPr>
        <p:txBody>
          <a:bodyPr/>
          <a:lstStyle/>
          <a:p>
            <a:pPr marL="285750" indent="-285750">
              <a:buFont typeface="Arial" panose="020B0604020202020204" pitchFamily="34" charset="0"/>
              <a:buChar char="•"/>
            </a:pPr>
            <a:r>
              <a:rPr lang="ja-JP" altLang="en-US" sz="1600">
                <a:latin typeface="Meiryo UI"/>
                <a:ea typeface="Meiryo UI"/>
              </a:rPr>
              <a:t>前ページの続き。</a:t>
            </a:r>
          </a:p>
        </p:txBody>
      </p:sp>
      <p:graphicFrame>
        <p:nvGraphicFramePr>
          <p:cNvPr id="4" name="表 3">
            <a:extLst>
              <a:ext uri="{FF2B5EF4-FFF2-40B4-BE49-F238E27FC236}">
                <a16:creationId xmlns:a16="http://schemas.microsoft.com/office/drawing/2014/main" id="{F302EF83-9D75-D303-8353-DF4D74437B73}"/>
              </a:ext>
            </a:extLst>
          </p:cNvPr>
          <p:cNvGraphicFramePr>
            <a:graphicFrameLocks noGrp="1"/>
          </p:cNvGraphicFramePr>
          <p:nvPr/>
        </p:nvGraphicFramePr>
        <p:xfrm>
          <a:off x="849001" y="1340824"/>
          <a:ext cx="8207997" cy="5248273"/>
        </p:xfrm>
        <a:graphic>
          <a:graphicData uri="http://schemas.openxmlformats.org/drawingml/2006/table">
            <a:tbl>
              <a:tblPr firstRow="1" bandRow="1">
                <a:tableStyleId>{5C22544A-7EE6-4342-B048-85BDC9FD1C3A}</a:tableStyleId>
              </a:tblPr>
              <a:tblGrid>
                <a:gridCol w="370200">
                  <a:extLst>
                    <a:ext uri="{9D8B030D-6E8A-4147-A177-3AD203B41FA5}">
                      <a16:colId xmlns:a16="http://schemas.microsoft.com/office/drawing/2014/main" val="20000"/>
                    </a:ext>
                  </a:extLst>
                </a:gridCol>
                <a:gridCol w="533400">
                  <a:extLst>
                    <a:ext uri="{9D8B030D-6E8A-4147-A177-3AD203B41FA5}">
                      <a16:colId xmlns:a16="http://schemas.microsoft.com/office/drawing/2014/main" val="1469973714"/>
                    </a:ext>
                  </a:extLst>
                </a:gridCol>
                <a:gridCol w="2628900">
                  <a:extLst>
                    <a:ext uri="{9D8B030D-6E8A-4147-A177-3AD203B41FA5}">
                      <a16:colId xmlns:a16="http://schemas.microsoft.com/office/drawing/2014/main" val="20004"/>
                    </a:ext>
                  </a:extLst>
                </a:gridCol>
                <a:gridCol w="2984500">
                  <a:extLst>
                    <a:ext uri="{9D8B030D-6E8A-4147-A177-3AD203B41FA5}">
                      <a16:colId xmlns:a16="http://schemas.microsoft.com/office/drawing/2014/main" val="20005"/>
                    </a:ext>
                  </a:extLst>
                </a:gridCol>
                <a:gridCol w="1690997">
                  <a:extLst>
                    <a:ext uri="{9D8B030D-6E8A-4147-A177-3AD203B41FA5}">
                      <a16:colId xmlns:a16="http://schemas.microsoft.com/office/drawing/2014/main" val="2072884193"/>
                    </a:ext>
                  </a:extLst>
                </a:gridCol>
              </a:tblGrid>
              <a:tr h="281303">
                <a:tc>
                  <a:txBody>
                    <a:bodyPr/>
                    <a:lstStyle/>
                    <a:p>
                      <a:pPr algn="ctr"/>
                      <a:r>
                        <a:rPr kumimoji="1" lang="en-US" altLang="ja-JP" sz="1100" b="0">
                          <a:solidFill>
                            <a:schemeClr val="tx1"/>
                          </a:solidFill>
                          <a:latin typeface="+mn-ea"/>
                          <a:ea typeface="+mn-ea"/>
                          <a:cs typeface="Meiryo UI" panose="020B0604030504040204" pitchFamily="50" charset="-128"/>
                        </a:rPr>
                        <a:t>#</a:t>
                      </a:r>
                      <a:endParaRPr kumimoji="1" lang="ja-JP" altLang="en-US" sz="1100" b="0">
                        <a:solidFill>
                          <a:schemeClr val="tx1"/>
                        </a:solidFill>
                        <a:latin typeface="+mn-ea"/>
                        <a:ea typeface="+mn-ea"/>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1100" b="0">
                          <a:solidFill>
                            <a:schemeClr val="tx1"/>
                          </a:solidFill>
                          <a:latin typeface="+mn-ea"/>
                          <a:ea typeface="+mn-ea"/>
                          <a:cs typeface="Meiryo UI" panose="020B0604030504040204" pitchFamily="50" charset="-128"/>
                        </a:rPr>
                        <a:t>対応</a:t>
                      </a:r>
                      <a:endParaRPr kumimoji="1" lang="en-US" altLang="ja-JP" sz="1100" b="0">
                        <a:solidFill>
                          <a:schemeClr val="tx1"/>
                        </a:solidFill>
                        <a:latin typeface="+mn-ea"/>
                        <a:ea typeface="+mn-ea"/>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1100" b="0">
                          <a:solidFill>
                            <a:schemeClr val="tx1"/>
                          </a:solidFill>
                          <a:latin typeface="+mn-ea"/>
                          <a:ea typeface="+mn-ea"/>
                          <a:cs typeface="Meiryo UI" panose="020B0604030504040204" pitchFamily="50" charset="-128"/>
                        </a:rPr>
                        <a:t>お問合せ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1100" b="0">
                          <a:solidFill>
                            <a:schemeClr val="tx1"/>
                          </a:solidFill>
                          <a:latin typeface="+mn-ea"/>
                          <a:ea typeface="+mn-ea"/>
                          <a:cs typeface="Meiryo UI" panose="020B0604030504040204" pitchFamily="50" charset="-128"/>
                        </a:rPr>
                        <a:t>回答</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0" marR="0" lvl="0" indent="0" algn="ctr" defTabSz="779032"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n-ea"/>
                          <a:ea typeface="+mn-ea"/>
                          <a:cs typeface="Meiryo UI" panose="020B0604030504040204" pitchFamily="50" charset="-128"/>
                        </a:rPr>
                        <a:t>追加・更新・削除理由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0000"/>
                  </a:ext>
                </a:extLst>
              </a:tr>
              <a:tr h="3283248">
                <a:tc>
                  <a:txBody>
                    <a:bodyPr/>
                    <a:lstStyle/>
                    <a:p>
                      <a:pPr algn="ctr"/>
                      <a:r>
                        <a:rPr kumimoji="1" lang="en-US" altLang="ja-JP" sz="1100">
                          <a:latin typeface="+mn-ea"/>
                          <a:ea typeface="+mn-ea"/>
                          <a:cs typeface="Meiryo UI" panose="020B0604030504040204" pitchFamily="50" charset="-128"/>
                        </a:rPr>
                        <a:t>2</a:t>
                      </a:r>
                      <a:endParaRPr kumimoji="1" lang="ja-JP" altLang="en-US" sz="1100">
                        <a:latin typeface="+mn-ea"/>
                        <a:ea typeface="+mn-ea"/>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779032" rtl="0" eaLnBrk="1" fontAlgn="auto" latinLnBrk="0" hangingPunct="1">
                        <a:lnSpc>
                          <a:spcPct val="100000"/>
                        </a:lnSpc>
                        <a:spcBef>
                          <a:spcPts val="0"/>
                        </a:spcBef>
                        <a:spcAft>
                          <a:spcPts val="0"/>
                        </a:spcAft>
                        <a:buClrTx/>
                        <a:buSzTx/>
                        <a:buFontTx/>
                        <a:buNone/>
                        <a:tabLst/>
                        <a:defRPr/>
                      </a:pPr>
                      <a:r>
                        <a:rPr kumimoji="1" lang="ja-JP" altLang="en-US" sz="1100" b="0" i="0" kern="1200">
                          <a:solidFill>
                            <a:schemeClr val="dk1"/>
                          </a:solidFill>
                          <a:effectLst/>
                          <a:latin typeface="+mn-ea"/>
                          <a:ea typeface="+mn-ea"/>
                          <a:cs typeface="+mn-cs"/>
                        </a:rPr>
                        <a:t>追加</a:t>
                      </a:r>
                      <a:endParaRPr kumimoji="1" lang="ja-JP" altLang="ja-JP" sz="1100" b="0" i="0" kern="1200">
                        <a:solidFill>
                          <a:schemeClr val="dk1"/>
                        </a:solidFill>
                        <a:effectLst/>
                        <a:latin typeface="+mn-ea"/>
                        <a:ea typeface="+mn-ea"/>
                        <a:cs typeface="+mn-cs"/>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buNone/>
                      </a:pPr>
                      <a:r>
                        <a:rPr lang="ja-JP" sz="1100" b="0" i="0" u="none" strike="noStrike">
                          <a:solidFill>
                            <a:schemeClr val="tx1"/>
                          </a:solidFill>
                          <a:effectLst/>
                          <a:latin typeface="Meiryo UI" panose="020B0604030504040204" pitchFamily="50" charset="-128"/>
                          <a:ea typeface="Meiryo UI" panose="020B0604030504040204" pitchFamily="50" charset="-128"/>
                        </a:rPr>
                        <a:t>臨床情報の検査43項目および感染症5項目における Observation リソースの検査結果（value）について、検査結果を標準コードや標準形式に変換できない場合、valueString やテキストのみで結果を送信してよいか。</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buNone/>
                      </a:pPr>
                      <a:r>
                        <a:rPr lang="ja-JP" sz="1050" b="0" i="0" u="none" strike="noStrike">
                          <a:solidFill>
                            <a:schemeClr val="tx1"/>
                          </a:solidFill>
                          <a:effectLst/>
                          <a:latin typeface="Meiryo UI" panose="020B0604030504040204" pitchFamily="50" charset="-128"/>
                          <a:ea typeface="Meiryo UI" panose="020B0604030504040204" pitchFamily="50" charset="-128"/>
                        </a:rPr>
                        <a:t>検査結果を標準コードや標準形式へ変換できない場合であっても、valueString やテキストのみで結果を送信することはできません。(登録しようとしてもエラーになります。)</a:t>
                      </a:r>
                      <a:br>
                        <a:rPr lang="ja-JP" sz="1050" b="0" i="0" u="none" strike="noStrike">
                          <a:solidFill>
                            <a:schemeClr val="tx1"/>
                          </a:solidFill>
                          <a:effectLst/>
                          <a:latin typeface="Meiryo UI" panose="020B0604030504040204" pitchFamily="50" charset="-128"/>
                          <a:ea typeface="Meiryo UI" panose="020B0604030504040204" pitchFamily="50" charset="-128"/>
                        </a:rPr>
                      </a:br>
                      <a:r>
                        <a:rPr lang="ja-JP" sz="1050" b="0" i="0" u="none" strike="noStrike">
                          <a:solidFill>
                            <a:schemeClr val="tx1"/>
                          </a:solidFill>
                          <a:effectLst/>
                          <a:latin typeface="Meiryo UI" panose="020B0604030504040204" pitchFamily="50" charset="-128"/>
                          <a:ea typeface="Meiryo UI" panose="020B0604030504040204" pitchFamily="50" charset="-128"/>
                        </a:rPr>
                        <a:t>電子カルテ情報共有サービスでは、検査結果の標準化のため、次の形式での記録をお願いいたします。</a:t>
                      </a:r>
                      <a:br>
                        <a:rPr lang="ja-JP" sz="1050" b="0" i="0" u="none" strike="noStrike">
                          <a:solidFill>
                            <a:schemeClr val="tx1"/>
                          </a:solidFill>
                          <a:effectLst/>
                          <a:latin typeface="Meiryo UI" panose="020B0604030504040204" pitchFamily="50" charset="-128"/>
                          <a:ea typeface="Meiryo UI" panose="020B0604030504040204" pitchFamily="50" charset="-128"/>
                        </a:rPr>
                      </a:br>
                      <a:r>
                        <a:rPr lang="ja-JP" sz="1050" b="0" i="0" u="none" strike="noStrike">
                          <a:solidFill>
                            <a:schemeClr val="tx1"/>
                          </a:solidFill>
                          <a:effectLst/>
                          <a:latin typeface="Meiryo UI" panose="020B0604030504040204" pitchFamily="50" charset="-128"/>
                          <a:ea typeface="Meiryo UI" panose="020B0604030504040204" pitchFamily="50" charset="-128"/>
                        </a:rPr>
                        <a:t>＜定量検査結果＞</a:t>
                      </a:r>
                      <a:br>
                        <a:rPr lang="ja-JP" sz="1050" b="0" i="0" u="none" strike="noStrike">
                          <a:solidFill>
                            <a:schemeClr val="tx1"/>
                          </a:solidFill>
                          <a:effectLst/>
                          <a:latin typeface="Meiryo UI" panose="020B0604030504040204" pitchFamily="50" charset="-128"/>
                          <a:ea typeface="Meiryo UI" panose="020B0604030504040204" pitchFamily="50" charset="-128"/>
                        </a:rPr>
                      </a:br>
                      <a:r>
                        <a:rPr lang="ja-JP" sz="1050" b="0" i="0" u="none" strike="noStrike">
                          <a:solidFill>
                            <a:schemeClr val="tx1"/>
                          </a:solidFill>
                          <a:effectLst/>
                          <a:latin typeface="Meiryo UI" panose="020B0604030504040204" pitchFamily="50" charset="-128"/>
                          <a:ea typeface="Meiryo UI" panose="020B0604030504040204" pitchFamily="50" charset="-128"/>
                        </a:rPr>
                        <a:t>定量検査結果は Observation.value.valueQuantity を使用してください。</a:t>
                      </a:r>
                      <a:br>
                        <a:rPr lang="ja-JP" sz="1050" b="0" i="0" u="none" strike="noStrike">
                          <a:solidFill>
                            <a:schemeClr val="tx1"/>
                          </a:solidFill>
                          <a:effectLst/>
                          <a:latin typeface="Meiryo UI" panose="020B0604030504040204" pitchFamily="50" charset="-128"/>
                          <a:ea typeface="Meiryo UI" panose="020B0604030504040204" pitchFamily="50" charset="-128"/>
                        </a:rPr>
                      </a:br>
                      <a:r>
                        <a:rPr lang="ja-JP" sz="1050" b="0" i="0" u="none" strike="noStrike">
                          <a:solidFill>
                            <a:schemeClr val="tx1"/>
                          </a:solidFill>
                          <a:effectLst/>
                          <a:latin typeface="Meiryo UI" panose="020B0604030504040204" pitchFamily="50" charset="-128"/>
                          <a:ea typeface="Meiryo UI" panose="020B0604030504040204" pitchFamily="50" charset="-128"/>
                        </a:rPr>
                        <a:t>下記の結果値と比較演算子を組み合わせて表現します。</a:t>
                      </a:r>
                      <a:br>
                        <a:rPr lang="ja-JP" sz="1050" b="0" i="0" u="none" strike="noStrike">
                          <a:solidFill>
                            <a:schemeClr val="tx1"/>
                          </a:solidFill>
                          <a:effectLst/>
                          <a:latin typeface="Meiryo UI" panose="020B0604030504040204" pitchFamily="50" charset="-128"/>
                          <a:ea typeface="Meiryo UI" panose="020B0604030504040204" pitchFamily="50" charset="-128"/>
                        </a:rPr>
                      </a:br>
                      <a:r>
                        <a:rPr lang="ja-JP" sz="1050" b="0" i="0" u="none" strike="noStrike">
                          <a:solidFill>
                            <a:schemeClr val="tx1"/>
                          </a:solidFill>
                          <a:effectLst/>
                          <a:latin typeface="Meiryo UI" panose="020B0604030504040204" pitchFamily="50" charset="-128"/>
                          <a:ea typeface="Meiryo UI" panose="020B0604030504040204" pitchFamily="50" charset="-128"/>
                        </a:rPr>
                        <a:t>Observation.value.valueQuantity.value（結果数値）</a:t>
                      </a:r>
                      <a:endParaRPr lang="en-US" altLang="ja-JP" sz="1050" b="0" i="0" u="none" strike="noStrike">
                        <a:solidFill>
                          <a:schemeClr val="tx1"/>
                        </a:solidFill>
                        <a:effectLst/>
                        <a:latin typeface="Meiryo UI" panose="020B0604030504040204" pitchFamily="50" charset="-128"/>
                        <a:ea typeface="Meiryo UI" panose="020B0604030504040204" pitchFamily="50" charset="-128"/>
                      </a:endParaRPr>
                    </a:p>
                    <a:p>
                      <a:pPr algn="l" fontAlgn="t">
                        <a:buNone/>
                      </a:pPr>
                      <a:r>
                        <a:rPr lang="ja-JP" sz="1050" b="0" i="0" u="none" strike="noStrike">
                          <a:solidFill>
                            <a:schemeClr val="tx1"/>
                          </a:solidFill>
                          <a:effectLst/>
                          <a:latin typeface="Meiryo UI" panose="020B0604030504040204" pitchFamily="50" charset="-128"/>
                          <a:ea typeface="Meiryo UI" panose="020B0604030504040204" pitchFamily="50" charset="-128"/>
                        </a:rPr>
                        <a:t>Observation.value.valueQuantity.comparator（"&lt;"、"&lt;="、"&gt;="、"&gt;"）</a:t>
                      </a:r>
                      <a:br>
                        <a:rPr lang="ja-JP" sz="1050" b="0" i="0" u="none" strike="noStrike">
                          <a:solidFill>
                            <a:schemeClr val="tx1"/>
                          </a:solidFill>
                          <a:effectLst/>
                          <a:latin typeface="Meiryo UI" panose="020B0604030504040204" pitchFamily="50" charset="-128"/>
                          <a:ea typeface="Meiryo UI" panose="020B0604030504040204" pitchFamily="50" charset="-128"/>
                        </a:rPr>
                      </a:br>
                      <a:r>
                        <a:rPr lang="ja-JP" sz="1050" b="0" i="0" u="none" strike="noStrike">
                          <a:solidFill>
                            <a:schemeClr val="tx1"/>
                          </a:solidFill>
                          <a:effectLst/>
                          <a:latin typeface="Meiryo UI" panose="020B0604030504040204" pitchFamily="50" charset="-128"/>
                          <a:ea typeface="Meiryo UI" panose="020B0604030504040204" pitchFamily="50" charset="-128"/>
                        </a:rPr>
                        <a:t>Observation.value.valueQuantity.unit（単位）</a:t>
                      </a:r>
                      <a:br>
                        <a:rPr lang="ja-JP" sz="1050" b="0" i="0" u="none" strike="noStrike">
                          <a:solidFill>
                            <a:schemeClr val="tx1"/>
                          </a:solidFill>
                          <a:effectLst/>
                          <a:latin typeface="Meiryo UI" panose="020B0604030504040204" pitchFamily="50" charset="-128"/>
                          <a:ea typeface="Meiryo UI" panose="020B0604030504040204" pitchFamily="50" charset="-128"/>
                        </a:rPr>
                      </a:br>
                      <a:r>
                        <a:rPr lang="ja-JP" sz="1050" b="0" i="0" u="none" strike="noStrike">
                          <a:solidFill>
                            <a:schemeClr val="tx1"/>
                          </a:solidFill>
                          <a:effectLst/>
                          <a:latin typeface="Meiryo UI" panose="020B0604030504040204" pitchFamily="50" charset="-128"/>
                          <a:ea typeface="Meiryo UI" panose="020B0604030504040204" pitchFamily="50" charset="-128"/>
                        </a:rPr>
                        <a:t>※valueString による結果表現は使用できません。</a:t>
                      </a:r>
                      <a:br>
                        <a:rPr lang="ja-JP" sz="1050" b="0" i="0" u="none" strike="noStrike">
                          <a:solidFill>
                            <a:schemeClr val="tx1"/>
                          </a:solidFill>
                          <a:effectLst/>
                          <a:latin typeface="Meiryo UI" panose="020B0604030504040204" pitchFamily="50" charset="-128"/>
                          <a:ea typeface="Meiryo UI" panose="020B0604030504040204" pitchFamily="50" charset="-128"/>
                        </a:rPr>
                      </a:br>
                      <a:r>
                        <a:rPr lang="ja-JP" sz="1050" b="0" i="0" u="none" strike="noStrike">
                          <a:solidFill>
                            <a:schemeClr val="tx1"/>
                          </a:solidFill>
                          <a:effectLst/>
                          <a:latin typeface="Meiryo UI" panose="020B0604030504040204" pitchFamily="50" charset="-128"/>
                          <a:ea typeface="Meiryo UI" panose="020B0604030504040204" pitchFamily="50" charset="-128"/>
                        </a:rPr>
                        <a:t>※interpretation に H（高値）または L（低値）を設定する場合は、検査結果として valueQuantity が設定されている必要があります。valueString、valueCodeableConcept、または dataAbsentReason を使用した場合に H／L を設定するとエラーとなります。</a:t>
                      </a:r>
                      <a:br>
                        <a:rPr lang="ja-JP" sz="1050" b="0" i="0" u="none" strike="noStrike">
                          <a:solidFill>
                            <a:schemeClr val="tx1"/>
                          </a:solidFill>
                          <a:effectLst/>
                          <a:latin typeface="Meiryo UI" panose="020B0604030504040204" pitchFamily="50" charset="-128"/>
                          <a:ea typeface="Meiryo UI" panose="020B0604030504040204" pitchFamily="50" charset="-128"/>
                        </a:rPr>
                      </a:br>
                      <a:r>
                        <a:rPr lang="ja-JP" sz="1050" b="0" i="0" u="none" strike="noStrike">
                          <a:solidFill>
                            <a:schemeClr val="tx1"/>
                          </a:solidFill>
                          <a:effectLst/>
                          <a:latin typeface="Meiryo UI" panose="020B0604030504040204" pitchFamily="50" charset="-128"/>
                          <a:ea typeface="Meiryo UI" panose="020B0604030504040204" pitchFamily="50" charset="-128"/>
                        </a:rPr>
                        <a:t>＜定性検査結果＞</a:t>
                      </a:r>
                      <a:br>
                        <a:rPr lang="ja-JP" sz="1050" b="0" i="0" u="none" strike="noStrike">
                          <a:solidFill>
                            <a:schemeClr val="tx1"/>
                          </a:solidFill>
                          <a:effectLst/>
                          <a:latin typeface="Meiryo UI" panose="020B0604030504040204" pitchFamily="50" charset="-128"/>
                          <a:ea typeface="Meiryo UI" panose="020B0604030504040204" pitchFamily="50" charset="-128"/>
                        </a:rPr>
                      </a:br>
                      <a:r>
                        <a:rPr lang="ja-JP" sz="1050" b="0" i="0" u="none" strike="noStrike">
                          <a:solidFill>
                            <a:schemeClr val="tx1"/>
                          </a:solidFill>
                          <a:effectLst/>
                          <a:latin typeface="Meiryo UI" panose="020B0604030504040204" pitchFamily="50" charset="-128"/>
                          <a:ea typeface="Meiryo UI" panose="020B0604030504040204" pitchFamily="50" charset="-128"/>
                        </a:rPr>
                        <a:t>定性検査結果は Observation.value.valueCodeableConcept を使用してください。</a:t>
                      </a:r>
                      <a:br>
                        <a:rPr lang="ja-JP" sz="1050" b="0" i="0" u="none" strike="noStrike">
                          <a:solidFill>
                            <a:schemeClr val="tx1"/>
                          </a:solidFill>
                          <a:effectLst/>
                          <a:latin typeface="Meiryo UI" panose="020B0604030504040204" pitchFamily="50" charset="-128"/>
                          <a:ea typeface="Meiryo UI" panose="020B0604030504040204" pitchFamily="50" charset="-128"/>
                        </a:rPr>
                      </a:br>
                      <a:r>
                        <a:rPr lang="ja-JP" sz="1050" b="0" i="0" u="none" strike="noStrike">
                          <a:solidFill>
                            <a:schemeClr val="tx1"/>
                          </a:solidFill>
                          <a:effectLst/>
                          <a:latin typeface="Meiryo UI" panose="020B0604030504040204" pitchFamily="50" charset="-128"/>
                          <a:ea typeface="Meiryo UI" panose="020B0604030504040204" pitchFamily="50" charset="-128"/>
                        </a:rPr>
                        <a:t>※valueString による結果表現は使用できません。</a:t>
                      </a:r>
                      <a:br>
                        <a:rPr lang="ja-JP" sz="1050" b="0" i="0" u="none" strike="noStrike">
                          <a:solidFill>
                            <a:schemeClr val="tx1"/>
                          </a:solidFill>
                          <a:effectLst/>
                          <a:latin typeface="Meiryo UI" panose="020B0604030504040204" pitchFamily="50" charset="-128"/>
                          <a:ea typeface="Meiryo UI" panose="020B0604030504040204" pitchFamily="50" charset="-128"/>
                        </a:rPr>
                      </a:br>
                      <a:r>
                        <a:rPr lang="ja-JP" sz="1050" b="0" i="0" u="none" strike="noStrike">
                          <a:solidFill>
                            <a:schemeClr val="tx1"/>
                          </a:solidFill>
                          <a:effectLst/>
                          <a:latin typeface="Meiryo UI" panose="020B0604030504040204" pitchFamily="50" charset="-128"/>
                          <a:ea typeface="Meiryo UI" panose="020B0604030504040204" pitchFamily="50" charset="-128"/>
                        </a:rPr>
                        <a:t>※結果値コードを使用せずに登録することはできません。</a:t>
                      </a:r>
                      <a:br>
                        <a:rPr lang="ja-JP" sz="1050" b="0" i="0" u="none" strike="noStrike">
                          <a:solidFill>
                            <a:schemeClr val="tx1"/>
                          </a:solidFill>
                          <a:effectLst/>
                          <a:latin typeface="Meiryo UI" panose="020B0604030504040204" pitchFamily="50" charset="-128"/>
                          <a:ea typeface="Meiryo UI" panose="020B0604030504040204" pitchFamily="50" charset="-128"/>
                        </a:rPr>
                      </a:br>
                      <a:r>
                        <a:rPr lang="ja-JP" sz="1050" b="0" i="0" u="none" strike="noStrike">
                          <a:solidFill>
                            <a:schemeClr val="tx1"/>
                          </a:solidFill>
                          <a:effectLst/>
                          <a:latin typeface="Meiryo UI" panose="020B0604030504040204" pitchFamily="50" charset="-128"/>
                          <a:ea typeface="Meiryo UI" panose="020B0604030504040204" pitchFamily="50" charset="-128"/>
                        </a:rPr>
                        <a:t>※valueCodeableConcept において coding を省略し、text のみで結果を表現することも認められていません。</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6000" marR="0" lvl="0" indent="0" algn="l" defTabSz="557112" rtl="0" eaLnBrk="1" fontAlgn="auto" latinLnBrk="0" hangingPunct="1">
                        <a:lnSpc>
                          <a:spcPct val="100000"/>
                        </a:lnSpc>
                        <a:spcBef>
                          <a:spcPts val="0"/>
                        </a:spcBef>
                        <a:spcAft>
                          <a:spcPts val="0"/>
                        </a:spcAft>
                        <a:buClrTx/>
                        <a:buSzTx/>
                        <a:buFontTx/>
                        <a:buNone/>
                        <a:tabLst/>
                        <a:defRPr/>
                      </a:pPr>
                      <a:r>
                        <a:rPr lang="ja-JP" altLang="ja-JP" sz="1100" i="0">
                          <a:effectLst/>
                          <a:latin typeface="Meiryo UI" panose="020B0604030504040204" pitchFamily="50" charset="-128"/>
                          <a:ea typeface="Meiryo UI" panose="020B0604030504040204" pitchFamily="50" charset="-128"/>
                        </a:rPr>
                        <a:t>ベンダ側が</a:t>
                      </a:r>
                      <a:r>
                        <a:rPr lang="ja-JP" altLang="en-US" sz="1100" i="0">
                          <a:effectLst/>
                          <a:latin typeface="Meiryo UI" panose="020B0604030504040204" pitchFamily="50" charset="-128"/>
                          <a:ea typeface="Meiryo UI" panose="020B0604030504040204" pitchFamily="50" charset="-128"/>
                        </a:rPr>
                        <a:t>テスト</a:t>
                      </a:r>
                      <a:r>
                        <a:rPr lang="ja-JP" altLang="ja-JP" sz="1100" i="0">
                          <a:effectLst/>
                          <a:latin typeface="Meiryo UI" panose="020B0604030504040204" pitchFamily="50" charset="-128"/>
                          <a:ea typeface="Meiryo UI" panose="020B0604030504040204" pitchFamily="50" charset="-128"/>
                        </a:rPr>
                        <a:t>を実施する上で、具体的な情報が必要</a:t>
                      </a:r>
                      <a:r>
                        <a:rPr lang="ja-JP" altLang="en-US" sz="1100" i="0">
                          <a:effectLst/>
                          <a:latin typeface="Meiryo UI" panose="020B0604030504040204" pitchFamily="50" charset="-128"/>
                          <a:ea typeface="Meiryo UI" panose="020B0604030504040204" pitchFamily="50" charset="-128"/>
                        </a:rPr>
                        <a:t>と判断し</a:t>
                      </a:r>
                      <a:r>
                        <a:rPr lang="ja-JP" altLang="en-US" sz="1100" i="0">
                          <a:latin typeface="Meiryo UI" panose="020B0604030504040204" pitchFamily="50" charset="-128"/>
                          <a:ea typeface="Meiryo UI" panose="020B0604030504040204" pitchFamily="50" charset="-128"/>
                        </a:rPr>
                        <a:t>、追記</a:t>
                      </a:r>
                      <a:endParaRPr lang="en-US" altLang="ja-JP" sz="1100" i="0">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86878120"/>
                  </a:ext>
                </a:extLst>
              </a:tr>
            </a:tbl>
          </a:graphicData>
        </a:graphic>
      </p:graphicFrame>
    </p:spTree>
    <p:extLst>
      <p:ext uri="{BB962C8B-B14F-4D97-AF65-F5344CB8AC3E}">
        <p14:creationId xmlns:p14="http://schemas.microsoft.com/office/powerpoint/2010/main" val="149709715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5D2BF-BCA5-3BDE-2304-0670E21C715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AD5DDE3-B730-6F80-AE69-00B5E4B98497}"/>
              </a:ext>
            </a:extLst>
          </p:cNvPr>
          <p:cNvSpPr>
            <a:spLocks noGrp="1"/>
          </p:cNvSpPr>
          <p:nvPr>
            <p:ph type="title"/>
          </p:nvPr>
        </p:nvSpPr>
        <p:spPr/>
        <p:txBody>
          <a:bodyPr/>
          <a:lstStyle/>
          <a:p>
            <a:r>
              <a:rPr lang="en-US" altLang="ja-JP" kern="1200"/>
              <a:t>ONS</a:t>
            </a:r>
            <a:r>
              <a:rPr lang="ja-JP" altLang="en-US" kern="1200"/>
              <a:t>問い合わせ月次報告</a:t>
            </a:r>
            <a:br>
              <a:rPr lang="en-US" altLang="ja-JP" kern="1200"/>
            </a:br>
            <a:r>
              <a:rPr lang="en-US" altLang="ja-JP" b="1" kern="0">
                <a:solidFill>
                  <a:srgbClr val="002060"/>
                </a:solidFill>
                <a:latin typeface="Meiryo UI"/>
                <a:ea typeface="Meiryo UI"/>
                <a:cs typeface="Meiryo UI" panose="020B0604030504040204" pitchFamily="50" charset="-128"/>
              </a:rPr>
              <a:t>5.</a:t>
            </a:r>
            <a:r>
              <a:rPr lang="ja-JP" altLang="ja-JP" b="1" kern="0">
                <a:solidFill>
                  <a:srgbClr val="002060"/>
                </a:solidFill>
                <a:latin typeface="Meiryo UI"/>
                <a:ea typeface="Meiryo UI"/>
                <a:cs typeface="Meiryo UI" panose="020B0604030504040204" pitchFamily="50" charset="-128"/>
              </a:rPr>
              <a:t>医療機関等ONS</a:t>
            </a:r>
            <a:r>
              <a:rPr lang="ja-JP" altLang="en-US" b="1" kern="0">
                <a:solidFill>
                  <a:srgbClr val="002060"/>
                </a:solidFill>
                <a:latin typeface="Meiryo UI"/>
                <a:ea typeface="Meiryo UI"/>
                <a:cs typeface="Meiryo UI" panose="020B0604030504040204" pitchFamily="50" charset="-128"/>
              </a:rPr>
              <a:t>改善活動（</a:t>
            </a:r>
            <a:r>
              <a:rPr lang="en-US" altLang="ja-JP">
                <a:solidFill>
                  <a:srgbClr val="002060"/>
                </a:solidFill>
                <a:latin typeface="Meiryo UI"/>
                <a:ea typeface="Meiryo UI"/>
                <a:cs typeface="Meiryo UI" panose="020B0604030504040204" pitchFamily="50" charset="-128"/>
              </a:rPr>
              <a:t>Q&amp;A</a:t>
            </a:r>
            <a:r>
              <a:rPr lang="ja-JP" altLang="en-US">
                <a:solidFill>
                  <a:srgbClr val="002060"/>
                </a:solidFill>
                <a:latin typeface="Meiryo UI"/>
                <a:ea typeface="Meiryo UI"/>
                <a:cs typeface="Meiryo UI" panose="020B0604030504040204" pitchFamily="50" charset="-128"/>
              </a:rPr>
              <a:t>掲載</a:t>
            </a:r>
            <a:r>
              <a:rPr lang="ja-JP" altLang="en-US" b="1" kern="0">
                <a:solidFill>
                  <a:srgbClr val="002060"/>
                </a:solidFill>
                <a:latin typeface="Meiryo UI"/>
                <a:ea typeface="Meiryo UI"/>
                <a:cs typeface="Meiryo UI" panose="020B0604030504040204" pitchFamily="50" charset="-128"/>
              </a:rPr>
              <a:t>）（</a:t>
            </a:r>
            <a:r>
              <a:rPr lang="en-US" altLang="ja-JP">
                <a:solidFill>
                  <a:srgbClr val="002060"/>
                </a:solidFill>
                <a:latin typeface="Meiryo UI"/>
                <a:ea typeface="Meiryo UI"/>
                <a:cs typeface="Meiryo UI" panose="020B0604030504040204" pitchFamily="50" charset="-128"/>
              </a:rPr>
              <a:t>4</a:t>
            </a:r>
            <a:r>
              <a:rPr lang="en-US" altLang="ja-JP" b="1" kern="0">
                <a:solidFill>
                  <a:srgbClr val="002060"/>
                </a:solidFill>
                <a:latin typeface="Meiryo UI"/>
                <a:ea typeface="Meiryo UI"/>
                <a:cs typeface="Meiryo UI" panose="020B0604030504040204" pitchFamily="50" charset="-128"/>
              </a:rPr>
              <a:t>/8</a:t>
            </a:r>
            <a:r>
              <a:rPr lang="ja-JP" altLang="en-US" b="1" kern="0">
                <a:solidFill>
                  <a:srgbClr val="002060"/>
                </a:solidFill>
                <a:latin typeface="Meiryo UI"/>
                <a:ea typeface="Meiryo UI"/>
                <a:cs typeface="Meiryo UI" panose="020B0604030504040204" pitchFamily="50" charset="-128"/>
              </a:rPr>
              <a:t>）</a:t>
            </a:r>
            <a:endParaRPr kumimoji="1" lang="ja-JP" altLang="en-US">
              <a:solidFill>
                <a:srgbClr val="002060"/>
              </a:solidFill>
            </a:endParaRPr>
          </a:p>
        </p:txBody>
      </p:sp>
      <p:sp>
        <p:nvSpPr>
          <p:cNvPr id="3" name="コンテンツ プレースホルダー 2">
            <a:extLst>
              <a:ext uri="{FF2B5EF4-FFF2-40B4-BE49-F238E27FC236}">
                <a16:creationId xmlns:a16="http://schemas.microsoft.com/office/drawing/2014/main" id="{A5B35A9A-BD0E-F980-8AB3-9FEBA96B31D6}"/>
              </a:ext>
            </a:extLst>
          </p:cNvPr>
          <p:cNvSpPr>
            <a:spLocks noGrp="1"/>
          </p:cNvSpPr>
          <p:nvPr>
            <p:ph idx="1"/>
          </p:nvPr>
        </p:nvSpPr>
        <p:spPr>
          <a:xfrm>
            <a:off x="849000" y="764824"/>
            <a:ext cx="8208000" cy="576000"/>
          </a:xfrm>
        </p:spPr>
        <p:txBody>
          <a:bodyPr/>
          <a:lstStyle/>
          <a:p>
            <a:pPr marL="285750" indent="-285750">
              <a:buFont typeface="Arial" panose="020B0604020202020204" pitchFamily="34" charset="0"/>
              <a:buChar char="•"/>
            </a:pPr>
            <a:r>
              <a:rPr lang="ja-JP" altLang="en-US" sz="1600">
                <a:latin typeface="Meiryo UI"/>
                <a:ea typeface="Meiryo UI"/>
              </a:rPr>
              <a:t>前ページの続き。</a:t>
            </a:r>
          </a:p>
        </p:txBody>
      </p:sp>
      <p:graphicFrame>
        <p:nvGraphicFramePr>
          <p:cNvPr id="4" name="表 3">
            <a:extLst>
              <a:ext uri="{FF2B5EF4-FFF2-40B4-BE49-F238E27FC236}">
                <a16:creationId xmlns:a16="http://schemas.microsoft.com/office/drawing/2014/main" id="{34393834-8FF5-6BA9-1F7B-6B91E0FB0AFE}"/>
              </a:ext>
            </a:extLst>
          </p:cNvPr>
          <p:cNvGraphicFramePr>
            <a:graphicFrameLocks noGrp="1"/>
          </p:cNvGraphicFramePr>
          <p:nvPr/>
        </p:nvGraphicFramePr>
        <p:xfrm>
          <a:off x="849001" y="1340826"/>
          <a:ext cx="8207997" cy="5077517"/>
        </p:xfrm>
        <a:graphic>
          <a:graphicData uri="http://schemas.openxmlformats.org/drawingml/2006/table">
            <a:tbl>
              <a:tblPr firstRow="1" bandRow="1">
                <a:tableStyleId>{5C22544A-7EE6-4342-B048-85BDC9FD1C3A}</a:tableStyleId>
              </a:tblPr>
              <a:tblGrid>
                <a:gridCol w="395600">
                  <a:extLst>
                    <a:ext uri="{9D8B030D-6E8A-4147-A177-3AD203B41FA5}">
                      <a16:colId xmlns:a16="http://schemas.microsoft.com/office/drawing/2014/main" val="20000"/>
                    </a:ext>
                  </a:extLst>
                </a:gridCol>
                <a:gridCol w="558800">
                  <a:extLst>
                    <a:ext uri="{9D8B030D-6E8A-4147-A177-3AD203B41FA5}">
                      <a16:colId xmlns:a16="http://schemas.microsoft.com/office/drawing/2014/main" val="1469973714"/>
                    </a:ext>
                  </a:extLst>
                </a:gridCol>
                <a:gridCol w="2514600">
                  <a:extLst>
                    <a:ext uri="{9D8B030D-6E8A-4147-A177-3AD203B41FA5}">
                      <a16:colId xmlns:a16="http://schemas.microsoft.com/office/drawing/2014/main" val="20004"/>
                    </a:ext>
                  </a:extLst>
                </a:gridCol>
                <a:gridCol w="3111500">
                  <a:extLst>
                    <a:ext uri="{9D8B030D-6E8A-4147-A177-3AD203B41FA5}">
                      <a16:colId xmlns:a16="http://schemas.microsoft.com/office/drawing/2014/main" val="20005"/>
                    </a:ext>
                  </a:extLst>
                </a:gridCol>
                <a:gridCol w="1627497">
                  <a:extLst>
                    <a:ext uri="{9D8B030D-6E8A-4147-A177-3AD203B41FA5}">
                      <a16:colId xmlns:a16="http://schemas.microsoft.com/office/drawing/2014/main" val="2072884193"/>
                    </a:ext>
                  </a:extLst>
                </a:gridCol>
              </a:tblGrid>
              <a:tr h="270567">
                <a:tc>
                  <a:txBody>
                    <a:bodyPr/>
                    <a:lstStyle/>
                    <a:p>
                      <a:pPr algn="ctr"/>
                      <a:r>
                        <a:rPr kumimoji="1" lang="en-US" altLang="ja-JP" sz="1100" b="0">
                          <a:solidFill>
                            <a:schemeClr val="tx1"/>
                          </a:solidFill>
                          <a:latin typeface="+mn-ea"/>
                          <a:ea typeface="+mn-ea"/>
                          <a:cs typeface="Meiryo UI" panose="020B0604030504040204" pitchFamily="50" charset="-128"/>
                        </a:rPr>
                        <a:t>#</a:t>
                      </a:r>
                      <a:endParaRPr kumimoji="1" lang="ja-JP" altLang="en-US" sz="1100" b="0">
                        <a:solidFill>
                          <a:schemeClr val="tx1"/>
                        </a:solidFill>
                        <a:latin typeface="+mn-ea"/>
                        <a:ea typeface="+mn-ea"/>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1100" b="0">
                          <a:solidFill>
                            <a:schemeClr val="tx1"/>
                          </a:solidFill>
                          <a:latin typeface="+mn-ea"/>
                          <a:ea typeface="+mn-ea"/>
                          <a:cs typeface="Meiryo UI" panose="020B0604030504040204" pitchFamily="50" charset="-128"/>
                        </a:rPr>
                        <a:t>対応</a:t>
                      </a:r>
                      <a:endParaRPr kumimoji="1" lang="en-US" altLang="ja-JP" sz="1100" b="0">
                        <a:solidFill>
                          <a:schemeClr val="tx1"/>
                        </a:solidFill>
                        <a:latin typeface="+mn-ea"/>
                        <a:ea typeface="+mn-ea"/>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1100" b="0">
                          <a:solidFill>
                            <a:schemeClr val="tx1"/>
                          </a:solidFill>
                          <a:latin typeface="+mn-ea"/>
                          <a:ea typeface="+mn-ea"/>
                          <a:cs typeface="Meiryo UI" panose="020B0604030504040204" pitchFamily="50" charset="-128"/>
                        </a:rPr>
                        <a:t>お問合せ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1100" b="0">
                          <a:solidFill>
                            <a:schemeClr val="tx1"/>
                          </a:solidFill>
                          <a:latin typeface="+mn-ea"/>
                          <a:ea typeface="+mn-ea"/>
                          <a:cs typeface="Meiryo UI" panose="020B0604030504040204" pitchFamily="50" charset="-128"/>
                        </a:rPr>
                        <a:t>回答</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0" marR="0" lvl="0" indent="0" algn="ctr" defTabSz="779032"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n-ea"/>
                          <a:ea typeface="+mn-ea"/>
                          <a:cs typeface="Meiryo UI" panose="020B0604030504040204" pitchFamily="50" charset="-128"/>
                        </a:rPr>
                        <a:t>追加・更新・削除理由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0000"/>
                  </a:ext>
                </a:extLst>
              </a:tr>
              <a:tr h="4208383">
                <a:tc>
                  <a:txBody>
                    <a:bodyPr/>
                    <a:lstStyle/>
                    <a:p>
                      <a:pPr algn="ctr"/>
                      <a:r>
                        <a:rPr kumimoji="1" lang="en-US" altLang="ja-JP" sz="1100">
                          <a:latin typeface="+mn-ea"/>
                          <a:ea typeface="+mn-ea"/>
                          <a:cs typeface="Meiryo UI" panose="020B0604030504040204" pitchFamily="50" charset="-128"/>
                        </a:rPr>
                        <a:t>3</a:t>
                      </a:r>
                      <a:endParaRPr kumimoji="1" lang="ja-JP" altLang="en-US" sz="1100">
                        <a:latin typeface="+mn-ea"/>
                        <a:ea typeface="+mn-ea"/>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779032" rtl="0" eaLnBrk="1" fontAlgn="auto" latinLnBrk="0" hangingPunct="1">
                        <a:lnSpc>
                          <a:spcPct val="100000"/>
                        </a:lnSpc>
                        <a:spcBef>
                          <a:spcPts val="0"/>
                        </a:spcBef>
                        <a:spcAft>
                          <a:spcPts val="0"/>
                        </a:spcAft>
                        <a:buClrTx/>
                        <a:buSzTx/>
                        <a:buFontTx/>
                        <a:buNone/>
                        <a:tabLst/>
                        <a:defRPr/>
                      </a:pPr>
                      <a:r>
                        <a:rPr kumimoji="1" lang="ja-JP" altLang="en-US" sz="1100" b="0" i="0" kern="1200">
                          <a:solidFill>
                            <a:schemeClr val="dk1"/>
                          </a:solidFill>
                          <a:effectLst/>
                          <a:latin typeface="+mn-ea"/>
                          <a:ea typeface="+mn-ea"/>
                          <a:cs typeface="+mn-cs"/>
                        </a:rPr>
                        <a:t>追加</a:t>
                      </a:r>
                      <a:endParaRPr kumimoji="1" lang="ja-JP" altLang="ja-JP" sz="1100" b="0" i="0" kern="1200">
                        <a:solidFill>
                          <a:schemeClr val="dk1"/>
                        </a:solidFill>
                        <a:effectLst/>
                        <a:latin typeface="+mn-ea"/>
                        <a:ea typeface="+mn-ea"/>
                        <a:cs typeface="+mn-cs"/>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buNone/>
                      </a:pPr>
                      <a:r>
                        <a:rPr lang="ja-JP" sz="1100" b="0" i="0" u="none" strike="noStrike">
                          <a:solidFill>
                            <a:schemeClr val="tx1"/>
                          </a:solidFill>
                          <a:effectLst/>
                          <a:latin typeface="Meiryo UI" panose="020B0604030504040204" pitchFamily="50" charset="-128"/>
                          <a:ea typeface="Meiryo UI" panose="020B0604030504040204" pitchFamily="50" charset="-128"/>
                        </a:rPr>
                        <a:t>医療機関等ベンダの環境から、電子カルテ情報共有サービスの接続テストを実施するにあたり、必要な利用手続き（接続検証環境の利用申請・電子証明書の発行）について知りたい。</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buNone/>
                      </a:pPr>
                      <a:r>
                        <a:rPr lang="ja-JP" sz="1050" b="0" i="0" u="none" strike="noStrike">
                          <a:solidFill>
                            <a:schemeClr val="tx1"/>
                          </a:solidFill>
                          <a:effectLst/>
                          <a:latin typeface="Meiryo UI" panose="020B0604030504040204" pitchFamily="50" charset="-128"/>
                          <a:ea typeface="Meiryo UI" panose="020B0604030504040204" pitchFamily="50" charset="-128"/>
                        </a:rPr>
                        <a:t>医療機関等ベンダの環境から、電子カルテ情報共有サービスの接続テストを実施するには、接続検証環境の利用申請および有効な電子証明書が必要です。</a:t>
                      </a:r>
                      <a:br>
                        <a:rPr lang="ja-JP" sz="1050" b="0" i="0" u="none" strike="noStrike">
                          <a:solidFill>
                            <a:schemeClr val="tx1"/>
                          </a:solidFill>
                          <a:effectLst/>
                          <a:latin typeface="Meiryo UI" panose="020B0604030504040204" pitchFamily="50" charset="-128"/>
                          <a:ea typeface="Meiryo UI" panose="020B0604030504040204" pitchFamily="50" charset="-128"/>
                        </a:rPr>
                      </a:br>
                      <a:r>
                        <a:rPr lang="ja-JP" sz="1050" b="0" i="0" u="none" strike="noStrike">
                          <a:solidFill>
                            <a:schemeClr val="tx1"/>
                          </a:solidFill>
                          <a:effectLst/>
                          <a:latin typeface="Meiryo UI" panose="020B0604030504040204" pitchFamily="50" charset="-128"/>
                          <a:ea typeface="Meiryo UI" panose="020B0604030504040204" pitchFamily="50" charset="-128"/>
                        </a:rPr>
                        <a:t>なお、既にオンライン資格確認や電子処方箋等のテストで接続検証環境をご利用中の場合、電子カルテ情報共有サービスにおいて改めてのお手続きは不要です。ただし、電子証明書の有効期限が切れている場合は、再度の発行申請が必要となります。</a:t>
                      </a:r>
                      <a:br>
                        <a:rPr lang="ja-JP" sz="1050" b="0" i="0" u="none" strike="noStrike">
                          <a:solidFill>
                            <a:schemeClr val="tx1"/>
                          </a:solidFill>
                          <a:effectLst/>
                          <a:latin typeface="Meiryo UI" panose="020B0604030504040204" pitchFamily="50" charset="-128"/>
                          <a:ea typeface="Meiryo UI" panose="020B0604030504040204" pitchFamily="50" charset="-128"/>
                        </a:rPr>
                      </a:br>
                      <a:r>
                        <a:rPr lang="ja-JP" sz="1050" b="0" i="0" u="none" strike="noStrike">
                          <a:solidFill>
                            <a:schemeClr val="tx1"/>
                          </a:solidFill>
                          <a:effectLst/>
                          <a:latin typeface="Meiryo UI" panose="020B0604030504040204" pitchFamily="50" charset="-128"/>
                          <a:ea typeface="Meiryo UI" panose="020B0604030504040204" pitchFamily="50" charset="-128"/>
                        </a:rPr>
                        <a:t>■ 申請方法の詳細</a:t>
                      </a:r>
                      <a:br>
                        <a:rPr lang="ja-JP" sz="1050" b="0" i="0" u="none" strike="noStrike">
                          <a:solidFill>
                            <a:schemeClr val="tx1"/>
                          </a:solidFill>
                          <a:effectLst/>
                          <a:latin typeface="Meiryo UI" panose="020B0604030504040204" pitchFamily="50" charset="-128"/>
                          <a:ea typeface="Meiryo UI" panose="020B0604030504040204" pitchFamily="50" charset="-128"/>
                        </a:rPr>
                      </a:br>
                      <a:r>
                        <a:rPr lang="ja-JP" sz="1050" b="0" i="0" u="none" strike="noStrike">
                          <a:solidFill>
                            <a:schemeClr val="tx1"/>
                          </a:solidFill>
                          <a:effectLst/>
                          <a:latin typeface="Meiryo UI" panose="020B0604030504040204" pitchFamily="50" charset="-128"/>
                          <a:ea typeface="Meiryo UI" panose="020B0604030504040204" pitchFamily="50" charset="-128"/>
                        </a:rPr>
                        <a:t>「医療機関等ベンダ向け接続試験実施要領」をご確認ください。</a:t>
                      </a:r>
                      <a:br>
                        <a:rPr lang="ja-JP" sz="1050" b="0" i="0" u="none" strike="noStrike">
                          <a:solidFill>
                            <a:schemeClr val="tx1"/>
                          </a:solidFill>
                          <a:effectLst/>
                          <a:latin typeface="Meiryo UI" panose="020B0604030504040204" pitchFamily="50" charset="-128"/>
                          <a:ea typeface="Meiryo UI" panose="020B0604030504040204" pitchFamily="50" charset="-128"/>
                        </a:rPr>
                      </a:br>
                      <a:r>
                        <a:rPr lang="ja-JP" sz="1050" b="0" i="0" u="none" strike="noStrike">
                          <a:solidFill>
                            <a:schemeClr val="tx1"/>
                          </a:solidFill>
                          <a:effectLst/>
                          <a:latin typeface="Meiryo UI" panose="020B0604030504040204" pitchFamily="50" charset="-128"/>
                          <a:ea typeface="Meiryo UI" panose="020B0604030504040204" pitchFamily="50" charset="-128"/>
                        </a:rPr>
                        <a:t>URL：https://vendorons.service-now.com/sp?id=kb_article_view&amp;sysparm_article=KB0010392</a:t>
                      </a:r>
                      <a:br>
                        <a:rPr lang="ja-JP" sz="1050" b="0" i="0" u="none" strike="noStrike">
                          <a:solidFill>
                            <a:schemeClr val="tx1"/>
                          </a:solidFill>
                          <a:effectLst/>
                          <a:latin typeface="Meiryo UI" panose="020B0604030504040204" pitchFamily="50" charset="-128"/>
                          <a:ea typeface="Meiryo UI" panose="020B0604030504040204" pitchFamily="50" charset="-128"/>
                        </a:rPr>
                      </a:br>
                      <a:r>
                        <a:rPr lang="ja-JP" sz="1050" b="0" i="0" u="none" strike="noStrike">
                          <a:solidFill>
                            <a:schemeClr val="tx1"/>
                          </a:solidFill>
                          <a:effectLst/>
                          <a:latin typeface="Meiryo UI" panose="020B0604030504040204" pitchFamily="50" charset="-128"/>
                          <a:ea typeface="Meiryo UI" panose="020B0604030504040204" pitchFamily="50" charset="-128"/>
                        </a:rPr>
                        <a:t>■ 申請サイト</a:t>
                      </a:r>
                      <a:br>
                        <a:rPr lang="ja-JP" sz="1050" b="0" i="0" u="none" strike="noStrike">
                          <a:solidFill>
                            <a:schemeClr val="tx1"/>
                          </a:solidFill>
                          <a:effectLst/>
                          <a:latin typeface="Meiryo UI" panose="020B0604030504040204" pitchFamily="50" charset="-128"/>
                          <a:ea typeface="Meiryo UI" panose="020B0604030504040204" pitchFamily="50" charset="-128"/>
                        </a:rPr>
                      </a:br>
                      <a:r>
                        <a:rPr lang="ja-JP" sz="1050" b="0" i="0" u="none" strike="noStrike">
                          <a:solidFill>
                            <a:schemeClr val="tx1"/>
                          </a:solidFill>
                          <a:effectLst/>
                          <a:latin typeface="Meiryo UI" panose="020B0604030504040204" pitchFamily="50" charset="-128"/>
                          <a:ea typeface="Meiryo UI" panose="020B0604030504040204" pitchFamily="50" charset="-128"/>
                        </a:rPr>
                        <a:t>「開発ベンダ接続試験利用申請」および「電子証明書発行申請」は、下記より行ってください。</a:t>
                      </a:r>
                      <a:br>
                        <a:rPr lang="ja-JP" sz="1050" b="0" i="0" u="none" strike="noStrike">
                          <a:solidFill>
                            <a:schemeClr val="tx1"/>
                          </a:solidFill>
                          <a:effectLst/>
                          <a:latin typeface="Meiryo UI" panose="020B0604030504040204" pitchFamily="50" charset="-128"/>
                          <a:ea typeface="Meiryo UI" panose="020B0604030504040204" pitchFamily="50" charset="-128"/>
                        </a:rPr>
                      </a:br>
                      <a:r>
                        <a:rPr lang="ja-JP" sz="1050" b="0" i="0" u="none" strike="noStrike">
                          <a:solidFill>
                            <a:schemeClr val="tx1"/>
                          </a:solidFill>
                          <a:effectLst/>
                          <a:latin typeface="Meiryo UI" panose="020B0604030504040204" pitchFamily="50" charset="-128"/>
                          <a:ea typeface="Meiryo UI" panose="020B0604030504040204" pitchFamily="50" charset="-128"/>
                        </a:rPr>
                        <a:t>URL：https://iryohokenjyoho.service-now.com/csm?id=sc_cat_item&amp;sys_id=0c070eaec3c40250cdbad2411501314f</a:t>
                      </a:r>
                      <a:br>
                        <a:rPr lang="ja-JP" sz="1050" b="0" i="0" u="none" strike="noStrike">
                          <a:solidFill>
                            <a:schemeClr val="tx1"/>
                          </a:solidFill>
                          <a:effectLst/>
                          <a:latin typeface="Meiryo UI" panose="020B0604030504040204" pitchFamily="50" charset="-128"/>
                          <a:ea typeface="Meiryo UI" panose="020B0604030504040204" pitchFamily="50" charset="-128"/>
                        </a:rPr>
                      </a:br>
                      <a:r>
                        <a:rPr lang="ja-JP" sz="1050" b="0" i="0" u="none" strike="noStrike">
                          <a:solidFill>
                            <a:schemeClr val="tx1"/>
                          </a:solidFill>
                          <a:effectLst/>
                          <a:latin typeface="Meiryo UI" panose="020B0604030504040204" pitchFamily="50" charset="-128"/>
                          <a:ea typeface="Meiryo UI" panose="020B0604030504040204" pitchFamily="50" charset="-128"/>
                        </a:rPr>
                        <a:t>　※ログイン時は以下のユーザー名・パスワードをご入力ください。</a:t>
                      </a:r>
                      <a:br>
                        <a:rPr lang="ja-JP" sz="1050" b="0" i="0" u="none" strike="noStrike">
                          <a:solidFill>
                            <a:schemeClr val="tx1"/>
                          </a:solidFill>
                          <a:effectLst/>
                          <a:latin typeface="Meiryo UI" panose="020B0604030504040204" pitchFamily="50" charset="-128"/>
                          <a:ea typeface="Meiryo UI" panose="020B0604030504040204" pitchFamily="50" charset="-128"/>
                        </a:rPr>
                      </a:br>
                      <a:r>
                        <a:rPr lang="ja-JP" sz="1050" b="0" i="0" u="none" strike="noStrike">
                          <a:solidFill>
                            <a:schemeClr val="tx1"/>
                          </a:solidFill>
                          <a:effectLst/>
                          <a:latin typeface="Meiryo UI" panose="020B0604030504040204" pitchFamily="50" charset="-128"/>
                          <a:ea typeface="Meiryo UI" panose="020B0604030504040204" pitchFamily="50" charset="-128"/>
                        </a:rPr>
                        <a:t>　ユーザー名：vuser</a:t>
                      </a:r>
                      <a:br>
                        <a:rPr lang="ja-JP" sz="1050" b="0" i="0" u="none" strike="noStrike">
                          <a:solidFill>
                            <a:schemeClr val="tx1"/>
                          </a:solidFill>
                          <a:effectLst/>
                          <a:latin typeface="Meiryo UI" panose="020B0604030504040204" pitchFamily="50" charset="-128"/>
                          <a:ea typeface="Meiryo UI" panose="020B0604030504040204" pitchFamily="50" charset="-128"/>
                        </a:rPr>
                      </a:br>
                      <a:r>
                        <a:rPr lang="ja-JP" sz="1050" b="0" i="0" u="none" strike="noStrike">
                          <a:solidFill>
                            <a:schemeClr val="tx1"/>
                          </a:solidFill>
                          <a:effectLst/>
                          <a:latin typeface="Meiryo UI" panose="020B0604030504040204" pitchFamily="50" charset="-128"/>
                          <a:ea typeface="Meiryo UI" panose="020B0604030504040204" pitchFamily="50" charset="-128"/>
                        </a:rPr>
                        <a:t>　パスワード：Vuser@2024</a:t>
                      </a:r>
                      <a:br>
                        <a:rPr lang="ja-JP" sz="1050" b="0" i="0" u="none" strike="noStrike">
                          <a:solidFill>
                            <a:schemeClr val="tx1"/>
                          </a:solidFill>
                          <a:effectLst/>
                          <a:latin typeface="Meiryo UI" panose="020B0604030504040204" pitchFamily="50" charset="-128"/>
                          <a:ea typeface="Meiryo UI" panose="020B0604030504040204" pitchFamily="50" charset="-128"/>
                        </a:rPr>
                      </a:br>
                      <a:r>
                        <a:rPr lang="ja-JP" sz="1050" b="0" i="0" u="none" strike="noStrike">
                          <a:solidFill>
                            <a:schemeClr val="tx1"/>
                          </a:solidFill>
                          <a:effectLst/>
                          <a:latin typeface="Meiryo UI" panose="020B0604030504040204" pitchFamily="50" charset="-128"/>
                          <a:ea typeface="Meiryo UI" panose="020B0604030504040204" pitchFamily="50" charset="-128"/>
                        </a:rPr>
                        <a:t>■ 利用規約（申請前にご確認ください）</a:t>
                      </a:r>
                      <a:br>
                        <a:rPr lang="ja-JP" sz="1050" b="0" i="0" u="none" strike="noStrike">
                          <a:solidFill>
                            <a:schemeClr val="tx1"/>
                          </a:solidFill>
                          <a:effectLst/>
                          <a:latin typeface="Meiryo UI" panose="020B0604030504040204" pitchFamily="50" charset="-128"/>
                          <a:ea typeface="Meiryo UI" panose="020B0604030504040204" pitchFamily="50" charset="-128"/>
                        </a:rPr>
                      </a:br>
                      <a:r>
                        <a:rPr lang="ja-JP" sz="1050" b="0" i="0" u="none" strike="noStrike">
                          <a:solidFill>
                            <a:schemeClr val="tx1"/>
                          </a:solidFill>
                          <a:effectLst/>
                          <a:latin typeface="Meiryo UI" panose="020B0604030504040204" pitchFamily="50" charset="-128"/>
                          <a:ea typeface="Meiryo UI" panose="020B0604030504040204" pitchFamily="50" charset="-128"/>
                        </a:rPr>
                        <a:t>【資料掲載】「医療機関等ベンダ向け接続試験に関する利用規約」の一部改正について</a:t>
                      </a:r>
                      <a:br>
                        <a:rPr lang="ja-JP" sz="1050" b="0" i="0" u="none" strike="noStrike">
                          <a:solidFill>
                            <a:schemeClr val="tx1"/>
                          </a:solidFill>
                          <a:effectLst/>
                          <a:latin typeface="Meiryo UI" panose="020B0604030504040204" pitchFamily="50" charset="-128"/>
                          <a:ea typeface="Meiryo UI" panose="020B0604030504040204" pitchFamily="50" charset="-128"/>
                        </a:rPr>
                      </a:br>
                      <a:r>
                        <a:rPr lang="ja-JP" sz="1050" b="0" i="0" u="none" strike="noStrike">
                          <a:solidFill>
                            <a:schemeClr val="tx1"/>
                          </a:solidFill>
                          <a:effectLst/>
                          <a:latin typeface="Meiryo UI" panose="020B0604030504040204" pitchFamily="50" charset="-128"/>
                          <a:ea typeface="Meiryo UI" panose="020B0604030504040204" pitchFamily="50" charset="-128"/>
                        </a:rPr>
                        <a:t>URL：https://vendorons.service-now.com/sp?id=kb_article_view&amp;sysparm_article=KB0010323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6000" marR="0" lvl="0" indent="0" algn="l" defTabSz="557112" rtl="0" eaLnBrk="1" fontAlgn="auto" latinLnBrk="0" hangingPunct="1">
                        <a:lnSpc>
                          <a:spcPct val="100000"/>
                        </a:lnSpc>
                        <a:spcBef>
                          <a:spcPts val="0"/>
                        </a:spcBef>
                        <a:spcAft>
                          <a:spcPts val="0"/>
                        </a:spcAft>
                        <a:buClrTx/>
                        <a:buSzTx/>
                        <a:buFontTx/>
                        <a:buNone/>
                        <a:tabLst/>
                        <a:defRPr/>
                      </a:pPr>
                      <a:r>
                        <a:rPr lang="ja-JP" altLang="ja-JP" sz="1100" i="0">
                          <a:effectLst/>
                          <a:latin typeface="Meiryo UI" panose="020B0604030504040204" pitchFamily="50" charset="-128"/>
                          <a:ea typeface="Meiryo UI" panose="020B0604030504040204" pitchFamily="50" charset="-128"/>
                        </a:rPr>
                        <a:t>ベンダ側が</a:t>
                      </a:r>
                      <a:r>
                        <a:rPr lang="ja-JP" altLang="en-US" sz="1100" i="0">
                          <a:effectLst/>
                          <a:latin typeface="Meiryo UI" panose="020B0604030504040204" pitchFamily="50" charset="-128"/>
                          <a:ea typeface="Meiryo UI" panose="020B0604030504040204" pitchFamily="50" charset="-128"/>
                        </a:rPr>
                        <a:t>テスト</a:t>
                      </a:r>
                      <a:r>
                        <a:rPr lang="ja-JP" altLang="ja-JP" sz="1100" i="0">
                          <a:effectLst/>
                          <a:latin typeface="Meiryo UI" panose="020B0604030504040204" pitchFamily="50" charset="-128"/>
                          <a:ea typeface="Meiryo UI" panose="020B0604030504040204" pitchFamily="50" charset="-128"/>
                        </a:rPr>
                        <a:t>を実施する上で、具体的な情報が必要</a:t>
                      </a:r>
                      <a:r>
                        <a:rPr lang="ja-JP" altLang="en-US" sz="1100" i="0">
                          <a:effectLst/>
                          <a:latin typeface="Meiryo UI" panose="020B0604030504040204" pitchFamily="50" charset="-128"/>
                          <a:ea typeface="Meiryo UI" panose="020B0604030504040204" pitchFamily="50" charset="-128"/>
                        </a:rPr>
                        <a:t>と判断し</a:t>
                      </a:r>
                      <a:r>
                        <a:rPr lang="ja-JP" altLang="en-US" sz="1100" i="0">
                          <a:latin typeface="Meiryo UI" panose="020B0604030504040204" pitchFamily="50" charset="-128"/>
                          <a:ea typeface="Meiryo UI" panose="020B0604030504040204" pitchFamily="50" charset="-128"/>
                        </a:rPr>
                        <a:t>、追記</a:t>
                      </a:r>
                      <a:endParaRPr lang="en-US" altLang="ja-JP" sz="1100" i="0">
                        <a:latin typeface="Meiryo UI" panose="020B0604030504040204" pitchFamily="50" charset="-128"/>
                        <a:ea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86878120"/>
                  </a:ext>
                </a:extLst>
              </a:tr>
            </a:tbl>
          </a:graphicData>
        </a:graphic>
      </p:graphicFrame>
    </p:spTree>
    <p:extLst>
      <p:ext uri="{BB962C8B-B14F-4D97-AF65-F5344CB8AC3E}">
        <p14:creationId xmlns:p14="http://schemas.microsoft.com/office/powerpoint/2010/main" val="258809168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41E59-47BE-4018-8262-1884D58CAE7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9195A7E-FC09-F0D2-BE79-56EE8E13050A}"/>
              </a:ext>
            </a:extLst>
          </p:cNvPr>
          <p:cNvSpPr>
            <a:spLocks noGrp="1"/>
          </p:cNvSpPr>
          <p:nvPr>
            <p:ph type="title"/>
          </p:nvPr>
        </p:nvSpPr>
        <p:spPr/>
        <p:txBody>
          <a:bodyPr/>
          <a:lstStyle/>
          <a:p>
            <a:r>
              <a:rPr lang="en-US" altLang="ja-JP" kern="1200"/>
              <a:t>ONS</a:t>
            </a:r>
            <a:r>
              <a:rPr lang="ja-JP" altLang="en-US" kern="1200"/>
              <a:t>問い合わせ月次報告</a:t>
            </a:r>
            <a:br>
              <a:rPr lang="en-US" altLang="ja-JP" kern="1200"/>
            </a:br>
            <a:r>
              <a:rPr lang="en-US" altLang="ja-JP" b="1" kern="0">
                <a:solidFill>
                  <a:srgbClr val="002060"/>
                </a:solidFill>
                <a:latin typeface="Meiryo UI"/>
                <a:ea typeface="Meiryo UI"/>
                <a:cs typeface="Meiryo UI" panose="020B0604030504040204" pitchFamily="50" charset="-128"/>
              </a:rPr>
              <a:t>5.</a:t>
            </a:r>
            <a:r>
              <a:rPr lang="ja-JP" altLang="ja-JP" b="1" kern="0">
                <a:solidFill>
                  <a:srgbClr val="002060"/>
                </a:solidFill>
                <a:latin typeface="Meiryo UI"/>
                <a:ea typeface="Meiryo UI"/>
                <a:cs typeface="Meiryo UI" panose="020B0604030504040204" pitchFamily="50" charset="-128"/>
              </a:rPr>
              <a:t>医療機関等ONS</a:t>
            </a:r>
            <a:r>
              <a:rPr lang="ja-JP" altLang="en-US" b="1" kern="0">
                <a:solidFill>
                  <a:srgbClr val="002060"/>
                </a:solidFill>
                <a:latin typeface="Meiryo UI"/>
                <a:ea typeface="Meiryo UI"/>
                <a:cs typeface="Meiryo UI" panose="020B0604030504040204" pitchFamily="50" charset="-128"/>
              </a:rPr>
              <a:t>改善活動（</a:t>
            </a:r>
            <a:r>
              <a:rPr lang="en-US" altLang="ja-JP">
                <a:solidFill>
                  <a:srgbClr val="002060"/>
                </a:solidFill>
                <a:latin typeface="Meiryo UI"/>
                <a:ea typeface="Meiryo UI"/>
                <a:cs typeface="Meiryo UI" panose="020B0604030504040204" pitchFamily="50" charset="-128"/>
              </a:rPr>
              <a:t>Q&amp;A</a:t>
            </a:r>
            <a:r>
              <a:rPr lang="ja-JP" altLang="en-US">
                <a:solidFill>
                  <a:srgbClr val="002060"/>
                </a:solidFill>
                <a:latin typeface="Meiryo UI"/>
                <a:ea typeface="Meiryo UI"/>
                <a:cs typeface="Meiryo UI" panose="020B0604030504040204" pitchFamily="50" charset="-128"/>
              </a:rPr>
              <a:t>掲載</a:t>
            </a:r>
            <a:r>
              <a:rPr lang="ja-JP" altLang="en-US" b="1" kern="0">
                <a:solidFill>
                  <a:srgbClr val="002060"/>
                </a:solidFill>
                <a:latin typeface="Meiryo UI"/>
                <a:ea typeface="Meiryo UI"/>
                <a:cs typeface="Meiryo UI" panose="020B0604030504040204" pitchFamily="50" charset="-128"/>
              </a:rPr>
              <a:t>）（</a:t>
            </a:r>
            <a:r>
              <a:rPr lang="en-US" altLang="ja-JP">
                <a:solidFill>
                  <a:srgbClr val="002060"/>
                </a:solidFill>
                <a:latin typeface="Meiryo UI"/>
                <a:ea typeface="Meiryo UI"/>
                <a:cs typeface="Meiryo UI" panose="020B0604030504040204" pitchFamily="50" charset="-128"/>
              </a:rPr>
              <a:t>5</a:t>
            </a:r>
            <a:r>
              <a:rPr lang="en-US" altLang="ja-JP" b="1" kern="0">
                <a:solidFill>
                  <a:srgbClr val="002060"/>
                </a:solidFill>
                <a:latin typeface="Meiryo UI"/>
                <a:ea typeface="Meiryo UI"/>
                <a:cs typeface="Meiryo UI" panose="020B0604030504040204" pitchFamily="50" charset="-128"/>
              </a:rPr>
              <a:t>/8</a:t>
            </a:r>
            <a:r>
              <a:rPr lang="ja-JP" altLang="en-US" b="1" kern="0">
                <a:solidFill>
                  <a:srgbClr val="002060"/>
                </a:solidFill>
                <a:latin typeface="Meiryo UI"/>
                <a:ea typeface="Meiryo UI"/>
                <a:cs typeface="Meiryo UI" panose="020B0604030504040204" pitchFamily="50" charset="-128"/>
              </a:rPr>
              <a:t>）</a:t>
            </a:r>
            <a:endParaRPr kumimoji="1" lang="ja-JP" altLang="en-US">
              <a:solidFill>
                <a:srgbClr val="002060"/>
              </a:solidFill>
            </a:endParaRPr>
          </a:p>
        </p:txBody>
      </p:sp>
      <p:sp>
        <p:nvSpPr>
          <p:cNvPr id="3" name="コンテンツ プレースホルダー 2">
            <a:extLst>
              <a:ext uri="{FF2B5EF4-FFF2-40B4-BE49-F238E27FC236}">
                <a16:creationId xmlns:a16="http://schemas.microsoft.com/office/drawing/2014/main" id="{C58E5978-E07F-37FD-9F50-6D1FAE6D7BC4}"/>
              </a:ext>
            </a:extLst>
          </p:cNvPr>
          <p:cNvSpPr>
            <a:spLocks noGrp="1"/>
          </p:cNvSpPr>
          <p:nvPr>
            <p:ph idx="1"/>
          </p:nvPr>
        </p:nvSpPr>
        <p:spPr>
          <a:xfrm>
            <a:off x="849000" y="764824"/>
            <a:ext cx="8208000" cy="576000"/>
          </a:xfrm>
        </p:spPr>
        <p:txBody>
          <a:bodyPr/>
          <a:lstStyle/>
          <a:p>
            <a:pPr marL="285750" indent="-285750">
              <a:buFont typeface="Arial" panose="020B0604020202020204" pitchFamily="34" charset="0"/>
              <a:buChar char="•"/>
            </a:pPr>
            <a:r>
              <a:rPr lang="ja-JP" altLang="en-US" sz="1600">
                <a:latin typeface="Meiryo UI"/>
                <a:ea typeface="Meiryo UI"/>
              </a:rPr>
              <a:t>前ページの続き。</a:t>
            </a:r>
          </a:p>
        </p:txBody>
      </p:sp>
      <p:graphicFrame>
        <p:nvGraphicFramePr>
          <p:cNvPr id="4" name="表 3">
            <a:extLst>
              <a:ext uri="{FF2B5EF4-FFF2-40B4-BE49-F238E27FC236}">
                <a16:creationId xmlns:a16="http://schemas.microsoft.com/office/drawing/2014/main" id="{978E4B58-8FB5-1646-35CE-34E7CAD055CF}"/>
              </a:ext>
            </a:extLst>
          </p:cNvPr>
          <p:cNvGraphicFramePr>
            <a:graphicFrameLocks noGrp="1"/>
          </p:cNvGraphicFramePr>
          <p:nvPr/>
        </p:nvGraphicFramePr>
        <p:xfrm>
          <a:off x="849001" y="1340825"/>
          <a:ext cx="8207997" cy="3115310"/>
        </p:xfrm>
        <a:graphic>
          <a:graphicData uri="http://schemas.openxmlformats.org/drawingml/2006/table">
            <a:tbl>
              <a:tblPr firstRow="1" bandRow="1">
                <a:tableStyleId>{5C22544A-7EE6-4342-B048-85BDC9FD1C3A}</a:tableStyleId>
              </a:tblPr>
              <a:tblGrid>
                <a:gridCol w="395600">
                  <a:extLst>
                    <a:ext uri="{9D8B030D-6E8A-4147-A177-3AD203B41FA5}">
                      <a16:colId xmlns:a16="http://schemas.microsoft.com/office/drawing/2014/main" val="20000"/>
                    </a:ext>
                  </a:extLst>
                </a:gridCol>
                <a:gridCol w="558800">
                  <a:extLst>
                    <a:ext uri="{9D8B030D-6E8A-4147-A177-3AD203B41FA5}">
                      <a16:colId xmlns:a16="http://schemas.microsoft.com/office/drawing/2014/main" val="1469973714"/>
                    </a:ext>
                  </a:extLst>
                </a:gridCol>
                <a:gridCol w="2514600">
                  <a:extLst>
                    <a:ext uri="{9D8B030D-6E8A-4147-A177-3AD203B41FA5}">
                      <a16:colId xmlns:a16="http://schemas.microsoft.com/office/drawing/2014/main" val="20004"/>
                    </a:ext>
                  </a:extLst>
                </a:gridCol>
                <a:gridCol w="3111500">
                  <a:extLst>
                    <a:ext uri="{9D8B030D-6E8A-4147-A177-3AD203B41FA5}">
                      <a16:colId xmlns:a16="http://schemas.microsoft.com/office/drawing/2014/main" val="20005"/>
                    </a:ext>
                  </a:extLst>
                </a:gridCol>
                <a:gridCol w="1627497">
                  <a:extLst>
                    <a:ext uri="{9D8B030D-6E8A-4147-A177-3AD203B41FA5}">
                      <a16:colId xmlns:a16="http://schemas.microsoft.com/office/drawing/2014/main" val="2072884193"/>
                    </a:ext>
                  </a:extLst>
                </a:gridCol>
              </a:tblGrid>
              <a:tr h="242091">
                <a:tc>
                  <a:txBody>
                    <a:bodyPr/>
                    <a:lstStyle/>
                    <a:p>
                      <a:pPr algn="ctr"/>
                      <a:r>
                        <a:rPr kumimoji="1" lang="en-US" altLang="ja-JP" sz="1100" b="0">
                          <a:solidFill>
                            <a:schemeClr val="tx1"/>
                          </a:solidFill>
                          <a:latin typeface="+mn-ea"/>
                          <a:ea typeface="+mn-ea"/>
                          <a:cs typeface="Meiryo UI" panose="020B0604030504040204" pitchFamily="50" charset="-128"/>
                        </a:rPr>
                        <a:t>#</a:t>
                      </a:r>
                      <a:endParaRPr kumimoji="1" lang="ja-JP" altLang="en-US" sz="1100" b="0">
                        <a:solidFill>
                          <a:schemeClr val="tx1"/>
                        </a:solidFill>
                        <a:latin typeface="+mn-ea"/>
                        <a:ea typeface="+mn-ea"/>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1100" b="0">
                          <a:solidFill>
                            <a:schemeClr val="tx1"/>
                          </a:solidFill>
                          <a:latin typeface="+mn-ea"/>
                          <a:ea typeface="+mn-ea"/>
                          <a:cs typeface="Meiryo UI" panose="020B0604030504040204" pitchFamily="50" charset="-128"/>
                        </a:rPr>
                        <a:t>対応</a:t>
                      </a:r>
                      <a:endParaRPr kumimoji="1" lang="en-US" altLang="ja-JP" sz="1100" b="0">
                        <a:solidFill>
                          <a:schemeClr val="tx1"/>
                        </a:solidFill>
                        <a:latin typeface="+mn-ea"/>
                        <a:ea typeface="+mn-ea"/>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1100" b="0">
                          <a:solidFill>
                            <a:schemeClr val="tx1"/>
                          </a:solidFill>
                          <a:latin typeface="+mn-ea"/>
                          <a:ea typeface="+mn-ea"/>
                          <a:cs typeface="Meiryo UI" panose="020B0604030504040204" pitchFamily="50" charset="-128"/>
                        </a:rPr>
                        <a:t>お問合せ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1100" b="0">
                          <a:solidFill>
                            <a:schemeClr val="tx1"/>
                          </a:solidFill>
                          <a:latin typeface="+mn-ea"/>
                          <a:ea typeface="+mn-ea"/>
                          <a:cs typeface="Meiryo UI" panose="020B0604030504040204" pitchFamily="50" charset="-128"/>
                        </a:rPr>
                        <a:t>回答</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0" marR="0" lvl="0" indent="0" algn="ctr" defTabSz="779032"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n-ea"/>
                          <a:ea typeface="+mn-ea"/>
                          <a:cs typeface="Meiryo UI" panose="020B0604030504040204" pitchFamily="50" charset="-128"/>
                        </a:rPr>
                        <a:t>追加・更新・削除理由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0000"/>
                  </a:ext>
                </a:extLst>
              </a:tr>
              <a:tr h="1780604">
                <a:tc>
                  <a:txBody>
                    <a:bodyPr/>
                    <a:lstStyle/>
                    <a:p>
                      <a:pPr algn="ctr"/>
                      <a:r>
                        <a:rPr kumimoji="1" lang="en-US" altLang="ja-JP" sz="1100">
                          <a:latin typeface="+mn-ea"/>
                          <a:ea typeface="+mn-ea"/>
                          <a:cs typeface="Meiryo UI" panose="020B0604030504040204" pitchFamily="50" charset="-128"/>
                        </a:rPr>
                        <a:t>4</a:t>
                      </a:r>
                      <a:endParaRPr kumimoji="1" lang="ja-JP" altLang="en-US" sz="1100">
                        <a:latin typeface="+mn-ea"/>
                        <a:ea typeface="+mn-ea"/>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779032" rtl="0" eaLnBrk="1" fontAlgn="auto" latinLnBrk="0" hangingPunct="1">
                        <a:lnSpc>
                          <a:spcPct val="100000"/>
                        </a:lnSpc>
                        <a:spcBef>
                          <a:spcPts val="0"/>
                        </a:spcBef>
                        <a:spcAft>
                          <a:spcPts val="0"/>
                        </a:spcAft>
                        <a:buClrTx/>
                        <a:buSzTx/>
                        <a:buFontTx/>
                        <a:buNone/>
                        <a:tabLst/>
                        <a:defRPr/>
                      </a:pPr>
                      <a:r>
                        <a:rPr kumimoji="1" lang="ja-JP" altLang="en-US" sz="1100" b="0" i="0" kern="1200">
                          <a:solidFill>
                            <a:schemeClr val="dk1"/>
                          </a:solidFill>
                          <a:effectLst/>
                          <a:latin typeface="+mn-ea"/>
                          <a:ea typeface="+mn-ea"/>
                          <a:cs typeface="+mn-cs"/>
                        </a:rPr>
                        <a:t>更新</a:t>
                      </a:r>
                      <a:endParaRPr kumimoji="1" lang="ja-JP" altLang="ja-JP" sz="1100" b="0" i="0" kern="1200">
                        <a:solidFill>
                          <a:schemeClr val="dk1"/>
                        </a:solidFill>
                        <a:effectLst/>
                        <a:latin typeface="+mn-ea"/>
                        <a:ea typeface="+mn-ea"/>
                        <a:cs typeface="+mn-cs"/>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buNone/>
                      </a:pPr>
                      <a:r>
                        <a:rPr lang="ja-JP" sz="1100" b="0" i="0" u="none" strike="noStrike">
                          <a:solidFill>
                            <a:srgbClr val="FF0000"/>
                          </a:solidFill>
                          <a:effectLst/>
                          <a:latin typeface="Meiryo UI" panose="020B0604030504040204" pitchFamily="50" charset="-128"/>
                          <a:ea typeface="Meiryo UI" panose="020B0604030504040204" pitchFamily="50" charset="-128"/>
                        </a:rPr>
                        <a:t>電子カルテ情報共有サービスにおいて問合せ時点で障害かどうかの判断が難しい場合、障害報告フォームと問合せフォームのどちらを利用すればよいか。</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buNone/>
                      </a:pPr>
                      <a:endParaRPr lang="en-US" altLang="ja-JP" sz="1100" b="0" i="0" u="none" strike="noStrike">
                        <a:solidFill>
                          <a:srgbClr val="FF0000"/>
                        </a:solidFill>
                        <a:effectLst/>
                        <a:latin typeface="Meiryo UI" panose="020B0604030504040204" pitchFamily="50" charset="-128"/>
                        <a:ea typeface="Meiryo UI" panose="020B0604030504040204" pitchFamily="50" charset="-128"/>
                      </a:endParaRPr>
                    </a:p>
                    <a:p>
                      <a:pPr algn="l" fontAlgn="t">
                        <a:buNone/>
                      </a:pPr>
                      <a:r>
                        <a:rPr lang="ja-JP" sz="1100" b="0" i="0" u="none" strike="noStrike">
                          <a:solidFill>
                            <a:srgbClr val="FF0000"/>
                          </a:solidFill>
                          <a:effectLst/>
                          <a:latin typeface="Meiryo UI" panose="020B0604030504040204" pitchFamily="50" charset="-128"/>
                          <a:ea typeface="Meiryo UI" panose="020B0604030504040204" pitchFamily="50" charset="-128"/>
                        </a:rPr>
                        <a:t>医療機関において、運用に影響が生じている場合や原因不明のエラー等が発生している場合は、障害報告フォームをご利用ください。</a:t>
                      </a:r>
                      <a:br>
                        <a:rPr lang="ja-JP" sz="1100" b="0" i="0" u="none" strike="noStrike">
                          <a:solidFill>
                            <a:srgbClr val="FF0000"/>
                          </a:solidFill>
                          <a:effectLst/>
                          <a:latin typeface="Meiryo UI" panose="020B0604030504040204" pitchFamily="50" charset="-128"/>
                          <a:ea typeface="Meiryo UI" panose="020B0604030504040204" pitchFamily="50" charset="-128"/>
                        </a:rPr>
                      </a:br>
                      <a:r>
                        <a:rPr lang="ja-JP" sz="1100" b="0" i="0" u="none" strike="noStrike">
                          <a:solidFill>
                            <a:srgbClr val="FF0000"/>
                          </a:solidFill>
                          <a:effectLst/>
                          <a:latin typeface="Meiryo UI" panose="020B0604030504040204" pitchFamily="50" charset="-128"/>
                          <a:ea typeface="Meiryo UI" panose="020B0604030504040204" pitchFamily="50" charset="-128"/>
                        </a:rPr>
                        <a:t>障害報告フォームは、事象の解消に向けた調査に必要な情報を入力いただける形式となっているため、追加のヒアリングを最小限に抑え、解決までの時間を短縮することができます。</a:t>
                      </a:r>
                      <a:br>
                        <a:rPr lang="ja-JP" sz="1100" b="0" i="0" u="none" strike="noStrike">
                          <a:solidFill>
                            <a:srgbClr val="FF0000"/>
                          </a:solidFill>
                          <a:effectLst/>
                          <a:latin typeface="Meiryo UI" panose="020B0604030504040204" pitchFamily="50" charset="-128"/>
                          <a:ea typeface="Meiryo UI" panose="020B0604030504040204" pitchFamily="50" charset="-128"/>
                        </a:rPr>
                      </a:br>
                      <a:r>
                        <a:rPr lang="ja-JP" sz="1100" b="0" i="0" u="none" strike="noStrike">
                          <a:solidFill>
                            <a:srgbClr val="FF0000"/>
                          </a:solidFill>
                          <a:effectLst/>
                          <a:latin typeface="Meiryo UI" panose="020B0604030504040204" pitchFamily="50" charset="-128"/>
                          <a:ea typeface="Meiryo UI" panose="020B0604030504040204" pitchFamily="50" charset="-128"/>
                        </a:rPr>
                        <a:t>なお、障害に該当するかどうかの切り分けが難しい場合は、障害報告フォーム、問合せフォームのいずれをご利用いただいても問題ありません。</a:t>
                      </a:r>
                      <a:br>
                        <a:rPr lang="ja-JP" sz="1100" b="0" i="0" u="none" strike="noStrike">
                          <a:solidFill>
                            <a:srgbClr val="FF0000"/>
                          </a:solidFill>
                          <a:effectLst/>
                          <a:latin typeface="Meiryo UI" panose="020B0604030504040204" pitchFamily="50" charset="-128"/>
                          <a:ea typeface="Meiryo UI" panose="020B0604030504040204" pitchFamily="50" charset="-128"/>
                        </a:rPr>
                      </a:br>
                      <a:br>
                        <a:rPr lang="ja-JP" sz="1100" b="0" i="0" u="none" strike="noStrike">
                          <a:solidFill>
                            <a:srgbClr val="FF0000"/>
                          </a:solidFill>
                          <a:effectLst/>
                          <a:latin typeface="Meiryo UI" panose="020B0604030504040204" pitchFamily="50" charset="-128"/>
                          <a:ea typeface="Meiryo UI" panose="020B0604030504040204" pitchFamily="50" charset="-128"/>
                        </a:rPr>
                      </a:br>
                      <a:r>
                        <a:rPr lang="ja-JP" sz="1100" b="0" i="0" u="none" strike="noStrike">
                          <a:solidFill>
                            <a:srgbClr val="FF0000"/>
                          </a:solidFill>
                          <a:effectLst/>
                          <a:latin typeface="Meiryo UI" panose="020B0604030504040204" pitchFamily="50" charset="-128"/>
                          <a:ea typeface="Meiryo UI" panose="020B0604030504040204" pitchFamily="50" charset="-128"/>
                        </a:rPr>
                        <a:t>■ 障害報告フォーム</a:t>
                      </a:r>
                      <a:br>
                        <a:rPr lang="ja-JP" sz="1100" b="0" i="0" u="none" strike="noStrike">
                          <a:solidFill>
                            <a:srgbClr val="FF0000"/>
                          </a:solidFill>
                          <a:effectLst/>
                          <a:latin typeface="Meiryo UI" panose="020B0604030504040204" pitchFamily="50" charset="-128"/>
                          <a:ea typeface="Meiryo UI" panose="020B0604030504040204" pitchFamily="50" charset="-128"/>
                        </a:rPr>
                      </a:br>
                      <a:r>
                        <a:rPr lang="ja-JP" sz="1100" b="0" i="0" u="none" strike="noStrike">
                          <a:solidFill>
                            <a:srgbClr val="FF0000"/>
                          </a:solidFill>
                          <a:effectLst/>
                          <a:latin typeface="Meiryo UI" panose="020B0604030504040204" pitchFamily="50" charset="-128"/>
                          <a:ea typeface="Meiryo UI" panose="020B0604030504040204" pitchFamily="50" charset="-128"/>
                        </a:rPr>
                        <a:t>https://vendorons.service-now.com/sp?id=sc_cat_item&amp;sys_id=83f509031b126410b828c99b234bcb0a</a:t>
                      </a:r>
                      <a:br>
                        <a:rPr lang="ja-JP" sz="1100" b="0" i="0" u="none" strike="noStrike">
                          <a:solidFill>
                            <a:srgbClr val="FF0000"/>
                          </a:solidFill>
                          <a:effectLst/>
                          <a:latin typeface="Meiryo UI" panose="020B0604030504040204" pitchFamily="50" charset="-128"/>
                          <a:ea typeface="Meiryo UI" panose="020B0604030504040204" pitchFamily="50" charset="-128"/>
                        </a:rPr>
                      </a:br>
                      <a:endParaRPr lang="ja-JP" sz="1100" b="0" i="0" u="none" strike="noStrike">
                        <a:solidFill>
                          <a:srgbClr val="FF0000"/>
                        </a:solidFill>
                        <a:effectLst/>
                        <a:latin typeface="Meiryo UI" panose="020B0604030504040204" pitchFamily="50" charset="-128"/>
                        <a:ea typeface="Meiryo UI" panose="020B0604030504040204" pitchFamily="50" charset="-128"/>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6000" marR="0" lvl="0" indent="0" algn="l" defTabSz="557112" rtl="0" eaLnBrk="1" fontAlgn="auto" latinLnBrk="0" hangingPunct="1">
                        <a:lnSpc>
                          <a:spcPct val="100000"/>
                        </a:lnSpc>
                        <a:spcBef>
                          <a:spcPts val="0"/>
                        </a:spcBef>
                        <a:spcAft>
                          <a:spcPts val="0"/>
                        </a:spcAft>
                        <a:buClrTx/>
                        <a:buSzTx/>
                        <a:buFontTx/>
                        <a:buNone/>
                        <a:tabLst/>
                        <a:defRPr/>
                      </a:pPr>
                      <a:r>
                        <a:rPr lang="ja-JP" altLang="en-US" sz="1100" baseline="0">
                          <a:latin typeface="+mn-ea"/>
                          <a:ea typeface="+mn-ea"/>
                          <a:cs typeface="Meiryo UI" panose="020B0604030504040204" pitchFamily="50" charset="-128"/>
                        </a:rPr>
                        <a:t>質問文に対象サービスを追記し、回答文をより丁寧な記載に修正</a:t>
                      </a:r>
                      <a:endParaRPr lang="en-US" altLang="ja-JP" sz="1100" baseline="0">
                        <a:latin typeface="+mn-ea"/>
                        <a:ea typeface="+mn-ea"/>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86878120"/>
                  </a:ext>
                </a:extLst>
              </a:tr>
            </a:tbl>
          </a:graphicData>
        </a:graphic>
      </p:graphicFrame>
    </p:spTree>
    <p:extLst>
      <p:ext uri="{BB962C8B-B14F-4D97-AF65-F5344CB8AC3E}">
        <p14:creationId xmlns:p14="http://schemas.microsoft.com/office/powerpoint/2010/main" val="15364405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5D1FC-A5A5-3913-1930-2AA3DE96CE1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9D3C7B6-A71B-6A31-FCC6-0CC0E297AF2B}"/>
              </a:ext>
            </a:extLst>
          </p:cNvPr>
          <p:cNvSpPr>
            <a:spLocks noGrp="1"/>
          </p:cNvSpPr>
          <p:nvPr>
            <p:ph type="title"/>
          </p:nvPr>
        </p:nvSpPr>
        <p:spPr/>
        <p:txBody>
          <a:bodyPr/>
          <a:lstStyle/>
          <a:p>
            <a:r>
              <a:rPr lang="en-US" altLang="ja-JP" kern="1200"/>
              <a:t>ONS</a:t>
            </a:r>
            <a:r>
              <a:rPr lang="ja-JP" altLang="en-US" kern="1200"/>
              <a:t>問い合わせ月次報告</a:t>
            </a:r>
            <a:br>
              <a:rPr lang="en-US" altLang="ja-JP" kern="1200"/>
            </a:br>
            <a:r>
              <a:rPr lang="en-US" altLang="ja-JP" b="1" kern="0">
                <a:solidFill>
                  <a:srgbClr val="002060"/>
                </a:solidFill>
                <a:latin typeface="Meiryo UI"/>
                <a:ea typeface="Meiryo UI"/>
                <a:cs typeface="Meiryo UI" panose="020B0604030504040204" pitchFamily="50" charset="-128"/>
              </a:rPr>
              <a:t>5.</a:t>
            </a:r>
            <a:r>
              <a:rPr lang="ja-JP" altLang="ja-JP" b="1" kern="0">
                <a:solidFill>
                  <a:srgbClr val="002060"/>
                </a:solidFill>
                <a:latin typeface="Meiryo UI"/>
                <a:ea typeface="Meiryo UI"/>
                <a:cs typeface="Meiryo UI" panose="020B0604030504040204" pitchFamily="50" charset="-128"/>
              </a:rPr>
              <a:t>医療機関等ONS</a:t>
            </a:r>
            <a:r>
              <a:rPr lang="ja-JP" altLang="en-US" b="1" kern="0">
                <a:solidFill>
                  <a:srgbClr val="002060"/>
                </a:solidFill>
                <a:latin typeface="Meiryo UI"/>
                <a:ea typeface="Meiryo UI"/>
                <a:cs typeface="Meiryo UI" panose="020B0604030504040204" pitchFamily="50" charset="-128"/>
              </a:rPr>
              <a:t>改善活動（</a:t>
            </a:r>
            <a:r>
              <a:rPr lang="en-US" altLang="ja-JP">
                <a:solidFill>
                  <a:srgbClr val="002060"/>
                </a:solidFill>
                <a:latin typeface="Meiryo UI"/>
                <a:ea typeface="Meiryo UI"/>
                <a:cs typeface="Meiryo UI" panose="020B0604030504040204" pitchFamily="50" charset="-128"/>
              </a:rPr>
              <a:t>Q&amp;A</a:t>
            </a:r>
            <a:r>
              <a:rPr lang="ja-JP" altLang="en-US">
                <a:solidFill>
                  <a:srgbClr val="002060"/>
                </a:solidFill>
                <a:latin typeface="Meiryo UI"/>
                <a:ea typeface="Meiryo UI"/>
                <a:cs typeface="Meiryo UI" panose="020B0604030504040204" pitchFamily="50" charset="-128"/>
              </a:rPr>
              <a:t>掲載</a:t>
            </a:r>
            <a:r>
              <a:rPr lang="ja-JP" altLang="en-US" b="1" kern="0">
                <a:solidFill>
                  <a:srgbClr val="002060"/>
                </a:solidFill>
                <a:latin typeface="Meiryo UI"/>
                <a:ea typeface="Meiryo UI"/>
                <a:cs typeface="Meiryo UI" panose="020B0604030504040204" pitchFamily="50" charset="-128"/>
              </a:rPr>
              <a:t>）（</a:t>
            </a:r>
            <a:r>
              <a:rPr lang="en-US" altLang="ja-JP" b="1" kern="0">
                <a:solidFill>
                  <a:srgbClr val="002060"/>
                </a:solidFill>
                <a:latin typeface="Meiryo UI"/>
                <a:ea typeface="Meiryo UI"/>
                <a:cs typeface="Meiryo UI" panose="020B0604030504040204" pitchFamily="50" charset="-128"/>
              </a:rPr>
              <a:t>6/8</a:t>
            </a:r>
            <a:r>
              <a:rPr lang="ja-JP" altLang="en-US" b="1" kern="0">
                <a:solidFill>
                  <a:srgbClr val="002060"/>
                </a:solidFill>
                <a:latin typeface="Meiryo UI"/>
                <a:ea typeface="Meiryo UI"/>
                <a:cs typeface="Meiryo UI" panose="020B0604030504040204" pitchFamily="50" charset="-128"/>
              </a:rPr>
              <a:t>）</a:t>
            </a:r>
            <a:endParaRPr kumimoji="1" lang="ja-JP" altLang="en-US">
              <a:solidFill>
                <a:srgbClr val="002060"/>
              </a:solidFill>
            </a:endParaRPr>
          </a:p>
        </p:txBody>
      </p:sp>
      <p:sp>
        <p:nvSpPr>
          <p:cNvPr id="3" name="コンテンツ プレースホルダー 2">
            <a:extLst>
              <a:ext uri="{FF2B5EF4-FFF2-40B4-BE49-F238E27FC236}">
                <a16:creationId xmlns:a16="http://schemas.microsoft.com/office/drawing/2014/main" id="{A5F642C4-398C-DE46-1E36-AC0B8833A982}"/>
              </a:ext>
            </a:extLst>
          </p:cNvPr>
          <p:cNvSpPr>
            <a:spLocks noGrp="1"/>
          </p:cNvSpPr>
          <p:nvPr>
            <p:ph idx="1"/>
          </p:nvPr>
        </p:nvSpPr>
        <p:spPr>
          <a:xfrm>
            <a:off x="849000" y="764824"/>
            <a:ext cx="8208000" cy="576000"/>
          </a:xfrm>
        </p:spPr>
        <p:txBody>
          <a:bodyPr/>
          <a:lstStyle/>
          <a:p>
            <a:pPr marL="285750" indent="-285750">
              <a:buFont typeface="Arial" panose="020B0604020202020204" pitchFamily="34" charset="0"/>
              <a:buChar char="•"/>
            </a:pPr>
            <a:r>
              <a:rPr lang="ja-JP" altLang="en-US" sz="1600">
                <a:latin typeface="Meiryo UI"/>
                <a:ea typeface="Meiryo UI"/>
              </a:rPr>
              <a:t>前ページの続き。</a:t>
            </a:r>
          </a:p>
        </p:txBody>
      </p:sp>
      <p:graphicFrame>
        <p:nvGraphicFramePr>
          <p:cNvPr id="4" name="表 3">
            <a:extLst>
              <a:ext uri="{FF2B5EF4-FFF2-40B4-BE49-F238E27FC236}">
                <a16:creationId xmlns:a16="http://schemas.microsoft.com/office/drawing/2014/main" id="{7D4A11D8-3742-958D-95A4-E86B6A293B3F}"/>
              </a:ext>
            </a:extLst>
          </p:cNvPr>
          <p:cNvGraphicFramePr>
            <a:graphicFrameLocks noGrp="1"/>
          </p:cNvGraphicFramePr>
          <p:nvPr/>
        </p:nvGraphicFramePr>
        <p:xfrm>
          <a:off x="849001" y="1340825"/>
          <a:ext cx="8207997" cy="4624070"/>
        </p:xfrm>
        <a:graphic>
          <a:graphicData uri="http://schemas.openxmlformats.org/drawingml/2006/table">
            <a:tbl>
              <a:tblPr firstRow="1" bandRow="1">
                <a:tableStyleId>{5C22544A-7EE6-4342-B048-85BDC9FD1C3A}</a:tableStyleId>
              </a:tblPr>
              <a:tblGrid>
                <a:gridCol w="395600">
                  <a:extLst>
                    <a:ext uri="{9D8B030D-6E8A-4147-A177-3AD203B41FA5}">
                      <a16:colId xmlns:a16="http://schemas.microsoft.com/office/drawing/2014/main" val="20000"/>
                    </a:ext>
                  </a:extLst>
                </a:gridCol>
                <a:gridCol w="558800">
                  <a:extLst>
                    <a:ext uri="{9D8B030D-6E8A-4147-A177-3AD203B41FA5}">
                      <a16:colId xmlns:a16="http://schemas.microsoft.com/office/drawing/2014/main" val="1469973714"/>
                    </a:ext>
                  </a:extLst>
                </a:gridCol>
                <a:gridCol w="2514600">
                  <a:extLst>
                    <a:ext uri="{9D8B030D-6E8A-4147-A177-3AD203B41FA5}">
                      <a16:colId xmlns:a16="http://schemas.microsoft.com/office/drawing/2014/main" val="20004"/>
                    </a:ext>
                  </a:extLst>
                </a:gridCol>
                <a:gridCol w="3111500">
                  <a:extLst>
                    <a:ext uri="{9D8B030D-6E8A-4147-A177-3AD203B41FA5}">
                      <a16:colId xmlns:a16="http://schemas.microsoft.com/office/drawing/2014/main" val="20005"/>
                    </a:ext>
                  </a:extLst>
                </a:gridCol>
                <a:gridCol w="1627497">
                  <a:extLst>
                    <a:ext uri="{9D8B030D-6E8A-4147-A177-3AD203B41FA5}">
                      <a16:colId xmlns:a16="http://schemas.microsoft.com/office/drawing/2014/main" val="2072884193"/>
                    </a:ext>
                  </a:extLst>
                </a:gridCol>
              </a:tblGrid>
              <a:tr h="242091">
                <a:tc>
                  <a:txBody>
                    <a:bodyPr/>
                    <a:lstStyle/>
                    <a:p>
                      <a:pPr algn="ctr"/>
                      <a:r>
                        <a:rPr kumimoji="1" lang="en-US" altLang="ja-JP" sz="1100" b="0">
                          <a:solidFill>
                            <a:schemeClr val="tx1"/>
                          </a:solidFill>
                          <a:latin typeface="+mn-ea"/>
                          <a:ea typeface="+mn-ea"/>
                          <a:cs typeface="Meiryo UI" panose="020B0604030504040204" pitchFamily="50" charset="-128"/>
                        </a:rPr>
                        <a:t>#</a:t>
                      </a:r>
                      <a:endParaRPr kumimoji="1" lang="ja-JP" altLang="en-US" sz="1100" b="0">
                        <a:solidFill>
                          <a:schemeClr val="tx1"/>
                        </a:solidFill>
                        <a:latin typeface="+mn-ea"/>
                        <a:ea typeface="+mn-ea"/>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1100" b="0">
                          <a:solidFill>
                            <a:schemeClr val="tx1"/>
                          </a:solidFill>
                          <a:latin typeface="+mn-ea"/>
                          <a:ea typeface="+mn-ea"/>
                          <a:cs typeface="Meiryo UI" panose="020B0604030504040204" pitchFamily="50" charset="-128"/>
                        </a:rPr>
                        <a:t>対応</a:t>
                      </a:r>
                      <a:endParaRPr kumimoji="1" lang="en-US" altLang="ja-JP" sz="1100" b="0">
                        <a:solidFill>
                          <a:schemeClr val="tx1"/>
                        </a:solidFill>
                        <a:latin typeface="+mn-ea"/>
                        <a:ea typeface="+mn-ea"/>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1100" b="0">
                          <a:solidFill>
                            <a:schemeClr val="tx1"/>
                          </a:solidFill>
                          <a:latin typeface="+mn-ea"/>
                          <a:ea typeface="+mn-ea"/>
                          <a:cs typeface="Meiryo UI" panose="020B0604030504040204" pitchFamily="50" charset="-128"/>
                        </a:rPr>
                        <a:t>お問合せ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1100" b="0">
                          <a:solidFill>
                            <a:schemeClr val="tx1"/>
                          </a:solidFill>
                          <a:latin typeface="+mn-ea"/>
                          <a:ea typeface="+mn-ea"/>
                          <a:cs typeface="Meiryo UI" panose="020B0604030504040204" pitchFamily="50" charset="-128"/>
                        </a:rPr>
                        <a:t>回答</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0" marR="0" lvl="0" indent="0" algn="ctr" defTabSz="779032"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n-ea"/>
                          <a:ea typeface="+mn-ea"/>
                          <a:cs typeface="Meiryo UI" panose="020B0604030504040204" pitchFamily="50" charset="-128"/>
                        </a:rPr>
                        <a:t>追加・更新・削除理由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0000"/>
                  </a:ext>
                </a:extLst>
              </a:tr>
              <a:tr h="1780604">
                <a:tc>
                  <a:txBody>
                    <a:bodyPr/>
                    <a:lstStyle/>
                    <a:p>
                      <a:pPr algn="ctr"/>
                      <a:r>
                        <a:rPr kumimoji="1" lang="en-US" altLang="ja-JP" sz="1100">
                          <a:latin typeface="+mn-ea"/>
                          <a:ea typeface="+mn-ea"/>
                          <a:cs typeface="Meiryo UI" panose="020B0604030504040204" pitchFamily="50" charset="-128"/>
                        </a:rPr>
                        <a:t>5</a:t>
                      </a:r>
                      <a:endParaRPr kumimoji="1" lang="ja-JP" altLang="en-US" sz="1100">
                        <a:latin typeface="+mn-ea"/>
                        <a:ea typeface="+mn-ea"/>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779032" rtl="0" eaLnBrk="1" fontAlgn="auto" latinLnBrk="0" hangingPunct="1">
                        <a:lnSpc>
                          <a:spcPct val="100000"/>
                        </a:lnSpc>
                        <a:spcBef>
                          <a:spcPts val="0"/>
                        </a:spcBef>
                        <a:spcAft>
                          <a:spcPts val="0"/>
                        </a:spcAft>
                        <a:buClrTx/>
                        <a:buSzTx/>
                        <a:buFontTx/>
                        <a:buNone/>
                        <a:tabLst/>
                        <a:defRPr/>
                      </a:pPr>
                      <a:r>
                        <a:rPr kumimoji="1" lang="ja-JP" altLang="en-US" sz="1100" b="0" i="0" kern="1200">
                          <a:solidFill>
                            <a:schemeClr val="dk1"/>
                          </a:solidFill>
                          <a:effectLst/>
                          <a:latin typeface="+mn-ea"/>
                          <a:ea typeface="+mn-ea"/>
                          <a:cs typeface="+mn-cs"/>
                        </a:rPr>
                        <a:t>更新</a:t>
                      </a:r>
                      <a:endParaRPr kumimoji="1" lang="ja-JP" altLang="ja-JP" sz="1100" b="0" i="0" kern="1200">
                        <a:solidFill>
                          <a:schemeClr val="dk1"/>
                        </a:solidFill>
                        <a:effectLst/>
                        <a:latin typeface="+mn-ea"/>
                        <a:ea typeface="+mn-ea"/>
                        <a:cs typeface="+mn-cs"/>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buNone/>
                      </a:pPr>
                      <a:r>
                        <a:rPr lang="ja-JP" sz="1100" b="0" i="0" u="none" strike="noStrike">
                          <a:solidFill>
                            <a:srgbClr val="000000"/>
                          </a:solidFill>
                          <a:effectLst/>
                          <a:latin typeface="Meiryo UI" panose="020B0604030504040204" pitchFamily="50" charset="-128"/>
                          <a:ea typeface="Meiryo UI" panose="020B0604030504040204" pitchFamily="50" charset="-128"/>
                        </a:rPr>
                        <a:t>ONSで公開されている共有項目JLACコードマスタ、</a:t>
                      </a:r>
                      <a:r>
                        <a:rPr lang="ja-JP" sz="1100" b="0" i="0" u="none" strike="noStrike">
                          <a:solidFill>
                            <a:srgbClr val="FF0000"/>
                          </a:solidFill>
                          <a:effectLst/>
                          <a:latin typeface="Meiryo UI" panose="020B0604030504040204" pitchFamily="50" charset="-128"/>
                          <a:ea typeface="Meiryo UI" panose="020B0604030504040204" pitchFamily="50" charset="-128"/>
                        </a:rPr>
                        <a:t>日本臨床検査医学会のマスタ、FHIR実装ガイド(https://jpfhir.jp/fhir/clins-dev/latest/output/CodeSystem-jp-clins-codesystem-JLAC10-infectionlabo-cs.html)において、どのマスタを参照すればよいか。また、各マスタで相違点が発生する理由を教えてほしい。</a:t>
                      </a:r>
                      <a:br>
                        <a:rPr lang="ja-JP" sz="1100" b="0" i="0" u="none" strike="noStrike">
                          <a:solidFill>
                            <a:srgbClr val="5B9BD5"/>
                          </a:solidFill>
                          <a:effectLst/>
                          <a:latin typeface="Meiryo UI" panose="020B0604030504040204" pitchFamily="50" charset="-128"/>
                          <a:ea typeface="Meiryo UI" panose="020B0604030504040204" pitchFamily="50" charset="-128"/>
                        </a:rPr>
                      </a:br>
                      <a:br>
                        <a:rPr lang="ja-JP" sz="1100" b="0" i="0" u="none" strike="noStrike">
                          <a:solidFill>
                            <a:srgbClr val="FF0000"/>
                          </a:solidFill>
                          <a:effectLst/>
                          <a:latin typeface="Meiryo UI" panose="020B0604030504040204" pitchFamily="50" charset="-128"/>
                          <a:ea typeface="Meiryo UI" panose="020B0604030504040204" pitchFamily="50" charset="-128"/>
                        </a:rPr>
                      </a:br>
                      <a:endParaRPr lang="ja-JP" sz="1100" b="0" i="0" u="none" strike="noStrike">
                        <a:solidFill>
                          <a:srgbClr val="000000"/>
                        </a:solidFill>
                        <a:effectLst/>
                        <a:latin typeface="Meiryo UI" panose="020B0604030504040204" pitchFamily="50" charset="-128"/>
                        <a:ea typeface="Meiryo UI" panose="020B0604030504040204" pitchFamily="50" charset="-128"/>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buNone/>
                      </a:pPr>
                      <a:r>
                        <a:rPr lang="ja-JP" sz="1100" b="0" i="0" u="none" strike="noStrike">
                          <a:solidFill>
                            <a:srgbClr val="000000"/>
                          </a:solidFill>
                          <a:effectLst/>
                          <a:latin typeface="Meiryo UI" panose="020B0604030504040204" pitchFamily="50" charset="-128"/>
                          <a:ea typeface="Meiryo UI" panose="020B0604030504040204" pitchFamily="50" charset="-128"/>
                        </a:rPr>
                        <a:t>電子カルテ情報共有サービスで用いる「共有項目JLACコードマスタ」（</a:t>
                      </a:r>
                      <a:r>
                        <a:rPr lang="ja-JP" sz="1100" b="0" i="0" u="none" strike="noStrike">
                          <a:solidFill>
                            <a:srgbClr val="FF0000"/>
                          </a:solidFill>
                          <a:effectLst/>
                          <a:latin typeface="Meiryo UI" panose="020B0604030504040204" pitchFamily="50" charset="-128"/>
                          <a:ea typeface="Meiryo UI" panose="020B0604030504040204" pitchFamily="50" charset="-128"/>
                        </a:rPr>
                        <a:t>検査43項目・感染症5項目</a:t>
                      </a:r>
                      <a:r>
                        <a:rPr lang="ja-JP" sz="1100" b="0" i="0" u="none" strike="noStrike">
                          <a:solidFill>
                            <a:srgbClr val="000000"/>
                          </a:solidFill>
                          <a:effectLst/>
                          <a:latin typeface="Meiryo UI" panose="020B0604030504040204" pitchFamily="50" charset="-128"/>
                          <a:ea typeface="Meiryo UI" panose="020B0604030504040204" pitchFamily="50" charset="-128"/>
                        </a:rPr>
                        <a:t>）は、ONSに掲載されているもの</a:t>
                      </a:r>
                      <a:r>
                        <a:rPr lang="ja-JP" sz="1100" b="0" i="0" u="none" strike="noStrike">
                          <a:solidFill>
                            <a:srgbClr val="FF0000"/>
                          </a:solidFill>
                          <a:effectLst/>
                          <a:latin typeface="Meiryo UI" panose="020B0604030504040204" pitchFamily="50" charset="-128"/>
                          <a:ea typeface="Meiryo UI" panose="020B0604030504040204" pitchFamily="50" charset="-128"/>
                        </a:rPr>
                        <a:t>を正としてご参照ください。</a:t>
                      </a:r>
                      <a:br>
                        <a:rPr lang="ja-JP" sz="1100" b="0" i="0" u="none" strike="noStrike">
                          <a:solidFill>
                            <a:srgbClr val="000000"/>
                          </a:solidFill>
                          <a:effectLst/>
                          <a:latin typeface="Meiryo UI" panose="020B0604030504040204" pitchFamily="50" charset="-128"/>
                          <a:ea typeface="Meiryo UI" panose="020B0604030504040204" pitchFamily="50" charset="-128"/>
                        </a:rPr>
                      </a:br>
                      <a:r>
                        <a:rPr lang="ja-JP" sz="1100" b="0" i="0" u="none" strike="noStrike">
                          <a:solidFill>
                            <a:srgbClr val="FF0000"/>
                          </a:solidFill>
                          <a:effectLst/>
                          <a:latin typeface="Meiryo UI" panose="020B0604030504040204" pitchFamily="50" charset="-128"/>
                          <a:ea typeface="Meiryo UI" panose="020B0604030504040204" pitchFamily="50" charset="-128"/>
                        </a:rPr>
                        <a:t>電子カルテ情報共有サービス対応JLACコード表と一般社団法人日本臨床検査医学会ホームページに掲載されているマスタおよびFHIR実装ガイドとの間で相違が生じる主な理由としては、以下が挙げられます：</a:t>
                      </a:r>
                      <a:br>
                        <a:rPr lang="ja-JP" sz="1100" b="0" i="0" u="none" strike="noStrike">
                          <a:solidFill>
                            <a:srgbClr val="FF0000"/>
                          </a:solidFill>
                          <a:effectLst/>
                          <a:latin typeface="Meiryo UI" panose="020B0604030504040204" pitchFamily="50" charset="-128"/>
                          <a:ea typeface="Meiryo UI" panose="020B0604030504040204" pitchFamily="50" charset="-128"/>
                        </a:rPr>
                      </a:br>
                      <a:r>
                        <a:rPr lang="ja-JP" sz="1100" b="0" i="0" u="none" strike="noStrike">
                          <a:solidFill>
                            <a:srgbClr val="FF0000"/>
                          </a:solidFill>
                          <a:effectLst/>
                          <a:latin typeface="Meiryo UI" panose="020B0604030504040204" pitchFamily="50" charset="-128"/>
                          <a:ea typeface="Meiryo UI" panose="020B0604030504040204" pitchFamily="50" charset="-128"/>
                        </a:rPr>
                        <a:t>・JLAC10 は各要素構造の自由度が高く、同一検査に対して複数の表現パターンが存在するため、本サービスが定める標準コードとは採番が異なる場合がございます。</a:t>
                      </a:r>
                      <a:br>
                        <a:rPr lang="ja-JP" sz="1100" b="0" i="0" u="none" strike="noStrike">
                          <a:solidFill>
                            <a:srgbClr val="FF0000"/>
                          </a:solidFill>
                          <a:effectLst/>
                          <a:latin typeface="Meiryo UI" panose="020B0604030504040204" pitchFamily="50" charset="-128"/>
                          <a:ea typeface="Meiryo UI" panose="020B0604030504040204" pitchFamily="50" charset="-128"/>
                        </a:rPr>
                      </a:br>
                      <a:r>
                        <a:rPr lang="ja-JP" sz="1100" b="0" i="0" u="none" strike="noStrike">
                          <a:solidFill>
                            <a:srgbClr val="FF0000"/>
                          </a:solidFill>
                          <a:effectLst/>
                          <a:latin typeface="Meiryo UI" panose="020B0604030504040204" pitchFamily="50" charset="-128"/>
                          <a:ea typeface="Meiryo UI" panose="020B0604030504040204" pitchFamily="50" charset="-128"/>
                        </a:rPr>
                        <a:t>・日本臨床検査医学会にてマスタが公開されてから電子カルテ情報共有サービス対応JLACコード表に反映されるまでに時間が要する場合がございます。</a:t>
                      </a:r>
                      <a:br>
                        <a:rPr lang="ja-JP" sz="1100" b="0" i="0" u="none" strike="noStrike">
                          <a:solidFill>
                            <a:srgbClr val="FF0000"/>
                          </a:solidFill>
                          <a:effectLst/>
                          <a:latin typeface="Meiryo UI" panose="020B0604030504040204" pitchFamily="50" charset="-128"/>
                          <a:ea typeface="Meiryo UI" panose="020B0604030504040204" pitchFamily="50" charset="-128"/>
                        </a:rPr>
                      </a:br>
                      <a:r>
                        <a:rPr lang="ja-JP" sz="1100" b="0" i="0" u="none" strike="noStrike">
                          <a:solidFill>
                            <a:srgbClr val="FF0000"/>
                          </a:solidFill>
                          <a:effectLst/>
                          <a:latin typeface="Meiryo UI" panose="020B0604030504040204" pitchFamily="50" charset="-128"/>
                          <a:ea typeface="Meiryo UI" panose="020B0604030504040204" pitchFamily="50" charset="-128"/>
                        </a:rPr>
                        <a:t>・電子カルテ情報共有サービス対応JLACコード表では、外注検査等により試薬・測定機器の詳細が不明な場合や、新たに発売された試薬・機器、新測定法が電子カルテ情報共有サービス対応JLACコード表へ未収載である期間に対応できるよう、「その他の測定法」コードを収載しております。</a:t>
                      </a:r>
                      <a:br>
                        <a:rPr lang="ja-JP" sz="1100" b="0" i="0" u="none" strike="noStrike">
                          <a:solidFill>
                            <a:srgbClr val="FF0000"/>
                          </a:solidFill>
                          <a:effectLst/>
                          <a:latin typeface="Meiryo UI" panose="020B0604030504040204" pitchFamily="50" charset="-128"/>
                          <a:ea typeface="Meiryo UI" panose="020B0604030504040204" pitchFamily="50" charset="-128"/>
                        </a:rPr>
                      </a:br>
                      <a:r>
                        <a:rPr lang="ja-JP" sz="1100" b="0" i="0" u="none" strike="noStrike">
                          <a:solidFill>
                            <a:srgbClr val="FF0000"/>
                          </a:solidFill>
                          <a:effectLst/>
                          <a:latin typeface="Meiryo UI" panose="020B0604030504040204" pitchFamily="50" charset="-128"/>
                          <a:ea typeface="Meiryo UI" panose="020B0604030504040204" pitchFamily="50" charset="-128"/>
                        </a:rPr>
                        <a:t>・FHIR実装ガイドは、CodeSystemやValueSet等を用いてJLACコードをFHIRリソース上に記述する方法を定める資料であり、本サービスで使用可能なコードを管理するマスタとは目的および対象範囲が異なります。</a:t>
                      </a:r>
                      <a:br>
                        <a:rPr lang="ja-JP" sz="1100" b="0" i="0" u="none" strike="noStrike">
                          <a:solidFill>
                            <a:srgbClr val="FF0000"/>
                          </a:solidFill>
                          <a:effectLst/>
                          <a:latin typeface="Meiryo UI" panose="020B0604030504040204" pitchFamily="50" charset="-128"/>
                          <a:ea typeface="Meiryo UI" panose="020B0604030504040204" pitchFamily="50" charset="-128"/>
                        </a:rPr>
                      </a:br>
                      <a:endParaRPr lang="en-US" altLang="ja-JP" sz="1100" b="0" i="0" u="none" strike="noStrike">
                        <a:solidFill>
                          <a:srgbClr val="FF0000"/>
                        </a:solidFill>
                        <a:effectLst/>
                        <a:latin typeface="Meiryo UI" panose="020B0604030504040204" pitchFamily="50" charset="-128"/>
                        <a:ea typeface="Meiryo UI" panose="020B0604030504040204" pitchFamily="50" charset="-128"/>
                      </a:endParaRPr>
                    </a:p>
                    <a:p>
                      <a:pPr algn="l" fontAlgn="t">
                        <a:buNone/>
                      </a:pPr>
                      <a:r>
                        <a:rPr lang="ja-JP" altLang="en-US" sz="1100" b="0" i="0" u="none" strike="noStrike">
                          <a:solidFill>
                            <a:srgbClr val="FF0000"/>
                          </a:solidFill>
                          <a:effectLst/>
                          <a:latin typeface="Meiryo UI" panose="020B0604030504040204" pitchFamily="50" charset="-128"/>
                          <a:ea typeface="Meiryo UI" panose="020B0604030504040204" pitchFamily="50" charset="-128"/>
                        </a:rPr>
                        <a:t>ーーーー（詳細は</a:t>
                      </a:r>
                      <a:r>
                        <a:rPr lang="en-US" altLang="ja-JP" sz="1100" b="0" i="0" u="none" strike="noStrike">
                          <a:solidFill>
                            <a:srgbClr val="FF0000"/>
                          </a:solidFill>
                          <a:effectLst/>
                          <a:latin typeface="Meiryo UI" panose="020B0604030504040204" pitchFamily="50" charset="-128"/>
                          <a:ea typeface="Meiryo UI" panose="020B0604030504040204" pitchFamily="50" charset="-128"/>
                        </a:rPr>
                        <a:t>KB0012210</a:t>
                      </a:r>
                      <a:r>
                        <a:rPr lang="ja-JP" altLang="en-US" sz="1100" b="0" i="0" u="none" strike="noStrike">
                          <a:solidFill>
                            <a:srgbClr val="FF0000"/>
                          </a:solidFill>
                          <a:effectLst/>
                          <a:latin typeface="Meiryo UI" panose="020B0604030504040204" pitchFamily="50" charset="-128"/>
                          <a:ea typeface="Meiryo UI" panose="020B0604030504040204" pitchFamily="50" charset="-128"/>
                        </a:rPr>
                        <a:t>を参照）ーーーー</a:t>
                      </a:r>
                      <a:br>
                        <a:rPr lang="ja-JP" sz="1100" b="0" i="0" u="none" strike="noStrike">
                          <a:solidFill>
                            <a:srgbClr val="FF0000"/>
                          </a:solidFill>
                          <a:effectLst/>
                          <a:latin typeface="Meiryo UI" panose="020B0604030504040204" pitchFamily="50" charset="-128"/>
                          <a:ea typeface="Meiryo UI" panose="020B0604030504040204" pitchFamily="50" charset="-128"/>
                        </a:rPr>
                      </a:br>
                      <a:endParaRPr lang="ja-JP" sz="1100" b="0" i="0" u="none" strike="noStrike">
                        <a:solidFill>
                          <a:srgbClr val="000000"/>
                        </a:solidFill>
                        <a:effectLst/>
                        <a:latin typeface="Meiryo UI" panose="020B0604030504040204" pitchFamily="50" charset="-128"/>
                        <a:ea typeface="Meiryo UI" panose="020B0604030504040204" pitchFamily="50" charset="-128"/>
                      </a:endParaRPr>
                    </a:p>
                  </a:txBody>
                  <a:tcPr marL="6350" marR="6350" marT="635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6000" marR="0" lvl="0" indent="0" algn="l" defTabSz="557112" rtl="0" eaLnBrk="1" fontAlgn="auto" latinLnBrk="0" hangingPunct="1">
                        <a:lnSpc>
                          <a:spcPct val="100000"/>
                        </a:lnSpc>
                        <a:spcBef>
                          <a:spcPts val="0"/>
                        </a:spcBef>
                        <a:spcAft>
                          <a:spcPts val="0"/>
                        </a:spcAft>
                        <a:buClrTx/>
                        <a:buSzTx/>
                        <a:buFontTx/>
                        <a:buNone/>
                        <a:tabLst/>
                        <a:defRPr/>
                      </a:pPr>
                      <a:r>
                        <a:rPr lang="ja-JP" altLang="en-US" sz="1100" baseline="0">
                          <a:latin typeface="+mn-ea"/>
                          <a:ea typeface="+mn-ea"/>
                          <a:cs typeface="Meiryo UI" panose="020B0604030504040204" pitchFamily="50" charset="-128"/>
                        </a:rPr>
                        <a:t>日本臨床検査学会のマスタとの相違についても含めて</a:t>
                      </a:r>
                      <a:r>
                        <a:rPr lang="en-US" altLang="ja-JP" sz="1100" baseline="0">
                          <a:latin typeface="+mn-ea"/>
                          <a:ea typeface="+mn-ea"/>
                          <a:cs typeface="Meiryo UI" panose="020B0604030504040204" pitchFamily="50" charset="-128"/>
                        </a:rPr>
                        <a:t>QA</a:t>
                      </a:r>
                      <a:r>
                        <a:rPr lang="ja-JP" altLang="en-US" sz="1100" baseline="0">
                          <a:latin typeface="+mn-ea"/>
                          <a:ea typeface="+mn-ea"/>
                          <a:cs typeface="Meiryo UI" panose="020B0604030504040204" pitchFamily="50" charset="-128"/>
                        </a:rPr>
                        <a:t>を再構成</a:t>
                      </a:r>
                      <a:endParaRPr lang="en-US" altLang="ja-JP" sz="1100" baseline="0">
                        <a:latin typeface="+mn-ea"/>
                        <a:ea typeface="+mn-ea"/>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86878120"/>
                  </a:ext>
                </a:extLst>
              </a:tr>
            </a:tbl>
          </a:graphicData>
        </a:graphic>
      </p:graphicFrame>
    </p:spTree>
    <p:extLst>
      <p:ext uri="{BB962C8B-B14F-4D97-AF65-F5344CB8AC3E}">
        <p14:creationId xmlns:p14="http://schemas.microsoft.com/office/powerpoint/2010/main" val="222424142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9AB53-128C-7FF4-2548-D0FF0054282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0756A3A-6F8D-9E49-5504-4E856112FFF4}"/>
              </a:ext>
            </a:extLst>
          </p:cNvPr>
          <p:cNvSpPr>
            <a:spLocks noGrp="1"/>
          </p:cNvSpPr>
          <p:nvPr>
            <p:ph type="title"/>
          </p:nvPr>
        </p:nvSpPr>
        <p:spPr/>
        <p:txBody>
          <a:bodyPr/>
          <a:lstStyle/>
          <a:p>
            <a:r>
              <a:rPr lang="en-US" altLang="ja-JP" kern="1200"/>
              <a:t>ONS</a:t>
            </a:r>
            <a:r>
              <a:rPr lang="ja-JP" altLang="en-US" kern="1200"/>
              <a:t>問い合わせ月次報告</a:t>
            </a:r>
            <a:br>
              <a:rPr lang="en-US" altLang="ja-JP" kern="1200"/>
            </a:br>
            <a:r>
              <a:rPr lang="en-US" altLang="ja-JP" b="1" kern="0">
                <a:solidFill>
                  <a:srgbClr val="002060"/>
                </a:solidFill>
                <a:latin typeface="Meiryo UI"/>
                <a:ea typeface="Meiryo UI"/>
                <a:cs typeface="Meiryo UI" panose="020B0604030504040204" pitchFamily="50" charset="-128"/>
              </a:rPr>
              <a:t>5.</a:t>
            </a:r>
            <a:r>
              <a:rPr lang="ja-JP" altLang="ja-JP" b="1" kern="0">
                <a:solidFill>
                  <a:srgbClr val="002060"/>
                </a:solidFill>
                <a:latin typeface="Meiryo UI"/>
                <a:ea typeface="Meiryo UI"/>
                <a:cs typeface="Meiryo UI" panose="020B0604030504040204" pitchFamily="50" charset="-128"/>
              </a:rPr>
              <a:t>医療機関等ONS</a:t>
            </a:r>
            <a:r>
              <a:rPr lang="ja-JP" altLang="en-US" b="1" kern="0">
                <a:solidFill>
                  <a:srgbClr val="002060"/>
                </a:solidFill>
                <a:latin typeface="Meiryo UI"/>
                <a:ea typeface="Meiryo UI"/>
                <a:cs typeface="Meiryo UI" panose="020B0604030504040204" pitchFamily="50" charset="-128"/>
              </a:rPr>
              <a:t>改善活動（</a:t>
            </a:r>
            <a:r>
              <a:rPr lang="en-US" altLang="ja-JP">
                <a:solidFill>
                  <a:srgbClr val="002060"/>
                </a:solidFill>
                <a:latin typeface="Meiryo UI"/>
                <a:ea typeface="Meiryo UI"/>
                <a:cs typeface="Meiryo UI" panose="020B0604030504040204" pitchFamily="50" charset="-128"/>
              </a:rPr>
              <a:t>Q&amp;A</a:t>
            </a:r>
            <a:r>
              <a:rPr lang="ja-JP" altLang="en-US">
                <a:solidFill>
                  <a:srgbClr val="002060"/>
                </a:solidFill>
                <a:latin typeface="Meiryo UI"/>
                <a:ea typeface="Meiryo UI"/>
                <a:cs typeface="Meiryo UI" panose="020B0604030504040204" pitchFamily="50" charset="-128"/>
              </a:rPr>
              <a:t>掲載</a:t>
            </a:r>
            <a:r>
              <a:rPr lang="ja-JP" altLang="en-US" b="1" kern="0">
                <a:solidFill>
                  <a:srgbClr val="002060"/>
                </a:solidFill>
                <a:latin typeface="Meiryo UI"/>
                <a:ea typeface="Meiryo UI"/>
                <a:cs typeface="Meiryo UI" panose="020B0604030504040204" pitchFamily="50" charset="-128"/>
              </a:rPr>
              <a:t>）（</a:t>
            </a:r>
            <a:r>
              <a:rPr lang="en-US" altLang="ja-JP" b="1" kern="0">
                <a:solidFill>
                  <a:srgbClr val="002060"/>
                </a:solidFill>
                <a:latin typeface="Meiryo UI"/>
                <a:ea typeface="Meiryo UI"/>
                <a:cs typeface="Meiryo UI" panose="020B0604030504040204" pitchFamily="50" charset="-128"/>
              </a:rPr>
              <a:t>7/8</a:t>
            </a:r>
            <a:r>
              <a:rPr lang="ja-JP" altLang="en-US" b="1" kern="0">
                <a:solidFill>
                  <a:srgbClr val="002060"/>
                </a:solidFill>
                <a:latin typeface="Meiryo UI"/>
                <a:ea typeface="Meiryo UI"/>
                <a:cs typeface="Meiryo UI" panose="020B0604030504040204" pitchFamily="50" charset="-128"/>
              </a:rPr>
              <a:t>）</a:t>
            </a:r>
            <a:endParaRPr kumimoji="1" lang="ja-JP" altLang="en-US">
              <a:solidFill>
                <a:srgbClr val="002060"/>
              </a:solidFill>
            </a:endParaRPr>
          </a:p>
        </p:txBody>
      </p:sp>
      <p:sp>
        <p:nvSpPr>
          <p:cNvPr id="3" name="コンテンツ プレースホルダー 2">
            <a:extLst>
              <a:ext uri="{FF2B5EF4-FFF2-40B4-BE49-F238E27FC236}">
                <a16:creationId xmlns:a16="http://schemas.microsoft.com/office/drawing/2014/main" id="{A12D5D1B-AE21-9E69-0D4D-516F124CB4EF}"/>
              </a:ext>
            </a:extLst>
          </p:cNvPr>
          <p:cNvSpPr>
            <a:spLocks noGrp="1"/>
          </p:cNvSpPr>
          <p:nvPr>
            <p:ph idx="1"/>
          </p:nvPr>
        </p:nvSpPr>
        <p:spPr>
          <a:xfrm>
            <a:off x="849000" y="764824"/>
            <a:ext cx="8208000" cy="576000"/>
          </a:xfrm>
        </p:spPr>
        <p:txBody>
          <a:bodyPr/>
          <a:lstStyle/>
          <a:p>
            <a:pPr marL="285750" indent="-285750">
              <a:buFont typeface="Arial" panose="020B0604020202020204" pitchFamily="34" charset="0"/>
              <a:buChar char="•"/>
            </a:pPr>
            <a:r>
              <a:rPr lang="ja-JP" altLang="en-US" sz="1600">
                <a:latin typeface="Meiryo UI"/>
                <a:ea typeface="Meiryo UI"/>
              </a:rPr>
              <a:t>前ページの続き。</a:t>
            </a:r>
          </a:p>
        </p:txBody>
      </p:sp>
      <p:graphicFrame>
        <p:nvGraphicFramePr>
          <p:cNvPr id="4" name="表 3">
            <a:extLst>
              <a:ext uri="{FF2B5EF4-FFF2-40B4-BE49-F238E27FC236}">
                <a16:creationId xmlns:a16="http://schemas.microsoft.com/office/drawing/2014/main" id="{B27A0E8F-39C5-FDFC-4675-507C4634371F}"/>
              </a:ext>
            </a:extLst>
          </p:cNvPr>
          <p:cNvGraphicFramePr>
            <a:graphicFrameLocks noGrp="1"/>
          </p:cNvGraphicFramePr>
          <p:nvPr/>
        </p:nvGraphicFramePr>
        <p:xfrm>
          <a:off x="849001" y="1340825"/>
          <a:ext cx="8207997" cy="4656852"/>
        </p:xfrm>
        <a:graphic>
          <a:graphicData uri="http://schemas.openxmlformats.org/drawingml/2006/table">
            <a:tbl>
              <a:tblPr firstRow="1" bandRow="1">
                <a:tableStyleId>{5C22544A-7EE6-4342-B048-85BDC9FD1C3A}</a:tableStyleId>
              </a:tblPr>
              <a:tblGrid>
                <a:gridCol w="395600">
                  <a:extLst>
                    <a:ext uri="{9D8B030D-6E8A-4147-A177-3AD203B41FA5}">
                      <a16:colId xmlns:a16="http://schemas.microsoft.com/office/drawing/2014/main" val="20000"/>
                    </a:ext>
                  </a:extLst>
                </a:gridCol>
                <a:gridCol w="558800">
                  <a:extLst>
                    <a:ext uri="{9D8B030D-6E8A-4147-A177-3AD203B41FA5}">
                      <a16:colId xmlns:a16="http://schemas.microsoft.com/office/drawing/2014/main" val="1469973714"/>
                    </a:ext>
                  </a:extLst>
                </a:gridCol>
                <a:gridCol w="2514600">
                  <a:extLst>
                    <a:ext uri="{9D8B030D-6E8A-4147-A177-3AD203B41FA5}">
                      <a16:colId xmlns:a16="http://schemas.microsoft.com/office/drawing/2014/main" val="20004"/>
                    </a:ext>
                  </a:extLst>
                </a:gridCol>
                <a:gridCol w="3111500">
                  <a:extLst>
                    <a:ext uri="{9D8B030D-6E8A-4147-A177-3AD203B41FA5}">
                      <a16:colId xmlns:a16="http://schemas.microsoft.com/office/drawing/2014/main" val="20005"/>
                    </a:ext>
                  </a:extLst>
                </a:gridCol>
                <a:gridCol w="1627497">
                  <a:extLst>
                    <a:ext uri="{9D8B030D-6E8A-4147-A177-3AD203B41FA5}">
                      <a16:colId xmlns:a16="http://schemas.microsoft.com/office/drawing/2014/main" val="2072884193"/>
                    </a:ext>
                  </a:extLst>
                </a:gridCol>
              </a:tblGrid>
              <a:tr h="281731">
                <a:tc>
                  <a:txBody>
                    <a:bodyPr/>
                    <a:lstStyle/>
                    <a:p>
                      <a:pPr algn="ctr"/>
                      <a:r>
                        <a:rPr kumimoji="1" lang="en-US" altLang="ja-JP" sz="1100" b="0">
                          <a:solidFill>
                            <a:schemeClr val="tx1"/>
                          </a:solidFill>
                          <a:latin typeface="+mn-ea"/>
                          <a:ea typeface="+mn-ea"/>
                          <a:cs typeface="Meiryo UI" panose="020B0604030504040204" pitchFamily="50" charset="-128"/>
                        </a:rPr>
                        <a:t>#</a:t>
                      </a:r>
                      <a:endParaRPr kumimoji="1" lang="ja-JP" altLang="en-US" sz="1100" b="0">
                        <a:solidFill>
                          <a:schemeClr val="tx1"/>
                        </a:solidFill>
                        <a:latin typeface="+mn-ea"/>
                        <a:ea typeface="+mn-ea"/>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1100" b="0">
                          <a:solidFill>
                            <a:schemeClr val="tx1"/>
                          </a:solidFill>
                          <a:latin typeface="+mn-ea"/>
                          <a:ea typeface="+mn-ea"/>
                          <a:cs typeface="Meiryo UI" panose="020B0604030504040204" pitchFamily="50" charset="-128"/>
                        </a:rPr>
                        <a:t>対応</a:t>
                      </a:r>
                      <a:endParaRPr kumimoji="1" lang="en-US" altLang="ja-JP" sz="1100" b="0">
                        <a:solidFill>
                          <a:schemeClr val="tx1"/>
                        </a:solidFill>
                        <a:latin typeface="+mn-ea"/>
                        <a:ea typeface="+mn-ea"/>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1100" b="0">
                          <a:solidFill>
                            <a:schemeClr val="tx1"/>
                          </a:solidFill>
                          <a:latin typeface="+mn-ea"/>
                          <a:ea typeface="+mn-ea"/>
                          <a:cs typeface="Meiryo UI" panose="020B0604030504040204" pitchFamily="50" charset="-128"/>
                        </a:rPr>
                        <a:t>お問合せ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1100" b="0">
                          <a:solidFill>
                            <a:schemeClr val="tx1"/>
                          </a:solidFill>
                          <a:latin typeface="+mn-ea"/>
                          <a:ea typeface="+mn-ea"/>
                          <a:cs typeface="Meiryo UI" panose="020B0604030504040204" pitchFamily="50" charset="-128"/>
                        </a:rPr>
                        <a:t>回答</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0" marR="0" lvl="0" indent="0" algn="ctr" defTabSz="779032"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n-ea"/>
                          <a:ea typeface="+mn-ea"/>
                          <a:cs typeface="Meiryo UI" panose="020B0604030504040204" pitchFamily="50" charset="-128"/>
                        </a:rPr>
                        <a:t>追加・更新・削除理由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0000"/>
                  </a:ext>
                </a:extLst>
              </a:tr>
              <a:tr h="4375121">
                <a:tc>
                  <a:txBody>
                    <a:bodyPr/>
                    <a:lstStyle/>
                    <a:p>
                      <a:pPr algn="ctr"/>
                      <a:r>
                        <a:rPr kumimoji="1" lang="en-US" altLang="ja-JP" sz="1100">
                          <a:latin typeface="+mn-ea"/>
                          <a:ea typeface="+mn-ea"/>
                          <a:cs typeface="Meiryo UI" panose="020B0604030504040204" pitchFamily="50" charset="-128"/>
                        </a:rPr>
                        <a:t>6</a:t>
                      </a:r>
                      <a:endParaRPr kumimoji="1" lang="ja-JP" altLang="en-US" sz="1100">
                        <a:latin typeface="+mn-ea"/>
                        <a:ea typeface="+mn-ea"/>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779032" rtl="0" eaLnBrk="1" fontAlgn="auto" latinLnBrk="0" hangingPunct="1">
                        <a:lnSpc>
                          <a:spcPct val="100000"/>
                        </a:lnSpc>
                        <a:spcBef>
                          <a:spcPts val="0"/>
                        </a:spcBef>
                        <a:spcAft>
                          <a:spcPts val="0"/>
                        </a:spcAft>
                        <a:buClrTx/>
                        <a:buSzTx/>
                        <a:buFontTx/>
                        <a:buNone/>
                        <a:tabLst/>
                        <a:defRPr/>
                      </a:pPr>
                      <a:r>
                        <a:rPr kumimoji="1" lang="ja-JP" altLang="en-US" sz="1100" b="0" i="0" kern="1200">
                          <a:solidFill>
                            <a:schemeClr val="dk1"/>
                          </a:solidFill>
                          <a:effectLst/>
                          <a:latin typeface="+mn-ea"/>
                          <a:ea typeface="+mn-ea"/>
                          <a:cs typeface="+mn-cs"/>
                        </a:rPr>
                        <a:t>更新</a:t>
                      </a:r>
                      <a:endParaRPr kumimoji="1" lang="ja-JP" altLang="ja-JP" sz="1100" b="0" i="0" kern="1200">
                        <a:solidFill>
                          <a:schemeClr val="dk1"/>
                        </a:solidFill>
                        <a:effectLst/>
                        <a:latin typeface="+mn-ea"/>
                        <a:ea typeface="+mn-ea"/>
                        <a:cs typeface="+mn-cs"/>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buNone/>
                      </a:pPr>
                      <a:r>
                        <a:rPr lang="ja-JP" sz="1100" b="0" i="0" u="none" strike="noStrike">
                          <a:solidFill>
                            <a:srgbClr val="000000"/>
                          </a:solidFill>
                          <a:effectLst/>
                          <a:latin typeface="Meiryo UI" panose="020B0604030504040204" pitchFamily="50" charset="-128"/>
                          <a:ea typeface="Meiryo UI" panose="020B0604030504040204" pitchFamily="50" charset="-128"/>
                        </a:rPr>
                        <a:t>電子カルテ共有サービスへ送信するPatientリソースやPractitionerリソースでは患者や医師の氏名を姓(family)名(given)に分解して送信しているが、記録ルール上、どうしても分割できない場合はどちらかを空白としても問題ないか。</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t">
                        <a:buNone/>
                      </a:pPr>
                      <a:r>
                        <a:rPr lang="ja-JP" sz="1100" b="0" i="0" u="none" strike="noStrike">
                          <a:solidFill>
                            <a:srgbClr val="FF0000"/>
                          </a:solidFill>
                          <a:effectLst/>
                          <a:latin typeface="Meiryo UI" panose="020B0604030504040204" pitchFamily="50" charset="-128"/>
                          <a:ea typeface="Meiryo UI" panose="020B0604030504040204" pitchFamily="50" charset="-128"/>
                        </a:rPr>
                        <a:t>姓と名を分割できる場合は分割し、それぞれfamily要素・given要素に設定することが原則となります。</a:t>
                      </a:r>
                      <a:br>
                        <a:rPr lang="ja-JP" sz="1100" b="0" i="0" u="none" strike="noStrike">
                          <a:solidFill>
                            <a:srgbClr val="FF0000"/>
                          </a:solidFill>
                          <a:effectLst/>
                          <a:latin typeface="Meiryo UI" panose="020B0604030504040204" pitchFamily="50" charset="-128"/>
                          <a:ea typeface="Meiryo UI" panose="020B0604030504040204" pitchFamily="50" charset="-128"/>
                        </a:rPr>
                      </a:br>
                      <a:r>
                        <a:rPr lang="ja-JP" sz="1100" b="0" i="0" u="none" strike="noStrike">
                          <a:solidFill>
                            <a:srgbClr val="FF0000"/>
                          </a:solidFill>
                          <a:effectLst/>
                          <a:latin typeface="Meiryo UI" panose="020B0604030504040204" pitchFamily="50" charset="-128"/>
                          <a:ea typeface="Meiryo UI" panose="020B0604030504040204" pitchFamily="50" charset="-128"/>
                        </a:rPr>
                        <a:t>姓と名をどうしても分割できない場合の記述方法は、登録時に指定するCLINS-IGプロファイルのバージョンによって異なります。</a:t>
                      </a:r>
                      <a:br>
                        <a:rPr lang="ja-JP" sz="1100" b="0" i="0" u="none" strike="noStrike">
                          <a:solidFill>
                            <a:srgbClr val="FF0000"/>
                          </a:solidFill>
                          <a:effectLst/>
                          <a:latin typeface="Meiryo UI" panose="020B0604030504040204" pitchFamily="50" charset="-128"/>
                          <a:ea typeface="Meiryo UI" panose="020B0604030504040204" pitchFamily="50" charset="-128"/>
                        </a:rPr>
                      </a:br>
                      <a:br>
                        <a:rPr lang="ja-JP" sz="1100" b="0" i="0" u="none" strike="noStrike">
                          <a:solidFill>
                            <a:srgbClr val="FF0000"/>
                          </a:solidFill>
                          <a:effectLst/>
                          <a:latin typeface="Meiryo UI" panose="020B0604030504040204" pitchFamily="50" charset="-128"/>
                          <a:ea typeface="Meiryo UI" panose="020B0604030504040204" pitchFamily="50" charset="-128"/>
                        </a:rPr>
                      </a:br>
                      <a:r>
                        <a:rPr lang="ja-JP" sz="1100" b="0" i="0" u="none" strike="noStrike">
                          <a:solidFill>
                            <a:srgbClr val="FF0000"/>
                          </a:solidFill>
                          <a:effectLst/>
                          <a:latin typeface="Meiryo UI" panose="020B0604030504040204" pitchFamily="50" charset="-128"/>
                          <a:ea typeface="Meiryo UI" panose="020B0604030504040204" pitchFamily="50" charset="-128"/>
                        </a:rPr>
                        <a:t>■JP-CLINS 1.12.0以降</a:t>
                      </a:r>
                      <a:br>
                        <a:rPr lang="ja-JP" sz="1100" b="0" i="0" u="none" strike="noStrike">
                          <a:solidFill>
                            <a:srgbClr val="FF0000"/>
                          </a:solidFill>
                          <a:effectLst/>
                          <a:latin typeface="Meiryo UI" panose="020B0604030504040204" pitchFamily="50" charset="-128"/>
                          <a:ea typeface="Meiryo UI" panose="020B0604030504040204" pitchFamily="50" charset="-128"/>
                        </a:rPr>
                      </a:br>
                      <a:r>
                        <a:rPr lang="ja-JP" sz="1100" b="0" i="0" u="none" strike="noStrike">
                          <a:solidFill>
                            <a:srgbClr val="FF0000"/>
                          </a:solidFill>
                          <a:effectLst/>
                          <a:latin typeface="Meiryo UI" panose="020B0604030504040204" pitchFamily="50" charset="-128"/>
                          <a:ea typeface="Meiryo UI" panose="020B0604030504040204" pitchFamily="50" charset="-128"/>
                        </a:rPr>
                        <a:t>・Patient.family（姓）は任意要素（多重度 0..1）であり、必須要素はname.given（名）とname.textです。</a:t>
                      </a:r>
                      <a:br>
                        <a:rPr lang="ja-JP" sz="1100" b="0" i="0" u="none" strike="noStrike">
                          <a:solidFill>
                            <a:srgbClr val="FF0000"/>
                          </a:solidFill>
                          <a:effectLst/>
                          <a:latin typeface="Meiryo UI" panose="020B0604030504040204" pitchFamily="50" charset="-128"/>
                          <a:ea typeface="Meiryo UI" panose="020B0604030504040204" pitchFamily="50" charset="-128"/>
                        </a:rPr>
                      </a:br>
                      <a:r>
                        <a:rPr lang="ja-JP" sz="1100" b="0" i="0" u="none" strike="noStrike">
                          <a:solidFill>
                            <a:srgbClr val="FF0000"/>
                          </a:solidFill>
                          <a:effectLst/>
                          <a:latin typeface="Meiryo UI" panose="020B0604030504040204" pitchFamily="50" charset="-128"/>
                          <a:ea typeface="Meiryo UI" panose="020B0604030504040204" pitchFamily="50" charset="-128"/>
                        </a:rPr>
                        <a:t>・このため、family要素を省略し、givenにフルネーム、textにフルネームを設定する記述が可能です。</a:t>
                      </a:r>
                      <a:br>
                        <a:rPr lang="ja-JP" sz="1100" b="0" i="0" u="none" strike="noStrike">
                          <a:solidFill>
                            <a:srgbClr val="FF0000"/>
                          </a:solidFill>
                          <a:effectLst/>
                          <a:latin typeface="Meiryo UI" panose="020B0604030504040204" pitchFamily="50" charset="-128"/>
                          <a:ea typeface="Meiryo UI" panose="020B0604030504040204" pitchFamily="50" charset="-128"/>
                        </a:rPr>
                      </a:br>
                      <a:r>
                        <a:rPr lang="ja-JP" sz="1100" b="0" i="0" u="none" strike="noStrike">
                          <a:solidFill>
                            <a:srgbClr val="FF0000"/>
                          </a:solidFill>
                          <a:effectLst/>
                          <a:latin typeface="Meiryo UI" panose="020B0604030504040204" pitchFamily="50" charset="-128"/>
                          <a:ea typeface="Meiryo UI" panose="020B0604030504040204" pitchFamily="50" charset="-128"/>
                        </a:rPr>
                        <a:t>該当例①</a:t>
                      </a:r>
                      <a:br>
                        <a:rPr lang="ja-JP" sz="1100" b="0" i="0" u="none" strike="noStrike">
                          <a:solidFill>
                            <a:srgbClr val="FF0000"/>
                          </a:solidFill>
                          <a:effectLst/>
                          <a:latin typeface="Meiryo UI" panose="020B0604030504040204" pitchFamily="50" charset="-128"/>
                          <a:ea typeface="Meiryo UI" panose="020B0604030504040204" pitchFamily="50" charset="-128"/>
                        </a:rPr>
                      </a:br>
                      <a:r>
                        <a:rPr lang="ja-JP" sz="1100" b="0" i="0" u="none" strike="noStrike">
                          <a:solidFill>
                            <a:srgbClr val="FF0000"/>
                          </a:solidFill>
                          <a:effectLst/>
                          <a:latin typeface="Meiryo UI" panose="020B0604030504040204" pitchFamily="50" charset="-128"/>
                          <a:ea typeface="Meiryo UI" panose="020B0604030504040204" pitchFamily="50" charset="-128"/>
                        </a:rPr>
                        <a:t>given："田中太郎"</a:t>
                      </a:r>
                      <a:br>
                        <a:rPr lang="ja-JP" sz="1100" b="0" i="0" u="none" strike="noStrike">
                          <a:solidFill>
                            <a:srgbClr val="FF0000"/>
                          </a:solidFill>
                          <a:effectLst/>
                          <a:latin typeface="Meiryo UI" panose="020B0604030504040204" pitchFamily="50" charset="-128"/>
                          <a:ea typeface="Meiryo UI" panose="020B0604030504040204" pitchFamily="50" charset="-128"/>
                        </a:rPr>
                      </a:br>
                      <a:r>
                        <a:rPr lang="ja-JP" sz="1100" b="0" i="0" u="none" strike="noStrike">
                          <a:solidFill>
                            <a:srgbClr val="FF0000"/>
                          </a:solidFill>
                          <a:effectLst/>
                          <a:latin typeface="Meiryo UI" panose="020B0604030504040204" pitchFamily="50" charset="-128"/>
                          <a:ea typeface="Meiryo UI" panose="020B0604030504040204" pitchFamily="50" charset="-128"/>
                        </a:rPr>
                        <a:t>text："田中 太郎"</a:t>
                      </a:r>
                      <a:br>
                        <a:rPr lang="ja-JP" sz="1100" b="0" i="0" u="none" strike="noStrike">
                          <a:solidFill>
                            <a:srgbClr val="FF0000"/>
                          </a:solidFill>
                          <a:effectLst/>
                          <a:latin typeface="Meiryo UI" panose="020B0604030504040204" pitchFamily="50" charset="-128"/>
                          <a:ea typeface="Meiryo UI" panose="020B0604030504040204" pitchFamily="50" charset="-128"/>
                        </a:rPr>
                      </a:br>
                      <a:r>
                        <a:rPr lang="ja-JP" sz="1100" b="0" i="0" u="none" strike="noStrike">
                          <a:solidFill>
                            <a:srgbClr val="FF0000"/>
                          </a:solidFill>
                          <a:effectLst/>
                          <a:latin typeface="Meiryo UI" panose="020B0604030504040204" pitchFamily="50" charset="-128"/>
                          <a:ea typeface="Meiryo UI" panose="020B0604030504040204" pitchFamily="50" charset="-128"/>
                        </a:rPr>
                        <a:t>（family要素は記述しない）</a:t>
                      </a:r>
                      <a:br>
                        <a:rPr lang="ja-JP" sz="1100" b="0" i="0" u="none" strike="noStrike">
                          <a:solidFill>
                            <a:srgbClr val="FF0000"/>
                          </a:solidFill>
                          <a:effectLst/>
                          <a:latin typeface="Meiryo UI" panose="020B0604030504040204" pitchFamily="50" charset="-128"/>
                          <a:ea typeface="Meiryo UI" panose="020B0604030504040204" pitchFamily="50" charset="-128"/>
                        </a:rPr>
                      </a:br>
                      <a:br>
                        <a:rPr lang="ja-JP" sz="1100" b="0" i="0" u="none" strike="noStrike">
                          <a:solidFill>
                            <a:srgbClr val="FF0000"/>
                          </a:solidFill>
                          <a:effectLst/>
                          <a:latin typeface="Meiryo UI" panose="020B0604030504040204" pitchFamily="50" charset="-128"/>
                          <a:ea typeface="Meiryo UI" panose="020B0604030504040204" pitchFamily="50" charset="-128"/>
                        </a:rPr>
                      </a:br>
                      <a:r>
                        <a:rPr lang="ja-JP" sz="1100" b="0" i="0" u="none" strike="noStrike">
                          <a:solidFill>
                            <a:srgbClr val="FF0000"/>
                          </a:solidFill>
                          <a:effectLst/>
                          <a:latin typeface="Meiryo UI" panose="020B0604030504040204" pitchFamily="50" charset="-128"/>
                          <a:ea typeface="Meiryo UI" panose="020B0604030504040204" pitchFamily="50" charset="-128"/>
                        </a:rPr>
                        <a:t>■JP-CLINS 1.11.0以前</a:t>
                      </a:r>
                      <a:br>
                        <a:rPr lang="ja-JP" sz="1100" b="0" i="0" u="none" strike="noStrike">
                          <a:solidFill>
                            <a:srgbClr val="FF0000"/>
                          </a:solidFill>
                          <a:effectLst/>
                          <a:latin typeface="Meiryo UI" panose="020B0604030504040204" pitchFamily="50" charset="-128"/>
                          <a:ea typeface="Meiryo UI" panose="020B0604030504040204" pitchFamily="50" charset="-128"/>
                        </a:rPr>
                      </a:br>
                      <a:r>
                        <a:rPr lang="ja-JP" sz="1100" b="0" i="0" u="none" strike="noStrike">
                          <a:solidFill>
                            <a:srgbClr val="FF0000"/>
                          </a:solidFill>
                          <a:effectLst/>
                          <a:latin typeface="Meiryo UI" panose="020B0604030504040204" pitchFamily="50" charset="-128"/>
                          <a:ea typeface="Meiryo UI" panose="020B0604030504040204" pitchFamily="50" charset="-128"/>
                        </a:rPr>
                        <a:t>・以下のように「text」と「given」に姓＋名を設定し、familyには半角スペースを登録することは可能です。</a:t>
                      </a:r>
                      <a:br>
                        <a:rPr lang="ja-JP" sz="1100" b="0" i="0" u="none" strike="noStrike">
                          <a:solidFill>
                            <a:srgbClr val="FF0000"/>
                          </a:solidFill>
                          <a:effectLst/>
                          <a:latin typeface="Meiryo UI" panose="020B0604030504040204" pitchFamily="50" charset="-128"/>
                          <a:ea typeface="Meiryo UI" panose="020B0604030504040204" pitchFamily="50" charset="-128"/>
                        </a:rPr>
                      </a:br>
                      <a:r>
                        <a:rPr lang="ja-JP" sz="1100" b="0" i="0" u="none" strike="noStrike">
                          <a:solidFill>
                            <a:srgbClr val="FF0000"/>
                          </a:solidFill>
                          <a:effectLst/>
                          <a:latin typeface="Meiryo UI" panose="020B0604030504040204" pitchFamily="50" charset="-128"/>
                          <a:ea typeface="Meiryo UI" panose="020B0604030504040204" pitchFamily="50" charset="-128"/>
                        </a:rPr>
                        <a:t>該当例②</a:t>
                      </a:r>
                      <a:br>
                        <a:rPr lang="ja-JP" sz="1100" b="0" i="0" u="none" strike="noStrike">
                          <a:solidFill>
                            <a:srgbClr val="FF0000"/>
                          </a:solidFill>
                          <a:effectLst/>
                          <a:latin typeface="Meiryo UI" panose="020B0604030504040204" pitchFamily="50" charset="-128"/>
                          <a:ea typeface="Meiryo UI" panose="020B0604030504040204" pitchFamily="50" charset="-128"/>
                        </a:rPr>
                      </a:br>
                      <a:r>
                        <a:rPr lang="ja-JP" sz="1100" b="0" i="0" u="none" strike="noStrike">
                          <a:solidFill>
                            <a:srgbClr val="FF0000"/>
                          </a:solidFill>
                          <a:effectLst/>
                          <a:latin typeface="Meiryo UI" panose="020B0604030504040204" pitchFamily="50" charset="-128"/>
                          <a:ea typeface="Meiryo UI" panose="020B0604030504040204" pitchFamily="50" charset="-128"/>
                        </a:rPr>
                        <a:t>given："田中太郎"</a:t>
                      </a:r>
                      <a:br>
                        <a:rPr lang="ja-JP" sz="1100" b="0" i="0" u="none" strike="noStrike">
                          <a:solidFill>
                            <a:srgbClr val="FF0000"/>
                          </a:solidFill>
                          <a:effectLst/>
                          <a:latin typeface="Meiryo UI" panose="020B0604030504040204" pitchFamily="50" charset="-128"/>
                          <a:ea typeface="Meiryo UI" panose="020B0604030504040204" pitchFamily="50" charset="-128"/>
                        </a:rPr>
                      </a:br>
                      <a:r>
                        <a:rPr lang="ja-JP" sz="1100" b="0" i="0" u="none" strike="noStrike">
                          <a:solidFill>
                            <a:srgbClr val="FF0000"/>
                          </a:solidFill>
                          <a:effectLst/>
                          <a:latin typeface="Meiryo UI" panose="020B0604030504040204" pitchFamily="50" charset="-128"/>
                          <a:ea typeface="Meiryo UI" panose="020B0604030504040204" pitchFamily="50" charset="-128"/>
                        </a:rPr>
                        <a:t>family："␣"（半角スペース）</a:t>
                      </a:r>
                      <a:br>
                        <a:rPr lang="ja-JP" sz="1100" b="0" i="0" u="none" strike="noStrike">
                          <a:solidFill>
                            <a:srgbClr val="FF0000"/>
                          </a:solidFill>
                          <a:effectLst/>
                          <a:latin typeface="Meiryo UI" panose="020B0604030504040204" pitchFamily="50" charset="-128"/>
                          <a:ea typeface="Meiryo UI" panose="020B0604030504040204" pitchFamily="50" charset="-128"/>
                        </a:rPr>
                      </a:br>
                      <a:r>
                        <a:rPr lang="ja-JP" sz="1100" b="0" i="0" u="none" strike="noStrike">
                          <a:solidFill>
                            <a:srgbClr val="FF0000"/>
                          </a:solidFill>
                          <a:effectLst/>
                          <a:latin typeface="Meiryo UI" panose="020B0604030504040204" pitchFamily="50" charset="-128"/>
                          <a:ea typeface="Meiryo UI" panose="020B0604030504040204" pitchFamily="50" charset="-128"/>
                        </a:rPr>
                        <a:t>text："田中 太郎"</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6000" marR="0" lvl="0" indent="0" algn="l" defTabSz="557112" rtl="0" eaLnBrk="1" fontAlgn="auto" latinLnBrk="0" hangingPunct="1">
                        <a:lnSpc>
                          <a:spcPct val="100000"/>
                        </a:lnSpc>
                        <a:spcBef>
                          <a:spcPts val="0"/>
                        </a:spcBef>
                        <a:spcAft>
                          <a:spcPts val="0"/>
                        </a:spcAft>
                        <a:buClrTx/>
                        <a:buSzTx/>
                        <a:buFontTx/>
                        <a:buNone/>
                        <a:tabLst/>
                        <a:defRPr/>
                      </a:pPr>
                      <a:r>
                        <a:rPr lang="ja-JP" altLang="en-US" sz="1100" baseline="0">
                          <a:latin typeface="+mn-ea"/>
                          <a:ea typeface="+mn-ea"/>
                          <a:cs typeface="Meiryo UI" panose="020B0604030504040204" pitchFamily="50" charset="-128"/>
                        </a:rPr>
                        <a:t>厚生労働省様の方針踏まえて、該当例を修正</a:t>
                      </a:r>
                      <a:endParaRPr lang="en-US" altLang="ja-JP" sz="1100" baseline="0">
                        <a:latin typeface="+mn-ea"/>
                        <a:ea typeface="+mn-ea"/>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86878120"/>
                  </a:ext>
                </a:extLst>
              </a:tr>
            </a:tbl>
          </a:graphicData>
        </a:graphic>
      </p:graphicFrame>
    </p:spTree>
    <p:extLst>
      <p:ext uri="{BB962C8B-B14F-4D97-AF65-F5344CB8AC3E}">
        <p14:creationId xmlns:p14="http://schemas.microsoft.com/office/powerpoint/2010/main" val="222302577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48014-A222-EAD5-4779-B0A62C8AF18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DEDA8A5-39CD-9CB0-2A84-E7D3C20D418D}"/>
              </a:ext>
            </a:extLst>
          </p:cNvPr>
          <p:cNvSpPr>
            <a:spLocks noGrp="1"/>
          </p:cNvSpPr>
          <p:nvPr>
            <p:ph type="title"/>
          </p:nvPr>
        </p:nvSpPr>
        <p:spPr/>
        <p:txBody>
          <a:bodyPr/>
          <a:lstStyle/>
          <a:p>
            <a:r>
              <a:rPr lang="en-US" altLang="ja-JP" kern="1200"/>
              <a:t>ONS</a:t>
            </a:r>
            <a:r>
              <a:rPr lang="ja-JP" altLang="en-US" kern="1200"/>
              <a:t>問い合わせ月次報告</a:t>
            </a:r>
            <a:br>
              <a:rPr lang="en-US" altLang="ja-JP" kern="1200"/>
            </a:br>
            <a:r>
              <a:rPr lang="en-US" altLang="ja-JP" b="1" kern="0">
                <a:solidFill>
                  <a:srgbClr val="002060"/>
                </a:solidFill>
                <a:latin typeface="Meiryo UI"/>
                <a:ea typeface="Meiryo UI"/>
                <a:cs typeface="Meiryo UI" panose="020B0604030504040204" pitchFamily="50" charset="-128"/>
              </a:rPr>
              <a:t>5.</a:t>
            </a:r>
            <a:r>
              <a:rPr lang="ja-JP" altLang="ja-JP" b="1" kern="0">
                <a:solidFill>
                  <a:srgbClr val="002060"/>
                </a:solidFill>
                <a:latin typeface="Meiryo UI"/>
                <a:ea typeface="Meiryo UI"/>
                <a:cs typeface="Meiryo UI" panose="020B0604030504040204" pitchFamily="50" charset="-128"/>
              </a:rPr>
              <a:t>医療機関等ONS</a:t>
            </a:r>
            <a:r>
              <a:rPr lang="ja-JP" altLang="en-US" b="1" kern="0">
                <a:solidFill>
                  <a:srgbClr val="002060"/>
                </a:solidFill>
                <a:latin typeface="Meiryo UI"/>
                <a:ea typeface="Meiryo UI"/>
                <a:cs typeface="Meiryo UI" panose="020B0604030504040204" pitchFamily="50" charset="-128"/>
              </a:rPr>
              <a:t>改善活動（</a:t>
            </a:r>
            <a:r>
              <a:rPr lang="en-US" altLang="ja-JP">
                <a:solidFill>
                  <a:srgbClr val="002060"/>
                </a:solidFill>
                <a:latin typeface="Meiryo UI"/>
                <a:ea typeface="Meiryo UI"/>
                <a:cs typeface="Meiryo UI" panose="020B0604030504040204" pitchFamily="50" charset="-128"/>
              </a:rPr>
              <a:t>Q&amp;A</a:t>
            </a:r>
            <a:r>
              <a:rPr lang="ja-JP" altLang="en-US">
                <a:solidFill>
                  <a:srgbClr val="002060"/>
                </a:solidFill>
                <a:latin typeface="Meiryo UI"/>
                <a:ea typeface="Meiryo UI"/>
                <a:cs typeface="Meiryo UI" panose="020B0604030504040204" pitchFamily="50" charset="-128"/>
              </a:rPr>
              <a:t>掲載</a:t>
            </a:r>
            <a:r>
              <a:rPr lang="ja-JP" altLang="en-US" b="1" kern="0">
                <a:solidFill>
                  <a:srgbClr val="002060"/>
                </a:solidFill>
                <a:latin typeface="Meiryo UI"/>
                <a:ea typeface="Meiryo UI"/>
                <a:cs typeface="Meiryo UI" panose="020B0604030504040204" pitchFamily="50" charset="-128"/>
              </a:rPr>
              <a:t>）（</a:t>
            </a:r>
            <a:r>
              <a:rPr lang="en-US" altLang="ja-JP" b="1" kern="0">
                <a:solidFill>
                  <a:srgbClr val="002060"/>
                </a:solidFill>
                <a:latin typeface="Meiryo UI"/>
                <a:ea typeface="Meiryo UI"/>
                <a:cs typeface="Meiryo UI" panose="020B0604030504040204" pitchFamily="50" charset="-128"/>
              </a:rPr>
              <a:t>8/8</a:t>
            </a:r>
            <a:r>
              <a:rPr lang="ja-JP" altLang="en-US" b="1" kern="0">
                <a:solidFill>
                  <a:srgbClr val="002060"/>
                </a:solidFill>
                <a:latin typeface="Meiryo UI"/>
                <a:ea typeface="Meiryo UI"/>
                <a:cs typeface="Meiryo UI" panose="020B0604030504040204" pitchFamily="50" charset="-128"/>
              </a:rPr>
              <a:t>）</a:t>
            </a:r>
            <a:endParaRPr kumimoji="1" lang="ja-JP" altLang="en-US">
              <a:solidFill>
                <a:srgbClr val="002060"/>
              </a:solidFill>
            </a:endParaRPr>
          </a:p>
        </p:txBody>
      </p:sp>
      <p:sp>
        <p:nvSpPr>
          <p:cNvPr id="3" name="コンテンツ プレースホルダー 2">
            <a:extLst>
              <a:ext uri="{FF2B5EF4-FFF2-40B4-BE49-F238E27FC236}">
                <a16:creationId xmlns:a16="http://schemas.microsoft.com/office/drawing/2014/main" id="{B80DECE4-19CB-78CA-859C-33D3CBB1677A}"/>
              </a:ext>
            </a:extLst>
          </p:cNvPr>
          <p:cNvSpPr>
            <a:spLocks noGrp="1"/>
          </p:cNvSpPr>
          <p:nvPr>
            <p:ph idx="1"/>
          </p:nvPr>
        </p:nvSpPr>
        <p:spPr>
          <a:xfrm>
            <a:off x="849000" y="764824"/>
            <a:ext cx="8208000" cy="576000"/>
          </a:xfrm>
        </p:spPr>
        <p:txBody>
          <a:bodyPr/>
          <a:lstStyle/>
          <a:p>
            <a:pPr marL="285750" indent="-285750">
              <a:buFont typeface="Arial" panose="020B0604020202020204" pitchFamily="34" charset="0"/>
              <a:buChar char="•"/>
            </a:pPr>
            <a:r>
              <a:rPr lang="ja-JP" altLang="en-US" sz="1600">
                <a:latin typeface="Meiryo UI"/>
                <a:ea typeface="Meiryo UI"/>
              </a:rPr>
              <a:t>前ページの続き。</a:t>
            </a:r>
          </a:p>
        </p:txBody>
      </p:sp>
      <p:graphicFrame>
        <p:nvGraphicFramePr>
          <p:cNvPr id="4" name="表 3">
            <a:extLst>
              <a:ext uri="{FF2B5EF4-FFF2-40B4-BE49-F238E27FC236}">
                <a16:creationId xmlns:a16="http://schemas.microsoft.com/office/drawing/2014/main" id="{53E5E28B-EA88-A97E-E61A-61E4AA05B16C}"/>
              </a:ext>
            </a:extLst>
          </p:cNvPr>
          <p:cNvGraphicFramePr>
            <a:graphicFrameLocks noGrp="1"/>
          </p:cNvGraphicFramePr>
          <p:nvPr/>
        </p:nvGraphicFramePr>
        <p:xfrm>
          <a:off x="849001" y="1052825"/>
          <a:ext cx="8207997" cy="5520521"/>
        </p:xfrm>
        <a:graphic>
          <a:graphicData uri="http://schemas.openxmlformats.org/drawingml/2006/table">
            <a:tbl>
              <a:tblPr firstRow="1" bandRow="1">
                <a:tableStyleId>{5C22544A-7EE6-4342-B048-85BDC9FD1C3A}</a:tableStyleId>
              </a:tblPr>
              <a:tblGrid>
                <a:gridCol w="395600">
                  <a:extLst>
                    <a:ext uri="{9D8B030D-6E8A-4147-A177-3AD203B41FA5}">
                      <a16:colId xmlns:a16="http://schemas.microsoft.com/office/drawing/2014/main" val="20000"/>
                    </a:ext>
                  </a:extLst>
                </a:gridCol>
                <a:gridCol w="558800">
                  <a:extLst>
                    <a:ext uri="{9D8B030D-6E8A-4147-A177-3AD203B41FA5}">
                      <a16:colId xmlns:a16="http://schemas.microsoft.com/office/drawing/2014/main" val="1469973714"/>
                    </a:ext>
                  </a:extLst>
                </a:gridCol>
                <a:gridCol w="2514600">
                  <a:extLst>
                    <a:ext uri="{9D8B030D-6E8A-4147-A177-3AD203B41FA5}">
                      <a16:colId xmlns:a16="http://schemas.microsoft.com/office/drawing/2014/main" val="20004"/>
                    </a:ext>
                  </a:extLst>
                </a:gridCol>
                <a:gridCol w="3111500">
                  <a:extLst>
                    <a:ext uri="{9D8B030D-6E8A-4147-A177-3AD203B41FA5}">
                      <a16:colId xmlns:a16="http://schemas.microsoft.com/office/drawing/2014/main" val="20005"/>
                    </a:ext>
                  </a:extLst>
                </a:gridCol>
                <a:gridCol w="1627497">
                  <a:extLst>
                    <a:ext uri="{9D8B030D-6E8A-4147-A177-3AD203B41FA5}">
                      <a16:colId xmlns:a16="http://schemas.microsoft.com/office/drawing/2014/main" val="2072884193"/>
                    </a:ext>
                  </a:extLst>
                </a:gridCol>
              </a:tblGrid>
              <a:tr h="243783">
                <a:tc>
                  <a:txBody>
                    <a:bodyPr/>
                    <a:lstStyle/>
                    <a:p>
                      <a:pPr algn="ctr"/>
                      <a:r>
                        <a:rPr kumimoji="1" lang="en-US" altLang="ja-JP" sz="1100" b="0">
                          <a:solidFill>
                            <a:schemeClr val="tx1"/>
                          </a:solidFill>
                          <a:latin typeface="+mn-ea"/>
                          <a:ea typeface="+mn-ea"/>
                          <a:cs typeface="Meiryo UI" panose="020B0604030504040204" pitchFamily="50" charset="-128"/>
                        </a:rPr>
                        <a:t>#</a:t>
                      </a:r>
                      <a:endParaRPr kumimoji="1" lang="ja-JP" altLang="en-US" sz="1100" b="0">
                        <a:solidFill>
                          <a:schemeClr val="tx1"/>
                        </a:solidFill>
                        <a:latin typeface="+mn-ea"/>
                        <a:ea typeface="+mn-ea"/>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1100" b="0">
                          <a:solidFill>
                            <a:schemeClr val="tx1"/>
                          </a:solidFill>
                          <a:latin typeface="+mn-ea"/>
                          <a:ea typeface="+mn-ea"/>
                          <a:cs typeface="Meiryo UI" panose="020B0604030504040204" pitchFamily="50" charset="-128"/>
                        </a:rPr>
                        <a:t>対応</a:t>
                      </a:r>
                      <a:endParaRPr kumimoji="1" lang="en-US" altLang="ja-JP" sz="1100" b="0">
                        <a:solidFill>
                          <a:schemeClr val="tx1"/>
                        </a:solidFill>
                        <a:latin typeface="+mn-ea"/>
                        <a:ea typeface="+mn-ea"/>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1100" b="0">
                          <a:solidFill>
                            <a:schemeClr val="tx1"/>
                          </a:solidFill>
                          <a:latin typeface="+mn-ea"/>
                          <a:ea typeface="+mn-ea"/>
                          <a:cs typeface="Meiryo UI" panose="020B0604030504040204" pitchFamily="50" charset="-128"/>
                        </a:rPr>
                        <a:t>お問合せ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algn="ctr"/>
                      <a:r>
                        <a:rPr kumimoji="1" lang="ja-JP" altLang="en-US" sz="1100" b="0">
                          <a:solidFill>
                            <a:schemeClr val="tx1"/>
                          </a:solidFill>
                          <a:latin typeface="+mn-ea"/>
                          <a:ea typeface="+mn-ea"/>
                          <a:cs typeface="Meiryo UI" panose="020B0604030504040204" pitchFamily="50" charset="-128"/>
                        </a:rPr>
                        <a:t>回答</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tc>
                  <a:txBody>
                    <a:bodyPr/>
                    <a:lstStyle/>
                    <a:p>
                      <a:pPr marL="0" marR="0" lvl="0" indent="0" algn="ctr" defTabSz="779032" rtl="0" eaLnBrk="1" fontAlgn="auto" latinLnBrk="0" hangingPunct="1">
                        <a:lnSpc>
                          <a:spcPct val="100000"/>
                        </a:lnSpc>
                        <a:spcBef>
                          <a:spcPts val="0"/>
                        </a:spcBef>
                        <a:spcAft>
                          <a:spcPts val="0"/>
                        </a:spcAft>
                        <a:buClrTx/>
                        <a:buSzTx/>
                        <a:buFontTx/>
                        <a:buNone/>
                        <a:tabLst/>
                        <a:defRPr/>
                      </a:pPr>
                      <a:r>
                        <a:rPr kumimoji="1" lang="ja-JP" altLang="en-US" sz="1100" b="0">
                          <a:solidFill>
                            <a:schemeClr val="tx1"/>
                          </a:solidFill>
                          <a:latin typeface="+mn-ea"/>
                          <a:ea typeface="+mn-ea"/>
                          <a:cs typeface="Meiryo UI" panose="020B0604030504040204" pitchFamily="50" charset="-128"/>
                        </a:rPr>
                        <a:t>追加・更新・削除理由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40000"/>
                        <a:lumOff val="60000"/>
                      </a:schemeClr>
                    </a:solidFill>
                  </a:tcPr>
                </a:tc>
                <a:extLst>
                  <a:ext uri="{0D108BD9-81ED-4DB2-BD59-A6C34878D82A}">
                    <a16:rowId xmlns:a16="http://schemas.microsoft.com/office/drawing/2014/main" val="10000"/>
                  </a:ext>
                </a:extLst>
              </a:tr>
              <a:tr h="1081137">
                <a:tc>
                  <a:txBody>
                    <a:bodyPr/>
                    <a:lstStyle/>
                    <a:p>
                      <a:pPr algn="ctr"/>
                      <a:r>
                        <a:rPr kumimoji="1" lang="en-US" altLang="ja-JP" sz="1100">
                          <a:latin typeface="+mn-ea"/>
                          <a:ea typeface="+mn-ea"/>
                          <a:cs typeface="Meiryo UI" panose="020B0604030504040204" pitchFamily="50" charset="-128"/>
                        </a:rPr>
                        <a:t>7</a:t>
                      </a:r>
                      <a:endParaRPr kumimoji="1" lang="ja-JP" altLang="en-US" sz="1100">
                        <a:latin typeface="+mn-ea"/>
                        <a:ea typeface="+mn-ea"/>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779032" rtl="0" eaLnBrk="1" fontAlgn="auto" latinLnBrk="0" hangingPunct="1">
                        <a:lnSpc>
                          <a:spcPct val="100000"/>
                        </a:lnSpc>
                        <a:spcBef>
                          <a:spcPts val="0"/>
                        </a:spcBef>
                        <a:spcAft>
                          <a:spcPts val="0"/>
                        </a:spcAft>
                        <a:buClrTx/>
                        <a:buSzTx/>
                        <a:buFontTx/>
                        <a:buNone/>
                        <a:tabLst/>
                        <a:defRPr/>
                      </a:pPr>
                      <a:r>
                        <a:rPr kumimoji="1" lang="ja-JP" altLang="en-US" sz="1100" b="0" i="0" kern="1200">
                          <a:solidFill>
                            <a:schemeClr val="dk1"/>
                          </a:solidFill>
                          <a:effectLst/>
                          <a:latin typeface="+mn-ea"/>
                          <a:ea typeface="+mn-ea"/>
                          <a:cs typeface="+mn-cs"/>
                        </a:rPr>
                        <a:t>削除</a:t>
                      </a:r>
                      <a:endParaRPr kumimoji="1" lang="ja-JP" altLang="ja-JP" sz="1100" b="0" i="0" kern="1200">
                        <a:solidFill>
                          <a:schemeClr val="dk1"/>
                        </a:solidFill>
                        <a:effectLst/>
                        <a:latin typeface="+mn-ea"/>
                        <a:ea typeface="+mn-ea"/>
                        <a:cs typeface="+mn-cs"/>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557112" rtl="0" eaLnBrk="1" fontAlgn="auto" latinLnBrk="0" hangingPunct="1">
                        <a:lnSpc>
                          <a:spcPct val="100000"/>
                        </a:lnSpc>
                        <a:spcBef>
                          <a:spcPts val="0"/>
                        </a:spcBef>
                        <a:spcAft>
                          <a:spcPts val="0"/>
                        </a:spcAft>
                        <a:buClrTx/>
                        <a:buSzTx/>
                        <a:buFontTx/>
                        <a:buNone/>
                        <a:tabLst/>
                        <a:defRPr/>
                      </a:pPr>
                      <a:r>
                        <a:rPr kumimoji="1" lang="ja-JP" altLang="en-US" sz="1100" b="0" i="0" kern="1200">
                          <a:solidFill>
                            <a:schemeClr val="tx1"/>
                          </a:solidFill>
                          <a:effectLst/>
                          <a:latin typeface="Meiryo UI" panose="020B0604030504040204" pitchFamily="50" charset="-128"/>
                          <a:ea typeface="Meiryo UI" panose="020B0604030504040204" pitchFamily="50" charset="-128"/>
                          <a:cs typeface="+mn-cs"/>
                        </a:rPr>
                        <a:t>オンライン資格確認の電子証明書申請について知りたい。</a:t>
                      </a:r>
                      <a:endParaRPr kumimoji="1" lang="ja-JP" altLang="ja-JP" sz="1100" b="0" i="0" kern="1200">
                        <a:solidFill>
                          <a:schemeClr val="tx1"/>
                        </a:solidFill>
                        <a:effectLst/>
                        <a:latin typeface="Meiryo UI" panose="020B0604030504040204" pitchFamily="50" charset="-128"/>
                        <a:ea typeface="Meiryo UI" panose="020B0604030504040204" pitchFamily="50" charset="-128"/>
                        <a:cs typeface="+mn-cs"/>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ja-JP" sz="1100"/>
                        <a:t>オンライン資格確認の電子証明書の発行については、下記のリンク先をご確認ください。</a:t>
                      </a:r>
                      <a:br>
                        <a:rPr lang="ja-JP" altLang="ja-JP" sz="1100"/>
                      </a:br>
                      <a:r>
                        <a:rPr lang="ja-JP" altLang="ja-JP" sz="1100">
                          <a:hlinkClick r:id="rId2"/>
                        </a:rPr>
                        <a:t>https://vendorons.service-now.com/sp?id=kb_article_view&amp;sysparm_article=KB0010323</a:t>
                      </a:r>
                      <a:endParaRPr lang="ja-JP" altLang="en-US" sz="1100" b="0" i="0" u="none" strike="noStrike">
                        <a:solidFill>
                          <a:schemeClr val="tx1"/>
                        </a:solidFill>
                        <a:effectLst/>
                        <a:latin typeface="Meiryo UI" panose="020B0604030504040204" pitchFamily="50" charset="-128"/>
                        <a:ea typeface="Meiryo UI" panose="020B0604030504040204" pitchFamily="50" charset="-128"/>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5560" marR="0" lvl="0" indent="0" algn="ctr" defTabSz="557112" rtl="0" eaLnBrk="1" fontAlgn="auto" latinLnBrk="0" hangingPunct="1">
                        <a:lnSpc>
                          <a:spcPct val="100000"/>
                        </a:lnSpc>
                        <a:spcBef>
                          <a:spcPts val="0"/>
                        </a:spcBef>
                        <a:spcAft>
                          <a:spcPts val="0"/>
                        </a:spcAft>
                        <a:buClrTx/>
                        <a:buSzTx/>
                        <a:buFontTx/>
                        <a:buNone/>
                        <a:tabLst/>
                        <a:defRPr/>
                      </a:pPr>
                      <a:r>
                        <a:rPr lang="en-US" altLang="ja-JP" sz="1100" baseline="0">
                          <a:latin typeface="Meiryo UI" panose="020B0604030504040204" pitchFamily="50" charset="-128"/>
                          <a:ea typeface="Meiryo UI" panose="020B0604030504040204" pitchFamily="50" charset="-128"/>
                          <a:cs typeface="Meiryo UI" panose="020B0604030504040204" pitchFamily="50" charset="-128"/>
                        </a:rPr>
                        <a:t>#3(KB0012659)</a:t>
                      </a:r>
                    </a:p>
                    <a:p>
                      <a:pPr marL="35560" marR="0" lvl="0" indent="0" algn="ctr" defTabSz="557112" rtl="0" eaLnBrk="1" fontAlgn="auto" latinLnBrk="0" hangingPunct="1">
                        <a:lnSpc>
                          <a:spcPct val="100000"/>
                        </a:lnSpc>
                        <a:spcBef>
                          <a:spcPts val="0"/>
                        </a:spcBef>
                        <a:spcAft>
                          <a:spcPts val="0"/>
                        </a:spcAft>
                        <a:buClrTx/>
                        <a:buSzTx/>
                        <a:buFontTx/>
                        <a:buNone/>
                        <a:tabLst/>
                        <a:defRPr/>
                      </a:pPr>
                      <a:r>
                        <a:rPr lang="ja-JP" altLang="en-US" sz="1100" baseline="0">
                          <a:latin typeface="Meiryo UI" panose="020B0604030504040204" pitchFamily="50" charset="-128"/>
                          <a:ea typeface="Meiryo UI" panose="020B0604030504040204" pitchFamily="50" charset="-128"/>
                          <a:cs typeface="Meiryo UI" panose="020B0604030504040204" pitchFamily="50" charset="-128"/>
                        </a:rPr>
                        <a:t>に統合</a:t>
                      </a:r>
                      <a:endParaRPr lang="en-US" altLang="ja-JP" sz="1100" baseline="0">
                        <a:latin typeface="Meiryo UI" panose="020B0604030504040204" pitchFamily="50" charset="-128"/>
                        <a:ea typeface="Meiryo UI" panose="020B0604030504040204"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86878120"/>
                  </a:ext>
                </a:extLst>
              </a:tr>
              <a:tr h="1081137">
                <a:tc>
                  <a:txBody>
                    <a:bodyPr/>
                    <a:lstStyle/>
                    <a:p>
                      <a:pPr algn="ctr"/>
                      <a:r>
                        <a:rPr kumimoji="1" lang="en-US" altLang="ja-JP" sz="1100">
                          <a:latin typeface="+mn-ea"/>
                          <a:ea typeface="+mn-ea"/>
                          <a:cs typeface="Meiryo UI" panose="020B0604030504040204" pitchFamily="50" charset="-128"/>
                        </a:rPr>
                        <a:t>8</a:t>
                      </a:r>
                      <a:endParaRPr kumimoji="1" lang="ja-JP" altLang="en-US" sz="1100">
                        <a:latin typeface="+mn-ea"/>
                        <a:ea typeface="+mn-ea"/>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779032" rtl="0" eaLnBrk="1" fontAlgn="auto" latinLnBrk="0" hangingPunct="1">
                        <a:lnSpc>
                          <a:spcPct val="100000"/>
                        </a:lnSpc>
                        <a:spcBef>
                          <a:spcPts val="0"/>
                        </a:spcBef>
                        <a:spcAft>
                          <a:spcPts val="0"/>
                        </a:spcAft>
                        <a:buClrTx/>
                        <a:buSzTx/>
                        <a:buFontTx/>
                        <a:buNone/>
                        <a:tabLst/>
                        <a:defRPr/>
                      </a:pPr>
                      <a:r>
                        <a:rPr kumimoji="1" lang="ja-JP" altLang="en-US" sz="1100" b="0" i="0" kern="1200">
                          <a:solidFill>
                            <a:schemeClr val="dk1"/>
                          </a:solidFill>
                          <a:effectLst/>
                          <a:latin typeface="+mn-ea"/>
                          <a:ea typeface="+mn-ea"/>
                          <a:cs typeface="+mn-cs"/>
                        </a:rPr>
                        <a:t>削除</a:t>
                      </a:r>
                      <a:endParaRPr kumimoji="1" lang="ja-JP" altLang="ja-JP" sz="1100" b="0" i="0" kern="1200">
                        <a:solidFill>
                          <a:schemeClr val="dk1"/>
                        </a:solidFill>
                        <a:effectLst/>
                        <a:latin typeface="+mn-ea"/>
                        <a:ea typeface="+mn-ea"/>
                        <a:cs typeface="+mn-cs"/>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557112" rtl="0" eaLnBrk="1" fontAlgn="auto" latinLnBrk="0" hangingPunct="1">
                        <a:lnSpc>
                          <a:spcPct val="100000"/>
                        </a:lnSpc>
                        <a:spcBef>
                          <a:spcPts val="0"/>
                        </a:spcBef>
                        <a:spcAft>
                          <a:spcPts val="0"/>
                        </a:spcAft>
                        <a:buClrTx/>
                        <a:buSzTx/>
                        <a:buFontTx/>
                        <a:buNone/>
                        <a:tabLst/>
                        <a:defRPr/>
                      </a:pPr>
                      <a:r>
                        <a:rPr kumimoji="1" lang="ja-JP" altLang="en-US" sz="1100" b="0" i="0" kern="1200">
                          <a:solidFill>
                            <a:schemeClr val="tx1"/>
                          </a:solidFill>
                          <a:effectLst/>
                          <a:latin typeface="Meiryo UI" panose="020B0604030504040204" pitchFamily="50" charset="-128"/>
                          <a:ea typeface="Meiryo UI" panose="020B0604030504040204" pitchFamily="50" charset="-128"/>
                          <a:cs typeface="+mn-cs"/>
                        </a:rPr>
                        <a:t>ベンダが接続検証環境でテストするためのオンライン資格確認端末について、機種・メーカーの指定はあるか。</a:t>
                      </a:r>
                      <a:endParaRPr kumimoji="1" lang="ja-JP" altLang="ja-JP" sz="1100" b="0" i="0" kern="1200">
                        <a:solidFill>
                          <a:schemeClr val="tx1"/>
                        </a:solidFill>
                        <a:effectLst/>
                        <a:latin typeface="Meiryo UI" panose="020B0604030504040204" pitchFamily="50" charset="-128"/>
                        <a:ea typeface="Meiryo UI" panose="020B0604030504040204" pitchFamily="50" charset="-128"/>
                        <a:cs typeface="+mn-cs"/>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sz="1100">
                          <a:latin typeface="Meiryo UI" panose="020B0604030504040204" pitchFamily="50" charset="-128"/>
                          <a:ea typeface="Meiryo UI" panose="020B0604030504040204" pitchFamily="50" charset="-128"/>
                        </a:rPr>
                        <a:t>オンライン資格確認端末において満たすべき要件は以下をご確認ください。</a:t>
                      </a:r>
                    </a:p>
                    <a:p>
                      <a:r>
                        <a:rPr lang="ja-JP" altLang="en-US" sz="1100">
                          <a:latin typeface="Meiryo UI" panose="020B0604030504040204" pitchFamily="50" charset="-128"/>
                          <a:ea typeface="Meiryo UI" panose="020B0604030504040204" pitchFamily="50" charset="-128"/>
                        </a:rPr>
                        <a:t>また、テスト用のオンライン資格確認端末については、ベンダ様にてご用意いただく必要がございます。</a:t>
                      </a:r>
                    </a:p>
                    <a:p>
                      <a:r>
                        <a:rPr lang="en-US" altLang="ja-JP" sz="1100">
                          <a:latin typeface="Meiryo UI" panose="020B0604030504040204" pitchFamily="50" charset="-128"/>
                          <a:ea typeface="Meiryo UI" panose="020B0604030504040204" pitchFamily="50" charset="-128"/>
                        </a:rPr>
                        <a:t>https://www.mhlw.go.jp/content/10200000/000623527.pdf</a:t>
                      </a: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5560" marR="0" lvl="0" indent="0" algn="ctr" defTabSz="557112" rtl="0" eaLnBrk="1" fontAlgn="auto" latinLnBrk="0" hangingPunct="1">
                        <a:lnSpc>
                          <a:spcPct val="100000"/>
                        </a:lnSpc>
                        <a:spcBef>
                          <a:spcPts val="0"/>
                        </a:spcBef>
                        <a:spcAft>
                          <a:spcPts val="0"/>
                        </a:spcAft>
                        <a:buClrTx/>
                        <a:buSzTx/>
                        <a:buFontTx/>
                        <a:buNone/>
                        <a:tabLst/>
                        <a:defRPr/>
                      </a:pPr>
                      <a:r>
                        <a:rPr lang="ja-JP" altLang="en-US" sz="1100" baseline="0">
                          <a:latin typeface="Meiryo UI" panose="020B0604030504040204" pitchFamily="50" charset="-128"/>
                          <a:ea typeface="Meiryo UI" panose="020B0604030504040204" pitchFamily="50" charset="-128"/>
                          <a:cs typeface="Meiryo UI" panose="020B0604030504040204" pitchFamily="50" charset="-128"/>
                        </a:rPr>
                        <a:t>電カルに直接関係のない</a:t>
                      </a:r>
                      <a:r>
                        <a:rPr lang="en-US" altLang="ja-JP" sz="1100" baseline="0">
                          <a:latin typeface="Meiryo UI" panose="020B0604030504040204" pitchFamily="50" charset="-128"/>
                          <a:ea typeface="Meiryo UI" panose="020B0604030504040204" pitchFamily="50" charset="-128"/>
                          <a:cs typeface="Meiryo UI" panose="020B0604030504040204" pitchFamily="50" charset="-128"/>
                        </a:rPr>
                        <a:t>QA</a:t>
                      </a:r>
                      <a:r>
                        <a:rPr lang="ja-JP" altLang="en-US" sz="1100" baseline="0">
                          <a:latin typeface="Meiryo UI" panose="020B0604030504040204" pitchFamily="50" charset="-128"/>
                          <a:ea typeface="Meiryo UI" panose="020B0604030504040204" pitchFamily="50" charset="-128"/>
                          <a:cs typeface="Meiryo UI" panose="020B0604030504040204" pitchFamily="50" charset="-128"/>
                        </a:rPr>
                        <a:t>のため削除</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85714235"/>
                  </a:ext>
                </a:extLst>
              </a:tr>
              <a:tr h="1081137">
                <a:tc>
                  <a:txBody>
                    <a:bodyPr/>
                    <a:lstStyle/>
                    <a:p>
                      <a:pPr algn="ctr"/>
                      <a:r>
                        <a:rPr kumimoji="1" lang="en-US" altLang="ja-JP" sz="1100">
                          <a:latin typeface="+mn-ea"/>
                          <a:ea typeface="+mn-ea"/>
                          <a:cs typeface="Meiryo UI" panose="020B0604030504040204" pitchFamily="50" charset="-128"/>
                        </a:rPr>
                        <a:t>9</a:t>
                      </a:r>
                      <a:endParaRPr kumimoji="1" lang="ja-JP" altLang="en-US" sz="1100">
                        <a:latin typeface="+mn-ea"/>
                        <a:ea typeface="+mn-ea"/>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779032" rtl="0" eaLnBrk="1" fontAlgn="auto" latinLnBrk="0" hangingPunct="1">
                        <a:lnSpc>
                          <a:spcPct val="100000"/>
                        </a:lnSpc>
                        <a:spcBef>
                          <a:spcPts val="0"/>
                        </a:spcBef>
                        <a:spcAft>
                          <a:spcPts val="0"/>
                        </a:spcAft>
                        <a:buClrTx/>
                        <a:buSzTx/>
                        <a:buFontTx/>
                        <a:buNone/>
                        <a:tabLst/>
                        <a:defRPr/>
                      </a:pPr>
                      <a:r>
                        <a:rPr kumimoji="1" lang="ja-JP" altLang="en-US" sz="1100" b="0" i="0" kern="1200">
                          <a:solidFill>
                            <a:schemeClr val="dk1"/>
                          </a:solidFill>
                          <a:effectLst/>
                          <a:latin typeface="+mn-ea"/>
                          <a:ea typeface="+mn-ea"/>
                          <a:cs typeface="+mn-cs"/>
                        </a:rPr>
                        <a:t>削除</a:t>
                      </a:r>
                      <a:endParaRPr kumimoji="1" lang="ja-JP" altLang="ja-JP" sz="1100" b="0" i="0" kern="1200">
                        <a:solidFill>
                          <a:schemeClr val="dk1"/>
                        </a:solidFill>
                        <a:effectLst/>
                        <a:latin typeface="+mn-ea"/>
                        <a:ea typeface="+mn-ea"/>
                        <a:cs typeface="+mn-cs"/>
                      </a:endParaRPr>
                    </a:p>
                    <a:p>
                      <a:pPr marL="0" marR="0" lvl="0" indent="0" algn="ctr" defTabSz="779032" rtl="0" eaLnBrk="1" fontAlgn="auto" latinLnBrk="0" hangingPunct="1">
                        <a:lnSpc>
                          <a:spcPct val="100000"/>
                        </a:lnSpc>
                        <a:spcBef>
                          <a:spcPts val="0"/>
                        </a:spcBef>
                        <a:spcAft>
                          <a:spcPts val="0"/>
                        </a:spcAft>
                        <a:buClrTx/>
                        <a:buSzTx/>
                        <a:buFontTx/>
                        <a:buNone/>
                        <a:tabLst/>
                        <a:defRPr/>
                      </a:pPr>
                      <a:endParaRPr kumimoji="1" lang="ja-JP" altLang="ja-JP" sz="1100" b="0" i="0" kern="1200">
                        <a:solidFill>
                          <a:schemeClr val="dk1"/>
                        </a:solidFill>
                        <a:effectLst/>
                        <a:latin typeface="+mn-ea"/>
                        <a:ea typeface="+mn-ea"/>
                        <a:cs typeface="+mn-cs"/>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557112" rtl="0" eaLnBrk="1" fontAlgn="auto" latinLnBrk="0" hangingPunct="1">
                        <a:lnSpc>
                          <a:spcPct val="100000"/>
                        </a:lnSpc>
                        <a:spcBef>
                          <a:spcPts val="0"/>
                        </a:spcBef>
                        <a:spcAft>
                          <a:spcPts val="0"/>
                        </a:spcAft>
                        <a:buClrTx/>
                        <a:buSzTx/>
                        <a:buFontTx/>
                        <a:buNone/>
                        <a:tabLst/>
                        <a:defRPr/>
                      </a:pPr>
                      <a:r>
                        <a:rPr kumimoji="1" lang="ja-JP" altLang="en-US" sz="1100" b="0" i="0" kern="1200">
                          <a:solidFill>
                            <a:schemeClr val="tx1"/>
                          </a:solidFill>
                          <a:effectLst/>
                          <a:latin typeface="Meiryo UI" panose="020B0604030504040204" pitchFamily="50" charset="-128"/>
                          <a:ea typeface="Meiryo UI" panose="020B0604030504040204" pitchFamily="50" charset="-128"/>
                          <a:cs typeface="+mn-cs"/>
                        </a:rPr>
                        <a:t>テストの利用手続き・接続検証環境の利用手順について知りたい。</a:t>
                      </a:r>
                      <a:endParaRPr kumimoji="1" lang="ja-JP" altLang="ja-JP" sz="1100" b="0" i="0" kern="1200">
                        <a:solidFill>
                          <a:schemeClr val="tx1"/>
                        </a:solidFill>
                        <a:effectLst/>
                        <a:latin typeface="Meiryo UI" panose="020B0604030504040204" pitchFamily="50" charset="-128"/>
                        <a:ea typeface="Meiryo UI" panose="020B0604030504040204" pitchFamily="50" charset="-128"/>
                        <a:cs typeface="+mn-cs"/>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sz="1100">
                          <a:latin typeface="Meiryo UI" panose="020B0604030504040204" pitchFamily="50" charset="-128"/>
                          <a:ea typeface="Meiryo UI" panose="020B0604030504040204" pitchFamily="50" charset="-128"/>
                        </a:rPr>
                        <a:t>「医療機関等ベンダ向け接続試験実施要領」をご確認ください。</a:t>
                      </a:r>
                    </a:p>
                    <a:p>
                      <a:r>
                        <a:rPr lang="en-US" altLang="ja-JP" sz="1100">
                          <a:latin typeface="Meiryo UI" panose="020B0604030504040204" pitchFamily="50" charset="-128"/>
                          <a:ea typeface="Meiryo UI" panose="020B0604030504040204" pitchFamily="50" charset="-128"/>
                        </a:rPr>
                        <a:t>https://vendorons.service-now.com/sp?id=kb_article_view&amp;sysparm_article=KB0010392</a:t>
                      </a: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5560" marR="0" lvl="0" indent="0" algn="ctr" defTabSz="557112" rtl="0" eaLnBrk="1" fontAlgn="auto" latinLnBrk="0" hangingPunct="1">
                        <a:lnSpc>
                          <a:spcPct val="100000"/>
                        </a:lnSpc>
                        <a:spcBef>
                          <a:spcPts val="0"/>
                        </a:spcBef>
                        <a:spcAft>
                          <a:spcPts val="0"/>
                        </a:spcAft>
                        <a:buClrTx/>
                        <a:buSzTx/>
                        <a:buFontTx/>
                        <a:buNone/>
                        <a:tabLst/>
                        <a:defRPr/>
                      </a:pPr>
                      <a:r>
                        <a:rPr lang="en-US" altLang="ja-JP" sz="1100" baseline="0">
                          <a:latin typeface="Meiryo UI" panose="020B0604030504040204" pitchFamily="50" charset="-128"/>
                          <a:ea typeface="Meiryo UI" panose="020B0604030504040204" pitchFamily="50" charset="-128"/>
                          <a:cs typeface="Meiryo UI" panose="020B0604030504040204" pitchFamily="50" charset="-128"/>
                        </a:rPr>
                        <a:t>#3(KB0012659)</a:t>
                      </a:r>
                    </a:p>
                    <a:p>
                      <a:pPr marL="35560" marR="0" lvl="0" indent="0" algn="ctr" defTabSz="557112" rtl="0" eaLnBrk="1" fontAlgn="auto" latinLnBrk="0" hangingPunct="1">
                        <a:lnSpc>
                          <a:spcPct val="100000"/>
                        </a:lnSpc>
                        <a:spcBef>
                          <a:spcPts val="0"/>
                        </a:spcBef>
                        <a:spcAft>
                          <a:spcPts val="0"/>
                        </a:spcAft>
                        <a:buClrTx/>
                        <a:buSzTx/>
                        <a:buFontTx/>
                        <a:buNone/>
                        <a:tabLst/>
                        <a:defRPr/>
                      </a:pPr>
                      <a:r>
                        <a:rPr lang="ja-JP" altLang="en-US" sz="1100" baseline="0">
                          <a:latin typeface="Meiryo UI" panose="020B0604030504040204" pitchFamily="50" charset="-128"/>
                          <a:ea typeface="Meiryo UI" panose="020B0604030504040204" pitchFamily="50" charset="-128"/>
                          <a:cs typeface="Meiryo UI" panose="020B0604030504040204" pitchFamily="50" charset="-128"/>
                        </a:rPr>
                        <a:t>に統合</a:t>
                      </a:r>
                      <a:endParaRPr lang="en-US" altLang="ja-JP" sz="1100" baseline="0">
                        <a:latin typeface="Meiryo UI" panose="020B0604030504040204" pitchFamily="50" charset="-128"/>
                        <a:ea typeface="Meiryo UI" panose="020B0604030504040204"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15461143"/>
                  </a:ext>
                </a:extLst>
              </a:tr>
              <a:tr h="1898880">
                <a:tc>
                  <a:txBody>
                    <a:bodyPr/>
                    <a:lstStyle/>
                    <a:p>
                      <a:pPr algn="ctr"/>
                      <a:r>
                        <a:rPr kumimoji="1" lang="en-US" altLang="ja-JP" sz="1100">
                          <a:latin typeface="+mn-ea"/>
                          <a:ea typeface="+mn-ea"/>
                          <a:cs typeface="Meiryo UI" panose="020B0604030504040204" pitchFamily="50" charset="-128"/>
                        </a:rPr>
                        <a:t>10</a:t>
                      </a:r>
                      <a:endParaRPr kumimoji="1" lang="ja-JP" altLang="en-US" sz="1100">
                        <a:latin typeface="+mn-ea"/>
                        <a:ea typeface="+mn-ea"/>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779032" rtl="0" eaLnBrk="1" fontAlgn="auto" latinLnBrk="0" hangingPunct="1">
                        <a:lnSpc>
                          <a:spcPct val="100000"/>
                        </a:lnSpc>
                        <a:spcBef>
                          <a:spcPts val="0"/>
                        </a:spcBef>
                        <a:spcAft>
                          <a:spcPts val="0"/>
                        </a:spcAft>
                        <a:buClrTx/>
                        <a:buSzTx/>
                        <a:buFontTx/>
                        <a:buNone/>
                        <a:tabLst/>
                        <a:defRPr/>
                      </a:pPr>
                      <a:r>
                        <a:rPr kumimoji="1" lang="ja-JP" altLang="en-US" sz="1100" b="0" i="0" kern="1200">
                          <a:solidFill>
                            <a:schemeClr val="dk1"/>
                          </a:solidFill>
                          <a:effectLst/>
                          <a:latin typeface="+mn-ea"/>
                          <a:ea typeface="+mn-ea"/>
                          <a:cs typeface="+mn-cs"/>
                        </a:rPr>
                        <a:t>削除</a:t>
                      </a:r>
                      <a:endParaRPr kumimoji="1" lang="ja-JP" altLang="ja-JP" sz="1100" b="0" i="0" kern="1200">
                        <a:solidFill>
                          <a:schemeClr val="dk1"/>
                        </a:solidFill>
                        <a:effectLst/>
                        <a:latin typeface="+mn-ea"/>
                        <a:ea typeface="+mn-ea"/>
                        <a:cs typeface="+mn-cs"/>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557112" rtl="0" eaLnBrk="1" fontAlgn="auto" latinLnBrk="0" hangingPunct="1">
                        <a:lnSpc>
                          <a:spcPct val="100000"/>
                        </a:lnSpc>
                        <a:spcBef>
                          <a:spcPts val="0"/>
                        </a:spcBef>
                        <a:spcAft>
                          <a:spcPts val="0"/>
                        </a:spcAft>
                        <a:buClrTx/>
                        <a:buSzTx/>
                        <a:buFontTx/>
                        <a:buNone/>
                        <a:tabLst/>
                        <a:defRPr/>
                      </a:pPr>
                      <a:r>
                        <a:rPr kumimoji="1" lang="ja-JP" altLang="en-US" sz="1100" b="0" i="0" kern="1200">
                          <a:solidFill>
                            <a:schemeClr val="tx1"/>
                          </a:solidFill>
                          <a:effectLst/>
                          <a:latin typeface="Meiryo UI" panose="020B0604030504040204" pitchFamily="50" charset="-128"/>
                          <a:ea typeface="Meiryo UI" panose="020B0604030504040204" pitchFamily="50" charset="-128"/>
                          <a:cs typeface="+mn-cs"/>
                        </a:rPr>
                        <a:t>接続検証環境を使用するための利用申請サイトはどこにあるか。</a:t>
                      </a:r>
                      <a:endParaRPr kumimoji="1" lang="ja-JP" altLang="ja-JP" sz="1100" b="0" i="0" kern="1200">
                        <a:solidFill>
                          <a:schemeClr val="tx1"/>
                        </a:solidFill>
                        <a:effectLst/>
                        <a:latin typeface="Meiryo UI" panose="020B0604030504040204" pitchFamily="50" charset="-128"/>
                        <a:ea typeface="Meiryo UI" panose="020B0604030504040204" pitchFamily="50" charset="-128"/>
                        <a:cs typeface="+mn-cs"/>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ja-JP" altLang="en-US" sz="1100" b="0" i="0" u="none" strike="noStrike">
                          <a:solidFill>
                            <a:schemeClr val="tx1"/>
                          </a:solidFill>
                          <a:effectLst/>
                          <a:latin typeface="Meiryo UI" panose="020B0604030504040204" pitchFamily="50" charset="-128"/>
                          <a:ea typeface="Meiryo UI" panose="020B0604030504040204" pitchFamily="50" charset="-128"/>
                        </a:rPr>
                        <a:t>接続検証環境を使用するための利用申請は、下記医療機関等</a:t>
                      </a:r>
                      <a:r>
                        <a:rPr lang="en-US" sz="1100" b="0" i="0" u="none" strike="noStrike">
                          <a:solidFill>
                            <a:schemeClr val="tx1"/>
                          </a:solidFill>
                          <a:effectLst/>
                          <a:latin typeface="Meiryo UI" panose="020B0604030504040204" pitchFamily="50" charset="-128"/>
                          <a:ea typeface="Meiryo UI" panose="020B0604030504040204" pitchFamily="50" charset="-128"/>
                        </a:rPr>
                        <a:t>ONS</a:t>
                      </a:r>
                      <a:r>
                        <a:rPr lang="ja-JP" altLang="en-US" sz="1100" b="0" i="0" u="none" strike="noStrike">
                          <a:solidFill>
                            <a:schemeClr val="tx1"/>
                          </a:solidFill>
                          <a:effectLst/>
                          <a:latin typeface="Meiryo UI" panose="020B0604030504040204" pitchFamily="50" charset="-128"/>
                          <a:ea typeface="Meiryo UI" panose="020B0604030504040204" pitchFamily="50" charset="-128"/>
                        </a:rPr>
                        <a:t>のお知らせ記事に掲載されている医療機関等ベンダ接続テスト申請サイトから申請をお願いいたします。</a:t>
                      </a:r>
                    </a:p>
                    <a:p>
                      <a:r>
                        <a:rPr lang="en-US" altLang="ja-JP" sz="1100" b="0" i="0" u="none" strike="noStrike">
                          <a:solidFill>
                            <a:schemeClr val="tx1"/>
                          </a:solidFill>
                          <a:effectLst/>
                          <a:latin typeface="Meiryo UI" panose="020B0604030504040204" pitchFamily="50" charset="-128"/>
                          <a:ea typeface="Meiryo UI" panose="020B0604030504040204" pitchFamily="50" charset="-128"/>
                        </a:rPr>
                        <a:t>【</a:t>
                      </a:r>
                      <a:r>
                        <a:rPr lang="ja-JP" altLang="en-US" sz="1100" b="0" i="0" u="none" strike="noStrike">
                          <a:solidFill>
                            <a:schemeClr val="tx1"/>
                          </a:solidFill>
                          <a:effectLst/>
                          <a:latin typeface="Meiryo UI" panose="020B0604030504040204" pitchFamily="50" charset="-128"/>
                          <a:ea typeface="Meiryo UI" panose="020B0604030504040204" pitchFamily="50" charset="-128"/>
                        </a:rPr>
                        <a:t>資料掲載</a:t>
                      </a:r>
                      <a:r>
                        <a:rPr lang="en-US" altLang="ja-JP" sz="1100" b="0" i="0" u="none" strike="noStrike">
                          <a:solidFill>
                            <a:schemeClr val="tx1"/>
                          </a:solidFill>
                          <a:effectLst/>
                          <a:latin typeface="Meiryo UI" panose="020B0604030504040204" pitchFamily="50" charset="-128"/>
                          <a:ea typeface="Meiryo UI" panose="020B0604030504040204" pitchFamily="50" charset="-128"/>
                        </a:rPr>
                        <a:t>】</a:t>
                      </a:r>
                      <a:r>
                        <a:rPr lang="ja-JP" altLang="en-US" sz="1100" b="0" i="0" u="none" strike="noStrike">
                          <a:solidFill>
                            <a:schemeClr val="tx1"/>
                          </a:solidFill>
                          <a:effectLst/>
                          <a:latin typeface="Meiryo UI" panose="020B0604030504040204" pitchFamily="50" charset="-128"/>
                          <a:ea typeface="Meiryo UI" panose="020B0604030504040204" pitchFamily="50" charset="-128"/>
                        </a:rPr>
                        <a:t>「医療機関等ベンダ向け接続試験に関する利用規約」の一部改正について</a:t>
                      </a:r>
                    </a:p>
                    <a:p>
                      <a:r>
                        <a:rPr lang="en-US" sz="1100" b="0" i="0" u="none" strike="noStrike" err="1">
                          <a:solidFill>
                            <a:schemeClr val="tx1"/>
                          </a:solidFill>
                          <a:effectLst/>
                          <a:latin typeface="Meiryo UI" panose="020B0604030504040204" pitchFamily="50" charset="-128"/>
                          <a:ea typeface="Meiryo UI" panose="020B0604030504040204" pitchFamily="50" charset="-128"/>
                        </a:rPr>
                        <a:t>URL：https</a:t>
                      </a:r>
                      <a:r>
                        <a:rPr lang="en-US" sz="1100" b="0" i="0" u="none" strike="noStrike">
                          <a:solidFill>
                            <a:schemeClr val="tx1"/>
                          </a:solidFill>
                          <a:effectLst/>
                          <a:latin typeface="Meiryo UI" panose="020B0604030504040204" pitchFamily="50" charset="-128"/>
                          <a:ea typeface="Meiryo UI" panose="020B0604030504040204" pitchFamily="50" charset="-128"/>
                        </a:rPr>
                        <a:t>://vendorons.service-now.com/</a:t>
                      </a:r>
                      <a:r>
                        <a:rPr lang="en-US" sz="1100" b="0" i="0" u="none" strike="noStrike" err="1">
                          <a:solidFill>
                            <a:schemeClr val="tx1"/>
                          </a:solidFill>
                          <a:effectLst/>
                          <a:latin typeface="Meiryo UI" panose="020B0604030504040204" pitchFamily="50" charset="-128"/>
                          <a:ea typeface="Meiryo UI" panose="020B0604030504040204" pitchFamily="50" charset="-128"/>
                        </a:rPr>
                        <a:t>sp?id</a:t>
                      </a:r>
                      <a:r>
                        <a:rPr lang="en-US" sz="1100" b="0" i="0" u="none" strike="noStrike">
                          <a:solidFill>
                            <a:schemeClr val="tx1"/>
                          </a:solidFill>
                          <a:effectLst/>
                          <a:latin typeface="Meiryo UI" panose="020B0604030504040204" pitchFamily="50" charset="-128"/>
                          <a:ea typeface="Meiryo UI" panose="020B0604030504040204" pitchFamily="50" charset="-128"/>
                        </a:rPr>
                        <a:t>=</a:t>
                      </a:r>
                      <a:r>
                        <a:rPr lang="en-US" sz="1100" b="0" i="0" u="none" strike="noStrike" err="1">
                          <a:solidFill>
                            <a:schemeClr val="tx1"/>
                          </a:solidFill>
                          <a:effectLst/>
                          <a:latin typeface="Meiryo UI" panose="020B0604030504040204" pitchFamily="50" charset="-128"/>
                          <a:ea typeface="Meiryo UI" panose="020B0604030504040204" pitchFamily="50" charset="-128"/>
                        </a:rPr>
                        <a:t>kb_article_view&amp;sysparm_article</a:t>
                      </a:r>
                      <a:r>
                        <a:rPr lang="en-US" sz="1100" b="0" i="0" u="none" strike="noStrike">
                          <a:solidFill>
                            <a:schemeClr val="tx1"/>
                          </a:solidFill>
                          <a:effectLst/>
                          <a:latin typeface="Meiryo UI" panose="020B0604030504040204" pitchFamily="50" charset="-128"/>
                          <a:ea typeface="Meiryo UI" panose="020B0604030504040204" pitchFamily="50" charset="-128"/>
                        </a:rPr>
                        <a:t>=KB0010323</a:t>
                      </a:r>
                    </a:p>
                    <a:p>
                      <a:r>
                        <a:rPr lang="ja-JP" altLang="en-US" sz="1100" b="0" i="0" u="none" strike="noStrike">
                          <a:solidFill>
                            <a:schemeClr val="tx1"/>
                          </a:solidFill>
                          <a:effectLst/>
                          <a:latin typeface="Meiryo UI" panose="020B0604030504040204" pitchFamily="50" charset="-128"/>
                          <a:ea typeface="Meiryo UI" panose="020B0604030504040204" pitchFamily="50" charset="-128"/>
                        </a:rPr>
                        <a:t>なお、すでにオンライン資格確認や電子処方箋等のテストで接続検証環境を利用されている場合、電子カルテ情報共有サービスで新たに利用申請は必要ございません。</a:t>
                      </a:r>
                      <a:endParaRPr lang="en-US" sz="1100" b="0" i="0" u="none" strike="noStrike">
                        <a:solidFill>
                          <a:schemeClr val="tx1"/>
                        </a:solidFill>
                        <a:effectLst/>
                        <a:latin typeface="Meiryo UI" panose="020B0604030504040204" pitchFamily="50" charset="-128"/>
                        <a:ea typeface="Meiryo UI" panose="020B0604030504040204" pitchFamily="50" charset="-128"/>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35560" marR="0" lvl="0" indent="0" algn="ctr" defTabSz="557112" rtl="0" eaLnBrk="1" fontAlgn="auto" latinLnBrk="0" hangingPunct="1">
                        <a:lnSpc>
                          <a:spcPct val="100000"/>
                        </a:lnSpc>
                        <a:spcBef>
                          <a:spcPts val="0"/>
                        </a:spcBef>
                        <a:spcAft>
                          <a:spcPts val="0"/>
                        </a:spcAft>
                        <a:buClrTx/>
                        <a:buSzTx/>
                        <a:buFontTx/>
                        <a:buNone/>
                        <a:tabLst/>
                        <a:defRPr/>
                      </a:pPr>
                      <a:r>
                        <a:rPr lang="en-US" altLang="ja-JP" sz="1100" baseline="0">
                          <a:latin typeface="Meiryo UI" panose="020B0604030504040204" pitchFamily="50" charset="-128"/>
                          <a:ea typeface="Meiryo UI" panose="020B0604030504040204" pitchFamily="50" charset="-128"/>
                          <a:cs typeface="Meiryo UI" panose="020B0604030504040204" pitchFamily="50" charset="-128"/>
                        </a:rPr>
                        <a:t>#3(KB0012659)</a:t>
                      </a:r>
                    </a:p>
                    <a:p>
                      <a:pPr marL="35560" marR="0" lvl="0" indent="0" algn="ctr" defTabSz="557112" rtl="0" eaLnBrk="1" fontAlgn="auto" latinLnBrk="0" hangingPunct="1">
                        <a:lnSpc>
                          <a:spcPct val="100000"/>
                        </a:lnSpc>
                        <a:spcBef>
                          <a:spcPts val="0"/>
                        </a:spcBef>
                        <a:spcAft>
                          <a:spcPts val="0"/>
                        </a:spcAft>
                        <a:buClrTx/>
                        <a:buSzTx/>
                        <a:buFontTx/>
                        <a:buNone/>
                        <a:tabLst/>
                        <a:defRPr/>
                      </a:pPr>
                      <a:r>
                        <a:rPr lang="ja-JP" altLang="en-US" sz="1100" baseline="0">
                          <a:latin typeface="Meiryo UI" panose="020B0604030504040204" pitchFamily="50" charset="-128"/>
                          <a:ea typeface="Meiryo UI" panose="020B0604030504040204" pitchFamily="50" charset="-128"/>
                          <a:cs typeface="Meiryo UI" panose="020B0604030504040204" pitchFamily="50" charset="-128"/>
                        </a:rPr>
                        <a:t>に統合</a:t>
                      </a:r>
                      <a:endParaRPr lang="en-US" altLang="ja-JP" sz="1100" baseline="0">
                        <a:latin typeface="Meiryo UI" panose="020B0604030504040204" pitchFamily="50" charset="-128"/>
                        <a:ea typeface="Meiryo UI" panose="020B0604030504040204" pitchFamily="50" charset="-128"/>
                        <a:cs typeface="Meiryo UI"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75634088"/>
                  </a:ext>
                </a:extLst>
              </a:tr>
            </a:tbl>
          </a:graphicData>
        </a:graphic>
      </p:graphicFrame>
    </p:spTree>
    <p:extLst>
      <p:ext uri="{BB962C8B-B14F-4D97-AF65-F5344CB8AC3E}">
        <p14:creationId xmlns:p14="http://schemas.microsoft.com/office/powerpoint/2010/main" val="62915763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6BD846B-12BD-CD5E-6463-6C292ADB19C2}"/>
            </a:ext>
          </a:extLst>
        </p:cNvPr>
        <p:cNvGrpSpPr/>
        <p:nvPr/>
      </p:nvGrpSpPr>
      <p:grpSpPr>
        <a:xfrm>
          <a:off x="0" y="0"/>
          <a:ext cx="0" cy="0"/>
          <a:chOff x="0" y="0"/>
          <a:chExt cx="0" cy="0"/>
        </a:xfrm>
      </p:grpSpPr>
      <p:sp>
        <p:nvSpPr>
          <p:cNvPr id="7" name="タイトル 6">
            <a:extLst>
              <a:ext uri="{FF2B5EF4-FFF2-40B4-BE49-F238E27FC236}">
                <a16:creationId xmlns:a16="http://schemas.microsoft.com/office/drawing/2014/main" id="{11CA2145-CE29-4409-FB2C-9E6BE6B62EB2}"/>
              </a:ext>
            </a:extLst>
          </p:cNvPr>
          <p:cNvSpPr>
            <a:spLocks noGrp="1"/>
          </p:cNvSpPr>
          <p:nvPr>
            <p:ph type="title"/>
          </p:nvPr>
        </p:nvSpPr>
        <p:spPr/>
        <p:txBody>
          <a:bodyPr vert="horz" lIns="0" tIns="45720" rIns="0" bIns="45720" anchor="b" anchorCtr="0">
            <a:normAutofit/>
          </a:bodyPr>
          <a:lstStyle/>
          <a:p>
            <a:r>
              <a:rPr lang="en-US" altLang="ja-JP" sz="1800" dirty="0"/>
              <a:t>10/9(</a:t>
            </a:r>
            <a:r>
              <a:rPr lang="ja-JP" altLang="en-US" sz="1800" dirty="0"/>
              <a:t>金</a:t>
            </a:r>
            <a:r>
              <a:rPr lang="en-US" altLang="ja-JP" sz="1800" dirty="0"/>
              <a:t>)</a:t>
            </a:r>
            <a:r>
              <a:rPr lang="ja-JP" altLang="en-US" sz="1800" dirty="0"/>
              <a:t>ラップアップ</a:t>
            </a:r>
          </a:p>
        </p:txBody>
      </p:sp>
      <p:pic>
        <p:nvPicPr>
          <p:cNvPr id="2" name="Picture 9">
            <a:extLst>
              <a:ext uri="{FF2B5EF4-FFF2-40B4-BE49-F238E27FC236}">
                <a16:creationId xmlns:a16="http://schemas.microsoft.com/office/drawing/2014/main" id="{FF555103-59AE-0588-F9CE-EE15DB66A88C}"/>
              </a:ext>
            </a:extLst>
          </p:cNvPr>
          <p:cNvPicPr>
            <a:picLocks noChangeAspect="1"/>
          </p:cNvPicPr>
          <p:nvPr/>
        </p:nvPicPr>
        <p:blipFill rotWithShape="1">
          <a:blip r:embed="rId3"/>
          <a:srcRect r="47683"/>
          <a:stretch/>
        </p:blipFill>
        <p:spPr>
          <a:xfrm>
            <a:off x="7927365" y="229898"/>
            <a:ext cx="1510302" cy="453911"/>
          </a:xfrm>
          <a:prstGeom prst="rect">
            <a:avLst/>
          </a:prstGeom>
        </p:spPr>
      </p:pic>
      <p:sp>
        <p:nvSpPr>
          <p:cNvPr id="5" name="テキスト ボックス 4">
            <a:extLst>
              <a:ext uri="{FF2B5EF4-FFF2-40B4-BE49-F238E27FC236}">
                <a16:creationId xmlns:a16="http://schemas.microsoft.com/office/drawing/2014/main" id="{B7B2C074-882F-FA1D-4F7F-6361D1CE234E}"/>
              </a:ext>
            </a:extLst>
          </p:cNvPr>
          <p:cNvSpPr txBox="1"/>
          <p:nvPr/>
        </p:nvSpPr>
        <p:spPr>
          <a:xfrm>
            <a:off x="416444" y="680749"/>
            <a:ext cx="4546283" cy="461665"/>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＜会議時間＞</a:t>
            </a:r>
            <a:endParaRPr kumimoji="1" lang="en-US" altLang="ja-JP" sz="12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200" dirty="0">
                <a:solidFill>
                  <a:prstClr val="black"/>
                </a:solidFill>
                <a:latin typeface="Meiryo UI"/>
                <a:ea typeface="Meiryo UI"/>
              </a:rPr>
              <a:t>10/9</a:t>
            </a:r>
            <a:r>
              <a:rPr kumimoji="1" lang="ja-JP" altLang="en-US" sz="1200" b="0" i="0" u="none" strike="noStrike" kern="1200" cap="none" spc="0" normalizeH="0" baseline="0" noProof="0" dirty="0">
                <a:ln>
                  <a:noFill/>
                </a:ln>
                <a:solidFill>
                  <a:prstClr val="black"/>
                </a:solidFill>
                <a:effectLst/>
                <a:uLnTx/>
                <a:uFillTx/>
                <a:latin typeface="Meiryo UI"/>
                <a:ea typeface="Meiryo UI"/>
                <a:cs typeface="+mn-cs"/>
              </a:rPr>
              <a:t>（金）</a:t>
            </a:r>
            <a:r>
              <a:rPr kumimoji="1" lang="en-US" altLang="ja-JP" sz="1200" b="0" i="0" u="none" strike="noStrike" kern="1200" cap="none" spc="0" normalizeH="0" baseline="0" noProof="0" dirty="0">
                <a:ln>
                  <a:noFill/>
                </a:ln>
                <a:solidFill>
                  <a:prstClr val="black"/>
                </a:solidFill>
                <a:effectLst/>
                <a:uLnTx/>
                <a:uFillTx/>
                <a:latin typeface="Meiryo UI"/>
                <a:ea typeface="Meiryo UI"/>
                <a:cs typeface="+mn-cs"/>
              </a:rPr>
              <a:t>13:30-14:00</a:t>
            </a:r>
            <a:endParaRPr lang="en-US" altLang="ja-JP" sz="1200" b="0" i="0" u="none" strike="noStrike" kern="1200" cap="none" spc="0" normalizeH="0" baseline="0" noProof="0" dirty="0">
              <a:ln>
                <a:noFill/>
              </a:ln>
              <a:solidFill>
                <a:prstClr val="black"/>
              </a:solidFill>
              <a:effectLst/>
              <a:uLnTx/>
              <a:uFillTx/>
              <a:latin typeface="Meiryo UI"/>
              <a:ea typeface="Meiryo UI"/>
            </a:endParaRPr>
          </a:p>
        </p:txBody>
      </p:sp>
      <p:graphicFrame>
        <p:nvGraphicFramePr>
          <p:cNvPr id="11" name="表 10">
            <a:extLst>
              <a:ext uri="{FF2B5EF4-FFF2-40B4-BE49-F238E27FC236}">
                <a16:creationId xmlns:a16="http://schemas.microsoft.com/office/drawing/2014/main" id="{C67BCBFA-C8E7-8FC9-E2FB-0426794D29E0}"/>
              </a:ext>
            </a:extLst>
          </p:cNvPr>
          <p:cNvGraphicFramePr>
            <a:graphicFrameLocks noGrp="1"/>
          </p:cNvGraphicFramePr>
          <p:nvPr>
            <p:extLst>
              <p:ext uri="{D42A27DB-BD31-4B8C-83A1-F6EECF244321}">
                <p14:modId xmlns:p14="http://schemas.microsoft.com/office/powerpoint/2010/main" val="429127185"/>
              </p:ext>
            </p:extLst>
          </p:nvPr>
        </p:nvGraphicFramePr>
        <p:xfrm>
          <a:off x="496262" y="1187914"/>
          <a:ext cx="8941406" cy="2215911"/>
        </p:xfrm>
        <a:graphic>
          <a:graphicData uri="http://schemas.openxmlformats.org/drawingml/2006/table">
            <a:tbl>
              <a:tblPr/>
              <a:tblGrid>
                <a:gridCol w="398784">
                  <a:extLst>
                    <a:ext uri="{9D8B030D-6E8A-4147-A177-3AD203B41FA5}">
                      <a16:colId xmlns:a16="http://schemas.microsoft.com/office/drawing/2014/main" val="3484704196"/>
                    </a:ext>
                  </a:extLst>
                </a:gridCol>
                <a:gridCol w="960115">
                  <a:extLst>
                    <a:ext uri="{9D8B030D-6E8A-4147-A177-3AD203B41FA5}">
                      <a16:colId xmlns:a16="http://schemas.microsoft.com/office/drawing/2014/main" val="2661341001"/>
                    </a:ext>
                  </a:extLst>
                </a:gridCol>
                <a:gridCol w="1954534">
                  <a:extLst>
                    <a:ext uri="{9D8B030D-6E8A-4147-A177-3AD203B41FA5}">
                      <a16:colId xmlns:a16="http://schemas.microsoft.com/office/drawing/2014/main" val="3863879091"/>
                    </a:ext>
                  </a:extLst>
                </a:gridCol>
                <a:gridCol w="3320716">
                  <a:extLst>
                    <a:ext uri="{9D8B030D-6E8A-4147-A177-3AD203B41FA5}">
                      <a16:colId xmlns:a16="http://schemas.microsoft.com/office/drawing/2014/main" val="1374113706"/>
                    </a:ext>
                  </a:extLst>
                </a:gridCol>
                <a:gridCol w="2307257">
                  <a:extLst>
                    <a:ext uri="{9D8B030D-6E8A-4147-A177-3AD203B41FA5}">
                      <a16:colId xmlns:a16="http://schemas.microsoft.com/office/drawing/2014/main" val="99914978"/>
                    </a:ext>
                  </a:extLst>
                </a:gridCol>
              </a:tblGrid>
              <a:tr h="165963">
                <a:tc>
                  <a:txBody>
                    <a:bodyPr/>
                    <a:lstStyle/>
                    <a:p>
                      <a:pPr algn="l" fontAlgn="base">
                        <a:lnSpc>
                          <a:spcPts val="1200"/>
                        </a:lnSpc>
                      </a:pPr>
                      <a:r>
                        <a:rPr lang="en-US" sz="900" b="0" i="0">
                          <a:solidFill>
                            <a:srgbClr val="000000"/>
                          </a:solidFill>
                          <a:effectLst/>
                          <a:latin typeface="+mn-ea"/>
                          <a:ea typeface="+mn-ea"/>
                        </a:rPr>
                        <a:t>No.</a:t>
                      </a:r>
                      <a:r>
                        <a:rPr lang="en-US" sz="900" b="1" i="0">
                          <a:solidFill>
                            <a:srgbClr val="000000"/>
                          </a:solidFill>
                          <a:effectLst/>
                          <a:latin typeface="+mn-ea"/>
                          <a:ea typeface="+mn-ea"/>
                        </a:rPr>
                        <a:t>​</a:t>
                      </a:r>
                      <a:r>
                        <a:rPr lang="en-US" sz="900" b="0" i="0">
                          <a:solidFill>
                            <a:srgbClr val="000000"/>
                          </a:solidFill>
                          <a:effectLst/>
                          <a:latin typeface="+mn-ea"/>
                          <a:ea typeface="+mn-ea"/>
                        </a:rPr>
                        <a:t>​</a:t>
                      </a:r>
                    </a:p>
                  </a:txBody>
                  <a:tcPr marL="84298" marR="84298" marT="37938" marB="37938">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FFF99"/>
                    </a:solidFill>
                  </a:tcPr>
                </a:tc>
                <a:tc>
                  <a:txBody>
                    <a:bodyPr/>
                    <a:lstStyle/>
                    <a:p>
                      <a:pPr algn="l" fontAlgn="base">
                        <a:lnSpc>
                          <a:spcPts val="1200"/>
                        </a:lnSpc>
                      </a:pPr>
                      <a:r>
                        <a:rPr lang="ja-JP" altLang="en-US" sz="900" b="0" i="0">
                          <a:solidFill>
                            <a:srgbClr val="000000"/>
                          </a:solidFill>
                          <a:effectLst/>
                          <a:latin typeface="+mn-ea"/>
                          <a:ea typeface="+mn-ea"/>
                        </a:rPr>
                        <a:t>テーマ</a:t>
                      </a:r>
                      <a:r>
                        <a:rPr lang="ja-JP" altLang="en-US" sz="900" b="1" i="0">
                          <a:solidFill>
                            <a:srgbClr val="000000"/>
                          </a:solidFill>
                          <a:effectLst/>
                          <a:latin typeface="+mn-ea"/>
                          <a:ea typeface="+mn-ea"/>
                        </a:rPr>
                        <a:t>​</a:t>
                      </a:r>
                      <a:r>
                        <a:rPr lang="ja-JP" altLang="en-US" sz="900" b="0" i="0">
                          <a:solidFill>
                            <a:srgbClr val="000000"/>
                          </a:solidFill>
                          <a:effectLst/>
                          <a:latin typeface="+mn-ea"/>
                          <a:ea typeface="+mn-ea"/>
                        </a:rPr>
                        <a:t>​</a:t>
                      </a:r>
                    </a:p>
                  </a:txBody>
                  <a:tcPr marL="84298" marR="84298" marT="37938" marB="37938">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FFF99"/>
                    </a:solidFill>
                  </a:tcPr>
                </a:tc>
                <a:tc>
                  <a:txBody>
                    <a:bodyPr/>
                    <a:lstStyle/>
                    <a:p>
                      <a:pPr algn="l" fontAlgn="base">
                        <a:lnSpc>
                          <a:spcPts val="1200"/>
                        </a:lnSpc>
                      </a:pPr>
                      <a:r>
                        <a:rPr lang="ja-JP" altLang="en-US" sz="900" b="0" i="0">
                          <a:solidFill>
                            <a:srgbClr val="000000"/>
                          </a:solidFill>
                          <a:effectLst/>
                          <a:latin typeface="+mn-ea"/>
                          <a:ea typeface="+mn-ea"/>
                        </a:rPr>
                        <a:t>アジェンダ</a:t>
                      </a:r>
                      <a:r>
                        <a:rPr lang="ja-JP" altLang="en-US" sz="900" b="1" i="0">
                          <a:solidFill>
                            <a:srgbClr val="000000"/>
                          </a:solidFill>
                          <a:effectLst/>
                          <a:latin typeface="+mn-ea"/>
                          <a:ea typeface="+mn-ea"/>
                        </a:rPr>
                        <a:t>​</a:t>
                      </a:r>
                      <a:r>
                        <a:rPr lang="ja-JP" altLang="en-US" sz="900" b="0" i="0">
                          <a:solidFill>
                            <a:srgbClr val="000000"/>
                          </a:solidFill>
                          <a:effectLst/>
                          <a:latin typeface="+mn-ea"/>
                          <a:ea typeface="+mn-ea"/>
                        </a:rPr>
                        <a:t>​</a:t>
                      </a:r>
                    </a:p>
                  </a:txBody>
                  <a:tcPr marL="84298" marR="84298" marT="37938" marB="37938">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FFF99"/>
                    </a:solidFill>
                  </a:tcPr>
                </a:tc>
                <a:tc>
                  <a:txBody>
                    <a:bodyPr/>
                    <a:lstStyle/>
                    <a:p>
                      <a:pPr algn="l" fontAlgn="base">
                        <a:lnSpc>
                          <a:spcPts val="1200"/>
                        </a:lnSpc>
                      </a:pPr>
                      <a:r>
                        <a:rPr lang="ja-JP" altLang="en-US" sz="900" b="0" i="0">
                          <a:solidFill>
                            <a:srgbClr val="000000"/>
                          </a:solidFill>
                          <a:effectLst/>
                          <a:latin typeface="+mn-ea"/>
                          <a:ea typeface="+mn-ea"/>
                        </a:rPr>
                        <a:t>合意形成事項</a:t>
                      </a:r>
                    </a:p>
                  </a:txBody>
                  <a:tcPr marL="84298" marR="84298" marT="33475" marB="33475">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FFF99"/>
                    </a:solidFill>
                  </a:tcPr>
                </a:tc>
                <a:tc>
                  <a:txBody>
                    <a:bodyPr/>
                    <a:lstStyle/>
                    <a:p>
                      <a:pPr algn="l" fontAlgn="base">
                        <a:lnSpc>
                          <a:spcPts val="1200"/>
                        </a:lnSpc>
                      </a:pPr>
                      <a:r>
                        <a:rPr lang="ja-JP" altLang="en-US" sz="900" b="0" i="0">
                          <a:solidFill>
                            <a:srgbClr val="000000"/>
                          </a:solidFill>
                          <a:effectLst/>
                          <a:latin typeface="+mn-ea"/>
                          <a:ea typeface="+mn-ea"/>
                        </a:rPr>
                        <a:t>次週以降に向けた</a:t>
                      </a:r>
                      <a:r>
                        <a:rPr lang="en-US" altLang="ja-JP" sz="900" b="0" i="0" err="1">
                          <a:solidFill>
                            <a:srgbClr val="000000"/>
                          </a:solidFill>
                          <a:effectLst/>
                          <a:latin typeface="+mn-ea"/>
                          <a:ea typeface="+mn-ea"/>
                        </a:rPr>
                        <a:t>ToDo</a:t>
                      </a:r>
                      <a:r>
                        <a:rPr lang="ja-JP" altLang="en-US" sz="900" b="1" i="0">
                          <a:solidFill>
                            <a:srgbClr val="000000"/>
                          </a:solidFill>
                          <a:effectLst/>
                          <a:latin typeface="+mn-ea"/>
                          <a:ea typeface="+mn-ea"/>
                        </a:rPr>
                        <a:t>​</a:t>
                      </a:r>
                      <a:endParaRPr lang="ja-JP" altLang="en-US" sz="900" b="0" i="0">
                        <a:solidFill>
                          <a:srgbClr val="000000"/>
                        </a:solidFill>
                        <a:effectLst/>
                        <a:latin typeface="+mn-ea"/>
                        <a:ea typeface="+mn-ea"/>
                      </a:endParaRPr>
                    </a:p>
                  </a:txBody>
                  <a:tcPr marL="84298" marR="84298" marT="33475" marB="33475">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rgbClr val="FFFF99"/>
                    </a:solidFill>
                  </a:tcPr>
                </a:tc>
                <a:extLst>
                  <a:ext uri="{0D108BD9-81ED-4DB2-BD59-A6C34878D82A}">
                    <a16:rowId xmlns:a16="http://schemas.microsoft.com/office/drawing/2014/main" val="746781126"/>
                  </a:ext>
                </a:extLst>
              </a:tr>
              <a:tr h="277835">
                <a:tc>
                  <a:txBody>
                    <a:bodyPr/>
                    <a:lstStyle/>
                    <a:p>
                      <a:pPr algn="l" fontAlgn="base">
                        <a:lnSpc>
                          <a:spcPts val="1200"/>
                        </a:lnSpc>
                      </a:pPr>
                      <a:r>
                        <a:rPr lang="en-US" sz="900" b="0" i="0">
                          <a:solidFill>
                            <a:srgbClr val="000000"/>
                          </a:solidFill>
                          <a:effectLst/>
                          <a:latin typeface="+mn-ea"/>
                          <a:ea typeface="+mn-ea"/>
                        </a:rPr>
                        <a:t>0</a:t>
                      </a:r>
                    </a:p>
                  </a:txBody>
                  <a:tcPr marL="84298" marR="84298" marT="37938" marB="37938">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algn="l" fontAlgn="base">
                        <a:lnSpc>
                          <a:spcPts val="1200"/>
                        </a:lnSpc>
                      </a:pPr>
                      <a:r>
                        <a:rPr lang="ja-JP" altLang="en-US" sz="900" b="0" i="0">
                          <a:solidFill>
                            <a:srgbClr val="000000"/>
                          </a:solidFill>
                          <a:effectLst/>
                          <a:latin typeface="+mn-ea"/>
                          <a:ea typeface="+mn-ea"/>
                        </a:rPr>
                        <a:t>今週の振り返り、来週の予定確認</a:t>
                      </a:r>
                    </a:p>
                  </a:txBody>
                  <a:tcPr marL="84298" marR="84298" marT="33475" marB="33475">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今週の振り返り、来週の予定確認</a:t>
                      </a:r>
                    </a:p>
                  </a:txBody>
                  <a:tcPr marL="84298" marR="84298" marT="33475" marB="33475">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marR="0" lvl="0" indent="-171450" algn="l" defTabSz="843906" rtl="0" eaLnBrk="1" fontAlgn="base" latinLnBrk="0" hangingPunct="1">
                        <a:lnSpc>
                          <a:spcPts val="1200"/>
                        </a:lnSpc>
                        <a:spcBef>
                          <a:spcPts val="0"/>
                        </a:spcBef>
                        <a:spcAft>
                          <a:spcPts val="0"/>
                        </a:spcAft>
                        <a:buClrTx/>
                        <a:buSzTx/>
                        <a:buFont typeface="Arial" panose="020B0604020202020204" pitchFamily="34" charset="0"/>
                        <a:buChar char="•"/>
                        <a:tabLst/>
                        <a:defRPr/>
                      </a:pPr>
                      <a:r>
                        <a:rPr kumimoji="1" lang="ja-JP" altLang="en-US" sz="900" b="0" i="0" kern="1200">
                          <a:solidFill>
                            <a:srgbClr val="000000"/>
                          </a:solidFill>
                          <a:effectLst/>
                          <a:latin typeface="+mn-ea"/>
                          <a:ea typeface="+mn-ea"/>
                          <a:cs typeface="+mn-cs"/>
                        </a:rPr>
                        <a:t>ー</a:t>
                      </a:r>
                      <a:endParaRPr kumimoji="1" lang="en-US" altLang="ja-JP" sz="900" b="0" i="0" kern="1200">
                        <a:solidFill>
                          <a:srgbClr val="000000"/>
                        </a:solidFill>
                        <a:effectLst/>
                        <a:latin typeface="+mn-ea"/>
                        <a:ea typeface="+mn-ea"/>
                        <a:cs typeface="+mn-cs"/>
                      </a:endParaRPr>
                    </a:p>
                  </a:txBody>
                  <a:tcPr marL="84298" marR="84298" marT="37938" marB="37938">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marR="0" lvl="0" indent="-171450" algn="l" defTabSz="843930" rtl="0" eaLnBrk="1" fontAlgn="base" latinLnBrk="0" hangingPunct="1">
                        <a:lnSpc>
                          <a:spcPts val="1200"/>
                        </a:lnSpc>
                        <a:spcBef>
                          <a:spcPts val="0"/>
                        </a:spcBef>
                        <a:spcAft>
                          <a:spcPts val="0"/>
                        </a:spcAft>
                        <a:buClrTx/>
                        <a:buSzTx/>
                        <a:buFont typeface="Arial" panose="020B0604020202020204" pitchFamily="34" charset="0"/>
                        <a:buChar char="•"/>
                        <a:tabLst/>
                        <a:defRPr/>
                      </a:pPr>
                      <a:r>
                        <a:rPr kumimoji="1" lang="ja-JP" altLang="en-US" sz="900" b="0" i="0" kern="1200">
                          <a:solidFill>
                            <a:srgbClr val="000000"/>
                          </a:solidFill>
                          <a:effectLst/>
                          <a:latin typeface="+mn-ea"/>
                          <a:ea typeface="+mn-ea"/>
                          <a:cs typeface="+mn-cs"/>
                        </a:rPr>
                        <a:t>ー</a:t>
                      </a:r>
                    </a:p>
                  </a:txBody>
                  <a:tcPr marL="84298" marR="84298" marT="37938" marB="37938">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36740603"/>
                  </a:ext>
                </a:extLst>
              </a:tr>
              <a:tr h="285196">
                <a:tc>
                  <a:txBody>
                    <a:bodyPr/>
                    <a:lstStyle/>
                    <a:p>
                      <a:pPr algn="l" fontAlgn="base">
                        <a:lnSpc>
                          <a:spcPts val="1200"/>
                        </a:lnSpc>
                      </a:pPr>
                      <a:r>
                        <a:rPr kumimoji="1" lang="en-US" sz="900" b="0" i="0" kern="1200">
                          <a:solidFill>
                            <a:srgbClr val="000000"/>
                          </a:solidFill>
                          <a:effectLst/>
                          <a:latin typeface="+mn-ea"/>
                          <a:ea typeface="+mn-ea"/>
                          <a:cs typeface="+mn-cs"/>
                        </a:rPr>
                        <a:t>1</a:t>
                      </a:r>
                    </a:p>
                  </a:txBody>
                  <a:tcPr marL="84298" marR="84298" marT="42149" marB="42149">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rowSpan="2">
                  <a:txBody>
                    <a:bodyPr/>
                    <a:lstStyle/>
                    <a:p>
                      <a:r>
                        <a:rPr kumimoji="1" lang="ja-JP" altLang="en-US" sz="900">
                          <a:latin typeface="+mn-ea"/>
                          <a:ea typeface="+mn-ea"/>
                        </a:rPr>
                        <a:t>開発</a:t>
                      </a:r>
                    </a:p>
                  </a:txBody>
                  <a:tcPr>
                    <a:lnL w="6350" cap="flat" cmpd="sng" algn="ctr">
                      <a:solidFill>
                        <a:schemeClr val="bg1">
                          <a:lumMod val="50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i="0" kern="1200">
                          <a:solidFill>
                            <a:srgbClr val="000000"/>
                          </a:solidFill>
                          <a:effectLst/>
                          <a:latin typeface="+mn-ea"/>
                          <a:ea typeface="+mn-ea"/>
                          <a:cs typeface="+mn-cs"/>
                        </a:rPr>
                        <a:t>開発課題検討会の共有</a:t>
                      </a:r>
                    </a:p>
                  </a:txBody>
                  <a:tcPr marL="84298" marR="84298" marT="42149" marB="42149">
                    <a:lnL w="952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lgn="l" rtl="0" fontAlgn="base">
                        <a:lnSpc>
                          <a:spcPct val="100000"/>
                        </a:lnSpc>
                        <a:buFont typeface="Arial" panose="020B0604020202020204" pitchFamily="34" charset="0"/>
                        <a:buChar char="•"/>
                      </a:pPr>
                      <a:r>
                        <a:rPr kumimoji="1" lang="ja-JP" altLang="en-US" sz="900" b="0" i="0" kern="1200" dirty="0">
                          <a:solidFill>
                            <a:srgbClr val="000000"/>
                          </a:solidFill>
                          <a:effectLst/>
                          <a:latin typeface="+mn-ea"/>
                          <a:ea typeface="+mn-ea"/>
                          <a:cs typeface="+mn-cs"/>
                        </a:rPr>
                        <a:t>開発課題検討会での合意形成事項（「三者定例打合せ資料</a:t>
                      </a:r>
                      <a:r>
                        <a:rPr kumimoji="1" lang="en-US" altLang="ja-JP" sz="900" b="0" i="0" kern="1200" dirty="0">
                          <a:solidFill>
                            <a:srgbClr val="000000"/>
                          </a:solidFill>
                          <a:effectLst/>
                          <a:latin typeface="+mn-ea"/>
                          <a:ea typeface="+mn-ea"/>
                          <a:cs typeface="+mn-cs"/>
                        </a:rPr>
                        <a:t>_</a:t>
                      </a:r>
                      <a:r>
                        <a:rPr lang="en-US" altLang="ja-JP" sz="900" b="0" i="0" kern="1200" dirty="0">
                          <a:solidFill>
                            <a:srgbClr val="000000"/>
                          </a:solidFill>
                          <a:effectLst/>
                          <a:latin typeface="+mn-ea"/>
                          <a:ea typeface="+mn-ea"/>
                          <a:cs typeface="+mn-cs"/>
                        </a:rPr>
                        <a:t>20261009</a:t>
                      </a:r>
                      <a:r>
                        <a:rPr kumimoji="1" lang="ja-JP" altLang="en-US" sz="900" b="0" i="0" kern="1200" dirty="0">
                          <a:solidFill>
                            <a:srgbClr val="000000"/>
                          </a:solidFill>
                          <a:effectLst/>
                          <a:latin typeface="+mn-ea"/>
                          <a:ea typeface="+mn-ea"/>
                          <a:cs typeface="+mn-cs"/>
                        </a:rPr>
                        <a:t>」のスライド</a:t>
                      </a:r>
                      <a:r>
                        <a:rPr kumimoji="1" lang="en-US" altLang="ja-JP" sz="900" b="0" i="0" kern="1200" dirty="0">
                          <a:solidFill>
                            <a:srgbClr val="000000"/>
                          </a:solidFill>
                          <a:effectLst/>
                          <a:latin typeface="+mn-ea"/>
                          <a:ea typeface="+mn-ea"/>
                          <a:cs typeface="+mn-cs"/>
                        </a:rPr>
                        <a:t>5</a:t>
                      </a:r>
                      <a:r>
                        <a:rPr lang="en-US" altLang="ja-JP" sz="900" b="0" i="0" kern="1200" dirty="0">
                          <a:solidFill>
                            <a:srgbClr val="000000"/>
                          </a:solidFill>
                          <a:effectLst/>
                          <a:latin typeface="+mn-ea"/>
                          <a:ea typeface="+mn-ea"/>
                          <a:cs typeface="+mn-cs"/>
                        </a:rPr>
                        <a:t>-56</a:t>
                      </a:r>
                      <a:r>
                        <a:rPr kumimoji="1" lang="ja-JP" altLang="en-US" sz="900" b="0" i="0" kern="1200" dirty="0">
                          <a:solidFill>
                            <a:srgbClr val="000000"/>
                          </a:solidFill>
                          <a:effectLst/>
                          <a:latin typeface="+mn-ea"/>
                          <a:ea typeface="+mn-ea"/>
                          <a:cs typeface="+mn-cs"/>
                        </a:rPr>
                        <a:t>）を参照</a:t>
                      </a:r>
                      <a:r>
                        <a:rPr lang="ja-JP" altLang="en-US" sz="900" b="0" i="0" kern="1200" dirty="0">
                          <a:solidFill>
                            <a:srgbClr val="000000"/>
                          </a:solidFill>
                          <a:effectLst/>
                          <a:latin typeface="+mn-ea"/>
                          <a:ea typeface="+mn-ea"/>
                          <a:cs typeface="+mn-cs"/>
                        </a:rPr>
                        <a:t>。</a:t>
                      </a:r>
                      <a:endParaRPr lang="en-US" altLang="ja-JP" sz="900" b="0" i="0" kern="1200" dirty="0">
                        <a:solidFill>
                          <a:srgbClr val="000000"/>
                        </a:solidFill>
                        <a:effectLst/>
                        <a:latin typeface="+mn-ea"/>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marR="0" lvl="0" indent="-171450" algn="l" defTabSz="843930" rtl="0" eaLnBrk="1" fontAlgn="base" latinLnBrk="0" hangingPunct="1">
                        <a:lnSpc>
                          <a:spcPts val="1200"/>
                        </a:lnSpc>
                        <a:spcBef>
                          <a:spcPts val="0"/>
                        </a:spcBef>
                        <a:spcAft>
                          <a:spcPts val="0"/>
                        </a:spcAft>
                        <a:buClrTx/>
                        <a:buSzTx/>
                        <a:buFont typeface="Arial" panose="020B0604020202020204" pitchFamily="34" charset="0"/>
                        <a:buChar char="•"/>
                        <a:tabLst/>
                        <a:defRPr/>
                      </a:pPr>
                      <a:r>
                        <a:rPr kumimoji="1" lang="en-US" altLang="ja-JP" sz="900" b="0" i="0" u="none" strike="noStrike" kern="0" cap="none" spc="0" normalizeH="0" baseline="0">
                          <a:ln>
                            <a:noFill/>
                          </a:ln>
                          <a:solidFill>
                            <a:schemeClr val="tx1"/>
                          </a:solidFill>
                          <a:effectLst/>
                          <a:uLnTx/>
                          <a:uFillTx/>
                          <a:latin typeface="+mn-ea"/>
                          <a:ea typeface="+mn-ea"/>
                          <a:cs typeface="+mn-cs"/>
                        </a:rPr>
                        <a:t>ー</a:t>
                      </a:r>
                      <a:endParaRPr kumimoji="1" lang="en-US" altLang="ja-JP" sz="900" b="0" i="0" kern="1200">
                        <a:solidFill>
                          <a:srgbClr val="000000"/>
                        </a:solidFill>
                        <a:effectLst/>
                        <a:latin typeface="+mn-ea"/>
                        <a:ea typeface="+mn-ea"/>
                        <a:cs typeface="+mn-cs"/>
                      </a:endParaRPr>
                    </a:p>
                  </a:txBody>
                  <a:tcPr marL="84298" marR="84298" marT="37938" marB="37938">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71595387"/>
                  </a:ext>
                </a:extLst>
              </a:tr>
              <a:tr h="389671">
                <a:tc>
                  <a:txBody>
                    <a:bodyPr/>
                    <a:lstStyle/>
                    <a:p>
                      <a:pPr algn="l" fontAlgn="base">
                        <a:lnSpc>
                          <a:spcPts val="1200"/>
                        </a:lnSpc>
                      </a:pPr>
                      <a:r>
                        <a:rPr kumimoji="1" lang="en-US" sz="900" b="0" i="0" kern="1200">
                          <a:solidFill>
                            <a:srgbClr val="000000"/>
                          </a:solidFill>
                          <a:effectLst/>
                          <a:latin typeface="+mn-ea"/>
                          <a:ea typeface="+mn-ea"/>
                          <a:cs typeface="+mn-cs"/>
                        </a:rPr>
                        <a:t>2</a:t>
                      </a:r>
                    </a:p>
                  </a:txBody>
                  <a:tcPr marL="84298" marR="84298" marT="42149" marB="42149">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vMerge="1">
                  <a:txBody>
                    <a:bodyPr/>
                    <a:lstStyle/>
                    <a:p>
                      <a:endParaRPr kumimoji="1" lang="ja-JP" altLang="en-US"/>
                    </a:p>
                  </a:txBody>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solidFill>
                          <a:effectLst/>
                          <a:uLnTx/>
                          <a:uFillTx/>
                          <a:latin typeface="+mn-ea"/>
                          <a:ea typeface="+mn-ea"/>
                          <a:cs typeface="+mn-cs"/>
                        </a:rPr>
                        <a:t>開発案件の課題共有</a:t>
                      </a:r>
                      <a:endParaRPr kumimoji="1" lang="ja-JP" altLang="en-US" sz="900" b="0" i="0" kern="1200">
                        <a:solidFill>
                          <a:srgbClr val="000000"/>
                        </a:solidFill>
                        <a:effectLst/>
                        <a:latin typeface="+mn-ea"/>
                        <a:ea typeface="+mn-ea"/>
                        <a:cs typeface="+mn-cs"/>
                      </a:endParaRPr>
                    </a:p>
                  </a:txBody>
                  <a:tcPr marL="84298" marR="84298" marT="42149" marB="42149">
                    <a:lnL w="9525" cap="flat" cmpd="sng" algn="ctr">
                      <a:solidFill>
                        <a:schemeClr val="bg1">
                          <a:lumMod val="6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marR="0" lvl="0" indent="-171450" algn="l" defTabSz="843906" rtl="0" eaLnBrk="1" fontAlgn="base" latinLnBrk="0" hangingPunct="1">
                        <a:lnSpc>
                          <a:spcPts val="1200"/>
                        </a:lnSpc>
                        <a:spcBef>
                          <a:spcPts val="0"/>
                        </a:spcBef>
                        <a:spcAft>
                          <a:spcPts val="0"/>
                        </a:spcAft>
                        <a:buClrTx/>
                        <a:buSzTx/>
                        <a:buFont typeface="Arial" panose="020B0604020202020204" pitchFamily="34" charset="0"/>
                        <a:buChar char="•"/>
                        <a:tabLst/>
                        <a:defRPr/>
                      </a:pPr>
                      <a:r>
                        <a:rPr kumimoji="1" lang="ja-JP" altLang="en-US" sz="900" b="0" i="0" kern="1200">
                          <a:solidFill>
                            <a:srgbClr val="000000"/>
                          </a:solidFill>
                          <a:effectLst/>
                          <a:latin typeface="+mn-ea"/>
                          <a:ea typeface="+mn-ea"/>
                          <a:cs typeface="+mn-cs"/>
                        </a:rPr>
                        <a:t>ー</a:t>
                      </a:r>
                      <a:endParaRPr kumimoji="1" lang="en-US" altLang="ja-JP" sz="900" b="0" i="0" kern="1200">
                        <a:solidFill>
                          <a:srgbClr val="000000"/>
                        </a:solidFill>
                        <a:effectLst/>
                        <a:latin typeface="+mn-ea"/>
                        <a:ea typeface="+mn-ea"/>
                        <a:cs typeface="+mn-cs"/>
                      </a:endParaRPr>
                    </a:p>
                  </a:txBody>
                  <a:tcP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marR="0" lvl="0" indent="-171450" algn="l" defTabSz="843930" rtl="0" eaLnBrk="1" fontAlgn="base" latinLnBrk="0" hangingPunct="1">
                        <a:lnSpc>
                          <a:spcPts val="1200"/>
                        </a:lnSpc>
                        <a:spcBef>
                          <a:spcPts val="0"/>
                        </a:spcBef>
                        <a:spcAft>
                          <a:spcPts val="0"/>
                        </a:spcAft>
                        <a:buClrTx/>
                        <a:buSzTx/>
                        <a:buFont typeface="Arial" panose="020B0604020202020204" pitchFamily="34" charset="0"/>
                        <a:buChar char="•"/>
                        <a:tabLst/>
                        <a:defRPr/>
                      </a:pPr>
                      <a:r>
                        <a:rPr kumimoji="1" lang="en-US" altLang="ja-JP" sz="900" b="0" i="0" u="none" strike="noStrike" kern="0" cap="none" spc="0" normalizeH="0" baseline="0">
                          <a:ln>
                            <a:noFill/>
                          </a:ln>
                          <a:solidFill>
                            <a:schemeClr val="tx1"/>
                          </a:solidFill>
                          <a:effectLst/>
                          <a:uLnTx/>
                          <a:uFillTx/>
                          <a:latin typeface="+mn-ea"/>
                          <a:ea typeface="+mn-ea"/>
                          <a:cs typeface="+mn-cs"/>
                        </a:rPr>
                        <a:t>ー</a:t>
                      </a:r>
                      <a:endParaRPr kumimoji="1" lang="en-US" altLang="ja-JP" sz="900" b="0" i="0" kern="1200">
                        <a:solidFill>
                          <a:srgbClr val="000000"/>
                        </a:solidFill>
                        <a:effectLst/>
                        <a:latin typeface="+mn-ea"/>
                        <a:ea typeface="+mn-ea"/>
                        <a:cs typeface="+mn-cs"/>
                      </a:endParaRPr>
                    </a:p>
                  </a:txBody>
                  <a:tcPr marL="84298" marR="84298" marT="37938" marB="37938">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89851722"/>
                  </a:ext>
                </a:extLst>
              </a:tr>
              <a:tr h="172530">
                <a:tc>
                  <a:txBody>
                    <a:bodyPr/>
                    <a:lstStyle/>
                    <a:p>
                      <a:pPr algn="l" fontAlgn="base">
                        <a:lnSpc>
                          <a:spcPts val="1200"/>
                        </a:lnSpc>
                      </a:pPr>
                      <a:r>
                        <a:rPr lang="en-US" sz="900" b="0" i="0">
                          <a:solidFill>
                            <a:srgbClr val="000000"/>
                          </a:solidFill>
                          <a:effectLst/>
                          <a:latin typeface="+mn-ea"/>
                          <a:ea typeface="+mn-ea"/>
                        </a:rPr>
                        <a:t>3</a:t>
                      </a:r>
                    </a:p>
                  </a:txBody>
                  <a:tcPr marL="84298" marR="84298" marT="42149" marB="42149">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lang="ja-JP" altLang="en-US" sz="900" b="0" i="0" kern="1200">
                          <a:solidFill>
                            <a:srgbClr val="000000"/>
                          </a:solidFill>
                          <a:effectLst/>
                          <a:latin typeface="+mn-ea"/>
                          <a:ea typeface="+mn-ea"/>
                          <a:cs typeface="+mn-cs"/>
                        </a:rPr>
                        <a:t>既存</a:t>
                      </a:r>
                      <a:r>
                        <a:rPr lang="en-US" altLang="ja-JP" sz="900" b="0" i="0" kern="1200">
                          <a:solidFill>
                            <a:srgbClr val="000000"/>
                          </a:solidFill>
                          <a:effectLst/>
                          <a:latin typeface="+mn-ea"/>
                          <a:ea typeface="+mn-ea"/>
                          <a:cs typeface="+mn-cs"/>
                        </a:rPr>
                        <a:t>TODO</a:t>
                      </a:r>
                      <a:r>
                        <a:rPr lang="ja-JP" altLang="en-US" sz="900" b="0" i="0" kern="1200">
                          <a:solidFill>
                            <a:srgbClr val="000000"/>
                          </a:solidFill>
                          <a:effectLst/>
                          <a:latin typeface="+mn-ea"/>
                          <a:ea typeface="+mn-ea"/>
                          <a:cs typeface="+mn-cs"/>
                        </a:rPr>
                        <a:t>確認</a:t>
                      </a:r>
                      <a:endParaRPr kumimoji="1" lang="en-US" altLang="ja-JP">
                        <a:latin typeface="+mn-ea"/>
                        <a:ea typeface="+mn-ea"/>
                      </a:endParaRPr>
                    </a:p>
                  </a:txBody>
                  <a:tcPr marL="84298" marR="84298" marT="42149" marB="42149">
                    <a:lnL w="6350" cap="flat" cmpd="sng" algn="ctr">
                      <a:solidFill>
                        <a:schemeClr val="bg1">
                          <a:lumMod val="50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i="0" kern="1200">
                          <a:solidFill>
                            <a:srgbClr val="000000"/>
                          </a:solidFill>
                          <a:effectLst/>
                          <a:latin typeface="+mn-ea"/>
                          <a:ea typeface="+mn-ea"/>
                          <a:cs typeface="+mn-cs"/>
                        </a:rPr>
                        <a:t>既存</a:t>
                      </a:r>
                      <a:r>
                        <a:rPr kumimoji="1" lang="en-US" altLang="ja-JP" sz="900" b="0" i="0" kern="1200">
                          <a:solidFill>
                            <a:srgbClr val="000000"/>
                          </a:solidFill>
                          <a:effectLst/>
                          <a:latin typeface="+mn-ea"/>
                          <a:ea typeface="+mn-ea"/>
                          <a:cs typeface="+mn-cs"/>
                        </a:rPr>
                        <a:t>TODO</a:t>
                      </a:r>
                      <a:r>
                        <a:rPr kumimoji="1" lang="ja-JP" altLang="en-US" sz="900" b="0" i="0" kern="1200">
                          <a:solidFill>
                            <a:srgbClr val="000000"/>
                          </a:solidFill>
                          <a:effectLst/>
                          <a:latin typeface="+mn-ea"/>
                          <a:ea typeface="+mn-ea"/>
                          <a:cs typeface="+mn-cs"/>
                        </a:rPr>
                        <a:t>の状況確認・クローズ確認</a:t>
                      </a:r>
                    </a:p>
                  </a:txBody>
                  <a:tcPr marL="84298" marR="84298" marT="42149" marB="42149">
                    <a:lnL w="12700" cap="flat" cmpd="sng" algn="ctr">
                      <a:solidFill>
                        <a:schemeClr val="bg1">
                          <a:lumMod val="75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marR="0" lvl="0" indent="-171450" algn="l" defTabSz="843906" rtl="0" eaLnBrk="1" fontAlgn="base" latinLnBrk="0" hangingPunct="1">
                        <a:lnSpc>
                          <a:spcPts val="1200"/>
                        </a:lnSpc>
                        <a:spcBef>
                          <a:spcPts val="0"/>
                        </a:spcBef>
                        <a:spcAft>
                          <a:spcPts val="0"/>
                        </a:spcAft>
                        <a:buClrTx/>
                        <a:buSzTx/>
                        <a:buFont typeface="Arial" panose="020B0604020202020204" pitchFamily="34" charset="0"/>
                        <a:buChar char="•"/>
                        <a:tabLst/>
                        <a:defRPr/>
                      </a:pPr>
                      <a:r>
                        <a:rPr kumimoji="1" lang="ja-JP" altLang="en-US" sz="900" b="0" i="0" kern="1200">
                          <a:solidFill>
                            <a:srgbClr val="000000"/>
                          </a:solidFill>
                          <a:effectLst/>
                          <a:latin typeface="+mn-ea"/>
                          <a:ea typeface="+mn-ea"/>
                          <a:cs typeface="+mn-cs"/>
                        </a:rPr>
                        <a:t>ー</a:t>
                      </a:r>
                      <a:endParaRPr kumimoji="1" lang="en-US" altLang="ja-JP" sz="900" b="0" i="0" kern="1200">
                        <a:solidFill>
                          <a:srgbClr val="000000"/>
                        </a:solidFill>
                        <a:effectLst/>
                        <a:latin typeface="+mn-ea"/>
                        <a:ea typeface="+mn-ea"/>
                        <a:cs typeface="+mn-cs"/>
                      </a:endParaRPr>
                    </a:p>
                  </a:txBody>
                  <a:tcPr marL="84298" marR="84298" marT="37938" marB="37938">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marR="0" lvl="0" indent="-171450" algn="l" defTabSz="843930" rtl="0" eaLnBrk="1" fontAlgn="base" latinLnBrk="0" hangingPunct="1">
                        <a:lnSpc>
                          <a:spcPts val="1200"/>
                        </a:lnSpc>
                        <a:spcBef>
                          <a:spcPts val="0"/>
                        </a:spcBef>
                        <a:spcAft>
                          <a:spcPts val="0"/>
                        </a:spcAft>
                        <a:buClrTx/>
                        <a:buSzTx/>
                        <a:buFont typeface="Arial" panose="020B0604020202020204" pitchFamily="34" charset="0"/>
                        <a:buChar char="•"/>
                        <a:tabLst/>
                        <a:defRPr/>
                      </a:pPr>
                      <a:r>
                        <a:rPr kumimoji="1" lang="ja-JP" altLang="en-US" sz="900" b="0" i="0" kern="1200">
                          <a:solidFill>
                            <a:srgbClr val="000000"/>
                          </a:solidFill>
                          <a:effectLst/>
                          <a:latin typeface="+mn-ea"/>
                          <a:ea typeface="+mn-ea"/>
                          <a:cs typeface="+mn-cs"/>
                        </a:rPr>
                        <a:t>ー</a:t>
                      </a:r>
                      <a:endParaRPr kumimoji="1" lang="en-US" altLang="ja-JP" sz="900" b="0" i="0" kern="1200">
                        <a:solidFill>
                          <a:srgbClr val="000000"/>
                        </a:solidFill>
                        <a:effectLst/>
                        <a:latin typeface="+mn-ea"/>
                        <a:ea typeface="+mn-ea"/>
                        <a:cs typeface="+mn-cs"/>
                      </a:endParaRPr>
                    </a:p>
                  </a:txBody>
                  <a:tcPr marL="84298" marR="84298" marT="37938" marB="37938">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00170375"/>
                  </a:ext>
                </a:extLst>
              </a:tr>
              <a:tr h="172530">
                <a:tc>
                  <a:txBody>
                    <a:bodyPr/>
                    <a:lstStyle/>
                    <a:p>
                      <a:pPr algn="l" fontAlgn="base">
                        <a:lnSpc>
                          <a:spcPts val="1200"/>
                        </a:lnSpc>
                      </a:pPr>
                      <a:r>
                        <a:rPr lang="en-US" sz="900" b="0" i="0">
                          <a:solidFill>
                            <a:srgbClr val="000000"/>
                          </a:solidFill>
                          <a:effectLst/>
                          <a:latin typeface="+mn-ea"/>
                          <a:ea typeface="+mn-ea"/>
                        </a:rPr>
                        <a:t>4</a:t>
                      </a:r>
                    </a:p>
                  </a:txBody>
                  <a:tcPr marL="84298" marR="84298" marT="42149" marB="42149">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algn="l" defTabSz="843930" rtl="0" eaLnBrk="1" fontAlgn="base" latinLnBrk="0" hangingPunct="1">
                        <a:lnSpc>
                          <a:spcPts val="1200"/>
                        </a:lnSpc>
                      </a:pPr>
                      <a:r>
                        <a:rPr kumimoji="1" lang="ja-JP" altLang="en-US" sz="900" b="0" i="0" kern="1200">
                          <a:solidFill>
                            <a:srgbClr val="000000"/>
                          </a:solidFill>
                          <a:effectLst/>
                          <a:latin typeface="+mn-ea"/>
                          <a:ea typeface="+mn-ea"/>
                          <a:cs typeface="+mn-cs"/>
                        </a:rPr>
                        <a:t>ネクストアクション</a:t>
                      </a:r>
                    </a:p>
                  </a:txBody>
                  <a:tcPr marL="84298" marR="84298" marT="42149" marB="42149">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0" marR="0" lvl="0" indent="0" algn="l" defTabSz="843930" rtl="0" eaLnBrk="1" fontAlgn="base" latinLnBrk="0" hangingPunct="1">
                        <a:lnSpc>
                          <a:spcPts val="1200"/>
                        </a:lnSpc>
                        <a:spcBef>
                          <a:spcPts val="0"/>
                        </a:spcBef>
                        <a:spcAft>
                          <a:spcPts val="0"/>
                        </a:spcAft>
                        <a:buClrTx/>
                        <a:buSzTx/>
                        <a:buFontTx/>
                        <a:buNone/>
                        <a:tabLst/>
                        <a:defRPr/>
                      </a:pPr>
                      <a:r>
                        <a:rPr kumimoji="1" lang="ja-JP" altLang="en-US" sz="900" b="0" i="0" kern="1200">
                          <a:solidFill>
                            <a:srgbClr val="000000"/>
                          </a:solidFill>
                          <a:effectLst/>
                          <a:latin typeface="+mn-ea"/>
                          <a:ea typeface="+mn-ea"/>
                          <a:cs typeface="+mn-cs"/>
                        </a:rPr>
                        <a:t>ラップアップ</a:t>
                      </a:r>
                    </a:p>
                  </a:txBody>
                  <a:tcPr marL="84298" marR="84298" marT="42149" marB="42149">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marR="0" lvl="0" indent="-171450" algn="l" defTabSz="843930" rtl="0" eaLnBrk="1" fontAlgn="base" latinLnBrk="0" hangingPunct="1">
                        <a:lnSpc>
                          <a:spcPts val="1200"/>
                        </a:lnSpc>
                        <a:spcBef>
                          <a:spcPts val="0"/>
                        </a:spcBef>
                        <a:spcAft>
                          <a:spcPts val="0"/>
                        </a:spcAft>
                        <a:buClrTx/>
                        <a:buSzTx/>
                        <a:buFont typeface="Arial" panose="020B0604020202020204" pitchFamily="34" charset="0"/>
                        <a:buChar char="•"/>
                        <a:tabLst/>
                        <a:defRPr/>
                      </a:pPr>
                      <a:r>
                        <a:rPr kumimoji="1" lang="en-US" altLang="ja-JP" sz="900" b="0" i="0" kern="1200" dirty="0">
                          <a:solidFill>
                            <a:srgbClr val="000000"/>
                          </a:solidFill>
                          <a:effectLst/>
                          <a:latin typeface="+mn-ea"/>
                          <a:ea typeface="+mn-ea"/>
                          <a:cs typeface="+mn-cs"/>
                        </a:rPr>
                        <a:t>9</a:t>
                      </a:r>
                      <a:r>
                        <a:rPr kumimoji="1" lang="ja-JP" altLang="en-US" sz="900" b="0" i="0" kern="1200" dirty="0">
                          <a:solidFill>
                            <a:srgbClr val="000000"/>
                          </a:solidFill>
                          <a:effectLst/>
                          <a:latin typeface="+mn-ea"/>
                          <a:ea typeface="+mn-ea"/>
                          <a:cs typeface="+mn-cs"/>
                        </a:rPr>
                        <a:t>月の</a:t>
                      </a:r>
                      <a:r>
                        <a:rPr kumimoji="1" lang="en-US" altLang="ja-JP" sz="900" b="0" i="0" kern="1200" dirty="0">
                          <a:solidFill>
                            <a:srgbClr val="000000"/>
                          </a:solidFill>
                          <a:effectLst/>
                          <a:latin typeface="+mn-ea"/>
                          <a:ea typeface="+mn-ea"/>
                          <a:cs typeface="+mn-cs"/>
                        </a:rPr>
                        <a:t>ONS</a:t>
                      </a:r>
                      <a:r>
                        <a:rPr kumimoji="1" lang="ja-JP" altLang="en-US" sz="900" b="0" i="0" kern="1200" dirty="0">
                          <a:solidFill>
                            <a:srgbClr val="000000"/>
                          </a:solidFill>
                          <a:effectLst/>
                          <a:latin typeface="+mn-ea"/>
                          <a:ea typeface="+mn-ea"/>
                          <a:cs typeface="+mn-cs"/>
                        </a:rPr>
                        <a:t>問合せ状況月次報告（「三者定例打合せ資料</a:t>
                      </a:r>
                      <a:r>
                        <a:rPr kumimoji="1" lang="en-US" altLang="ja-JP" sz="900" b="0" i="0" kern="1200" dirty="0">
                          <a:solidFill>
                            <a:srgbClr val="000000"/>
                          </a:solidFill>
                          <a:effectLst/>
                          <a:latin typeface="+mn-ea"/>
                          <a:ea typeface="+mn-ea"/>
                          <a:cs typeface="+mn-cs"/>
                        </a:rPr>
                        <a:t>_</a:t>
                      </a:r>
                      <a:r>
                        <a:rPr lang="en-US" altLang="ja-JP" sz="900" b="0" i="0" kern="1200" dirty="0">
                          <a:solidFill>
                            <a:srgbClr val="000000"/>
                          </a:solidFill>
                          <a:effectLst/>
                          <a:latin typeface="+mn-ea"/>
                          <a:ea typeface="+mn-ea"/>
                          <a:cs typeface="+mn-cs"/>
                        </a:rPr>
                        <a:t>20261009</a:t>
                      </a:r>
                      <a:r>
                        <a:rPr kumimoji="1" lang="ja-JP" altLang="en-US" sz="900" b="0" i="0" kern="1200" dirty="0">
                          <a:solidFill>
                            <a:srgbClr val="000000"/>
                          </a:solidFill>
                          <a:effectLst/>
                          <a:latin typeface="+mn-ea"/>
                          <a:ea typeface="+mn-ea"/>
                          <a:cs typeface="+mn-cs"/>
                        </a:rPr>
                        <a:t>」のスライド</a:t>
                      </a:r>
                      <a:r>
                        <a:rPr kumimoji="1" lang="en-US" altLang="ja-JP" sz="900" b="0" i="0" kern="1200" dirty="0">
                          <a:solidFill>
                            <a:srgbClr val="000000"/>
                          </a:solidFill>
                          <a:effectLst/>
                          <a:latin typeface="+mn-ea"/>
                          <a:ea typeface="+mn-ea"/>
                          <a:cs typeface="+mn-cs"/>
                        </a:rPr>
                        <a:t>57</a:t>
                      </a:r>
                      <a:r>
                        <a:rPr lang="en-US" altLang="ja-JP" sz="900" b="0" i="0" kern="1200" dirty="0">
                          <a:solidFill>
                            <a:srgbClr val="000000"/>
                          </a:solidFill>
                          <a:effectLst/>
                          <a:latin typeface="+mn-ea"/>
                          <a:ea typeface="+mn-ea"/>
                          <a:cs typeface="+mn-cs"/>
                        </a:rPr>
                        <a:t>-72</a:t>
                      </a:r>
                      <a:r>
                        <a:rPr kumimoji="1" lang="ja-JP" altLang="en-US" sz="900" b="0" i="0" kern="1200" dirty="0">
                          <a:solidFill>
                            <a:srgbClr val="000000"/>
                          </a:solidFill>
                          <a:effectLst/>
                          <a:latin typeface="+mn-ea"/>
                          <a:ea typeface="+mn-ea"/>
                          <a:cs typeface="+mn-cs"/>
                        </a:rPr>
                        <a:t>）について、厚労省にて書面確認する。なお、厚労省からコメントがある場合は、厚労省</a:t>
                      </a:r>
                      <a:r>
                        <a:rPr kumimoji="1" lang="en-US" altLang="ja-JP" sz="900" b="0" i="0" kern="1200" dirty="0">
                          <a:solidFill>
                            <a:srgbClr val="000000"/>
                          </a:solidFill>
                          <a:effectLst/>
                          <a:latin typeface="+mn-ea"/>
                          <a:ea typeface="+mn-ea"/>
                          <a:cs typeface="+mn-cs"/>
                        </a:rPr>
                        <a:t>Teams</a:t>
                      </a:r>
                      <a:r>
                        <a:rPr kumimoji="1" lang="ja-JP" altLang="en-US" sz="900" b="0" i="0" kern="1200" dirty="0">
                          <a:solidFill>
                            <a:srgbClr val="000000"/>
                          </a:solidFill>
                          <a:effectLst/>
                          <a:latin typeface="+mn-ea"/>
                          <a:ea typeface="+mn-ea"/>
                          <a:cs typeface="+mn-cs"/>
                        </a:rPr>
                        <a:t>にて</a:t>
                      </a:r>
                      <a:r>
                        <a:rPr kumimoji="1" lang="en-US" altLang="ja-JP" sz="900" b="0" i="0" kern="1200" dirty="0">
                          <a:solidFill>
                            <a:srgbClr val="000000"/>
                          </a:solidFill>
                          <a:effectLst/>
                          <a:latin typeface="+mn-ea"/>
                          <a:ea typeface="+mn-ea"/>
                          <a:cs typeface="+mn-cs"/>
                        </a:rPr>
                        <a:t>DX</a:t>
                      </a:r>
                      <a:r>
                        <a:rPr kumimoji="1" lang="ja-JP" altLang="en-US" sz="900" b="0" i="0" kern="1200">
                          <a:solidFill>
                            <a:srgbClr val="000000"/>
                          </a:solidFill>
                          <a:effectLst/>
                          <a:latin typeface="+mn-ea"/>
                          <a:ea typeface="+mn-ea"/>
                          <a:cs typeface="+mn-cs"/>
                        </a:rPr>
                        <a:t>機構へ連携</a:t>
                      </a:r>
                      <a:r>
                        <a:rPr kumimoji="1" lang="ja-JP" altLang="en-US" sz="900" b="0" i="0" kern="1200" dirty="0">
                          <a:solidFill>
                            <a:srgbClr val="000000"/>
                          </a:solidFill>
                          <a:effectLst/>
                          <a:latin typeface="+mn-ea"/>
                          <a:ea typeface="+mn-ea"/>
                          <a:cs typeface="+mn-cs"/>
                        </a:rPr>
                        <a:t>する。</a:t>
                      </a:r>
                      <a:endParaRPr kumimoji="1" lang="en-US" altLang="ja-JP" sz="900" b="0" i="0" kern="1200" dirty="0">
                        <a:solidFill>
                          <a:srgbClr val="000000"/>
                        </a:solidFill>
                        <a:effectLst/>
                        <a:latin typeface="+mn-ea"/>
                        <a:ea typeface="+mn-ea"/>
                        <a:cs typeface="+mn-cs"/>
                      </a:endParaRPr>
                    </a:p>
                  </a:txBody>
                  <a:tcPr marL="84298" marR="84298" marT="37938" marB="37938">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marR="0" lvl="0" indent="-171450" algn="l" defTabSz="843930" rtl="0" eaLnBrk="1" fontAlgn="base" latinLnBrk="0" hangingPunct="1">
                        <a:lnSpc>
                          <a:spcPts val="1200"/>
                        </a:lnSpc>
                        <a:spcBef>
                          <a:spcPts val="0"/>
                        </a:spcBef>
                        <a:spcAft>
                          <a:spcPts val="0"/>
                        </a:spcAft>
                        <a:buClrTx/>
                        <a:buSzTx/>
                        <a:buFont typeface="Arial" panose="020B0604020202020204" pitchFamily="34" charset="0"/>
                        <a:buChar char="•"/>
                        <a:tabLst/>
                        <a:defRPr/>
                      </a:pPr>
                      <a:r>
                        <a:rPr kumimoji="1" lang="ja-JP" altLang="en-US" sz="900" b="0" i="0" kern="1200" dirty="0">
                          <a:solidFill>
                            <a:srgbClr val="000000"/>
                          </a:solidFill>
                          <a:effectLst/>
                          <a:latin typeface="+mn-ea"/>
                          <a:ea typeface="+mn-ea"/>
                          <a:cs typeface="+mn-cs"/>
                        </a:rPr>
                        <a:t>ー</a:t>
                      </a:r>
                      <a:endParaRPr kumimoji="1" lang="en-US" altLang="ja-JP" sz="900" b="0" i="0" kern="1200" dirty="0">
                        <a:solidFill>
                          <a:srgbClr val="000000"/>
                        </a:solidFill>
                        <a:effectLst/>
                        <a:latin typeface="+mn-ea"/>
                        <a:ea typeface="+mn-ea"/>
                        <a:cs typeface="+mn-cs"/>
                      </a:endParaRPr>
                    </a:p>
                  </a:txBody>
                  <a:tcPr marL="84298" marR="84298" marT="37938" marB="37938">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74163995"/>
                  </a:ext>
                </a:extLst>
              </a:tr>
            </a:tbl>
          </a:graphicData>
        </a:graphic>
      </p:graphicFrame>
    </p:spTree>
    <p:extLst>
      <p:ext uri="{BB962C8B-B14F-4D97-AF65-F5344CB8AC3E}">
        <p14:creationId xmlns:p14="http://schemas.microsoft.com/office/powerpoint/2010/main" val="249887438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DATE" val="2011/01/18 15:52:48"/>
  <p:tag name="STYLE" val="AcnSubjectTitle"/>
</p:tagLst>
</file>

<file path=ppt/tags/tag3.xml><?xml version="1.0" encoding="utf-8"?>
<p:tagLst xmlns:a="http://schemas.openxmlformats.org/drawingml/2006/main" xmlns:r="http://schemas.openxmlformats.org/officeDocument/2006/relationships" xmlns:p="http://schemas.openxmlformats.org/presentationml/2006/main">
  <p:tag name="DATE" val="2011/01/18 15:52:54"/>
  <p:tag name="STYLE" val="AcnUnitofMeasure"/>
</p:tagLst>
</file>

<file path=ppt/tags/tag4.xml><?xml version="1.0" encoding="utf-8"?>
<p:tagLst xmlns:a="http://schemas.openxmlformats.org/drawingml/2006/main" xmlns:r="http://schemas.openxmlformats.org/officeDocument/2006/relationships" xmlns:p="http://schemas.openxmlformats.org/presentationml/2006/main">
  <p:tag name="DATE" val="2011/01/18 15:55:34"/>
  <p:tag name="STYLE" val="AcnRoadmap"/>
</p:tagLst>
</file>

<file path=ppt/tags/tag5.xml><?xml version="1.0" encoding="utf-8"?>
<p:tagLst xmlns:a="http://schemas.openxmlformats.org/drawingml/2006/main" xmlns:r="http://schemas.openxmlformats.org/officeDocument/2006/relationships" xmlns:p="http://schemas.openxmlformats.org/presentationml/2006/main">
  <p:tag name="DATE" val="2011/01/18 15:55:37"/>
  <p:tag name="STYLE" val="AcnStamp"/>
</p:tagLst>
</file>

<file path=ppt/tags/tag6.xml><?xml version="1.0" encoding="utf-8"?>
<p:tagLst xmlns:a="http://schemas.openxmlformats.org/drawingml/2006/main" xmlns:r="http://schemas.openxmlformats.org/officeDocument/2006/relationships" xmlns:p="http://schemas.openxmlformats.org/presentationml/2006/main">
  <p:tag name="DATE" val="2011/01/18 15:55:37"/>
  <p:tag name="STYLE" val="AcnStpConnector"/>
</p:tagLst>
</file>

<file path=ppt/tags/tag7.xml><?xml version="1.0" encoding="utf-8"?>
<p:tagLst xmlns:a="http://schemas.openxmlformats.org/drawingml/2006/main" xmlns:r="http://schemas.openxmlformats.org/officeDocument/2006/relationships" xmlns:p="http://schemas.openxmlformats.org/presentationml/2006/main">
  <p:tag name="DATE" val="2011/01/18 15:55:37"/>
  <p:tag name="STYLE" val="AcnStpConnector"/>
</p:tagLst>
</file>

<file path=ppt/tags/tag8.xml><?xml version="1.0" encoding="utf-8"?>
<p:tagLst xmlns:a="http://schemas.openxmlformats.org/drawingml/2006/main" xmlns:r="http://schemas.openxmlformats.org/officeDocument/2006/relationships" xmlns:p="http://schemas.openxmlformats.org/presentationml/2006/main">
  <p:tag name="DATE" val="2011/01/18 15:59:16"/>
  <p:tag name="STYLE" val="AcnFootno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DATE" val="2025/09/10 16:00:42"/>
  <p:tag name="STYLE" val="AcnSubjectTitle"/>
</p:tagLst>
</file>

<file path=ppt/tags/tag12.xml><?xml version="1.0" encoding="utf-8"?>
<p:tagLst xmlns:a="http://schemas.openxmlformats.org/drawingml/2006/main" xmlns:r="http://schemas.openxmlformats.org/officeDocument/2006/relationships" xmlns:p="http://schemas.openxmlformats.org/presentationml/2006/main">
  <p:tag name="DATE" val="2025/09/10 16:00:42"/>
  <p:tag name="STYLE" val="AcnFootno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DATE" val="2025/09/10 16:00:42"/>
  <p:tag name="STYLE" val="AcnSubjectTitle"/>
</p:tagLst>
</file>

<file path=ppt/tags/tag17.xml><?xml version="1.0" encoding="utf-8"?>
<p:tagLst xmlns:a="http://schemas.openxmlformats.org/drawingml/2006/main" xmlns:r="http://schemas.openxmlformats.org/officeDocument/2006/relationships" xmlns:p="http://schemas.openxmlformats.org/presentationml/2006/main">
  <p:tag name="DATE" val="2025/09/10 16:00:42"/>
  <p:tag name="STYLE" val="AcnFootno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GzJTdxiWqVWLrJQb_wsg5w"/>
</p:tagLst>
</file>

<file path=ppt/tags/tag21.xml><?xml version="1.0" encoding="utf-8"?>
<p:tagLst xmlns:a="http://schemas.openxmlformats.org/drawingml/2006/main" xmlns:r="http://schemas.openxmlformats.org/officeDocument/2006/relationships" xmlns:p="http://schemas.openxmlformats.org/presentationml/2006/main">
  <p:tag name="COL" val="1"/>
  <p:tag name="ID" val="roadmap"/>
  <p:tag name="MONTH_LEVEL_HEADER" val="2026-04"/>
  <p:tag name="N_COUNT" val="4"/>
  <p:tag name="ROW" val="0"/>
</p:tagLst>
</file>

<file path=ppt/tags/tag22.xml><?xml version="1.0" encoding="utf-8"?>
<p:tagLst xmlns:a="http://schemas.openxmlformats.org/drawingml/2006/main" xmlns:r="http://schemas.openxmlformats.org/officeDocument/2006/relationships" xmlns:p="http://schemas.openxmlformats.org/presentationml/2006/main">
  <p:tag name="COL" val="5"/>
  <p:tag name="ID" val="roadmap"/>
  <p:tag name="MONTH_LEVEL_HEADER" val="2026-05"/>
  <p:tag name="N_COUNT" val="4"/>
  <p:tag name="ROW" val="0"/>
</p:tagLst>
</file>

<file path=ppt/tags/tag23.xml><?xml version="1.0" encoding="utf-8"?>
<p:tagLst xmlns:a="http://schemas.openxmlformats.org/drawingml/2006/main" xmlns:r="http://schemas.openxmlformats.org/officeDocument/2006/relationships" xmlns:p="http://schemas.openxmlformats.org/presentationml/2006/main">
  <p:tag name="COL" val="9"/>
  <p:tag name="ID" val="roadmap"/>
  <p:tag name="MONTH_LEVEL_HEADER" val="2026-06"/>
  <p:tag name="N_COUNT" val="5"/>
  <p:tag name="ROW" val="0"/>
</p:tagLst>
</file>

<file path=ppt/tags/tag24.xml><?xml version="1.0" encoding="utf-8"?>
<p:tagLst xmlns:a="http://schemas.openxmlformats.org/drawingml/2006/main" xmlns:r="http://schemas.openxmlformats.org/officeDocument/2006/relationships" xmlns:p="http://schemas.openxmlformats.org/presentationml/2006/main">
  <p:tag name="COL" val="14"/>
  <p:tag name="ID" val="roadmap"/>
  <p:tag name="MONTH_LEVEL_HEADER" val="2026-07"/>
  <p:tag name="N_COUNT" val="4"/>
  <p:tag name="ROW" val="0"/>
</p:tagLst>
</file>

<file path=ppt/tags/tag25.xml><?xml version="1.0" encoding="utf-8"?>
<p:tagLst xmlns:a="http://schemas.openxmlformats.org/drawingml/2006/main" xmlns:r="http://schemas.openxmlformats.org/officeDocument/2006/relationships" xmlns:p="http://schemas.openxmlformats.org/presentationml/2006/main">
  <p:tag name="COL" val="18"/>
  <p:tag name="ID" val="roadmap"/>
  <p:tag name="MONTH_LEVEL_HEADER" val="2026-08"/>
  <p:tag name="N_COUNT" val="5"/>
  <p:tag name="ROW" val="0"/>
</p:tagLst>
</file>

<file path=ppt/tags/tag26.xml><?xml version="1.0" encoding="utf-8"?>
<p:tagLst xmlns:a="http://schemas.openxmlformats.org/drawingml/2006/main" xmlns:r="http://schemas.openxmlformats.org/officeDocument/2006/relationships" xmlns:p="http://schemas.openxmlformats.org/presentationml/2006/main">
  <p:tag name="COL" val="23"/>
  <p:tag name="ID" val="roadmap"/>
  <p:tag name="MONTH_LEVEL_HEADER" val="2026-09"/>
  <p:tag name="N_COUNT" val="4"/>
  <p:tag name="ROW" val="0"/>
</p:tagLst>
</file>

<file path=ppt/tags/tag27.xml><?xml version="1.0" encoding="utf-8"?>
<p:tagLst xmlns:a="http://schemas.openxmlformats.org/drawingml/2006/main" xmlns:r="http://schemas.openxmlformats.org/officeDocument/2006/relationships" xmlns:p="http://schemas.openxmlformats.org/presentationml/2006/main">
  <p:tag name="COL" val="1"/>
  <p:tag name="ID" val="roadmap"/>
  <p:tag name="MIN_LEVEL_HEADER" val="2026-04-06"/>
  <p:tag name="N_COUNT" val="1"/>
  <p:tag name="ROW" val="1"/>
</p:tagLst>
</file>

<file path=ppt/tags/tag28.xml><?xml version="1.0" encoding="utf-8"?>
<p:tagLst xmlns:a="http://schemas.openxmlformats.org/drawingml/2006/main" xmlns:r="http://schemas.openxmlformats.org/officeDocument/2006/relationships" xmlns:p="http://schemas.openxmlformats.org/presentationml/2006/main">
  <p:tag name="COL" val="2"/>
  <p:tag name="ID" val="roadmap"/>
  <p:tag name="MIN_LEVEL_HEADER" val="2026-04-13"/>
  <p:tag name="N_COUNT" val="1"/>
  <p:tag name="ROW" val="1"/>
</p:tagLst>
</file>

<file path=ppt/tags/tag29.xml><?xml version="1.0" encoding="utf-8"?>
<p:tagLst xmlns:a="http://schemas.openxmlformats.org/drawingml/2006/main" xmlns:r="http://schemas.openxmlformats.org/officeDocument/2006/relationships" xmlns:p="http://schemas.openxmlformats.org/presentationml/2006/main">
  <p:tag name="COL" val="3"/>
  <p:tag name="ID" val="roadmap"/>
  <p:tag name="MIN_LEVEL_HEADER" val="2026-04-20"/>
  <p:tag name="N_COUNT" val="1"/>
  <p:tag name="ROW" val="1"/>
</p:tagLst>
</file>

<file path=ppt/tags/tag30.xml><?xml version="1.0" encoding="utf-8"?>
<p:tagLst xmlns:a="http://schemas.openxmlformats.org/drawingml/2006/main" xmlns:r="http://schemas.openxmlformats.org/officeDocument/2006/relationships" xmlns:p="http://schemas.openxmlformats.org/presentationml/2006/main">
  <p:tag name="COL" val="4"/>
  <p:tag name="ID" val="roadmap"/>
  <p:tag name="MIN_LEVEL_HEADER" val="2026-04-27"/>
  <p:tag name="N_COUNT" val="1"/>
  <p:tag name="ROW" val="1"/>
</p:tagLst>
</file>

<file path=ppt/tags/tag31.xml><?xml version="1.0" encoding="utf-8"?>
<p:tagLst xmlns:a="http://schemas.openxmlformats.org/drawingml/2006/main" xmlns:r="http://schemas.openxmlformats.org/officeDocument/2006/relationships" xmlns:p="http://schemas.openxmlformats.org/presentationml/2006/main">
  <p:tag name="COL" val="5"/>
  <p:tag name="ID" val="roadmap"/>
  <p:tag name="MIN_LEVEL_HEADER" val="2026-05-04"/>
  <p:tag name="N_COUNT" val="1"/>
  <p:tag name="ROW" val="1"/>
</p:tagLst>
</file>

<file path=ppt/tags/tag32.xml><?xml version="1.0" encoding="utf-8"?>
<p:tagLst xmlns:a="http://schemas.openxmlformats.org/drawingml/2006/main" xmlns:r="http://schemas.openxmlformats.org/officeDocument/2006/relationships" xmlns:p="http://schemas.openxmlformats.org/presentationml/2006/main">
  <p:tag name="COL" val="6"/>
  <p:tag name="ID" val="roadmap"/>
  <p:tag name="MIN_LEVEL_HEADER" val="2026-05-11"/>
  <p:tag name="N_COUNT" val="1"/>
  <p:tag name="ROW" val="1"/>
</p:tagLst>
</file>

<file path=ppt/tags/tag33.xml><?xml version="1.0" encoding="utf-8"?>
<p:tagLst xmlns:a="http://schemas.openxmlformats.org/drawingml/2006/main" xmlns:r="http://schemas.openxmlformats.org/officeDocument/2006/relationships" xmlns:p="http://schemas.openxmlformats.org/presentationml/2006/main">
  <p:tag name="COL" val="7"/>
  <p:tag name="ID" val="roadmap"/>
  <p:tag name="MIN_LEVEL_HEADER" val="2026-05-18"/>
  <p:tag name="N_COUNT" val="1"/>
  <p:tag name="ROW" val="1"/>
</p:tagLst>
</file>

<file path=ppt/tags/tag34.xml><?xml version="1.0" encoding="utf-8"?>
<p:tagLst xmlns:a="http://schemas.openxmlformats.org/drawingml/2006/main" xmlns:r="http://schemas.openxmlformats.org/officeDocument/2006/relationships" xmlns:p="http://schemas.openxmlformats.org/presentationml/2006/main">
  <p:tag name="COL" val="8"/>
  <p:tag name="ID" val="roadmap"/>
  <p:tag name="MIN_LEVEL_HEADER" val="2026-05-25"/>
  <p:tag name="N_COUNT" val="1"/>
  <p:tag name="ROW" val="1"/>
</p:tagLst>
</file>

<file path=ppt/tags/tag35.xml><?xml version="1.0" encoding="utf-8"?>
<p:tagLst xmlns:a="http://schemas.openxmlformats.org/drawingml/2006/main" xmlns:r="http://schemas.openxmlformats.org/officeDocument/2006/relationships" xmlns:p="http://schemas.openxmlformats.org/presentationml/2006/main">
  <p:tag name="COL" val="9"/>
  <p:tag name="ID" val="roadmap"/>
  <p:tag name="MIN_LEVEL_HEADER" val="2026-06-01"/>
  <p:tag name="N_COUNT" val="1"/>
  <p:tag name="ROW" val="1"/>
</p:tagLst>
</file>

<file path=ppt/tags/tag36.xml><?xml version="1.0" encoding="utf-8"?>
<p:tagLst xmlns:a="http://schemas.openxmlformats.org/drawingml/2006/main" xmlns:r="http://schemas.openxmlformats.org/officeDocument/2006/relationships" xmlns:p="http://schemas.openxmlformats.org/presentationml/2006/main">
  <p:tag name="COL" val="10"/>
  <p:tag name="ID" val="roadmap"/>
  <p:tag name="MIN_LEVEL_HEADER" val="2026-06-08"/>
  <p:tag name="N_COUNT" val="1"/>
  <p:tag name="ROW" val="1"/>
</p:tagLst>
</file>

<file path=ppt/tags/tag37.xml><?xml version="1.0" encoding="utf-8"?>
<p:tagLst xmlns:a="http://schemas.openxmlformats.org/drawingml/2006/main" xmlns:r="http://schemas.openxmlformats.org/officeDocument/2006/relationships" xmlns:p="http://schemas.openxmlformats.org/presentationml/2006/main">
  <p:tag name="COL" val="11"/>
  <p:tag name="ID" val="roadmap"/>
  <p:tag name="MIN_LEVEL_HEADER" val="2026-06-15"/>
  <p:tag name="N_COUNT" val="1"/>
  <p:tag name="ROW" val="1"/>
</p:tagLst>
</file>

<file path=ppt/tags/tag38.xml><?xml version="1.0" encoding="utf-8"?>
<p:tagLst xmlns:a="http://schemas.openxmlformats.org/drawingml/2006/main" xmlns:r="http://schemas.openxmlformats.org/officeDocument/2006/relationships" xmlns:p="http://schemas.openxmlformats.org/presentationml/2006/main">
  <p:tag name="COL" val="12"/>
  <p:tag name="ID" val="roadmap"/>
  <p:tag name="MIN_LEVEL_HEADER" val="2026-06-22"/>
  <p:tag name="N_COUNT" val="1"/>
  <p:tag name="ROW" val="1"/>
</p:tagLst>
</file>

<file path=ppt/tags/tag39.xml><?xml version="1.0" encoding="utf-8"?>
<p:tagLst xmlns:a="http://schemas.openxmlformats.org/drawingml/2006/main" xmlns:r="http://schemas.openxmlformats.org/officeDocument/2006/relationships" xmlns:p="http://schemas.openxmlformats.org/presentationml/2006/main">
  <p:tag name="COL" val="13"/>
  <p:tag name="ID" val="roadmap"/>
  <p:tag name="MIN_LEVEL_HEADER" val="2026-06-29"/>
  <p:tag name="N_COUNT" val="1"/>
  <p:tag name="ROW" val="1"/>
</p:tagLst>
</file>

<file path=ppt/tags/tag40.xml><?xml version="1.0" encoding="utf-8"?>
<p:tagLst xmlns:a="http://schemas.openxmlformats.org/drawingml/2006/main" xmlns:r="http://schemas.openxmlformats.org/officeDocument/2006/relationships" xmlns:p="http://schemas.openxmlformats.org/presentationml/2006/main">
  <p:tag name="COL" val="14"/>
  <p:tag name="ID" val="roadmap"/>
  <p:tag name="MIN_LEVEL_HEADER" val="2026-07-06"/>
  <p:tag name="N_COUNT" val="1"/>
  <p:tag name="ROW" val="1"/>
</p:tagLst>
</file>

<file path=ppt/tags/tag41.xml><?xml version="1.0" encoding="utf-8"?>
<p:tagLst xmlns:a="http://schemas.openxmlformats.org/drawingml/2006/main" xmlns:r="http://schemas.openxmlformats.org/officeDocument/2006/relationships" xmlns:p="http://schemas.openxmlformats.org/presentationml/2006/main">
  <p:tag name="COL" val="15"/>
  <p:tag name="ID" val="roadmap"/>
  <p:tag name="MIN_LEVEL_HEADER" val="2026-07-13"/>
  <p:tag name="N_COUNT" val="1"/>
  <p:tag name="ROW" val="1"/>
</p:tagLst>
</file>

<file path=ppt/tags/tag42.xml><?xml version="1.0" encoding="utf-8"?>
<p:tagLst xmlns:a="http://schemas.openxmlformats.org/drawingml/2006/main" xmlns:r="http://schemas.openxmlformats.org/officeDocument/2006/relationships" xmlns:p="http://schemas.openxmlformats.org/presentationml/2006/main">
  <p:tag name="COL" val="16"/>
  <p:tag name="ID" val="roadmap"/>
  <p:tag name="MIN_LEVEL_HEADER" val="2026-07-20"/>
  <p:tag name="N_COUNT" val="1"/>
  <p:tag name="ROW" val="1"/>
</p:tagLst>
</file>

<file path=ppt/tags/tag43.xml><?xml version="1.0" encoding="utf-8"?>
<p:tagLst xmlns:a="http://schemas.openxmlformats.org/drawingml/2006/main" xmlns:r="http://schemas.openxmlformats.org/officeDocument/2006/relationships" xmlns:p="http://schemas.openxmlformats.org/presentationml/2006/main">
  <p:tag name="COL" val="17"/>
  <p:tag name="ID" val="roadmap"/>
  <p:tag name="MIN_LEVEL_HEADER" val="2026-07-27"/>
  <p:tag name="N_COUNT" val="1"/>
  <p:tag name="ROW" val="1"/>
</p:tagLst>
</file>

<file path=ppt/tags/tag44.xml><?xml version="1.0" encoding="utf-8"?>
<p:tagLst xmlns:a="http://schemas.openxmlformats.org/drawingml/2006/main" xmlns:r="http://schemas.openxmlformats.org/officeDocument/2006/relationships" xmlns:p="http://schemas.openxmlformats.org/presentationml/2006/main">
  <p:tag name="COL" val="18"/>
  <p:tag name="ID" val="roadmap"/>
  <p:tag name="MIN_LEVEL_HEADER" val="2026-08-03"/>
  <p:tag name="N_COUNT" val="1"/>
  <p:tag name="ROW" val="1"/>
</p:tagLst>
</file>

<file path=ppt/tags/tag45.xml><?xml version="1.0" encoding="utf-8"?>
<p:tagLst xmlns:a="http://schemas.openxmlformats.org/drawingml/2006/main" xmlns:r="http://schemas.openxmlformats.org/officeDocument/2006/relationships" xmlns:p="http://schemas.openxmlformats.org/presentationml/2006/main">
  <p:tag name="COL" val="19"/>
  <p:tag name="ID" val="roadmap"/>
  <p:tag name="MIN_LEVEL_HEADER" val="2026-08-10"/>
  <p:tag name="N_COUNT" val="1"/>
  <p:tag name="ROW" val="1"/>
</p:tagLst>
</file>

<file path=ppt/tags/tag46.xml><?xml version="1.0" encoding="utf-8"?>
<p:tagLst xmlns:a="http://schemas.openxmlformats.org/drawingml/2006/main" xmlns:r="http://schemas.openxmlformats.org/officeDocument/2006/relationships" xmlns:p="http://schemas.openxmlformats.org/presentationml/2006/main">
  <p:tag name="COL" val="20"/>
  <p:tag name="ID" val="roadmap"/>
  <p:tag name="MIN_LEVEL_HEADER" val="2026-08-17"/>
  <p:tag name="N_COUNT" val="1"/>
  <p:tag name="ROW" val="1"/>
</p:tagLst>
</file>

<file path=ppt/tags/tag47.xml><?xml version="1.0" encoding="utf-8"?>
<p:tagLst xmlns:a="http://schemas.openxmlformats.org/drawingml/2006/main" xmlns:r="http://schemas.openxmlformats.org/officeDocument/2006/relationships" xmlns:p="http://schemas.openxmlformats.org/presentationml/2006/main">
  <p:tag name="COL" val="21"/>
  <p:tag name="ID" val="roadmap"/>
  <p:tag name="MIN_LEVEL_HEADER" val="2026-08-24"/>
  <p:tag name="N_COUNT" val="1"/>
  <p:tag name="ROW" val="1"/>
</p:tagLst>
</file>

<file path=ppt/tags/tag48.xml><?xml version="1.0" encoding="utf-8"?>
<p:tagLst xmlns:a="http://schemas.openxmlformats.org/drawingml/2006/main" xmlns:r="http://schemas.openxmlformats.org/officeDocument/2006/relationships" xmlns:p="http://schemas.openxmlformats.org/presentationml/2006/main">
  <p:tag name="COL" val="22"/>
  <p:tag name="ID" val="roadmap"/>
  <p:tag name="MIN_LEVEL_HEADER" val="2026-08-31"/>
  <p:tag name="N_COUNT" val="1"/>
  <p:tag name="ROW" val="1"/>
</p:tagLst>
</file>

<file path=ppt/tags/tag49.xml><?xml version="1.0" encoding="utf-8"?>
<p:tagLst xmlns:a="http://schemas.openxmlformats.org/drawingml/2006/main" xmlns:r="http://schemas.openxmlformats.org/officeDocument/2006/relationships" xmlns:p="http://schemas.openxmlformats.org/presentationml/2006/main">
  <p:tag name="COL" val="23"/>
  <p:tag name="ID" val="roadmap"/>
  <p:tag name="MIN_LEVEL_HEADER" val="2026-09-07"/>
  <p:tag name="N_COUNT" val="1"/>
  <p:tag name="ROW" val="1"/>
</p:tagLst>
</file>

<file path=ppt/tags/tag50.xml><?xml version="1.0" encoding="utf-8"?>
<p:tagLst xmlns:a="http://schemas.openxmlformats.org/drawingml/2006/main" xmlns:r="http://schemas.openxmlformats.org/officeDocument/2006/relationships" xmlns:p="http://schemas.openxmlformats.org/presentationml/2006/main">
  <p:tag name="COL" val="24"/>
  <p:tag name="ID" val="roadmap"/>
  <p:tag name="MIN_LEVEL_HEADER" val="2026-09-14"/>
  <p:tag name="N_COUNT" val="1"/>
  <p:tag name="ROW" val="1"/>
</p:tagLst>
</file>

<file path=ppt/tags/tag51.xml><?xml version="1.0" encoding="utf-8"?>
<p:tagLst xmlns:a="http://schemas.openxmlformats.org/drawingml/2006/main" xmlns:r="http://schemas.openxmlformats.org/officeDocument/2006/relationships" xmlns:p="http://schemas.openxmlformats.org/presentationml/2006/main">
  <p:tag name="COL" val="25"/>
  <p:tag name="ID" val="roadmap"/>
  <p:tag name="MIN_LEVEL_HEADER" val="2026-09-21"/>
  <p:tag name="N_COUNT" val="1"/>
  <p:tag name="ROW" val="1"/>
</p:tagLst>
</file>

<file path=ppt/tags/tag52.xml><?xml version="1.0" encoding="utf-8"?>
<p:tagLst xmlns:a="http://schemas.openxmlformats.org/drawingml/2006/main" xmlns:r="http://schemas.openxmlformats.org/officeDocument/2006/relationships" xmlns:p="http://schemas.openxmlformats.org/presentationml/2006/main">
  <p:tag name="COL" val="26"/>
  <p:tag name="ID" val="roadmap"/>
  <p:tag name="MIN_LEVEL_HEADER" val="2026-09-28"/>
  <p:tag name="N_COUNT" val="1"/>
  <p:tag name="ROW" val="1"/>
</p:tagLst>
</file>

<file path=ppt/tags/tag53.xml><?xml version="1.0" encoding="utf-8"?>
<p:tagLst xmlns:a="http://schemas.openxmlformats.org/drawingml/2006/main" xmlns:r="http://schemas.openxmlformats.org/officeDocument/2006/relationships" xmlns:p="http://schemas.openxmlformats.org/presentationml/2006/main">
  <p:tag name="COL" val="23"/>
  <p:tag name="ID" val="roadmap"/>
  <p:tag name="MONTH_LEVEL_HEADER" val="2026-09"/>
  <p:tag name="N_COUNT" val="4"/>
  <p:tag name="ROW" val="0"/>
</p:tagLst>
</file>

<file path=ppt/tags/tag54.xml><?xml version="1.0" encoding="utf-8"?>
<p:tagLst xmlns:a="http://schemas.openxmlformats.org/drawingml/2006/main" xmlns:r="http://schemas.openxmlformats.org/officeDocument/2006/relationships" xmlns:p="http://schemas.openxmlformats.org/presentationml/2006/main">
  <p:tag name="COL" val="23"/>
  <p:tag name="ID" val="roadmap"/>
  <p:tag name="MIN_LEVEL_HEADER" val="2026-09-07"/>
  <p:tag name="N_COUNT" val="1"/>
  <p:tag name="ROW" val="1"/>
</p:tagLst>
</file>

<file path=ppt/tags/tag55.xml><?xml version="1.0" encoding="utf-8"?>
<p:tagLst xmlns:a="http://schemas.openxmlformats.org/drawingml/2006/main" xmlns:r="http://schemas.openxmlformats.org/officeDocument/2006/relationships" xmlns:p="http://schemas.openxmlformats.org/presentationml/2006/main">
  <p:tag name="COL" val="24"/>
  <p:tag name="ID" val="roadmap"/>
  <p:tag name="MIN_LEVEL_HEADER" val="2026-09-14"/>
  <p:tag name="N_COUNT" val="1"/>
  <p:tag name="ROW" val="1"/>
</p:tagLst>
</file>

<file path=ppt/tags/tag56.xml><?xml version="1.0" encoding="utf-8"?>
<p:tagLst xmlns:a="http://schemas.openxmlformats.org/drawingml/2006/main" xmlns:r="http://schemas.openxmlformats.org/officeDocument/2006/relationships" xmlns:p="http://schemas.openxmlformats.org/presentationml/2006/main">
  <p:tag name="COL" val="25"/>
  <p:tag name="ID" val="roadmap"/>
  <p:tag name="MIN_LEVEL_HEADER" val="2026-09-21"/>
  <p:tag name="N_COUNT" val="1"/>
  <p:tag name="ROW" val="1"/>
</p:tagLst>
</file>

<file path=ppt/tags/tag57.xml><?xml version="1.0" encoding="utf-8"?>
<p:tagLst xmlns:a="http://schemas.openxmlformats.org/drawingml/2006/main" xmlns:r="http://schemas.openxmlformats.org/officeDocument/2006/relationships" xmlns:p="http://schemas.openxmlformats.org/presentationml/2006/main">
  <p:tag name="COL" val="26"/>
  <p:tag name="ID" val="roadmap"/>
  <p:tag name="MIN_LEVEL_HEADER" val="2026-09-28"/>
  <p:tag name="N_COUNT" val="1"/>
  <p:tag name="ROW" val="1"/>
</p:tagLst>
</file>

<file path=ppt/tags/tag58.xml><?xml version="1.0" encoding="utf-8"?>
<p:tagLst xmlns:a="http://schemas.openxmlformats.org/drawingml/2006/main" xmlns:r="http://schemas.openxmlformats.org/officeDocument/2006/relationships" xmlns:p="http://schemas.openxmlformats.org/presentationml/2006/main">
  <p:tag name="COL" val="23"/>
  <p:tag name="ID" val="roadmap"/>
  <p:tag name="MONTH_LEVEL_HEADER" val="2026-09"/>
  <p:tag name="N_COUNT" val="4"/>
  <p:tag name="ROW" val="0"/>
</p:tagLst>
</file>

<file path=ppt/tags/tag59.xml><?xml version="1.0" encoding="utf-8"?>
<p:tagLst xmlns:a="http://schemas.openxmlformats.org/drawingml/2006/main" xmlns:r="http://schemas.openxmlformats.org/officeDocument/2006/relationships" xmlns:p="http://schemas.openxmlformats.org/presentationml/2006/main">
  <p:tag name="COL" val="23"/>
  <p:tag name="ID" val="roadmap"/>
  <p:tag name="MIN_LEVEL_HEADER" val="2026-09-07"/>
  <p:tag name="N_COUNT" val="1"/>
  <p:tag name="ROW" val="1"/>
</p:tagLst>
</file>

<file path=ppt/tags/tag60.xml><?xml version="1.0" encoding="utf-8"?>
<p:tagLst xmlns:a="http://schemas.openxmlformats.org/drawingml/2006/main" xmlns:r="http://schemas.openxmlformats.org/officeDocument/2006/relationships" xmlns:p="http://schemas.openxmlformats.org/presentationml/2006/main">
  <p:tag name="COL" val="24"/>
  <p:tag name="ID" val="roadmap"/>
  <p:tag name="MIN_LEVEL_HEADER" val="2026-09-14"/>
  <p:tag name="N_COUNT" val="1"/>
  <p:tag name="ROW" val="1"/>
</p:tagLst>
</file>

<file path=ppt/tags/tag61.xml><?xml version="1.0" encoding="utf-8"?>
<p:tagLst xmlns:a="http://schemas.openxmlformats.org/drawingml/2006/main" xmlns:r="http://schemas.openxmlformats.org/officeDocument/2006/relationships" xmlns:p="http://schemas.openxmlformats.org/presentationml/2006/main">
  <p:tag name="COL" val="25"/>
  <p:tag name="ID" val="roadmap"/>
  <p:tag name="MIN_LEVEL_HEADER" val="2026-09-21"/>
  <p:tag name="N_COUNT" val="1"/>
  <p:tag name="ROW" val="1"/>
</p:tagLst>
</file>

<file path=ppt/tags/tag62.xml><?xml version="1.0" encoding="utf-8"?>
<p:tagLst xmlns:a="http://schemas.openxmlformats.org/drawingml/2006/main" xmlns:r="http://schemas.openxmlformats.org/officeDocument/2006/relationships" xmlns:p="http://schemas.openxmlformats.org/presentationml/2006/main">
  <p:tag name="COL" val="26"/>
  <p:tag name="ID" val="roadmap"/>
  <p:tag name="MIN_LEVEL_HEADER" val="2026-09-28"/>
  <p:tag name="N_COUNT" val="1"/>
  <p:tag name="ROW" val="1"/>
</p:tagLst>
</file>

<file path=ppt/tags/tag63.xml><?xml version="1.0" encoding="utf-8"?>
<p:tagLst xmlns:a="http://schemas.openxmlformats.org/drawingml/2006/main" xmlns:r="http://schemas.openxmlformats.org/officeDocument/2006/relationships" xmlns:p="http://schemas.openxmlformats.org/presentationml/2006/main">
  <p:tag name="COL" val="26"/>
  <p:tag name="ID" val="roadmap"/>
  <p:tag name="MIN_LEVEL_HEADER" val="2026-09-28"/>
  <p:tag name="N_COUNT" val="1"/>
  <p:tag name="ROW" val="1"/>
</p:tagLst>
</file>

<file path=ppt/tags/tag64.xml><?xml version="1.0" encoding="utf-8"?>
<p:tagLst xmlns:a="http://schemas.openxmlformats.org/drawingml/2006/main" xmlns:r="http://schemas.openxmlformats.org/officeDocument/2006/relationships" xmlns:p="http://schemas.openxmlformats.org/presentationml/2006/main">
  <p:tag name="COL" val="23"/>
  <p:tag name="ID" val="roadmap"/>
  <p:tag name="MONTH_LEVEL_HEADER" val="2026-09"/>
  <p:tag name="N_COUNT" val="4"/>
  <p:tag name="ROW" val="0"/>
</p:tagLst>
</file>

<file path=ppt/tags/tag65.xml><?xml version="1.0" encoding="utf-8"?>
<p:tagLst xmlns:a="http://schemas.openxmlformats.org/drawingml/2006/main" xmlns:r="http://schemas.openxmlformats.org/officeDocument/2006/relationships" xmlns:p="http://schemas.openxmlformats.org/presentationml/2006/main">
  <p:tag name="COL" val="23"/>
  <p:tag name="ID" val="roadmap"/>
  <p:tag name="MIN_LEVEL_HEADER" val="2026-09-07"/>
  <p:tag name="N_COUNT" val="1"/>
  <p:tag name="ROW" val="1"/>
</p:tagLst>
</file>

<file path=ppt/tags/tag66.xml><?xml version="1.0" encoding="utf-8"?>
<p:tagLst xmlns:a="http://schemas.openxmlformats.org/drawingml/2006/main" xmlns:r="http://schemas.openxmlformats.org/officeDocument/2006/relationships" xmlns:p="http://schemas.openxmlformats.org/presentationml/2006/main">
  <p:tag name="COL" val="24"/>
  <p:tag name="ID" val="roadmap"/>
  <p:tag name="MIN_LEVEL_HEADER" val="2026-09-14"/>
  <p:tag name="N_COUNT" val="1"/>
  <p:tag name="ROW" val="1"/>
</p:tagLst>
</file>

<file path=ppt/tags/tag67.xml><?xml version="1.0" encoding="utf-8"?>
<p:tagLst xmlns:a="http://schemas.openxmlformats.org/drawingml/2006/main" xmlns:r="http://schemas.openxmlformats.org/officeDocument/2006/relationships" xmlns:p="http://schemas.openxmlformats.org/presentationml/2006/main">
  <p:tag name="COL" val="25"/>
  <p:tag name="ID" val="roadmap"/>
  <p:tag name="MIN_LEVEL_HEADER" val="2026-09-21"/>
  <p:tag name="N_COUNT" val="1"/>
  <p:tag name="ROW" val="1"/>
</p:tagLst>
</file>

<file path=ppt/tags/tag68.xml><?xml version="1.0" encoding="utf-8"?>
<p:tagLst xmlns:a="http://schemas.openxmlformats.org/drawingml/2006/main" xmlns:r="http://schemas.openxmlformats.org/officeDocument/2006/relationships" xmlns:p="http://schemas.openxmlformats.org/presentationml/2006/main">
  <p:tag name="COL" val="26"/>
  <p:tag name="ID" val="roadmap"/>
  <p:tag name="MIN_LEVEL_HEADER" val="2026-09-28"/>
  <p:tag name="N_COUNT" val="1"/>
  <p:tag name="ROW" val="1"/>
</p:tagLst>
</file>

<file path=ppt/tags/tag69.xml><?xml version="1.0" encoding="utf-8"?>
<p:tagLst xmlns:a="http://schemas.openxmlformats.org/drawingml/2006/main" xmlns:r="http://schemas.openxmlformats.org/officeDocument/2006/relationships" xmlns:p="http://schemas.openxmlformats.org/presentationml/2006/main">
  <p:tag name="COL" val="23"/>
  <p:tag name="ID" val="roadmap"/>
  <p:tag name="MONTH_LEVEL_HEADER" val="2026-09"/>
  <p:tag name="N_COUNT" val="4"/>
  <p:tag name="ROW" val="0"/>
</p:tagLst>
</file>

<file path=ppt/tags/tag70.xml><?xml version="1.0" encoding="utf-8"?>
<p:tagLst xmlns:a="http://schemas.openxmlformats.org/drawingml/2006/main" xmlns:r="http://schemas.openxmlformats.org/officeDocument/2006/relationships" xmlns:p="http://schemas.openxmlformats.org/presentationml/2006/main">
  <p:tag name="COL" val="23"/>
  <p:tag name="ID" val="roadmap"/>
  <p:tag name="MIN_LEVEL_HEADER" val="2026-09-07"/>
  <p:tag name="N_COUNT" val="1"/>
  <p:tag name="ROW" val="1"/>
</p:tagLst>
</file>

<file path=ppt/tags/tag71.xml><?xml version="1.0" encoding="utf-8"?>
<p:tagLst xmlns:a="http://schemas.openxmlformats.org/drawingml/2006/main" xmlns:r="http://schemas.openxmlformats.org/officeDocument/2006/relationships" xmlns:p="http://schemas.openxmlformats.org/presentationml/2006/main">
  <p:tag name="COL" val="24"/>
  <p:tag name="ID" val="roadmap"/>
  <p:tag name="MIN_LEVEL_HEADER" val="2026-09-14"/>
  <p:tag name="N_COUNT" val="1"/>
  <p:tag name="ROW" val="1"/>
</p:tagLst>
</file>

<file path=ppt/tags/tag72.xml><?xml version="1.0" encoding="utf-8"?>
<p:tagLst xmlns:a="http://schemas.openxmlformats.org/drawingml/2006/main" xmlns:r="http://schemas.openxmlformats.org/officeDocument/2006/relationships" xmlns:p="http://schemas.openxmlformats.org/presentationml/2006/main">
  <p:tag name="COL" val="25"/>
  <p:tag name="ID" val="roadmap"/>
  <p:tag name="MIN_LEVEL_HEADER" val="2026-09-21"/>
  <p:tag name="N_COUNT" val="1"/>
  <p:tag name="ROW" val="1"/>
</p:tagLst>
</file>

<file path=ppt/tags/tag73.xml><?xml version="1.0" encoding="utf-8"?>
<p:tagLst xmlns:a="http://schemas.openxmlformats.org/drawingml/2006/main" xmlns:r="http://schemas.openxmlformats.org/officeDocument/2006/relationships" xmlns:p="http://schemas.openxmlformats.org/presentationml/2006/main">
  <p:tag name="COL" val="26"/>
  <p:tag name="ID" val="roadmap"/>
  <p:tag name="MIN_LEVEL_HEADER" val="2026-09-28"/>
  <p:tag name="N_COUNT" val="1"/>
  <p:tag name="ROW" val="1"/>
</p:tagLst>
</file>

<file path=ppt/tags/tag74.xml><?xml version="1.0" encoding="utf-8"?>
<p:tagLst xmlns:a="http://schemas.openxmlformats.org/drawingml/2006/main" xmlns:r="http://schemas.openxmlformats.org/officeDocument/2006/relationships" xmlns:p="http://schemas.openxmlformats.org/presentationml/2006/main">
  <p:tag name="COL" val="23"/>
  <p:tag name="ID" val="roadmap"/>
  <p:tag name="MONTH_LEVEL_HEADER" val="2026-09"/>
  <p:tag name="N_COUNT" val="4"/>
  <p:tag name="ROW" val="0"/>
</p:tagLst>
</file>

<file path=ppt/tags/tag75.xml><?xml version="1.0" encoding="utf-8"?>
<p:tagLst xmlns:a="http://schemas.openxmlformats.org/drawingml/2006/main" xmlns:r="http://schemas.openxmlformats.org/officeDocument/2006/relationships" xmlns:p="http://schemas.openxmlformats.org/presentationml/2006/main">
  <p:tag name="COL" val="23"/>
  <p:tag name="ID" val="roadmap"/>
  <p:tag name="MIN_LEVEL_HEADER" val="2026-09-07"/>
  <p:tag name="N_COUNT" val="1"/>
  <p:tag name="ROW" val="1"/>
</p:tagLst>
</file>

<file path=ppt/tags/tag76.xml><?xml version="1.0" encoding="utf-8"?>
<p:tagLst xmlns:a="http://schemas.openxmlformats.org/drawingml/2006/main" xmlns:r="http://schemas.openxmlformats.org/officeDocument/2006/relationships" xmlns:p="http://schemas.openxmlformats.org/presentationml/2006/main">
  <p:tag name="COL" val="24"/>
  <p:tag name="ID" val="roadmap"/>
  <p:tag name="MIN_LEVEL_HEADER" val="2026-09-14"/>
  <p:tag name="N_COUNT" val="1"/>
  <p:tag name="ROW" val="1"/>
</p:tagLst>
</file>

<file path=ppt/tags/tag77.xml><?xml version="1.0" encoding="utf-8"?>
<p:tagLst xmlns:a="http://schemas.openxmlformats.org/drawingml/2006/main" xmlns:r="http://schemas.openxmlformats.org/officeDocument/2006/relationships" xmlns:p="http://schemas.openxmlformats.org/presentationml/2006/main">
  <p:tag name="COL" val="25"/>
  <p:tag name="ID" val="roadmap"/>
  <p:tag name="MIN_LEVEL_HEADER" val="2026-09-21"/>
  <p:tag name="N_COUNT" val="1"/>
  <p:tag name="ROW" val="1"/>
</p:tagLst>
</file>

<file path=ppt/tags/tag78.xml><?xml version="1.0" encoding="utf-8"?>
<p:tagLst xmlns:a="http://schemas.openxmlformats.org/drawingml/2006/main" xmlns:r="http://schemas.openxmlformats.org/officeDocument/2006/relationships" xmlns:p="http://schemas.openxmlformats.org/presentationml/2006/main">
  <p:tag name="COL" val="26"/>
  <p:tag name="ID" val="roadmap"/>
  <p:tag name="MIN_LEVEL_HEADER" val="2026-09-28"/>
  <p:tag name="N_COUNT" val="1"/>
  <p:tag name="ROW" val="1"/>
</p:tagLst>
</file>

<file path=ppt/tags/tag79.xml><?xml version="1.0" encoding="utf-8"?>
<p:tagLst xmlns:a="http://schemas.openxmlformats.org/drawingml/2006/main" xmlns:r="http://schemas.openxmlformats.org/officeDocument/2006/relationships" xmlns:p="http://schemas.openxmlformats.org/presentationml/2006/main">
  <p:tag name="COL" val="23"/>
  <p:tag name="ID" val="roadmap"/>
  <p:tag name="MONTH_LEVEL_HEADER" val="2026-09"/>
  <p:tag name="N_COUNT" val="4"/>
  <p:tag name="ROW" val="0"/>
</p:tagLst>
</file>

<file path=ppt/tags/tag80.xml><?xml version="1.0" encoding="utf-8"?>
<p:tagLst xmlns:a="http://schemas.openxmlformats.org/drawingml/2006/main" xmlns:r="http://schemas.openxmlformats.org/officeDocument/2006/relationships" xmlns:p="http://schemas.openxmlformats.org/presentationml/2006/main">
  <p:tag name="COL" val="23"/>
  <p:tag name="ID" val="roadmap"/>
  <p:tag name="MIN_LEVEL_HEADER" val="2026-09-07"/>
  <p:tag name="N_COUNT" val="1"/>
  <p:tag name="ROW" val="1"/>
</p:tagLst>
</file>

<file path=ppt/tags/tag81.xml><?xml version="1.0" encoding="utf-8"?>
<p:tagLst xmlns:a="http://schemas.openxmlformats.org/drawingml/2006/main" xmlns:r="http://schemas.openxmlformats.org/officeDocument/2006/relationships" xmlns:p="http://schemas.openxmlformats.org/presentationml/2006/main">
  <p:tag name="COL" val="24"/>
  <p:tag name="ID" val="roadmap"/>
  <p:tag name="MIN_LEVEL_HEADER" val="2026-09-14"/>
  <p:tag name="N_COUNT" val="1"/>
  <p:tag name="ROW" val="1"/>
</p:tagLst>
</file>

<file path=ppt/tags/tag82.xml><?xml version="1.0" encoding="utf-8"?>
<p:tagLst xmlns:a="http://schemas.openxmlformats.org/drawingml/2006/main" xmlns:r="http://schemas.openxmlformats.org/officeDocument/2006/relationships" xmlns:p="http://schemas.openxmlformats.org/presentationml/2006/main">
  <p:tag name="COL" val="25"/>
  <p:tag name="ID" val="roadmap"/>
  <p:tag name="MIN_LEVEL_HEADER" val="2026-09-21"/>
  <p:tag name="N_COUNT" val="1"/>
  <p:tag name="ROW" val="1"/>
</p:tagLst>
</file>

<file path=ppt/tags/tag83.xml><?xml version="1.0" encoding="utf-8"?>
<p:tagLst xmlns:a="http://schemas.openxmlformats.org/drawingml/2006/main" xmlns:r="http://schemas.openxmlformats.org/officeDocument/2006/relationships" xmlns:p="http://schemas.openxmlformats.org/presentationml/2006/main">
  <p:tag name="COL" val="26"/>
  <p:tag name="ID" val="roadmap"/>
  <p:tag name="MIN_LEVEL_HEADER" val="2026-09-28"/>
  <p:tag name="N_COUNT" val="1"/>
  <p:tag name="ROW" val="1"/>
</p:tagLst>
</file>

<file path=ppt/tags/tag84.xml><?xml version="1.0" encoding="utf-8"?>
<p:tagLst xmlns:a="http://schemas.openxmlformats.org/drawingml/2006/main" xmlns:r="http://schemas.openxmlformats.org/officeDocument/2006/relationships" xmlns:p="http://schemas.openxmlformats.org/presentationml/2006/main">
  <p:tag name="COL" val="26"/>
  <p:tag name="ID" val="roadmap"/>
  <p:tag name="MIN_LEVEL_HEADER" val="2026-09-28"/>
  <p:tag name="N_COUNT" val="1"/>
  <p:tag name="ROW" val="1"/>
</p:tagLst>
</file>

<file path=ppt/tags/tag85.xml><?xml version="1.0" encoding="utf-8"?>
<p:tagLst xmlns:a="http://schemas.openxmlformats.org/drawingml/2006/main" xmlns:r="http://schemas.openxmlformats.org/officeDocument/2006/relationships" xmlns:p="http://schemas.openxmlformats.org/presentationml/2006/main">
  <p:tag name="ID" val="roadmap"/>
  <p:tag name="MILESTONE_SECTION" val="milestone_section"/>
  <p:tag name="MILESTONE_SECTION_NAME" val="マイルストーン"/>
</p:tagLst>
</file>

<file path=ppt/tags/tag86.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0"/>
  <p:tag name="SECTION" val="section"/>
  <p:tag name="TITLE" val="主なドキュメント公開"/>
</p:tagLst>
</file>

<file path=ppt/tags/tag87.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88.xml><?xml version="1.0" encoding="utf-8"?>
<p:tagLst xmlns:a="http://schemas.openxmlformats.org/drawingml/2006/main" xmlns:r="http://schemas.openxmlformats.org/officeDocument/2006/relationships" xmlns:p="http://schemas.openxmlformats.org/presentationml/2006/main">
  <p:tag name="CALENDAR_INFO" val="calendar_info"/>
  <p:tag name="COL" val="0"/>
  <p:tag name="DATE_FREQUENCY" val="w"/>
  <p:tag name="END_DATE" val="2027-04-30"/>
  <p:tag name="ID" val="roadmap"/>
  <p:tag name="IS_FINANCIAL_YEAR" val="False"/>
  <p:tag name="N_COUNT" val="52"/>
  <p:tag name="QUARTER_START_MONTH" val="1"/>
  <p:tag name="ROW" val="0"/>
  <p:tag name="START_DATE" val="2026-01-05"/>
</p:tagLst>
</file>

<file path=ppt/tags/tag89.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90.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91.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92.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93.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94.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95.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96.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97.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98.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99.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100.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101.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02.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03.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104.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05.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06.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07.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08.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09.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10.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11.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12.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13.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14.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0"/>
  <p:tag name="SECTION" val="section"/>
  <p:tag name="TITLE" val="主なドキュメント公開"/>
</p:tagLst>
</file>

<file path=ppt/tags/tag115.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0"/>
  <p:tag name="SECTION" val="section"/>
  <p:tag name="TITLE" val="主なドキュメント公開"/>
</p:tagLst>
</file>

<file path=ppt/tags/tag116.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17.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18.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0"/>
  <p:tag name="SECTION" val="section"/>
  <p:tag name="TITLE" val="主なドキュメント公開"/>
</p:tagLst>
</file>

<file path=ppt/tags/tag119.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20.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21.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0"/>
  <p:tag name="SECTION" val="section"/>
  <p:tag name="TITLE" val="主なドキュメント公開"/>
</p:tagLst>
</file>

<file path=ppt/tags/tag122.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0"/>
  <p:tag name="SECTION" val="section"/>
  <p:tag name="TITLE" val="主なドキュメント公開"/>
</p:tagLst>
</file>

<file path=ppt/tags/tag123.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24.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0"/>
  <p:tag name="SECTION" val="section"/>
  <p:tag name="TITLE" val="主なドキュメント公開"/>
</p:tagLst>
</file>

<file path=ppt/tags/tag125.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26.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27.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0"/>
  <p:tag name="SECTION" val="section"/>
  <p:tag name="TITLE" val="主なドキュメント公開"/>
</p:tagLst>
</file>

<file path=ppt/tags/tag128.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29.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30.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31.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32.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33.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34.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35.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136.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37.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38.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39.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40.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41.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142.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143.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144.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145.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146.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147.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48.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49.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50.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51.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152.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53.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54.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55.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56.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57.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58.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テスト"/>
</p:tagLst>
</file>

<file path=ppt/tags/tag159.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0"/>
  <p:tag name="SECTION" val="section"/>
  <p:tag name="TITLE" val="主なドキュメント公開"/>
</p:tagLst>
</file>

<file path=ppt/tags/tag160.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0"/>
  <p:tag name="SECTION" val="section"/>
  <p:tag name="TITLE" val="主なドキュメント公開"/>
</p:tagLst>
</file>

<file path=ppt/tags/tag161.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0"/>
  <p:tag name="SECTION" val="section"/>
  <p:tag name="TITLE" val="主なドキュメント公開"/>
</p:tagLst>
</file>

<file path=ppt/tags/tag162.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0"/>
  <p:tag name="SECTION" val="section"/>
  <p:tag name="TITLE" val="主なドキュメント公開"/>
</p:tagLst>
</file>

<file path=ppt/tags/tag163.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64.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165.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166.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0"/>
  <p:tag name="SECTION" val="section"/>
  <p:tag name="TITLE" val="主なドキュメント公開"/>
</p:tagLst>
</file>

<file path=ppt/tags/tag167.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要件定義・計画"/>
</p:tagLst>
</file>

<file path=ppt/tags/tag168.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設計"/>
</p:tagLst>
</file>

<file path=ppt/tags/tag169.xml><?xml version="1.0" encoding="utf-8"?>
<p:tagLst xmlns:a="http://schemas.openxmlformats.org/drawingml/2006/main" xmlns:r="http://schemas.openxmlformats.org/officeDocument/2006/relationships" xmlns:p="http://schemas.openxmlformats.org/presentationml/2006/main">
  <p:tag name="HAS_CHILD_SECTION" val="false"/>
  <p:tag name="ID" val="roadmap"/>
  <p:tag name="LEVEL" val="1"/>
  <p:tag name="PARENT_SECTION" val="開発スケジュール"/>
  <p:tag name="SECTION" val="section"/>
  <p:tag name="TITLE" val="実装"/>
</p:tagLst>
</file>

<file path=ppt/tags/tag170.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71.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72.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73.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74.xml><?xml version="1.0" encoding="utf-8"?>
<p:tagLst xmlns:a="http://schemas.openxmlformats.org/drawingml/2006/main" xmlns:r="http://schemas.openxmlformats.org/officeDocument/2006/relationships" xmlns:p="http://schemas.openxmlformats.org/presentationml/2006/main">
  <p:tag name="END_DATE" val="2026-04-24"/>
  <p:tag name="ID" val="roadmap"/>
  <p:tag name="MILESTONE" val="milestone"/>
  <p:tag name="START_DATE" val="2026-04-24"/>
  <p:tag name="TITLE" val="要件定義完了"/>
</p:tagLst>
</file>

<file path=ppt/tags/tag175.xml><?xml version="1.0" encoding="utf-8"?>
<p:tagLst xmlns:a="http://schemas.openxmlformats.org/drawingml/2006/main" xmlns:r="http://schemas.openxmlformats.org/officeDocument/2006/relationships" xmlns:p="http://schemas.openxmlformats.org/presentationml/2006/main">
  <p:tag name="ID" val="roadmap"/>
</p:tagLst>
</file>

<file path=ppt/tags/tag176.xml><?xml version="1.0" encoding="utf-8"?>
<p:tagLst xmlns:a="http://schemas.openxmlformats.org/drawingml/2006/main" xmlns:r="http://schemas.openxmlformats.org/officeDocument/2006/relationships" xmlns:p="http://schemas.openxmlformats.org/presentationml/2006/main">
  <p:tag name="ID" val="roadmap"/>
</p:tagLst>
</file>

<file path=ppt/tags/tag177.xml><?xml version="1.0" encoding="utf-8"?>
<p:tagLst xmlns:a="http://schemas.openxmlformats.org/drawingml/2006/main" xmlns:r="http://schemas.openxmlformats.org/officeDocument/2006/relationships" xmlns:p="http://schemas.openxmlformats.org/presentationml/2006/main">
  <p:tag name="CONNECTORTYPE" val="Straight"/>
  <p:tag name="ID" val="roadmap"/>
</p:tagLst>
</file>

<file path=ppt/tags/tag178.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79.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80.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81.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82.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83.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84.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85.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86.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87.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88.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89.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90.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91.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92.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93.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94.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95.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96.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97.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98.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199.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00.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01.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02.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03.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04.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05.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06.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07.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08.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09.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10.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11.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12.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13.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14.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15.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16.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17.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18.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19.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20.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21.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22.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23.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24.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25.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26.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27.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28.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29.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30.xml><?xml version="1.0" encoding="utf-8"?>
<p:tagLst xmlns:a="http://schemas.openxmlformats.org/drawingml/2006/main" xmlns:r="http://schemas.openxmlformats.org/officeDocument/2006/relationships" xmlns:p="http://schemas.openxmlformats.org/presentationml/2006/main">
  <p:tag name="COL" val="5"/>
  <p:tag name="ID" val="roadmap"/>
  <p:tag name="MONTH_LEVEL_HEADER" val="2026-05"/>
  <p:tag name="N_COUNT" val="4"/>
  <p:tag name="ROW" val="0"/>
</p:tagLst>
</file>

<file path=ppt/tags/tag231.xml><?xml version="1.0" encoding="utf-8"?>
<p:tagLst xmlns:a="http://schemas.openxmlformats.org/drawingml/2006/main" xmlns:r="http://schemas.openxmlformats.org/officeDocument/2006/relationships" xmlns:p="http://schemas.openxmlformats.org/presentationml/2006/main">
  <p:tag name="COL" val="5"/>
  <p:tag name="ID" val="roadmap"/>
  <p:tag name="MONTH_LEVEL_HEADER" val="2026-05"/>
  <p:tag name="N_COUNT" val="4"/>
  <p:tag name="ROW" val="0"/>
</p:tagLst>
</file>

<file path=ppt/tags/tag232.xml><?xml version="1.0" encoding="utf-8"?>
<p:tagLst xmlns:a="http://schemas.openxmlformats.org/drawingml/2006/main" xmlns:r="http://schemas.openxmlformats.org/officeDocument/2006/relationships" xmlns:p="http://schemas.openxmlformats.org/presentationml/2006/main">
  <p:tag name="COL" val="5"/>
  <p:tag name="ID" val="roadmap"/>
  <p:tag name="MONTH_LEVEL_HEADER" val="2026-05"/>
  <p:tag name="N_COUNT" val="4"/>
  <p:tag name="ROW" val="0"/>
</p:tagLst>
</file>

<file path=ppt/tags/tag233.xml><?xml version="1.0" encoding="utf-8"?>
<p:tagLst xmlns:a="http://schemas.openxmlformats.org/drawingml/2006/main" xmlns:r="http://schemas.openxmlformats.org/officeDocument/2006/relationships" xmlns:p="http://schemas.openxmlformats.org/presentationml/2006/main">
  <p:tag name="COL" val="5"/>
  <p:tag name="ID" val="roadmap"/>
  <p:tag name="MONTH_LEVEL_HEADER" val="2026-05"/>
  <p:tag name="N_COUNT" val="4"/>
  <p:tag name="ROW" val="0"/>
</p:tagLst>
</file>

<file path=ppt/tags/tag234.xml><?xml version="1.0" encoding="utf-8"?>
<p:tagLst xmlns:a="http://schemas.openxmlformats.org/drawingml/2006/main" xmlns:r="http://schemas.openxmlformats.org/officeDocument/2006/relationships" xmlns:p="http://schemas.openxmlformats.org/presentationml/2006/main">
  <p:tag name="COL" val="5"/>
  <p:tag name="ID" val="roadmap"/>
  <p:tag name="MONTH_LEVEL_HEADER" val="2026-05"/>
  <p:tag name="N_COUNT" val="4"/>
  <p:tag name="ROW" val="0"/>
</p:tagLst>
</file>

<file path=ppt/tags/tag235.xml><?xml version="1.0" encoding="utf-8"?>
<p:tagLst xmlns:a="http://schemas.openxmlformats.org/drawingml/2006/main" xmlns:r="http://schemas.openxmlformats.org/officeDocument/2006/relationships" xmlns:p="http://schemas.openxmlformats.org/presentationml/2006/main">
  <p:tag name="COL" val="9"/>
  <p:tag name="ID" val="roadmap"/>
  <p:tag name="MONTH_LEVEL_HEADER" val="2026-06"/>
  <p:tag name="N_COUNT" val="5"/>
  <p:tag name="ROW" val="0"/>
</p:tagLst>
</file>

<file path=ppt/tags/tag236.xml><?xml version="1.0" encoding="utf-8"?>
<p:tagLst xmlns:a="http://schemas.openxmlformats.org/drawingml/2006/main" xmlns:r="http://schemas.openxmlformats.org/officeDocument/2006/relationships" xmlns:p="http://schemas.openxmlformats.org/presentationml/2006/main">
  <p:tag name="COL" val="14"/>
  <p:tag name="ID" val="roadmap"/>
  <p:tag name="MONTH_LEVEL_HEADER" val="2026-07"/>
  <p:tag name="N_COUNT" val="4"/>
  <p:tag name="ROW" val="0"/>
</p:tagLst>
</file>

<file path=ppt/tags/tag237.xml><?xml version="1.0" encoding="utf-8"?>
<p:tagLst xmlns:a="http://schemas.openxmlformats.org/drawingml/2006/main" xmlns:r="http://schemas.openxmlformats.org/officeDocument/2006/relationships" xmlns:p="http://schemas.openxmlformats.org/presentationml/2006/main">
  <p:tag name="COL" val="18"/>
  <p:tag name="ID" val="roadmap"/>
  <p:tag name="MONTH_LEVEL_HEADER" val="2026-08"/>
  <p:tag name="N_COUNT" val="5"/>
  <p:tag name="ROW" val="0"/>
</p:tagLst>
</file>

<file path=ppt/tags/tag238.xml><?xml version="1.0" encoding="utf-8"?>
<p:tagLst xmlns:a="http://schemas.openxmlformats.org/drawingml/2006/main" xmlns:r="http://schemas.openxmlformats.org/officeDocument/2006/relationships" xmlns:p="http://schemas.openxmlformats.org/presentationml/2006/main">
  <p:tag name="COL" val="23"/>
  <p:tag name="ID" val="roadmap"/>
  <p:tag name="MONTH_LEVEL_HEADER" val="2026-09"/>
  <p:tag name="N_COUNT" val="4"/>
  <p:tag name="ROW" val="0"/>
</p:tagLst>
</file>

<file path=ppt/tags/tag239.xml><?xml version="1.0" encoding="utf-8"?>
<p:tagLst xmlns:a="http://schemas.openxmlformats.org/drawingml/2006/main" xmlns:r="http://schemas.openxmlformats.org/officeDocument/2006/relationships" xmlns:p="http://schemas.openxmlformats.org/presentationml/2006/main">
  <p:tag name="COL" val="5"/>
  <p:tag name="ID" val="roadmap"/>
  <p:tag name="MIN_LEVEL_HEADER" val="2026-05-04"/>
  <p:tag name="N_COUNT" val="1"/>
  <p:tag name="ROW" val="1"/>
</p:tagLst>
</file>

<file path=ppt/tags/tag240.xml><?xml version="1.0" encoding="utf-8"?>
<p:tagLst xmlns:a="http://schemas.openxmlformats.org/drawingml/2006/main" xmlns:r="http://schemas.openxmlformats.org/officeDocument/2006/relationships" xmlns:p="http://schemas.openxmlformats.org/presentationml/2006/main">
  <p:tag name="COL" val="6"/>
  <p:tag name="ID" val="roadmap"/>
  <p:tag name="MIN_LEVEL_HEADER" val="2026-05-11"/>
  <p:tag name="N_COUNT" val="1"/>
  <p:tag name="ROW" val="1"/>
</p:tagLst>
</file>

<file path=ppt/tags/tag241.xml><?xml version="1.0" encoding="utf-8"?>
<p:tagLst xmlns:a="http://schemas.openxmlformats.org/drawingml/2006/main" xmlns:r="http://schemas.openxmlformats.org/officeDocument/2006/relationships" xmlns:p="http://schemas.openxmlformats.org/presentationml/2006/main">
  <p:tag name="COL" val="7"/>
  <p:tag name="ID" val="roadmap"/>
  <p:tag name="MIN_LEVEL_HEADER" val="2026-05-18"/>
  <p:tag name="N_COUNT" val="1"/>
  <p:tag name="ROW" val="1"/>
</p:tagLst>
</file>

<file path=ppt/tags/tag242.xml><?xml version="1.0" encoding="utf-8"?>
<p:tagLst xmlns:a="http://schemas.openxmlformats.org/drawingml/2006/main" xmlns:r="http://schemas.openxmlformats.org/officeDocument/2006/relationships" xmlns:p="http://schemas.openxmlformats.org/presentationml/2006/main">
  <p:tag name="COL" val="8"/>
  <p:tag name="ID" val="roadmap"/>
  <p:tag name="MIN_LEVEL_HEADER" val="2026-05-25"/>
  <p:tag name="N_COUNT" val="1"/>
  <p:tag name="ROW" val="1"/>
</p:tagLst>
</file>

<file path=ppt/tags/tag243.xml><?xml version="1.0" encoding="utf-8"?>
<p:tagLst xmlns:a="http://schemas.openxmlformats.org/drawingml/2006/main" xmlns:r="http://schemas.openxmlformats.org/officeDocument/2006/relationships" xmlns:p="http://schemas.openxmlformats.org/presentationml/2006/main">
  <p:tag name="COL" val="9"/>
  <p:tag name="ID" val="roadmap"/>
  <p:tag name="MIN_LEVEL_HEADER" val="2026-06-01"/>
  <p:tag name="N_COUNT" val="1"/>
  <p:tag name="ROW" val="1"/>
</p:tagLst>
</file>

<file path=ppt/tags/tag244.xml><?xml version="1.0" encoding="utf-8"?>
<p:tagLst xmlns:a="http://schemas.openxmlformats.org/drawingml/2006/main" xmlns:r="http://schemas.openxmlformats.org/officeDocument/2006/relationships" xmlns:p="http://schemas.openxmlformats.org/presentationml/2006/main">
  <p:tag name="COL" val="10"/>
  <p:tag name="ID" val="roadmap"/>
  <p:tag name="MIN_LEVEL_HEADER" val="2026-06-08"/>
  <p:tag name="N_COUNT" val="1"/>
  <p:tag name="ROW" val="1"/>
</p:tagLst>
</file>

<file path=ppt/tags/tag245.xml><?xml version="1.0" encoding="utf-8"?>
<p:tagLst xmlns:a="http://schemas.openxmlformats.org/drawingml/2006/main" xmlns:r="http://schemas.openxmlformats.org/officeDocument/2006/relationships" xmlns:p="http://schemas.openxmlformats.org/presentationml/2006/main">
  <p:tag name="COL" val="11"/>
  <p:tag name="ID" val="roadmap"/>
  <p:tag name="MIN_LEVEL_HEADER" val="2026-06-15"/>
  <p:tag name="N_COUNT" val="1"/>
  <p:tag name="ROW" val="1"/>
</p:tagLst>
</file>

<file path=ppt/tags/tag246.xml><?xml version="1.0" encoding="utf-8"?>
<p:tagLst xmlns:a="http://schemas.openxmlformats.org/drawingml/2006/main" xmlns:r="http://schemas.openxmlformats.org/officeDocument/2006/relationships" xmlns:p="http://schemas.openxmlformats.org/presentationml/2006/main">
  <p:tag name="COL" val="12"/>
  <p:tag name="ID" val="roadmap"/>
  <p:tag name="MIN_LEVEL_HEADER" val="2026-06-22"/>
  <p:tag name="N_COUNT" val="1"/>
  <p:tag name="ROW" val="1"/>
</p:tagLst>
</file>

<file path=ppt/tags/tag247.xml><?xml version="1.0" encoding="utf-8"?>
<p:tagLst xmlns:a="http://schemas.openxmlformats.org/drawingml/2006/main" xmlns:r="http://schemas.openxmlformats.org/officeDocument/2006/relationships" xmlns:p="http://schemas.openxmlformats.org/presentationml/2006/main">
  <p:tag name="COL" val="13"/>
  <p:tag name="ID" val="roadmap"/>
  <p:tag name="MIN_LEVEL_HEADER" val="2026-06-29"/>
  <p:tag name="N_COUNT" val="1"/>
  <p:tag name="ROW" val="1"/>
</p:tagLst>
</file>

<file path=ppt/tags/tag248.xml><?xml version="1.0" encoding="utf-8"?>
<p:tagLst xmlns:a="http://schemas.openxmlformats.org/drawingml/2006/main" xmlns:r="http://schemas.openxmlformats.org/officeDocument/2006/relationships" xmlns:p="http://schemas.openxmlformats.org/presentationml/2006/main">
  <p:tag name="COL" val="14"/>
  <p:tag name="ID" val="roadmap"/>
  <p:tag name="MIN_LEVEL_HEADER" val="2026-07-06"/>
  <p:tag name="N_COUNT" val="1"/>
  <p:tag name="ROW" val="1"/>
</p:tagLst>
</file>

<file path=ppt/tags/tag249.xml><?xml version="1.0" encoding="utf-8"?>
<p:tagLst xmlns:a="http://schemas.openxmlformats.org/drawingml/2006/main" xmlns:r="http://schemas.openxmlformats.org/officeDocument/2006/relationships" xmlns:p="http://schemas.openxmlformats.org/presentationml/2006/main">
  <p:tag name="COL" val="15"/>
  <p:tag name="ID" val="roadmap"/>
  <p:tag name="MIN_LEVEL_HEADER" val="2026-07-13"/>
  <p:tag name="N_COUNT" val="1"/>
  <p:tag name="ROW" val="1"/>
</p:tagLst>
</file>

<file path=ppt/tags/tag250.xml><?xml version="1.0" encoding="utf-8"?>
<p:tagLst xmlns:a="http://schemas.openxmlformats.org/drawingml/2006/main" xmlns:r="http://schemas.openxmlformats.org/officeDocument/2006/relationships" xmlns:p="http://schemas.openxmlformats.org/presentationml/2006/main">
  <p:tag name="COL" val="16"/>
  <p:tag name="ID" val="roadmap"/>
  <p:tag name="MIN_LEVEL_HEADER" val="2026-07-20"/>
  <p:tag name="N_COUNT" val="1"/>
  <p:tag name="ROW" val="1"/>
</p:tagLst>
</file>

<file path=ppt/tags/tag251.xml><?xml version="1.0" encoding="utf-8"?>
<p:tagLst xmlns:a="http://schemas.openxmlformats.org/drawingml/2006/main" xmlns:r="http://schemas.openxmlformats.org/officeDocument/2006/relationships" xmlns:p="http://schemas.openxmlformats.org/presentationml/2006/main">
  <p:tag name="COL" val="17"/>
  <p:tag name="ID" val="roadmap"/>
  <p:tag name="MIN_LEVEL_HEADER" val="2026-07-27"/>
  <p:tag name="N_COUNT" val="1"/>
  <p:tag name="ROW" val="1"/>
</p:tagLst>
</file>

<file path=ppt/tags/tag252.xml><?xml version="1.0" encoding="utf-8"?>
<p:tagLst xmlns:a="http://schemas.openxmlformats.org/drawingml/2006/main" xmlns:r="http://schemas.openxmlformats.org/officeDocument/2006/relationships" xmlns:p="http://schemas.openxmlformats.org/presentationml/2006/main">
  <p:tag name="COL" val="18"/>
  <p:tag name="ID" val="roadmap"/>
  <p:tag name="MIN_LEVEL_HEADER" val="2026-08-03"/>
  <p:tag name="N_COUNT" val="1"/>
  <p:tag name="ROW" val="1"/>
</p:tagLst>
</file>

<file path=ppt/tags/tag253.xml><?xml version="1.0" encoding="utf-8"?>
<p:tagLst xmlns:a="http://schemas.openxmlformats.org/drawingml/2006/main" xmlns:r="http://schemas.openxmlformats.org/officeDocument/2006/relationships" xmlns:p="http://schemas.openxmlformats.org/presentationml/2006/main">
  <p:tag name="COL" val="19"/>
  <p:tag name="ID" val="roadmap"/>
  <p:tag name="MIN_LEVEL_HEADER" val="2026-08-10"/>
  <p:tag name="N_COUNT" val="1"/>
  <p:tag name="ROW" val="1"/>
</p:tagLst>
</file>

<file path=ppt/tags/tag254.xml><?xml version="1.0" encoding="utf-8"?>
<p:tagLst xmlns:a="http://schemas.openxmlformats.org/drawingml/2006/main" xmlns:r="http://schemas.openxmlformats.org/officeDocument/2006/relationships" xmlns:p="http://schemas.openxmlformats.org/presentationml/2006/main">
  <p:tag name="COL" val="20"/>
  <p:tag name="ID" val="roadmap"/>
  <p:tag name="MIN_LEVEL_HEADER" val="2026-08-17"/>
  <p:tag name="N_COUNT" val="1"/>
  <p:tag name="ROW" val="1"/>
</p:tagLst>
</file>

<file path=ppt/tags/tag255.xml><?xml version="1.0" encoding="utf-8"?>
<p:tagLst xmlns:a="http://schemas.openxmlformats.org/drawingml/2006/main" xmlns:r="http://schemas.openxmlformats.org/officeDocument/2006/relationships" xmlns:p="http://schemas.openxmlformats.org/presentationml/2006/main">
  <p:tag name="COL" val="21"/>
  <p:tag name="ID" val="roadmap"/>
  <p:tag name="MIN_LEVEL_HEADER" val="2026-08-24"/>
  <p:tag name="N_COUNT" val="1"/>
  <p:tag name="ROW" val="1"/>
</p:tagLst>
</file>

<file path=ppt/tags/tag256.xml><?xml version="1.0" encoding="utf-8"?>
<p:tagLst xmlns:a="http://schemas.openxmlformats.org/drawingml/2006/main" xmlns:r="http://schemas.openxmlformats.org/officeDocument/2006/relationships" xmlns:p="http://schemas.openxmlformats.org/presentationml/2006/main">
  <p:tag name="COL" val="22"/>
  <p:tag name="ID" val="roadmap"/>
  <p:tag name="MIN_LEVEL_HEADER" val="2026-08-31"/>
  <p:tag name="N_COUNT" val="1"/>
  <p:tag name="ROW" val="1"/>
</p:tagLst>
</file>

<file path=ppt/tags/tag257.xml><?xml version="1.0" encoding="utf-8"?>
<p:tagLst xmlns:a="http://schemas.openxmlformats.org/drawingml/2006/main" xmlns:r="http://schemas.openxmlformats.org/officeDocument/2006/relationships" xmlns:p="http://schemas.openxmlformats.org/presentationml/2006/main">
  <p:tag name="COL" val="23"/>
  <p:tag name="ID" val="roadmap"/>
  <p:tag name="MIN_LEVEL_HEADER" val="2026-09-07"/>
  <p:tag name="N_COUNT" val="1"/>
  <p:tag name="ROW" val="1"/>
</p:tagLst>
</file>

<file path=ppt/tags/tag258.xml><?xml version="1.0" encoding="utf-8"?>
<p:tagLst xmlns:a="http://schemas.openxmlformats.org/drawingml/2006/main" xmlns:r="http://schemas.openxmlformats.org/officeDocument/2006/relationships" xmlns:p="http://schemas.openxmlformats.org/presentationml/2006/main">
  <p:tag name="COL" val="24"/>
  <p:tag name="ID" val="roadmap"/>
  <p:tag name="MIN_LEVEL_HEADER" val="2026-09-14"/>
  <p:tag name="N_COUNT" val="1"/>
  <p:tag name="ROW" val="1"/>
</p:tagLst>
</file>

<file path=ppt/tags/tag259.xml><?xml version="1.0" encoding="utf-8"?>
<p:tagLst xmlns:a="http://schemas.openxmlformats.org/drawingml/2006/main" xmlns:r="http://schemas.openxmlformats.org/officeDocument/2006/relationships" xmlns:p="http://schemas.openxmlformats.org/presentationml/2006/main">
  <p:tag name="COL" val="5"/>
  <p:tag name="ID" val="roadmap"/>
  <p:tag name="MONTH_LEVEL_HEADER" val="2026-05"/>
  <p:tag name="N_COUNT" val="4"/>
  <p:tag name="ROW" val="0"/>
</p:tagLst>
</file>

<file path=ppt/tags/tag260.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61.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62.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63.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64.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65.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66.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67.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68.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69.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70.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71.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72.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73.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74.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75.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76.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77.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78.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ags/tag279.xml><?xml version="1.0" encoding="utf-8"?>
<p:tagLst xmlns:a="http://schemas.openxmlformats.org/drawingml/2006/main" xmlns:r="http://schemas.openxmlformats.org/officeDocument/2006/relationships" xmlns:p="http://schemas.openxmlformats.org/presentationml/2006/main">
  <p:tag name="END_DATE" val="2026-05-06"/>
  <p:tag name="ID" val="roadmap"/>
  <p:tag name="START_DATE" val="2026-04-29"/>
  <p:tag name="TITLE" val="ゴールデンウィーク"/>
  <p:tag name="VACATION" val="vacation"/>
</p:tagLst>
</file>

<file path=ppt/theme/theme1.xml><?xml version="1.0" encoding="utf-8"?>
<a:theme xmlns:a="http://schemas.openxmlformats.org/drawingml/2006/main" name="MyTemplate">
  <a:themeElements>
    <a:clrScheme name="オレンジ">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Masumoto Style">
      <a:majorFont>
        <a:latin typeface="Century"/>
        <a:ea typeface="HGPｺﾞｼｯｸM"/>
        <a:cs typeface=""/>
      </a:majorFont>
      <a:minorFont>
        <a:latin typeface="Century"/>
        <a:ea typeface="HGPｺﾞｼｯｸM"/>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75000"/>
          </a:schemeClr>
        </a:solidFill>
        <a:ln>
          <a:noFill/>
        </a:ln>
      </a:spPr>
      <a:bodyPr vert="horz" wrap="square" rtlCol="0" anchor="ctr">
        <a:noAutofit/>
      </a:bodyPr>
      <a:lstStyle>
        <a:defPPr algn="ctr">
          <a:defRPr kumimoji="1" sz="1000" dirty="0" smtClean="0">
            <a:latin typeface="Meiryo UI" panose="020B0604030504040204" pitchFamily="50" charset="-128"/>
            <a:ea typeface="Meiryo UI" panose="020B0604030504040204" pitchFamily="50"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80000"/>
          </a:lnSpc>
          <a:spcBef>
            <a:spcPct val="0"/>
          </a:spcBef>
          <a:spcAft>
            <a:spcPct val="0"/>
          </a:spcAft>
          <a:buClrTx/>
          <a:buSzTx/>
          <a:buFontTx/>
          <a:buNone/>
          <a:tabLst/>
          <a:defRPr kumimoji="0" lang="en-AU" sz="3200" b="1" i="0" u="none" strike="noStrike" cap="none" normalizeH="0" baseline="0" smtClean="0">
            <a:ln>
              <a:noFill/>
            </a:ln>
            <a:solidFill>
              <a:schemeClr val="tx1"/>
            </a:solidFill>
            <a:effectLst/>
            <a:latin typeface="Arial" charset="0"/>
          </a:defRPr>
        </a:defPPr>
      </a:lstStyle>
    </a:lnDef>
  </a:objectDefaults>
  <a:extraClrSchemeLst>
    <a:extraClrScheme>
      <a:clrScheme name="InterpretationA_full 1">
        <a:dk1>
          <a:srgbClr val="000000"/>
        </a:dk1>
        <a:lt1>
          <a:srgbClr val="FFFFFF"/>
        </a:lt1>
        <a:dk2>
          <a:srgbClr val="000000"/>
        </a:dk2>
        <a:lt2>
          <a:srgbClr val="FFFFFF"/>
        </a:lt2>
        <a:accent1>
          <a:srgbClr val="969696"/>
        </a:accent1>
        <a:accent2>
          <a:srgbClr val="EAEAEA"/>
        </a:accent2>
        <a:accent3>
          <a:srgbClr val="FFFFFF"/>
        </a:accent3>
        <a:accent4>
          <a:srgbClr val="000000"/>
        </a:accent4>
        <a:accent5>
          <a:srgbClr val="C9C9C9"/>
        </a:accent5>
        <a:accent6>
          <a:srgbClr val="D4D4D4"/>
        </a:accent6>
        <a:hlink>
          <a:srgbClr val="5F5F5F"/>
        </a:hlink>
        <a:folHlink>
          <a:srgbClr val="CBCBCB"/>
        </a:folHlink>
      </a:clrScheme>
      <a:clrMap bg1="lt1" tx1="dk1" bg2="lt2" tx2="dk2" accent1="accent1" accent2="accent2" accent3="accent3" accent4="accent4" accent5="accent5" accent6="accent6" hlink="hlink" folHlink="folHlink"/>
    </a:extraClrScheme>
    <a:extraClrScheme>
      <a:clrScheme name="InterpretationA_full 2">
        <a:dk1>
          <a:srgbClr val="000000"/>
        </a:dk1>
        <a:lt1>
          <a:srgbClr val="FFFFFF"/>
        </a:lt1>
        <a:dk2>
          <a:srgbClr val="F8F8F8"/>
        </a:dk2>
        <a:lt2>
          <a:srgbClr val="C0C0C0"/>
        </a:lt2>
        <a:accent1>
          <a:srgbClr val="00AA99"/>
        </a:accent1>
        <a:accent2>
          <a:srgbClr val="DD4411"/>
        </a:accent2>
        <a:accent3>
          <a:srgbClr val="FFFFFF"/>
        </a:accent3>
        <a:accent4>
          <a:srgbClr val="000000"/>
        </a:accent4>
        <a:accent5>
          <a:srgbClr val="AAD2CA"/>
        </a:accent5>
        <a:accent6>
          <a:srgbClr val="C83D0E"/>
        </a:accent6>
        <a:hlink>
          <a:srgbClr val="BBBB00"/>
        </a:hlink>
        <a:folHlink>
          <a:srgbClr val="660000"/>
        </a:folHlink>
      </a:clrScheme>
      <a:clrMap bg1="lt1" tx1="dk1" bg2="lt2" tx2="dk2" accent1="accent1" accent2="accent2" accent3="accent3" accent4="accent4" accent5="accent5" accent6="accent6" hlink="hlink" folHlink="folHlink"/>
    </a:extraClrScheme>
    <a:extraClrScheme>
      <a:clrScheme name="InterpretationA_full 3">
        <a:dk1>
          <a:srgbClr val="000000"/>
        </a:dk1>
        <a:lt1>
          <a:srgbClr val="FFFFFF"/>
        </a:lt1>
        <a:dk2>
          <a:srgbClr val="F8F8F8"/>
        </a:dk2>
        <a:lt2>
          <a:srgbClr val="C0C0C0"/>
        </a:lt2>
        <a:accent1>
          <a:srgbClr val="AA1133"/>
        </a:accent1>
        <a:accent2>
          <a:srgbClr val="66AA44"/>
        </a:accent2>
        <a:accent3>
          <a:srgbClr val="FFFFFF"/>
        </a:accent3>
        <a:accent4>
          <a:srgbClr val="000000"/>
        </a:accent4>
        <a:accent5>
          <a:srgbClr val="D2AAAD"/>
        </a:accent5>
        <a:accent6>
          <a:srgbClr val="5C9A3D"/>
        </a:accent6>
        <a:hlink>
          <a:srgbClr val="887799"/>
        </a:hlink>
        <a:folHlink>
          <a:srgbClr val="224433"/>
        </a:folHlink>
      </a:clrScheme>
      <a:clrMap bg1="lt1" tx1="dk1" bg2="lt2" tx2="dk2" accent1="accent1" accent2="accent2" accent3="accent3" accent4="accent4" accent5="accent5" accent6="accent6" hlink="hlink" folHlink="folHlink"/>
    </a:extraClrScheme>
    <a:extraClrScheme>
      <a:clrScheme name="InterpretationA_full 4">
        <a:dk1>
          <a:srgbClr val="000000"/>
        </a:dk1>
        <a:lt1>
          <a:srgbClr val="FFFFFF"/>
        </a:lt1>
        <a:dk2>
          <a:srgbClr val="F8F8F8"/>
        </a:dk2>
        <a:lt2>
          <a:srgbClr val="C0C0C0"/>
        </a:lt2>
        <a:accent1>
          <a:srgbClr val="FF0000"/>
        </a:accent1>
        <a:accent2>
          <a:srgbClr val="FF9900"/>
        </a:accent2>
        <a:accent3>
          <a:srgbClr val="FFFFFF"/>
        </a:accent3>
        <a:accent4>
          <a:srgbClr val="000000"/>
        </a:accent4>
        <a:accent5>
          <a:srgbClr val="FFAAAA"/>
        </a:accent5>
        <a:accent6>
          <a:srgbClr val="E78A00"/>
        </a:accent6>
        <a:hlink>
          <a:srgbClr val="557799"/>
        </a:hlink>
        <a:folHlink>
          <a:srgbClr val="445511"/>
        </a:folHlink>
      </a:clrScheme>
      <a:clrMap bg1="lt1" tx1="dk1" bg2="lt2" tx2="dk2" accent1="accent1" accent2="accent2" accent3="accent3" accent4="accent4" accent5="accent5" accent6="accent6" hlink="hlink" folHlink="folHlink"/>
    </a:extraClrScheme>
    <a:extraClrScheme>
      <a:clrScheme name="InterpretationA_full 5">
        <a:dk1>
          <a:srgbClr val="000000"/>
        </a:dk1>
        <a:lt1>
          <a:srgbClr val="FFFFFF"/>
        </a:lt1>
        <a:dk2>
          <a:srgbClr val="F8F8F8"/>
        </a:dk2>
        <a:lt2>
          <a:srgbClr val="C0C0C0"/>
        </a:lt2>
        <a:accent1>
          <a:srgbClr val="00BBEE"/>
        </a:accent1>
        <a:accent2>
          <a:srgbClr val="DD4411"/>
        </a:accent2>
        <a:accent3>
          <a:srgbClr val="FFFFFF"/>
        </a:accent3>
        <a:accent4>
          <a:srgbClr val="000000"/>
        </a:accent4>
        <a:accent5>
          <a:srgbClr val="AADAF5"/>
        </a:accent5>
        <a:accent6>
          <a:srgbClr val="C83D0E"/>
        </a:accent6>
        <a:hlink>
          <a:srgbClr val="BBBB00"/>
        </a:hlink>
        <a:folHlink>
          <a:srgbClr val="66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D5"/>
        </a:solidFill>
        <a:ln w="9525" cap="flat" cmpd="sng" algn="ctr">
          <a:solidFill>
            <a:srgbClr val="FFFF99"/>
          </a:solidFill>
          <a:prstDash val="solid"/>
        </a:ln>
        <a:effectLst/>
      </a:spPr>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defPPr algn="ctr" eaLnBrk="0" hangingPunct="0">
          <a:lnSpc>
            <a:spcPct val="100000"/>
          </a:lnSpc>
          <a:defRPr kumimoji="0" sz="1600" i="0" kern="0" dirty="0" smtClea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3.xml><?xml version="1.0" encoding="utf-8"?>
<a:theme xmlns:a="http://schemas.openxmlformats.org/drawingml/2006/main" name="2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a:noFill/>
        </a:ln>
      </a:spPr>
      <a:bodyPr rtlCol="0" anchor="ctr"/>
      <a:lstStyle>
        <a:defPPr algn="l" fontAlgn="base">
          <a:spcBef>
            <a:spcPct val="20000"/>
          </a:spcBef>
          <a:spcAft>
            <a:spcPct val="0"/>
          </a:spcAft>
          <a:defRPr kumimoji="1" sz="1400" dirty="0" err="1">
            <a:latin typeface="+mj-ea"/>
            <a:ea typeface="+mj-ea"/>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4.xml><?xml version="1.0" encoding="utf-8"?>
<a:theme xmlns:a="http://schemas.openxmlformats.org/drawingml/2006/main" name="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9933FF">
            <a:alpha val="34118"/>
          </a:srgbClr>
        </a:solidFill>
        <a:ln w="9525" cap="flat" cmpd="sng" algn="ctr">
          <a:solidFill>
            <a:srgbClr val="9933FF"/>
          </a:solidFill>
          <a:prstDash val="solid"/>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l" eaLnBrk="0" hangingPunct="0">
          <a:lnSpc>
            <a:spcPct val="100000"/>
          </a:lnSpc>
          <a:defRPr kumimoji="0" sz="1200" kern="0" dirty="0" smtClea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5.xml><?xml version="1.0" encoding="utf-8"?>
<a:theme xmlns:a="http://schemas.openxmlformats.org/drawingml/2006/main" name="8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a:noFill/>
        </a:ln>
      </a:spPr>
      <a:bodyPr rtlCol="0" anchor="ctr"/>
      <a:lstStyle>
        <a:defPPr algn="l" fontAlgn="base">
          <a:spcBef>
            <a:spcPct val="20000"/>
          </a:spcBef>
          <a:spcAft>
            <a:spcPct val="0"/>
          </a:spcAft>
          <a:defRPr sz="1400" dirty="0" err="1" smtClean="0">
            <a:latin typeface="+mj-ea"/>
            <a:ea typeface="+mj-ea"/>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6.xml><?xml version="1.0" encoding="utf-8"?>
<a:theme xmlns:a="http://schemas.openxmlformats.org/drawingml/2006/main" name="1_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lIns="36000" tIns="36000" rIns="36000" bIns="36000">
        <a:noAutofit/>
      </a:bodyPr>
      <a:lstStyle>
        <a:defPPr algn="l">
          <a:defRPr i="0" dirty="0" smtClean="0">
            <a:latin typeface="+mn-ea"/>
            <a:ea typeface="+mn-ea"/>
            <a:cs typeface="Arial" charset="0"/>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a:noFill/>
        </a:ln>
      </a:spPr>
      <a:bodyPr rtlCol="0" anchor="ctr"/>
      <a:lstStyle>
        <a:defPPr algn="l" fontAlgn="base">
          <a:spcBef>
            <a:spcPct val="20000"/>
          </a:spcBef>
          <a:spcAft>
            <a:spcPct val="0"/>
          </a:spcAft>
          <a:defRPr sz="1400" dirty="0" err="1" smtClean="0">
            <a:latin typeface="+mj-ea"/>
            <a:ea typeface="+mj-ea"/>
          </a:defRPr>
        </a:defPPr>
      </a:lstStyle>
    </a:spDef>
    <a:lnDef>
      <a:spPr bwMode="auto">
        <a:solidFill>
          <a:schemeClr val="bg1"/>
        </a:solidFill>
        <a:ln w="9525" cap="flat" cmpd="sng" algn="ctr">
          <a:solidFill>
            <a:schemeClr val="tx1"/>
          </a:solidFill>
          <a:prstDash val="solid"/>
          <a:round/>
          <a:headEnd type="none" w="med" len="med"/>
          <a:tailEnd type="none" w="med" len="med"/>
        </a:ln>
        <a:effectLst/>
      </a:spPr>
      <a:bodyPr/>
      <a:lstStyle/>
    </a:lnDef>
    <a:txDef>
      <a:spPr>
        <a:noFill/>
      </a:spPr>
      <a:bodyPr wrap="square" lIns="36000" tIns="36000" rIns="36000" bIns="36000" rtlCol="0" anchor="ctr">
        <a:noAutofit/>
      </a:bodyPr>
      <a:lstStyle>
        <a:defPPr algn="l" defTabSz="914400" fontAlgn="base">
          <a:lnSpc>
            <a:spcPct val="80000"/>
          </a:lnSpc>
          <a:spcBef>
            <a:spcPct val="0"/>
          </a:spcBef>
          <a:spcAft>
            <a:spcPct val="0"/>
          </a:spcAft>
          <a:defRPr kumimoji="1" sz="1200" i="0" dirty="0" smtClean="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8.xml><?xml version="1.0" encoding="utf-8"?>
<a:theme xmlns:a="http://schemas.openxmlformats.org/drawingml/2006/main" name="4_テーマ２（ACN用）">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rgbClr val="FF0000"/>
          </a:solidFill>
          <a:prstDash val="solid"/>
        </a:ln>
        <a:effectLst/>
      </a:spPr>
      <a:bodyPr rot="0" spcFirstLastPara="0" vertOverflow="overflow" horzOverflow="overflow" vert="horz" wrap="none" lIns="36000" tIns="36000" rIns="36000" bIns="36000" numCol="1" spcCol="0" rtlCol="0" fromWordArt="0" anchor="ctr" anchorCtr="0" forceAA="0" compatLnSpc="1">
        <a:prstTxWarp prst="textNoShape">
          <a:avLst/>
        </a:prstTxWarp>
        <a:noAutofit/>
      </a:bodyPr>
      <a:lstStyle>
        <a:defPPr algn="ctr" eaLnBrk="0" hangingPunct="0">
          <a:lnSpc>
            <a:spcPct val="100000"/>
          </a:lnSpc>
          <a:defRPr kumimoji="0" sz="800" i="0" kern="0">
            <a:solidFill>
              <a:prstClr val="black"/>
            </a:solidFill>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テーマ２（ACN用）" id="{F3626E2E-2A99-4041-B936-16F53B398BEE}" vid="{3D5B7FF0-97AD-467D-9E62-3A2A1B81CA11}"/>
    </a:ext>
  </a:extLst>
</a:theme>
</file>

<file path=ppt/theme/theme9.xml><?xml version="1.0" encoding="utf-8"?>
<a:theme xmlns:a="http://schemas.openxmlformats.org/drawingml/2006/main" name="3_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spPr>
      <a:bodyPr wrap="square" lIns="36000" tIns="36000" rIns="36000" bIns="36000" rtlCol="0" anchor="ctr">
        <a:noAutofit/>
      </a:bodyPr>
      <a:lstStyle>
        <a:defPPr algn="l">
          <a:defRPr kumimoji="1" sz="1200" i="0" dirty="0" smtClean="0">
            <a:latin typeface="+mn-ea"/>
            <a:ea typeface="+mn-ea"/>
            <a:cs typeface="Arial" charset="0"/>
          </a:defRPr>
        </a:defPPr>
      </a:lstStyle>
    </a:spDef>
    <a:lnDef>
      <a:spPr bwMode="auto">
        <a:solidFill>
          <a:schemeClr val="bg1"/>
        </a:solidFill>
        <a:ln w="9525" cap="flat" cmpd="sng" algn="ctr">
          <a:solidFill>
            <a:schemeClr val="bg1">
              <a:lumMod val="50000"/>
            </a:schemeClr>
          </a:solidFill>
          <a:prstDash val="solid"/>
          <a:round/>
          <a:headEnd type="none" w="med" len="med"/>
          <a:tailEnd type="none" w="med" len="med"/>
        </a:ln>
        <a:effectLst/>
      </a:spPr>
      <a:bodyPr/>
      <a:lstStyle/>
    </a:lnDef>
    <a:txDef>
      <a:spPr>
        <a:noFill/>
      </a:spPr>
      <a:bodyPr wrap="square" rtlCol="0">
        <a:spAutoFit/>
      </a:bodyPr>
      <a:lstStyle>
        <a:defPPr algn="ctr" defTabSz="914400" fontAlgn="base">
          <a:lnSpc>
            <a:spcPct val="80000"/>
          </a:lnSpc>
          <a:spcBef>
            <a:spcPct val="0"/>
          </a:spcBef>
          <a:spcAft>
            <a:spcPct val="0"/>
          </a:spcAft>
          <a:defRPr kumimoji="1" sz="1000" i="0" dirty="0">
            <a:solidFill>
              <a:prstClr val="black"/>
            </a:solidFill>
            <a:latin typeface="Meiryo UI" panose="020B0604030504040204" pitchFamily="50" charset="-128"/>
            <a:ea typeface="Meiryo UI" panose="020B0604030504040204" pitchFamily="50" charset="-128"/>
          </a:defRPr>
        </a:defPPr>
      </a:lstStyle>
    </a:txDef>
  </a:objectDefaults>
  <a:extraClrSchemeLst>
    <a:extraClrScheme>
      <a:clrScheme name="標準デザイン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22093b91-50a3-4498-82d5-91368db29ba4" xsi:nil="true"/>
    <lcf76f155ced4ddcb4097134ff3c332f xmlns="70c72344-a901-41cd-a6da-bfcf15d570e1">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05F1B5A1E0F1943BC6DE70F45133712" ma:contentTypeVersion="12" ma:contentTypeDescription="Create a new document." ma:contentTypeScope="" ma:versionID="20a18e3ff9fb0cc056a84525e9061d4f">
  <xsd:schema xmlns:xsd="http://www.w3.org/2001/XMLSchema" xmlns:xs="http://www.w3.org/2001/XMLSchema" xmlns:p="http://schemas.microsoft.com/office/2006/metadata/properties" xmlns:ns2="70c72344-a901-41cd-a6da-bfcf15d570e1" xmlns:ns3="22093b91-50a3-4498-82d5-91368db29ba4" targetNamespace="http://schemas.microsoft.com/office/2006/metadata/properties" ma:root="true" ma:fieldsID="31e3050130c87086719ba5c54b2edc86" ns2:_="" ns3:_="">
    <xsd:import namespace="70c72344-a901-41cd-a6da-bfcf15d570e1"/>
    <xsd:import namespace="22093b91-50a3-4498-82d5-91368db29ba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2:MediaServiceGenerationTime" minOccurs="0"/>
                <xsd:element ref="ns2:MediaServiceEventHashCode" minOccurs="0"/>
                <xsd:element ref="ns2:MediaLengthInSeconds" minOccurs="0"/>
                <xsd:element ref="ns2:MediaServiceDateTaken"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c72344-a901-41cd-a6da-bfcf15d570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2093b91-50a3-4498-82d5-91368db29ba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75ea22b-104f-4a38-8a21-90e040114398}" ma:internalName="TaxCatchAll" ma:showField="CatchAllData" ma:web="22093b91-50a3-4498-82d5-91368db29ba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755EB19-E78B-48B3-8F42-9708AACE9D0B}">
  <ds:schemaRefs>
    <ds:schemaRef ds:uri="http://schemas.microsoft.com/sharepoint/v3/contenttype/forms"/>
  </ds:schemaRefs>
</ds:datastoreItem>
</file>

<file path=customXml/itemProps2.xml><?xml version="1.0" encoding="utf-8"?>
<ds:datastoreItem xmlns:ds="http://schemas.openxmlformats.org/officeDocument/2006/customXml" ds:itemID="{34C45EC1-15C0-4636-8360-BA2F35C4C4CF}">
  <ds:schemaRefs>
    <ds:schemaRef ds:uri="70c72344-a901-41cd-a6da-bfcf15d570e1"/>
    <ds:schemaRef ds:uri="http://purl.org/dc/terms/"/>
    <ds:schemaRef ds:uri="http://schemas.microsoft.com/office/2006/documentManagement/types"/>
    <ds:schemaRef ds:uri="http://www.w3.org/XML/1998/namespace"/>
    <ds:schemaRef ds:uri="http://purl.org/dc/dcmitype/"/>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22093b91-50a3-4498-82d5-91368db29ba4"/>
  </ds:schemaRefs>
</ds:datastoreItem>
</file>

<file path=customXml/itemProps3.xml><?xml version="1.0" encoding="utf-8"?>
<ds:datastoreItem xmlns:ds="http://schemas.openxmlformats.org/officeDocument/2006/customXml" ds:itemID="{4FB58E46-FDEE-4725-A819-9801169628A2}">
  <ds:schemaRefs>
    <ds:schemaRef ds:uri="22093b91-50a3-4498-82d5-91368db29ba4"/>
    <ds:schemaRef ds:uri="70c72344-a901-41cd-a6da-bfcf15d570e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
  <TotalTime>1</TotalTime>
  <Words>27288</Words>
  <Application>Microsoft Office PowerPoint</Application>
  <PresentationFormat>A4 210 x 297 mm</PresentationFormat>
  <Paragraphs>3177</Paragraphs>
  <Slides>74</Slides>
  <Notes>36</Notes>
  <HiddenSlides>1</HiddenSlides>
  <MMClips>0</MMClips>
  <ScaleCrop>false</ScaleCrop>
  <HeadingPairs>
    <vt:vector size="8" baseType="variant">
      <vt:variant>
        <vt:lpstr>使用されているフォント</vt:lpstr>
      </vt:variant>
      <vt:variant>
        <vt:i4>16</vt:i4>
      </vt:variant>
      <vt:variant>
        <vt:lpstr>テーマ</vt:lpstr>
      </vt:variant>
      <vt:variant>
        <vt:i4>9</vt:i4>
      </vt:variant>
      <vt:variant>
        <vt:lpstr>埋め込まれた OLE サーバー</vt:lpstr>
      </vt:variant>
      <vt:variant>
        <vt:i4>2</vt:i4>
      </vt:variant>
      <vt:variant>
        <vt:lpstr>スライド タイトル</vt:lpstr>
      </vt:variant>
      <vt:variant>
        <vt:i4>74</vt:i4>
      </vt:variant>
    </vt:vector>
  </HeadingPairs>
  <TitlesOfParts>
    <vt:vector size="101" baseType="lpstr">
      <vt:lpstr>Arial,Sans-Serif</vt:lpstr>
      <vt:lpstr>HGPｺﾞｼｯｸM</vt:lpstr>
      <vt:lpstr>Meiryo UI</vt:lpstr>
      <vt:lpstr>Meiryo UI </vt:lpstr>
      <vt:lpstr>Meiryo UI 見出し</vt:lpstr>
      <vt:lpstr>Meiryo UI 本</vt:lpstr>
      <vt:lpstr>ＭＳ Ｐゴシック</vt:lpstr>
      <vt:lpstr>Wingdings,sans-serif</vt:lpstr>
      <vt:lpstr>メイリオ</vt:lpstr>
      <vt:lpstr>游ゴシック</vt:lpstr>
      <vt:lpstr>Arial</vt:lpstr>
      <vt:lpstr>Calibri</vt:lpstr>
      <vt:lpstr>Century</vt:lpstr>
      <vt:lpstr>Segoe UI</vt:lpstr>
      <vt:lpstr>Times New Roman</vt:lpstr>
      <vt:lpstr>Wingdings</vt:lpstr>
      <vt:lpstr>MyTemplate</vt:lpstr>
      <vt:lpstr>1_テーマ２（ACN用）</vt:lpstr>
      <vt:lpstr>2_テーマ２（ACN用）</vt:lpstr>
      <vt:lpstr>テーマ２（ACN用）</vt:lpstr>
      <vt:lpstr>8_テーマ２（ACN用）</vt:lpstr>
      <vt:lpstr>1_0</vt:lpstr>
      <vt:lpstr>3_テーマ２（ACN用）</vt:lpstr>
      <vt:lpstr>4_テーマ２（ACN用）</vt:lpstr>
      <vt:lpstr>3_0</vt:lpstr>
      <vt:lpstr>think-cellスライド</vt:lpstr>
      <vt:lpstr>think-cell スライド</vt:lpstr>
      <vt:lpstr>　三者定例 （厚労省医政局、支払基金、アクセンチュア）</vt:lpstr>
      <vt:lpstr>10/9(金)アジェンダ</vt:lpstr>
      <vt:lpstr>0．今週の振り返り・来週の予定確認</vt:lpstr>
      <vt:lpstr>10/2(金)ラップアップ</vt:lpstr>
      <vt:lpstr>PowerPoint プレゼンテーション</vt:lpstr>
      <vt:lpstr>1．開発課題検討会の共有 議事要旨(1/6)</vt:lpstr>
      <vt:lpstr>1．開発課題検討会の共有 議事要旨(2/6)</vt:lpstr>
      <vt:lpstr>1．開発課題検討会の共有 議事要旨(3/6)</vt:lpstr>
      <vt:lpstr>1．開発課題検討会の共有 議事要旨(4/6)</vt:lpstr>
      <vt:lpstr>1．開発課題検討会の共有 議事要旨(5/6)</vt:lpstr>
      <vt:lpstr>１．開発課題検討会の共有 議事要旨(6/6)</vt:lpstr>
      <vt:lpstr>1．マスタスケジュールの確認 ①　調達・開発スケジュール</vt:lpstr>
      <vt:lpstr>参考：令和9年度案件の調達スケジュールについて</vt:lpstr>
      <vt:lpstr>参考：介護連携(文書情報)のスケジュール</vt:lpstr>
      <vt:lpstr>1．マスタスケジュールの確認 ②　文書・資材公開スケジュール(12月リリース)</vt:lpstr>
      <vt:lpstr>2．各種台帳の更新確認</vt:lpstr>
      <vt:lpstr>3．令和8年度案件の概況(1/3)</vt:lpstr>
      <vt:lpstr>3．令和8年度案件の概況(2/3)</vt:lpstr>
      <vt:lpstr>3．令和8年度案件の概況(3/3)</vt:lpstr>
      <vt:lpstr>PowerPoint プレゼンテーション</vt:lpstr>
      <vt:lpstr>1．目的（ミッション）</vt:lpstr>
      <vt:lpstr>2．実施内容（1/2）</vt:lpstr>
      <vt:lpstr>2．実施内容（2/2）</vt:lpstr>
      <vt:lpstr>3．要件整理のスケジュール・進め方</vt:lpstr>
      <vt:lpstr>4．成果物（案）</vt:lpstr>
      <vt:lpstr>5．介護連携における介護事業所宛て診療情報提供書のログ統計機能の目的と対象ファイル</vt:lpstr>
      <vt:lpstr>５．文書情報の介護連携：ログ統計機能に係る改修内容の確認 補足１：既存機能のアウトプット・介護向け改修案（日次）</vt:lpstr>
      <vt:lpstr>５．文書情報の介護連携：ログ統計機能に係る改修内容の確認 補足２：既存機能のアウトプット・介護向け改修案（月次・年次）</vt:lpstr>
      <vt:lpstr>厚労省側付議事項</vt:lpstr>
      <vt:lpstr>1．「TODO1216_医介連携におけるランニングコスト按分のための統計ログ出力機能の検討」の結果共有</vt:lpstr>
      <vt:lpstr>2．令和9年度案件について 前提事項</vt:lpstr>
      <vt:lpstr>2．令和9年度案件について 一覧(1/2)</vt:lpstr>
      <vt:lpstr>2．令和9年度案件について 一覧(2/2)</vt:lpstr>
      <vt:lpstr>2．令和9年度案件について 案件ID011_健診PDF帳票の表示件数の拡張</vt:lpstr>
      <vt:lpstr>2．令和9年度案件について 案件ID059_マイナポータルでの医療機関検索の拡充</vt:lpstr>
      <vt:lpstr>2．令和9年度案件について 案件ID＃148_訪問看護ステーションにおける医療情報の閲覧</vt:lpstr>
      <vt:lpstr>2．令和9年度案件について 案件ID＃149_職域診療所の電子カルテ情報共有サービスの利用開始</vt:lpstr>
      <vt:lpstr>2．令和9年度案件について 案件ID＃159_健診実施機関(単独)へのサービス導入</vt:lpstr>
      <vt:lpstr>2．令和9年度案件について 案件ID＃ 178_文書・臨床情報・患者サマリーの保存期間の延長</vt:lpstr>
      <vt:lpstr>案件ごとの要求事項一覧 案件＃207_自己情報提供不可フラグ設定した患者に対する患者サマリーの登録時のエラーのアドオンチェック</vt:lpstr>
      <vt:lpstr>2．令和9年度案件について 案件ID211_標準マスタにおける1つのコードに対するdisplay値変更時における経過措置期間の設定機能の追加</vt:lpstr>
      <vt:lpstr>2．令和9年度案件について 案件ID214_健診項目の拡充</vt:lpstr>
      <vt:lpstr>2．令和9年度案件について 案件ID215_保健医療機関（歯科）の診療情報提供書</vt:lpstr>
      <vt:lpstr>2．令和9年度案件について 案件ID216_サポートするプロファイルバージョンの終了(令和9年)</vt:lpstr>
      <vt:lpstr>2．令和9年度案件について 案件ID217_健診文書の閲覧同意の制御範囲の変更</vt:lpstr>
      <vt:lpstr>2．令和9年度案件について 案件ID218_検査・感染症の検査結果に対する注意事項の追記</vt:lpstr>
      <vt:lpstr>2．令和9年度案件について 案件ID218_検査・感染症の検査結果に対する注意事項の追記 【参考】検討背景および対応方針の共有</vt:lpstr>
      <vt:lpstr>2．令和9年度案件について 案件ID219_医療機関の承継が発生した際における患者サマリーのマイナポでの処方情報・検査情報の表示対象範囲の正規化</vt:lpstr>
      <vt:lpstr>2．令和9年度案件について 案件ID220_承継申請に基づく医療機関コードの変換処理における旧医療機関発行した患者サマリーの挙動の変更</vt:lpstr>
      <vt:lpstr>2．令和9年度案件について 案件ID226_患者サマリーにおけるPDFの添付</vt:lpstr>
      <vt:lpstr>2．令和9年度案件について 案件ID222_臨床情報を取得する際の文字コード</vt:lpstr>
      <vt:lpstr>2．令和9年度案件について 案件ID223 _電子署名の危殆化対応</vt:lpstr>
      <vt:lpstr>2．令和9年度案件について 案件ID224_ICD11への移行に伴う傷病名マスタの変更</vt:lpstr>
      <vt:lpstr>3.  案件台帳の更新箇所の報告（1005断面）</vt:lpstr>
      <vt:lpstr>3.  案件台帳の更新箇所の報告（1005断面）</vt:lpstr>
      <vt:lpstr>3.  案件台帳の更新箇所の報告（1005断面）</vt:lpstr>
      <vt:lpstr>3.  案件台帳の更新箇所の報告（1005断面）</vt:lpstr>
      <vt:lpstr>ONS問い合わせ月次報告 1.医療機関等ONS問い合わせ状況</vt:lpstr>
      <vt:lpstr>ONS問い合わせ月次報告 2.医療機関等ONS新規問い合わせ内容</vt:lpstr>
      <vt:lpstr>ONS問い合わせ月次報告 (参考)医療機関等ONS新規問い合わせ内容（1/2）</vt:lpstr>
      <vt:lpstr>ONS問い合わせ月次報告 (参考)医療機関等ONS新規問い合わせ内容（2/2）</vt:lpstr>
      <vt:lpstr>ONS問い合わせ月次報告 3.医療機関等ONS新規問い合わせ対応状況</vt:lpstr>
      <vt:lpstr>ONS問い合わせ月次報告 4.医療機関等ONS更問問い合わせ内容</vt:lpstr>
      <vt:lpstr>ONS問い合わせ月次報告 医療機関等ONS問い合わせ状況</vt:lpstr>
      <vt:lpstr>ONS問い合わせ月次報告 (参考)医療機関等ONSモデル事業参加ベンダ問い合わせ内容</vt:lpstr>
      <vt:lpstr>ONS問い合わせ月次報告 5.医療機関等ONS改善活動（Q&amp;A掲載）（1/8）</vt:lpstr>
      <vt:lpstr>ONS問い合わせ月次報告 5.医療機関等ONS改善活動（Q&amp;A掲載）（2/8）</vt:lpstr>
      <vt:lpstr>ONS問い合わせ月次報告 5.医療機関等ONS改善活動（Q&amp;A掲載）（3/8）</vt:lpstr>
      <vt:lpstr>ONS問い合わせ月次報告 5.医療機関等ONS改善活動（Q&amp;A掲載）（4/8）</vt:lpstr>
      <vt:lpstr>ONS問い合わせ月次報告 5.医療機関等ONS改善活動（Q&amp;A掲載）（5/8）</vt:lpstr>
      <vt:lpstr>ONS問い合わせ月次報告 5.医療機関等ONS改善活動（Q&amp;A掲載）（6/8）</vt:lpstr>
      <vt:lpstr>ONS問い合わせ月次報告 5.医療機関等ONS改善活動（Q&amp;A掲載）（7/8）</vt:lpstr>
      <vt:lpstr>ONS問い合わせ月次報告 5.医療機関等ONS改善活動（Q&amp;A掲載）（8/8）</vt:lpstr>
      <vt:lpstr>10/9(金)ラップアップ</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三者定例 （厚労省医政局、支払基金、アクセンチュア）</dc:title>
  <dc:creator/>
  <cp:lastModifiedBy>Honda, Keiko</cp:lastModifiedBy>
  <cp:revision>1</cp:revision>
  <cp:lastPrinted>1601-01-01T00:00:00Z</cp:lastPrinted>
  <dcterms:created xsi:type="dcterms:W3CDTF">2026-01-28T03:59:19Z</dcterms:created>
  <dcterms:modified xsi:type="dcterms:W3CDTF">2026-10-14T00:21:35Z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0x010100A05F1B5A1E0F1943BC6DE70F45133712</vt:lpwstr>
  </property>
  <property fmtid="{D5CDD505-2E9C-101B-9397-08002B2CF9AE}" pid="4" name="Order">
    <vt:r8>5570200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