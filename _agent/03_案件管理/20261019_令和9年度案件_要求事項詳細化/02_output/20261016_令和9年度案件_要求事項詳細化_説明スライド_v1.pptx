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23.xml" ContentType="application/vnd.openxmlformats-officedocument.presentationml.slideLayout+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6"/>
  </p:sldMasterIdLst>
  <p:notesMasterIdLst>
    <p:notesMasterId r:id="rId16"/>
  </p:notesMasterIdLst>
  <p:sldIdLst>
    <p:sldId id="256" r:id="rId15"/>
    <p:sldId id="257" r:id="rId14"/>
    <p:sldId id="258" r:id="rId13"/>
    <p:sldId id="259" r:id="rId12"/>
    <p:sldId id="260" r:id="rId11"/>
    <p:sldId id="261" r:id="rId10"/>
    <p:sldId id="262" r:id="rId9"/>
    <p:sldId id="263" r:id="rId8"/>
    <p:sldId id="264" r:id="rId7"/>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C68CDB19-3B5A-4C92-9FD0-2EAB331909C3}">
          <p14:sldIdLst>
            <p14:sldId id="2147483397"/>
            <p14:sldId id="348"/>
            <p14:sldId id="350"/>
            <p14:sldId id="349"/>
            <p14:sldId id="324"/>
            <p14:sldId id="325"/>
            <p14:sldId id="2147483449"/>
            <p14:sldId id="2147483444"/>
            <p14:sldId id="214748344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6ECA532E-61E6-26D5-2715-F415BEA539F7}" name="Honda, Keiko" initials="KH" userId="S::keiko.honda@accenture.com::375496db-4b17-4194-84b5-e6f9bb884af8" providerId="AD"/>
  <p188:author id="{5CA10C3E-5F7A-08DB-649E-816987B951E2}" name="上堀 元気(uehori-motoki.3r6)" initials="元上" userId="S::UMKUA@lansys.mhlw.go.jp::fd98a273-c2dd-4e34-997e-f68194df1f18" providerId="AD"/>
  <p188:author id="{CF79BF5C-DD7D-70F1-BE74-C4007AFBFD61}" name="Nakazawa, Masato" initials="NM" userId="S::masato.nakazawa@accenture.com::1233bff8-608b-4080-8826-e11782bff050" providerId="AD"/>
  <p188:author id="{78CC1E8B-938D-36A5-C320-91114E34F238}" name="長谷川 聖(hasegawa-satoru.f83)" initials="長聖" userId="S::hsxae@lansys.mhlw.go.jp::0328cc67-5612-4c45-a253-85389a058c6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ADA"/>
    <a:srgbClr val="0000FF"/>
    <a:srgbClr val="DCE6F2"/>
    <a:srgbClr val="F6F5EE"/>
    <a:srgbClr val="F2DCDB"/>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466AD2-6409-44C0-86D8-92C54CBF30B7}" v="1157" dt="2026-10-13T01:55:51.802"/>
    <p1510:client id="{7F3ADBC6-6C5E-4732-B1CC-1060FE1AEB47}" v="649" dt="2026-10-13T03:43:19.21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6" Type="http://schemas.openxmlformats.org/officeDocument/2006/relationships/slideMaster" Target="slideMasters/slideMaster3.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7.xml"/><Relationship Id="rId10" Type="http://schemas.openxmlformats.org/officeDocument/2006/relationships/slide" Target="slides/slide6.xml"/><Relationship Id="rId11" Type="http://schemas.openxmlformats.org/officeDocument/2006/relationships/slide" Target="slides/slide5.xml"/><Relationship Id="rId12" Type="http://schemas.openxmlformats.org/officeDocument/2006/relationships/slide" Target="slides/slide4.xml"/><Relationship Id="rId13" Type="http://schemas.openxmlformats.org/officeDocument/2006/relationships/slide" Target="slides/slide3.xml"/><Relationship Id="rId14" Type="http://schemas.openxmlformats.org/officeDocument/2006/relationships/slide" Target="slides/slide2.xml"/><Relationship Id="rId15" Type="http://schemas.openxmlformats.org/officeDocument/2006/relationships/slide" Target="slides/slide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 Id="rId23"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makawa, Rion" userId="5623036d-59d7-4fb8-b6b7-e50aa9ebf0c2" providerId="ADAL" clId="{7985E48F-32F0-49FB-9C1F-EE0B60D40D27}"/>
    <pc:docChg chg="custSel addSld delSld modSld delMainMaster delSection modSection">
      <pc:chgData name="Yamakawa, Rion" userId="5623036d-59d7-4fb8-b6b7-e50aa9ebf0c2" providerId="ADAL" clId="{7985E48F-32F0-49FB-9C1F-EE0B60D40D27}" dt="2026-10-09T05:18:04.349" v="281" actId="20577"/>
      <pc:docMkLst>
        <pc:docMk/>
      </pc:docMkLst>
      <pc:sldChg chg="del mod modShow">
        <pc:chgData name="Yamakawa, Rion" userId="5623036d-59d7-4fb8-b6b7-e50aa9ebf0c2" providerId="ADAL" clId="{7985E48F-32F0-49FB-9C1F-EE0B60D40D27}" dt="2026-10-09T04:02:40.322" v="7" actId="47"/>
        <pc:sldMkLst>
          <pc:docMk/>
          <pc:sldMk cId="705021952" sldId="263"/>
        </pc:sldMkLst>
      </pc:sldChg>
      <pc:sldChg chg="del mod modShow">
        <pc:chgData name="Yamakawa, Rion" userId="5623036d-59d7-4fb8-b6b7-e50aa9ebf0c2" providerId="ADAL" clId="{7985E48F-32F0-49FB-9C1F-EE0B60D40D27}" dt="2026-10-09T04:02:40.322" v="7" actId="47"/>
        <pc:sldMkLst>
          <pc:docMk/>
          <pc:sldMk cId="2783903334" sldId="264"/>
        </pc:sldMkLst>
      </pc:sldChg>
      <pc:sldChg chg="del mod modShow">
        <pc:chgData name="Yamakawa, Rion" userId="5623036d-59d7-4fb8-b6b7-e50aa9ebf0c2" providerId="ADAL" clId="{7985E48F-32F0-49FB-9C1F-EE0B60D40D27}" dt="2026-10-09T04:02:40.322" v="7" actId="47"/>
        <pc:sldMkLst>
          <pc:docMk/>
          <pc:sldMk cId="4260220668" sldId="270"/>
        </pc:sldMkLst>
      </pc:sldChg>
      <pc:sldChg chg="del mod modShow">
        <pc:chgData name="Yamakawa, Rion" userId="5623036d-59d7-4fb8-b6b7-e50aa9ebf0c2" providerId="ADAL" clId="{7985E48F-32F0-49FB-9C1F-EE0B60D40D27}" dt="2026-10-09T04:02:40.322" v="7" actId="47"/>
        <pc:sldMkLst>
          <pc:docMk/>
          <pc:sldMk cId="759423103" sldId="271"/>
        </pc:sldMkLst>
      </pc:sldChg>
      <pc:sldChg chg="del mod modShow">
        <pc:chgData name="Yamakawa, Rion" userId="5623036d-59d7-4fb8-b6b7-e50aa9ebf0c2" providerId="ADAL" clId="{7985E48F-32F0-49FB-9C1F-EE0B60D40D27}" dt="2026-10-09T04:02:40.322" v="7" actId="47"/>
        <pc:sldMkLst>
          <pc:docMk/>
          <pc:sldMk cId="3439936427" sldId="280"/>
        </pc:sldMkLst>
      </pc:sldChg>
      <pc:sldChg chg="del mod modShow">
        <pc:chgData name="Yamakawa, Rion" userId="5623036d-59d7-4fb8-b6b7-e50aa9ebf0c2" providerId="ADAL" clId="{7985E48F-32F0-49FB-9C1F-EE0B60D40D27}" dt="2026-10-09T04:02:40.322" v="7" actId="47"/>
        <pc:sldMkLst>
          <pc:docMk/>
          <pc:sldMk cId="1212331430" sldId="284"/>
        </pc:sldMkLst>
      </pc:sldChg>
      <pc:sldChg chg="del mod modShow">
        <pc:chgData name="Yamakawa, Rion" userId="5623036d-59d7-4fb8-b6b7-e50aa9ebf0c2" providerId="ADAL" clId="{7985E48F-32F0-49FB-9C1F-EE0B60D40D27}" dt="2026-10-09T04:02:40.322" v="7" actId="47"/>
        <pc:sldMkLst>
          <pc:docMk/>
          <pc:sldMk cId="3934202888" sldId="287"/>
        </pc:sldMkLst>
      </pc:sldChg>
      <pc:sldChg chg="del mod modShow">
        <pc:chgData name="Yamakawa, Rion" userId="5623036d-59d7-4fb8-b6b7-e50aa9ebf0c2" providerId="ADAL" clId="{7985E48F-32F0-49FB-9C1F-EE0B60D40D27}" dt="2026-10-09T04:02:40.322" v="7" actId="47"/>
        <pc:sldMkLst>
          <pc:docMk/>
          <pc:sldMk cId="2740659215" sldId="290"/>
        </pc:sldMkLst>
      </pc:sldChg>
      <pc:sldChg chg="del mod modShow">
        <pc:chgData name="Yamakawa, Rion" userId="5623036d-59d7-4fb8-b6b7-e50aa9ebf0c2" providerId="ADAL" clId="{7985E48F-32F0-49FB-9C1F-EE0B60D40D27}" dt="2026-10-09T04:02:35.998" v="6" actId="47"/>
        <pc:sldMkLst>
          <pc:docMk/>
          <pc:sldMk cId="85808576" sldId="311"/>
        </pc:sldMkLst>
      </pc:sldChg>
      <pc:sldChg chg="delSp modSp add mod">
        <pc:chgData name="Yamakawa, Rion" userId="5623036d-59d7-4fb8-b6b7-e50aa9ebf0c2" providerId="ADAL" clId="{7985E48F-32F0-49FB-9C1F-EE0B60D40D27}" dt="2026-10-09T05:18:04.349" v="281" actId="20577"/>
        <pc:sldMkLst>
          <pc:docMk/>
          <pc:sldMk cId="2668377432" sldId="348"/>
        </pc:sldMkLst>
        <pc:spChg chg="del">
          <ac:chgData name="Yamakawa, Rion" userId="5623036d-59d7-4fb8-b6b7-e50aa9ebf0c2" providerId="ADAL" clId="{7985E48F-32F0-49FB-9C1F-EE0B60D40D27}" dt="2026-10-09T04:03:09.553" v="19" actId="478"/>
          <ac:spMkLst>
            <pc:docMk/>
            <pc:sldMk cId="2668377432" sldId="348"/>
            <ac:spMk id="5" creationId="{9C364E35-1BD0-77D2-3FB9-0522D26CD330}"/>
          </ac:spMkLst>
        </pc:spChg>
        <pc:spChg chg="mod">
          <ac:chgData name="Yamakawa, Rion" userId="5623036d-59d7-4fb8-b6b7-e50aa9ebf0c2" providerId="ADAL" clId="{7985E48F-32F0-49FB-9C1F-EE0B60D40D27}" dt="2026-10-09T05:18:04.349" v="281" actId="20577"/>
          <ac:spMkLst>
            <pc:docMk/>
            <pc:sldMk cId="2668377432" sldId="348"/>
            <ac:spMk id="8" creationId="{04C7A161-6370-59E9-0E21-BF88EB115B87}"/>
          </ac:spMkLst>
        </pc:spChg>
        <pc:spChg chg="del">
          <ac:chgData name="Yamakawa, Rion" userId="5623036d-59d7-4fb8-b6b7-e50aa9ebf0c2" providerId="ADAL" clId="{7985E48F-32F0-49FB-9C1F-EE0B60D40D27}" dt="2026-10-09T04:03:09.553" v="19" actId="478"/>
          <ac:spMkLst>
            <pc:docMk/>
            <pc:sldMk cId="2668377432" sldId="348"/>
            <ac:spMk id="16" creationId="{BD272D60-9F74-FC9E-F394-6304533F1BA9}"/>
          </ac:spMkLst>
        </pc:spChg>
        <pc:spChg chg="mod">
          <ac:chgData name="Yamakawa, Rion" userId="5623036d-59d7-4fb8-b6b7-e50aa9ebf0c2" providerId="ADAL" clId="{7985E48F-32F0-49FB-9C1F-EE0B60D40D27}" dt="2026-10-09T04:02:48.710" v="11" actId="20577"/>
          <ac:spMkLst>
            <pc:docMk/>
            <pc:sldMk cId="2668377432" sldId="348"/>
            <ac:spMk id="24" creationId="{0F1FE4D6-BA15-26FE-406D-2CB2642CF5E5}"/>
          </ac:spMkLst>
        </pc:spChg>
        <pc:spChg chg="del">
          <ac:chgData name="Yamakawa, Rion" userId="5623036d-59d7-4fb8-b6b7-e50aa9ebf0c2" providerId="ADAL" clId="{7985E48F-32F0-49FB-9C1F-EE0B60D40D27}" dt="2026-10-09T04:03:09.553" v="19" actId="478"/>
          <ac:spMkLst>
            <pc:docMk/>
            <pc:sldMk cId="2668377432" sldId="348"/>
            <ac:spMk id="26" creationId="{0F425E18-10C1-9E7B-7A2D-5CF084F9A168}"/>
          </ac:spMkLst>
        </pc:spChg>
        <pc:cxnChg chg="del">
          <ac:chgData name="Yamakawa, Rion" userId="5623036d-59d7-4fb8-b6b7-e50aa9ebf0c2" providerId="ADAL" clId="{7985E48F-32F0-49FB-9C1F-EE0B60D40D27}" dt="2026-10-09T04:03:09.553" v="19" actId="478"/>
          <ac:cxnSpMkLst>
            <pc:docMk/>
            <pc:sldMk cId="2668377432" sldId="348"/>
            <ac:cxnSpMk id="17" creationId="{3DB5C4E2-F7AE-A1AC-97F0-1ED98F885BE4}"/>
          </ac:cxnSpMkLst>
        </pc:cxnChg>
      </pc:sldChg>
      <pc:sldChg chg="modSp add mod">
        <pc:chgData name="Yamakawa, Rion" userId="5623036d-59d7-4fb8-b6b7-e50aa9ebf0c2" providerId="ADAL" clId="{7985E48F-32F0-49FB-9C1F-EE0B60D40D27}" dt="2026-10-09T04:03:20.873" v="45" actId="20577"/>
        <pc:sldMkLst>
          <pc:docMk/>
          <pc:sldMk cId="1235160568" sldId="349"/>
        </pc:sldMkLst>
        <pc:spChg chg="mod">
          <ac:chgData name="Yamakawa, Rion" userId="5623036d-59d7-4fb8-b6b7-e50aa9ebf0c2" providerId="ADAL" clId="{7985E48F-32F0-49FB-9C1F-EE0B60D40D27}" dt="2026-10-09T04:03:20.873" v="45" actId="20577"/>
          <ac:spMkLst>
            <pc:docMk/>
            <pc:sldMk cId="1235160568" sldId="349"/>
            <ac:spMk id="24" creationId="{E2085BAD-38CE-0BCA-C747-9B899293CAF6}"/>
          </ac:spMkLst>
        </pc:spChg>
      </pc:sldChg>
      <pc:sldChg chg="delSp modSp add mod">
        <pc:chgData name="Yamakawa, Rion" userId="5623036d-59d7-4fb8-b6b7-e50aa9ebf0c2" providerId="ADAL" clId="{7985E48F-32F0-49FB-9C1F-EE0B60D40D27}" dt="2026-10-09T04:03:14.872" v="32" actId="20577"/>
        <pc:sldMkLst>
          <pc:docMk/>
          <pc:sldMk cId="2210300788" sldId="350"/>
        </pc:sldMkLst>
        <pc:spChg chg="mod">
          <ac:chgData name="Yamakawa, Rion" userId="5623036d-59d7-4fb8-b6b7-e50aa9ebf0c2" providerId="ADAL" clId="{7985E48F-32F0-49FB-9C1F-EE0B60D40D27}" dt="2026-10-09T04:03:14.872" v="32" actId="20577"/>
          <ac:spMkLst>
            <pc:docMk/>
            <pc:sldMk cId="2210300788" sldId="350"/>
            <ac:spMk id="24" creationId="{DBC35EA2-BCFE-6E2C-9FB1-4116BA01BC83}"/>
          </ac:spMkLst>
        </pc:spChg>
        <pc:spChg chg="del">
          <ac:chgData name="Yamakawa, Rion" userId="5623036d-59d7-4fb8-b6b7-e50aa9ebf0c2" providerId="ADAL" clId="{7985E48F-32F0-49FB-9C1F-EE0B60D40D27}" dt="2026-10-09T04:02:54.294" v="15" actId="478"/>
          <ac:spMkLst>
            <pc:docMk/>
            <pc:sldMk cId="2210300788" sldId="350"/>
            <ac:spMk id="40" creationId="{6AE9A1FC-0705-05B2-E932-AA5AB8555D47}"/>
          </ac:spMkLst>
        </pc:spChg>
      </pc:sldChg>
      <pc:sldChg chg="del mod modShow">
        <pc:chgData name="Yamakawa, Rion" userId="5623036d-59d7-4fb8-b6b7-e50aa9ebf0c2" providerId="ADAL" clId="{7985E48F-32F0-49FB-9C1F-EE0B60D40D27}" dt="2026-10-09T04:02:40.322" v="7" actId="47"/>
        <pc:sldMkLst>
          <pc:docMk/>
          <pc:sldMk cId="2254933644" sldId="412"/>
        </pc:sldMkLst>
      </pc:sldChg>
      <pc:sldChg chg="modSp mod">
        <pc:chgData name="Yamakawa, Rion" userId="5623036d-59d7-4fb8-b6b7-e50aa9ebf0c2" providerId="ADAL" clId="{7985E48F-32F0-49FB-9C1F-EE0B60D40D27}" dt="2026-10-09T04:09:03.407" v="208" actId="20577"/>
        <pc:sldMkLst>
          <pc:docMk/>
          <pc:sldMk cId="595883249" sldId="2147483397"/>
        </pc:sldMkLst>
        <pc:spChg chg="mod">
          <ac:chgData name="Yamakawa, Rion" userId="5623036d-59d7-4fb8-b6b7-e50aa9ebf0c2" providerId="ADAL" clId="{7985E48F-32F0-49FB-9C1F-EE0B60D40D27}" dt="2026-10-09T04:09:03.407" v="208" actId="20577"/>
          <ac:spMkLst>
            <pc:docMk/>
            <pc:sldMk cId="595883249" sldId="2147483397"/>
            <ac:spMk id="3" creationId="{A0CD0069-7296-5C95-4100-5FD1F67D4FDE}"/>
          </ac:spMkLst>
        </pc:spChg>
      </pc:sldChg>
      <pc:sldChg chg="del mod modShow">
        <pc:chgData name="Yamakawa, Rion" userId="5623036d-59d7-4fb8-b6b7-e50aa9ebf0c2" providerId="ADAL" clId="{7985E48F-32F0-49FB-9C1F-EE0B60D40D27}" dt="2026-10-09T04:02:40.322" v="7" actId="47"/>
        <pc:sldMkLst>
          <pc:docMk/>
          <pc:sldMk cId="3705545676" sldId="2147483435"/>
        </pc:sldMkLst>
      </pc:sldChg>
      <pc:sldChg chg="del mod modShow">
        <pc:chgData name="Yamakawa, Rion" userId="5623036d-59d7-4fb8-b6b7-e50aa9ebf0c2" providerId="ADAL" clId="{7985E48F-32F0-49FB-9C1F-EE0B60D40D27}" dt="2026-10-09T04:02:40.322" v="7" actId="47"/>
        <pc:sldMkLst>
          <pc:docMk/>
          <pc:sldMk cId="817220878" sldId="2147483436"/>
        </pc:sldMkLst>
      </pc:sldChg>
      <pc:sldChg chg="del mod modShow">
        <pc:chgData name="Yamakawa, Rion" userId="5623036d-59d7-4fb8-b6b7-e50aa9ebf0c2" providerId="ADAL" clId="{7985E48F-32F0-49FB-9C1F-EE0B60D40D27}" dt="2026-10-09T04:02:40.322" v="7" actId="47"/>
        <pc:sldMkLst>
          <pc:docMk/>
          <pc:sldMk cId="2803003126" sldId="2147483437"/>
        </pc:sldMkLst>
      </pc:sldChg>
      <pc:sldChg chg="del mod modShow">
        <pc:chgData name="Yamakawa, Rion" userId="5623036d-59d7-4fb8-b6b7-e50aa9ebf0c2" providerId="ADAL" clId="{7985E48F-32F0-49FB-9C1F-EE0B60D40D27}" dt="2026-10-09T04:02:40.322" v="7" actId="47"/>
        <pc:sldMkLst>
          <pc:docMk/>
          <pc:sldMk cId="2495384255" sldId="2147483438"/>
        </pc:sldMkLst>
      </pc:sldChg>
      <pc:sldChg chg="del mod modShow">
        <pc:chgData name="Yamakawa, Rion" userId="5623036d-59d7-4fb8-b6b7-e50aa9ebf0c2" providerId="ADAL" clId="{7985E48F-32F0-49FB-9C1F-EE0B60D40D27}" dt="2026-10-09T04:02:40.322" v="7" actId="47"/>
        <pc:sldMkLst>
          <pc:docMk/>
          <pc:sldMk cId="4052467605" sldId="2147483439"/>
        </pc:sldMkLst>
      </pc:sldChg>
      <pc:sldChg chg="del mod modShow">
        <pc:chgData name="Yamakawa, Rion" userId="5623036d-59d7-4fb8-b6b7-e50aa9ebf0c2" providerId="ADAL" clId="{7985E48F-32F0-49FB-9C1F-EE0B60D40D27}" dt="2026-10-09T04:02:40.322" v="7" actId="47"/>
        <pc:sldMkLst>
          <pc:docMk/>
          <pc:sldMk cId="1935930408" sldId="2147483440"/>
        </pc:sldMkLst>
      </pc:sldChg>
      <pc:sldChg chg="del mod modShow">
        <pc:chgData name="Yamakawa, Rion" userId="5623036d-59d7-4fb8-b6b7-e50aa9ebf0c2" providerId="ADAL" clId="{7985E48F-32F0-49FB-9C1F-EE0B60D40D27}" dt="2026-10-09T04:02:40.322" v="7" actId="47"/>
        <pc:sldMkLst>
          <pc:docMk/>
          <pc:sldMk cId="814529769" sldId="2147483441"/>
        </pc:sldMkLst>
      </pc:sldChg>
      <pc:sldChg chg="del mod modShow">
        <pc:chgData name="Yamakawa, Rion" userId="5623036d-59d7-4fb8-b6b7-e50aa9ebf0c2" providerId="ADAL" clId="{7985E48F-32F0-49FB-9C1F-EE0B60D40D27}" dt="2026-10-09T04:02:40.322" v="7" actId="47"/>
        <pc:sldMkLst>
          <pc:docMk/>
          <pc:sldMk cId="3909189937" sldId="2147483442"/>
        </pc:sldMkLst>
      </pc:sldChg>
      <pc:sldChg chg="del mod modShow">
        <pc:chgData name="Yamakawa, Rion" userId="5623036d-59d7-4fb8-b6b7-e50aa9ebf0c2" providerId="ADAL" clId="{7985E48F-32F0-49FB-9C1F-EE0B60D40D27}" dt="2026-10-09T04:02:40.322" v="7" actId="47"/>
        <pc:sldMkLst>
          <pc:docMk/>
          <pc:sldMk cId="2716819494" sldId="2147483443"/>
        </pc:sldMkLst>
      </pc:sldChg>
      <pc:sldChg chg="del mod modShow">
        <pc:chgData name="Yamakawa, Rion" userId="5623036d-59d7-4fb8-b6b7-e50aa9ebf0c2" providerId="ADAL" clId="{7985E48F-32F0-49FB-9C1F-EE0B60D40D27}" dt="2026-10-09T04:02:40.322" v="7" actId="47"/>
        <pc:sldMkLst>
          <pc:docMk/>
          <pc:sldMk cId="61962872" sldId="2147483444"/>
        </pc:sldMkLst>
      </pc:sldChg>
      <pc:sldChg chg="del mod modShow">
        <pc:chgData name="Yamakawa, Rion" userId="5623036d-59d7-4fb8-b6b7-e50aa9ebf0c2" providerId="ADAL" clId="{7985E48F-32F0-49FB-9C1F-EE0B60D40D27}" dt="2026-10-09T04:02:40.322" v="7" actId="47"/>
        <pc:sldMkLst>
          <pc:docMk/>
          <pc:sldMk cId="2348157068" sldId="2147483445"/>
        </pc:sldMkLst>
      </pc:sldChg>
      <pc:sldChg chg="del mod modShow">
        <pc:chgData name="Yamakawa, Rion" userId="5623036d-59d7-4fb8-b6b7-e50aa9ebf0c2" providerId="ADAL" clId="{7985E48F-32F0-49FB-9C1F-EE0B60D40D27}" dt="2026-10-09T04:02:40.322" v="7" actId="47"/>
        <pc:sldMkLst>
          <pc:docMk/>
          <pc:sldMk cId="4092686630" sldId="2147483446"/>
        </pc:sldMkLst>
      </pc:sldChg>
      <pc:sldChg chg="del mod modShow">
        <pc:chgData name="Yamakawa, Rion" userId="5623036d-59d7-4fb8-b6b7-e50aa9ebf0c2" providerId="ADAL" clId="{7985E48F-32F0-49FB-9C1F-EE0B60D40D27}" dt="2026-10-09T04:02:40.322" v="7" actId="47"/>
        <pc:sldMkLst>
          <pc:docMk/>
          <pc:sldMk cId="282182776" sldId="2147483447"/>
        </pc:sldMkLst>
      </pc:sldChg>
      <pc:sldChg chg="del mod modShow">
        <pc:chgData name="Yamakawa, Rion" userId="5623036d-59d7-4fb8-b6b7-e50aa9ebf0c2" providerId="ADAL" clId="{7985E48F-32F0-49FB-9C1F-EE0B60D40D27}" dt="2026-10-09T04:02:40.322" v="7" actId="47"/>
        <pc:sldMkLst>
          <pc:docMk/>
          <pc:sldMk cId="2528049026" sldId="2147483448"/>
        </pc:sldMkLst>
      </pc:sldChg>
      <pc:sldChg chg="del mod modShow">
        <pc:chgData name="Yamakawa, Rion" userId="5623036d-59d7-4fb8-b6b7-e50aa9ebf0c2" providerId="ADAL" clId="{7985E48F-32F0-49FB-9C1F-EE0B60D40D27}" dt="2026-10-09T04:02:40.322" v="7" actId="47"/>
        <pc:sldMkLst>
          <pc:docMk/>
          <pc:sldMk cId="348946050" sldId="2147483449"/>
        </pc:sldMkLst>
      </pc:sldChg>
      <pc:sldChg chg="del mod modShow">
        <pc:chgData name="Yamakawa, Rion" userId="5623036d-59d7-4fb8-b6b7-e50aa9ebf0c2" providerId="ADAL" clId="{7985E48F-32F0-49FB-9C1F-EE0B60D40D27}" dt="2026-10-09T04:02:40.322" v="7" actId="47"/>
        <pc:sldMkLst>
          <pc:docMk/>
          <pc:sldMk cId="444256917" sldId="2147483450"/>
        </pc:sldMkLst>
      </pc:sldChg>
      <pc:sldChg chg="del mod modShow">
        <pc:chgData name="Yamakawa, Rion" userId="5623036d-59d7-4fb8-b6b7-e50aa9ebf0c2" providerId="ADAL" clId="{7985E48F-32F0-49FB-9C1F-EE0B60D40D27}" dt="2026-10-09T04:02:40.322" v="7" actId="47"/>
        <pc:sldMkLst>
          <pc:docMk/>
          <pc:sldMk cId="1757843476" sldId="2147483451"/>
        </pc:sldMkLst>
      </pc:sldChg>
      <pc:sldChg chg="del mod modShow">
        <pc:chgData name="Yamakawa, Rion" userId="5623036d-59d7-4fb8-b6b7-e50aa9ebf0c2" providerId="ADAL" clId="{7985E48F-32F0-49FB-9C1F-EE0B60D40D27}" dt="2026-10-09T04:02:40.322" v="7" actId="47"/>
        <pc:sldMkLst>
          <pc:docMk/>
          <pc:sldMk cId="3559315595" sldId="2147483452"/>
        </pc:sldMkLst>
      </pc:sldChg>
      <pc:sldMasterChg chg="del delSldLayout">
        <pc:chgData name="Yamakawa, Rion" userId="5623036d-59d7-4fb8-b6b7-e50aa9ebf0c2" providerId="ADAL" clId="{7985E48F-32F0-49FB-9C1F-EE0B60D40D27}" dt="2026-10-09T04:02:40.322" v="7" actId="47"/>
        <pc:sldMasterMkLst>
          <pc:docMk/>
          <pc:sldMasterMk cId="1911037122" sldId="2147483759"/>
        </pc:sldMasterMkLst>
        <pc:sldLayoutChg chg="del">
          <pc:chgData name="Yamakawa, Rion" userId="5623036d-59d7-4fb8-b6b7-e50aa9ebf0c2" providerId="ADAL" clId="{7985E48F-32F0-49FB-9C1F-EE0B60D40D27}" dt="2026-10-09T04:02:40.322" v="7" actId="47"/>
          <pc:sldLayoutMkLst>
            <pc:docMk/>
            <pc:sldMasterMk cId="1911037122" sldId="2147483759"/>
            <pc:sldLayoutMk cId="2141291197" sldId="2147483760"/>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3500130478" sldId="2147483761"/>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3793979966" sldId="2147483762"/>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1795344207" sldId="2147483763"/>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692121668" sldId="2147483764"/>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1341316991" sldId="2147483765"/>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226785088" sldId="2147483766"/>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1975704340" sldId="2147483767"/>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949214595" sldId="2147483768"/>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3791090912" sldId="2147483769"/>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2417583490" sldId="2147483770"/>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1938549789" sldId="2147483771"/>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3029576781" sldId="2147483772"/>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3464783829" sldId="2147483773"/>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1162366294" sldId="2147483774"/>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4091294243" sldId="2147483775"/>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2890976480" sldId="2147483776"/>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95276879" sldId="2147483777"/>
          </pc:sldLayoutMkLst>
        </pc:sldLayoutChg>
        <pc:sldLayoutChg chg="del">
          <pc:chgData name="Yamakawa, Rion" userId="5623036d-59d7-4fb8-b6b7-e50aa9ebf0c2" providerId="ADAL" clId="{7985E48F-32F0-49FB-9C1F-EE0B60D40D27}" dt="2026-10-09T04:02:40.322" v="7" actId="47"/>
          <pc:sldLayoutMkLst>
            <pc:docMk/>
            <pc:sldMasterMk cId="1911037122" sldId="2147483759"/>
            <pc:sldLayoutMk cId="815522271" sldId="2147483778"/>
          </pc:sldLayoutMkLst>
        </pc:sldLayoutChg>
      </pc:sldMasterChg>
      <pc:sldMasterChg chg="del delSldLayout">
        <pc:chgData name="Yamakawa, Rion" userId="5623036d-59d7-4fb8-b6b7-e50aa9ebf0c2" providerId="ADAL" clId="{7985E48F-32F0-49FB-9C1F-EE0B60D40D27}" dt="2026-10-09T04:02:40.322" v="7" actId="47"/>
        <pc:sldMasterMkLst>
          <pc:docMk/>
          <pc:sldMasterMk cId="798667303" sldId="2147483779"/>
        </pc:sldMasterMkLst>
        <pc:sldLayoutChg chg="del">
          <pc:chgData name="Yamakawa, Rion" userId="5623036d-59d7-4fb8-b6b7-e50aa9ebf0c2" providerId="ADAL" clId="{7985E48F-32F0-49FB-9C1F-EE0B60D40D27}" dt="2026-10-09T04:02:40.322" v="7" actId="47"/>
          <pc:sldLayoutMkLst>
            <pc:docMk/>
            <pc:sldMasterMk cId="798667303" sldId="2147483779"/>
            <pc:sldLayoutMk cId="2963352781" sldId="2147483780"/>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1239105402" sldId="2147483781"/>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3979477293" sldId="2147483782"/>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404630649" sldId="2147483783"/>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321136571" sldId="2147483784"/>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706222548" sldId="2147483785"/>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3386862089" sldId="2147483786"/>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645872531" sldId="2147483787"/>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2456206112" sldId="2147483788"/>
          </pc:sldLayoutMkLst>
        </pc:sldLayoutChg>
        <pc:sldLayoutChg chg="del">
          <pc:chgData name="Yamakawa, Rion" userId="5623036d-59d7-4fb8-b6b7-e50aa9ebf0c2" providerId="ADAL" clId="{7985E48F-32F0-49FB-9C1F-EE0B60D40D27}" dt="2026-10-09T04:02:40.322" v="7" actId="47"/>
          <pc:sldLayoutMkLst>
            <pc:docMk/>
            <pc:sldMasterMk cId="798667303" sldId="2147483779"/>
            <pc:sldLayoutMk cId="3385604942" sldId="2147483789"/>
          </pc:sldLayoutMkLst>
        </pc:sldLayoutChg>
      </pc:sldMasterChg>
      <pc:sldMasterChg chg="del delSldLayout">
        <pc:chgData name="Yamakawa, Rion" userId="5623036d-59d7-4fb8-b6b7-e50aa9ebf0c2" providerId="ADAL" clId="{7985E48F-32F0-49FB-9C1F-EE0B60D40D27}" dt="2026-10-09T04:02:40.322" v="7" actId="47"/>
        <pc:sldMasterMkLst>
          <pc:docMk/>
          <pc:sldMasterMk cId="1863629358" sldId="2147483790"/>
        </pc:sldMasterMkLst>
        <pc:sldLayoutChg chg="del">
          <pc:chgData name="Yamakawa, Rion" userId="5623036d-59d7-4fb8-b6b7-e50aa9ebf0c2" providerId="ADAL" clId="{7985E48F-32F0-49FB-9C1F-EE0B60D40D27}" dt="2026-10-09T04:02:40.322" v="7" actId="47"/>
          <pc:sldLayoutMkLst>
            <pc:docMk/>
            <pc:sldMasterMk cId="1863629358" sldId="2147483790"/>
            <pc:sldLayoutMk cId="3486106112" sldId="2147483791"/>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3821956788" sldId="2147483792"/>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1148598943" sldId="2147483793"/>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3203888476" sldId="2147483794"/>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532978779" sldId="2147483795"/>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3637378498" sldId="2147483796"/>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3893225312" sldId="2147483797"/>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3777345940" sldId="2147483798"/>
          </pc:sldLayoutMkLst>
        </pc:sldLayoutChg>
        <pc:sldLayoutChg chg="del">
          <pc:chgData name="Yamakawa, Rion" userId="5623036d-59d7-4fb8-b6b7-e50aa9ebf0c2" providerId="ADAL" clId="{7985E48F-32F0-49FB-9C1F-EE0B60D40D27}" dt="2026-10-09T04:02:40.322" v="7" actId="47"/>
          <pc:sldLayoutMkLst>
            <pc:docMk/>
            <pc:sldMasterMk cId="1863629358" sldId="2147483790"/>
            <pc:sldLayoutMk cId="1155198489" sldId="2147483799"/>
          </pc:sldLayoutMkLst>
        </pc:sldLayoutChg>
      </pc:sldMasterChg>
    </pc:docChg>
  </pc:docChgLst>
  <pc:docChgLst>
    <pc:chgData name="Honda, Keiko" userId="375496db-4b17-4194-84b5-e6f9bb884af8" providerId="ADAL" clId="{F7CF527C-2471-481A-9057-C5CD703C1E49}"/>
    <pc:docChg chg="undo custSel addSld delSld modSld modSection">
      <pc:chgData name="Honda, Keiko" userId="375496db-4b17-4194-84b5-e6f9bb884af8" providerId="ADAL" clId="{F7CF527C-2471-481A-9057-C5CD703C1E49}" dt="2026-10-13T03:43:19.215" v="1540" actId="13926"/>
      <pc:docMkLst>
        <pc:docMk/>
      </pc:docMkLst>
      <pc:sldChg chg="addSp delSp modSp add del mod">
        <pc:chgData name="Honda, Keiko" userId="375496db-4b17-4194-84b5-e6f9bb884af8" providerId="ADAL" clId="{F7CF527C-2471-481A-9057-C5CD703C1E49}" dt="2026-10-13T02:18:53.992" v="1458" actId="478"/>
        <pc:sldMkLst>
          <pc:docMk/>
          <pc:sldMk cId="1890492439" sldId="324"/>
        </pc:sldMkLst>
        <pc:spChg chg="mod">
          <ac:chgData name="Honda, Keiko" userId="375496db-4b17-4194-84b5-e6f9bb884af8" providerId="ADAL" clId="{F7CF527C-2471-481A-9057-C5CD703C1E49}" dt="2026-10-09T08:28:07.662" v="33"/>
          <ac:spMkLst>
            <pc:docMk/>
            <pc:sldMk cId="1890492439" sldId="324"/>
            <ac:spMk id="2" creationId="{8C3C159F-F2B8-134D-3280-837EA0DDE40A}"/>
          </ac:spMkLst>
        </pc:spChg>
        <pc:spChg chg="del">
          <ac:chgData name="Honda, Keiko" userId="375496db-4b17-4194-84b5-e6f9bb884af8" providerId="ADAL" clId="{F7CF527C-2471-481A-9057-C5CD703C1E49}" dt="2026-10-13T02:18:48.296" v="1456" actId="478"/>
          <ac:spMkLst>
            <pc:docMk/>
            <pc:sldMk cId="1890492439" sldId="324"/>
            <ac:spMk id="5" creationId="{644FA821-445F-A6B0-8480-D037565EC425}"/>
          </ac:spMkLst>
        </pc:spChg>
        <pc:spChg chg="add mod">
          <ac:chgData name="Honda, Keiko" userId="375496db-4b17-4194-84b5-e6f9bb884af8" providerId="ADAL" clId="{F7CF527C-2471-481A-9057-C5CD703C1E49}" dt="2026-10-09T08:30:30.251" v="88" actId="1076"/>
          <ac:spMkLst>
            <pc:docMk/>
            <pc:sldMk cId="1890492439" sldId="324"/>
            <ac:spMk id="6" creationId="{2FAAD378-7123-F146-3105-C1C764C3258E}"/>
          </ac:spMkLst>
        </pc:spChg>
        <pc:spChg chg="mod">
          <ac:chgData name="Honda, Keiko" userId="375496db-4b17-4194-84b5-e6f9bb884af8" providerId="ADAL" clId="{F7CF527C-2471-481A-9057-C5CD703C1E49}" dt="2026-10-09T08:43:46.707" v="483"/>
          <ac:spMkLst>
            <pc:docMk/>
            <pc:sldMk cId="1890492439" sldId="324"/>
            <ac:spMk id="9" creationId="{F63D718E-F1A8-5273-8A82-28B2C98BF486}"/>
          </ac:spMkLst>
        </pc:spChg>
        <pc:spChg chg="mod">
          <ac:chgData name="Honda, Keiko" userId="375496db-4b17-4194-84b5-e6f9bb884af8" providerId="ADAL" clId="{F7CF527C-2471-481A-9057-C5CD703C1E49}" dt="2026-10-13T02:15:19.042" v="1454"/>
          <ac:spMkLst>
            <pc:docMk/>
            <pc:sldMk cId="1890492439" sldId="324"/>
            <ac:spMk id="10" creationId="{211C5006-A916-6F9B-F491-A9E7F02DE4E4}"/>
          </ac:spMkLst>
        </pc:spChg>
        <pc:spChg chg="mod">
          <ac:chgData name="Honda, Keiko" userId="375496db-4b17-4194-84b5-e6f9bb884af8" providerId="ADAL" clId="{F7CF527C-2471-481A-9057-C5CD703C1E49}" dt="2026-10-13T02:15:07.836" v="1442" actId="20577"/>
          <ac:spMkLst>
            <pc:docMk/>
            <pc:sldMk cId="1890492439" sldId="324"/>
            <ac:spMk id="11" creationId="{ECF1BE7C-B5D4-0B32-BAE2-CF13FADCC9E0}"/>
          </ac:spMkLst>
        </pc:spChg>
        <pc:spChg chg="del">
          <ac:chgData name="Honda, Keiko" userId="375496db-4b17-4194-84b5-e6f9bb884af8" providerId="ADAL" clId="{F7CF527C-2471-481A-9057-C5CD703C1E49}" dt="2026-10-13T02:15:25.742" v="1455" actId="478"/>
          <ac:spMkLst>
            <pc:docMk/>
            <pc:sldMk cId="1890492439" sldId="324"/>
            <ac:spMk id="14" creationId="{F325B36E-BEF1-AEA0-70A4-773A13459020}"/>
          </ac:spMkLst>
        </pc:spChg>
        <pc:spChg chg="add del">
          <ac:chgData name="Honda, Keiko" userId="375496db-4b17-4194-84b5-e6f9bb884af8" providerId="ADAL" clId="{F7CF527C-2471-481A-9057-C5CD703C1E49}" dt="2026-10-13T02:18:49.590" v="1457" actId="478"/>
          <ac:spMkLst>
            <pc:docMk/>
            <pc:sldMk cId="1890492439" sldId="324"/>
            <ac:spMk id="82" creationId="{A29E78DD-FF7B-EFF8-27B2-799255885B4E}"/>
          </ac:spMkLst>
        </pc:spChg>
        <pc:grpChg chg="del mod">
          <ac:chgData name="Honda, Keiko" userId="375496db-4b17-4194-84b5-e6f9bb884af8" providerId="ADAL" clId="{F7CF527C-2471-481A-9057-C5CD703C1E49}" dt="2026-10-13T02:18:53.992" v="1458" actId="478"/>
          <ac:grpSpMkLst>
            <pc:docMk/>
            <pc:sldMk cId="1890492439" sldId="324"/>
            <ac:grpSpMk id="7" creationId="{B718FBEC-4165-203A-1473-B029A8A213FC}"/>
          </ac:grpSpMkLst>
        </pc:grpChg>
        <pc:picChg chg="add mod">
          <ac:chgData name="Honda, Keiko" userId="375496db-4b17-4194-84b5-e6f9bb884af8" providerId="ADAL" clId="{F7CF527C-2471-481A-9057-C5CD703C1E49}" dt="2026-10-09T08:30:58.402" v="90" actId="14100"/>
          <ac:picMkLst>
            <pc:docMk/>
            <pc:sldMk cId="1890492439" sldId="324"/>
            <ac:picMk id="80" creationId="{86FCFC8B-A0D5-F279-2687-C88F6296ADC0}"/>
          </ac:picMkLst>
        </pc:picChg>
        <pc:cxnChg chg="del">
          <ac:chgData name="Honda, Keiko" userId="375496db-4b17-4194-84b5-e6f9bb884af8" providerId="ADAL" clId="{F7CF527C-2471-481A-9057-C5CD703C1E49}" dt="2026-10-13T02:18:48.296" v="1456" actId="478"/>
          <ac:cxnSpMkLst>
            <pc:docMk/>
            <pc:sldMk cId="1890492439" sldId="324"/>
            <ac:cxnSpMk id="12" creationId="{5165E6D7-73A0-D855-83B1-C7AFDAEDAB9D}"/>
          </ac:cxnSpMkLst>
        </pc:cxnChg>
        <pc:cxnChg chg="del">
          <ac:chgData name="Honda, Keiko" userId="375496db-4b17-4194-84b5-e6f9bb884af8" providerId="ADAL" clId="{F7CF527C-2471-481A-9057-C5CD703C1E49}" dt="2026-10-13T02:15:25.742" v="1455" actId="478"/>
          <ac:cxnSpMkLst>
            <pc:docMk/>
            <pc:sldMk cId="1890492439" sldId="324"/>
            <ac:cxnSpMk id="15" creationId="{229C66AB-49A4-678F-2DA6-3EA2F0E2269E}"/>
          </ac:cxnSpMkLst>
        </pc:cxnChg>
      </pc:sldChg>
      <pc:sldChg chg="addSp delSp modSp add del mod">
        <pc:chgData name="Honda, Keiko" userId="375496db-4b17-4194-84b5-e6f9bb884af8" providerId="ADAL" clId="{F7CF527C-2471-481A-9057-C5CD703C1E49}" dt="2026-10-13T03:13:54.611" v="1530"/>
        <pc:sldMkLst>
          <pc:docMk/>
          <pc:sldMk cId="1430694521" sldId="325"/>
        </pc:sldMkLst>
        <pc:spChg chg="mod">
          <ac:chgData name="Honda, Keiko" userId="375496db-4b17-4194-84b5-e6f9bb884af8" providerId="ADAL" clId="{F7CF527C-2471-481A-9057-C5CD703C1E49}" dt="2026-10-09T08:43:58.675" v="504" actId="14100"/>
          <ac:spMkLst>
            <pc:docMk/>
            <pc:sldMk cId="1430694521" sldId="325"/>
            <ac:spMk id="9" creationId="{DF992A76-9B71-8ECE-A3CD-9506DDF90A2D}"/>
          </ac:spMkLst>
        </pc:spChg>
        <pc:spChg chg="mod">
          <ac:chgData name="Honda, Keiko" userId="375496db-4b17-4194-84b5-e6f9bb884af8" providerId="ADAL" clId="{F7CF527C-2471-481A-9057-C5CD703C1E49}" dt="2026-10-13T03:13:54.611" v="1530"/>
          <ac:spMkLst>
            <pc:docMk/>
            <pc:sldMk cId="1430694521" sldId="325"/>
            <ac:spMk id="10" creationId="{A16BED88-47F5-BF78-D808-27E27638B1D4}"/>
          </ac:spMkLst>
        </pc:spChg>
        <pc:spChg chg="add del">
          <ac:chgData name="Honda, Keiko" userId="375496db-4b17-4194-84b5-e6f9bb884af8" providerId="ADAL" clId="{F7CF527C-2471-481A-9057-C5CD703C1E49}" dt="2026-10-13T02:18:58.621" v="1459" actId="478"/>
          <ac:spMkLst>
            <pc:docMk/>
            <pc:sldMk cId="1430694521" sldId="325"/>
            <ac:spMk id="11" creationId="{FAADF7A5-48F3-E3FE-4E67-F1669E00FE1B}"/>
          </ac:spMkLst>
        </pc:spChg>
        <pc:spChg chg="mod">
          <ac:chgData name="Honda, Keiko" userId="375496db-4b17-4194-84b5-e6f9bb884af8" providerId="ADAL" clId="{F7CF527C-2471-481A-9057-C5CD703C1E49}" dt="2026-10-13T02:31:55.017" v="1490"/>
          <ac:spMkLst>
            <pc:docMk/>
            <pc:sldMk cId="1430694521" sldId="325"/>
            <ac:spMk id="26" creationId="{39B5F905-6F9F-FEE5-5DD7-E2B949877720}"/>
          </ac:spMkLst>
        </pc:spChg>
        <pc:spChg chg="mod">
          <ac:chgData name="Honda, Keiko" userId="375496db-4b17-4194-84b5-e6f9bb884af8" providerId="ADAL" clId="{F7CF527C-2471-481A-9057-C5CD703C1E49}" dt="2026-10-09T08:46:00.967" v="787" actId="6549"/>
          <ac:spMkLst>
            <pc:docMk/>
            <pc:sldMk cId="1430694521" sldId="325"/>
            <ac:spMk id="50" creationId="{5468FAAD-D151-8D35-2B6F-B6865D15491E}"/>
          </ac:spMkLst>
        </pc:spChg>
        <pc:spChg chg="mod">
          <ac:chgData name="Honda, Keiko" userId="375496db-4b17-4194-84b5-e6f9bb884af8" providerId="ADAL" clId="{F7CF527C-2471-481A-9057-C5CD703C1E49}" dt="2026-10-09T08:45:48.535" v="766" actId="1036"/>
          <ac:spMkLst>
            <pc:docMk/>
            <pc:sldMk cId="1430694521" sldId="325"/>
            <ac:spMk id="52" creationId="{E9F6646F-F584-007A-2B14-208DD327E006}"/>
          </ac:spMkLst>
        </pc:spChg>
        <pc:spChg chg="mod">
          <ac:chgData name="Honda, Keiko" userId="375496db-4b17-4194-84b5-e6f9bb884af8" providerId="ADAL" clId="{F7CF527C-2471-481A-9057-C5CD703C1E49}" dt="2026-10-13T02:32:04.861" v="1504" actId="14100"/>
          <ac:spMkLst>
            <pc:docMk/>
            <pc:sldMk cId="1430694521" sldId="325"/>
            <ac:spMk id="99" creationId="{47AD6892-255C-1FF2-D243-66A8D8547D02}"/>
          </ac:spMkLst>
        </pc:spChg>
      </pc:sldChg>
      <pc:sldChg chg="addSp delSp modSp mod">
        <pc:chgData name="Honda, Keiko" userId="375496db-4b17-4194-84b5-e6f9bb884af8" providerId="ADAL" clId="{F7CF527C-2471-481A-9057-C5CD703C1E49}" dt="2026-10-13T03:43:19.215" v="1540" actId="13926"/>
        <pc:sldMkLst>
          <pc:docMk/>
          <pc:sldMk cId="2668377432" sldId="348"/>
        </pc:sldMkLst>
        <pc:spChg chg="del">
          <ac:chgData name="Honda, Keiko" userId="375496db-4b17-4194-84b5-e6f9bb884af8" providerId="ADAL" clId="{F7CF527C-2471-481A-9057-C5CD703C1E49}" dt="2026-10-13T02:31:24.529" v="1472" actId="478"/>
          <ac:spMkLst>
            <pc:docMk/>
            <pc:sldMk cId="2668377432" sldId="348"/>
            <ac:spMk id="2" creationId="{13025582-57EA-E060-62C2-250B14E1DD65}"/>
          </ac:spMkLst>
        </pc:spChg>
        <pc:spChg chg="add del">
          <ac:chgData name="Honda, Keiko" userId="375496db-4b17-4194-84b5-e6f9bb884af8" providerId="ADAL" clId="{F7CF527C-2471-481A-9057-C5CD703C1E49}" dt="2026-10-13T02:30:11.897" v="1466" actId="478"/>
          <ac:spMkLst>
            <pc:docMk/>
            <pc:sldMk cId="2668377432" sldId="348"/>
            <ac:spMk id="3" creationId="{CB774674-1BEB-F912-A4DB-D3597E01568F}"/>
          </ac:spMkLst>
        </pc:spChg>
        <pc:spChg chg="del">
          <ac:chgData name="Honda, Keiko" userId="375496db-4b17-4194-84b5-e6f9bb884af8" providerId="ADAL" clId="{F7CF527C-2471-481A-9057-C5CD703C1E49}" dt="2026-10-13T03:43:13.406" v="1539" actId="478"/>
          <ac:spMkLst>
            <pc:docMk/>
            <pc:sldMk cId="2668377432" sldId="348"/>
            <ac:spMk id="4" creationId="{D2858778-EEB2-85E5-6A61-686AA30A7DAD}"/>
          </ac:spMkLst>
        </pc:spChg>
        <pc:spChg chg="mod">
          <ac:chgData name="Honda, Keiko" userId="375496db-4b17-4194-84b5-e6f9bb884af8" providerId="ADAL" clId="{F7CF527C-2471-481A-9057-C5CD703C1E49}" dt="2026-10-13T02:11:34.960" v="914" actId="1036"/>
          <ac:spMkLst>
            <pc:docMk/>
            <pc:sldMk cId="2668377432" sldId="348"/>
            <ac:spMk id="8" creationId="{04C7A161-6370-59E9-0E21-BF88EB115B87}"/>
          </ac:spMkLst>
        </pc:spChg>
        <pc:spChg chg="mod">
          <ac:chgData name="Honda, Keiko" userId="375496db-4b17-4194-84b5-e6f9bb884af8" providerId="ADAL" clId="{F7CF527C-2471-481A-9057-C5CD703C1E49}" dt="2026-10-13T02:11:34.960" v="914" actId="1036"/>
          <ac:spMkLst>
            <pc:docMk/>
            <pc:sldMk cId="2668377432" sldId="348"/>
            <ac:spMk id="10" creationId="{4AF91EC2-87B9-8431-E444-F8FB1704F7D0}"/>
          </ac:spMkLst>
        </pc:spChg>
        <pc:spChg chg="mod">
          <ac:chgData name="Honda, Keiko" userId="375496db-4b17-4194-84b5-e6f9bb884af8" providerId="ADAL" clId="{F7CF527C-2471-481A-9057-C5CD703C1E49}" dt="2026-10-13T03:43:19.215" v="1540" actId="13926"/>
          <ac:spMkLst>
            <pc:docMk/>
            <pc:sldMk cId="2668377432" sldId="348"/>
            <ac:spMk id="21" creationId="{8C036D8B-CD3A-824A-A735-99A7D0ECF23D}"/>
          </ac:spMkLst>
        </pc:spChg>
        <pc:spChg chg="mod">
          <ac:chgData name="Honda, Keiko" userId="375496db-4b17-4194-84b5-e6f9bb884af8" providerId="ADAL" clId="{F7CF527C-2471-481A-9057-C5CD703C1E49}" dt="2026-10-09T08:28:21.391" v="46"/>
          <ac:spMkLst>
            <pc:docMk/>
            <pc:sldMk cId="2668377432" sldId="348"/>
            <ac:spMk id="24" creationId="{0F1FE4D6-BA15-26FE-406D-2CB2642CF5E5}"/>
          </ac:spMkLst>
        </pc:spChg>
        <pc:cxnChg chg="del">
          <ac:chgData name="Honda, Keiko" userId="375496db-4b17-4194-84b5-e6f9bb884af8" providerId="ADAL" clId="{F7CF527C-2471-481A-9057-C5CD703C1E49}" dt="2026-10-13T02:31:24.529" v="1472" actId="478"/>
          <ac:cxnSpMkLst>
            <pc:docMk/>
            <pc:sldMk cId="2668377432" sldId="348"/>
            <ac:cxnSpMk id="6" creationId="{CA8EDBB3-930C-2685-E88A-E470CF3FCB4C}"/>
          </ac:cxnSpMkLst>
        </pc:cxnChg>
      </pc:sldChg>
      <pc:sldChg chg="addSp delSp modSp mod">
        <pc:chgData name="Honda, Keiko" userId="375496db-4b17-4194-84b5-e6f9bb884af8" providerId="ADAL" clId="{F7CF527C-2471-481A-9057-C5CD703C1E49}" dt="2026-10-13T02:30:06.497" v="1464" actId="478"/>
        <pc:sldMkLst>
          <pc:docMk/>
          <pc:sldMk cId="1235160568" sldId="349"/>
        </pc:sldMkLst>
        <pc:spChg chg="mod">
          <ac:chgData name="Honda, Keiko" userId="375496db-4b17-4194-84b5-e6f9bb884af8" providerId="ADAL" clId="{F7CF527C-2471-481A-9057-C5CD703C1E49}" dt="2026-10-09T08:42:52.861" v="440" actId="1076"/>
          <ac:spMkLst>
            <pc:docMk/>
            <pc:sldMk cId="1235160568" sldId="349"/>
            <ac:spMk id="2" creationId="{BAC4197E-F935-D555-FC4A-35301ACD976D}"/>
          </ac:spMkLst>
        </pc:spChg>
        <pc:spChg chg="add del">
          <ac:chgData name="Honda, Keiko" userId="375496db-4b17-4194-84b5-e6f9bb884af8" providerId="ADAL" clId="{F7CF527C-2471-481A-9057-C5CD703C1E49}" dt="2026-10-13T02:30:06.497" v="1464" actId="478"/>
          <ac:spMkLst>
            <pc:docMk/>
            <pc:sldMk cId="1235160568" sldId="349"/>
            <ac:spMk id="5" creationId="{3EE5699F-18B6-14C9-A01E-DDCFAAFF03B8}"/>
          </ac:spMkLst>
        </pc:spChg>
        <pc:spChg chg="mod">
          <ac:chgData name="Honda, Keiko" userId="375496db-4b17-4194-84b5-e6f9bb884af8" providerId="ADAL" clId="{F7CF527C-2471-481A-9057-C5CD703C1E49}" dt="2026-10-09T08:28:26.355" v="54"/>
          <ac:spMkLst>
            <pc:docMk/>
            <pc:sldMk cId="1235160568" sldId="349"/>
            <ac:spMk id="24" creationId="{E2085BAD-38CE-0BCA-C747-9B899293CAF6}"/>
          </ac:spMkLst>
        </pc:spChg>
        <pc:cxnChg chg="mod">
          <ac:chgData name="Honda, Keiko" userId="375496db-4b17-4194-84b5-e6f9bb884af8" providerId="ADAL" clId="{F7CF527C-2471-481A-9057-C5CD703C1E49}" dt="2026-10-09T08:42:52.861" v="440" actId="1076"/>
          <ac:cxnSpMkLst>
            <pc:docMk/>
            <pc:sldMk cId="1235160568" sldId="349"/>
            <ac:cxnSpMk id="3" creationId="{205FCFFF-6129-86BD-A70F-264491EB5898}"/>
          </ac:cxnSpMkLst>
        </pc:cxnChg>
      </pc:sldChg>
      <pc:sldChg chg="addSp delSp modSp mod">
        <pc:chgData name="Honda, Keiko" userId="375496db-4b17-4194-84b5-e6f9bb884af8" providerId="ADAL" clId="{F7CF527C-2471-481A-9057-C5CD703C1E49}" dt="2026-10-13T02:30:08.199" v="1465" actId="478"/>
        <pc:sldMkLst>
          <pc:docMk/>
          <pc:sldMk cId="2210300788" sldId="350"/>
        </pc:sldMkLst>
        <pc:spChg chg="add del">
          <ac:chgData name="Honda, Keiko" userId="375496db-4b17-4194-84b5-e6f9bb884af8" providerId="ADAL" clId="{F7CF527C-2471-481A-9057-C5CD703C1E49}" dt="2026-10-13T02:30:08.199" v="1465" actId="478"/>
          <ac:spMkLst>
            <pc:docMk/>
            <pc:sldMk cId="2210300788" sldId="350"/>
            <ac:spMk id="4" creationId="{5123E292-59B8-AA48-AA4E-24DF9A10827B}"/>
          </ac:spMkLst>
        </pc:spChg>
        <pc:spChg chg="mod">
          <ac:chgData name="Honda, Keiko" userId="375496db-4b17-4194-84b5-e6f9bb884af8" providerId="ADAL" clId="{F7CF527C-2471-481A-9057-C5CD703C1E49}" dt="2026-10-09T08:28:24.342" v="50"/>
          <ac:spMkLst>
            <pc:docMk/>
            <pc:sldMk cId="2210300788" sldId="350"/>
            <ac:spMk id="24" creationId="{DBC35EA2-BCFE-6E2C-9FB1-4116BA01BC83}"/>
          </ac:spMkLst>
        </pc:spChg>
      </pc:sldChg>
      <pc:sldChg chg="addSp delSp modSp mod">
        <pc:chgData name="Honda, Keiko" userId="375496db-4b17-4194-84b5-e6f9bb884af8" providerId="ADAL" clId="{F7CF527C-2471-481A-9057-C5CD703C1E49}" dt="2026-10-13T02:11:02.417" v="894" actId="478"/>
        <pc:sldMkLst>
          <pc:docMk/>
          <pc:sldMk cId="595883249" sldId="2147483397"/>
        </pc:sldMkLst>
        <pc:spChg chg="mod">
          <ac:chgData name="Honda, Keiko" userId="375496db-4b17-4194-84b5-e6f9bb884af8" providerId="ADAL" clId="{F7CF527C-2471-481A-9057-C5CD703C1E49}" dt="2026-10-09T08:47:01.118" v="872" actId="20577"/>
          <ac:spMkLst>
            <pc:docMk/>
            <pc:sldMk cId="595883249" sldId="2147483397"/>
            <ac:spMk id="3" creationId="{A0CD0069-7296-5C95-4100-5FD1F67D4FDE}"/>
          </ac:spMkLst>
        </pc:spChg>
        <pc:spChg chg="add del mod">
          <ac:chgData name="Honda, Keiko" userId="375496db-4b17-4194-84b5-e6f9bb884af8" providerId="ADAL" clId="{F7CF527C-2471-481A-9057-C5CD703C1E49}" dt="2026-10-13T02:11:02.417" v="894" actId="478"/>
          <ac:spMkLst>
            <pc:docMk/>
            <pc:sldMk cId="595883249" sldId="2147483397"/>
            <ac:spMk id="4" creationId="{ED51D8B0-84BB-91AC-ED7A-5B478D083C17}"/>
          </ac:spMkLst>
        </pc:spChg>
      </pc:sldChg>
      <pc:sldChg chg="addSp delSp modSp add del mod">
        <pc:chgData name="Honda, Keiko" userId="375496db-4b17-4194-84b5-e6f9bb884af8" providerId="ADAL" clId="{F7CF527C-2471-481A-9057-C5CD703C1E49}" dt="2026-10-13T03:31:45.716" v="1538" actId="47"/>
        <pc:sldMkLst>
          <pc:docMk/>
          <pc:sldMk cId="3909189937" sldId="2147483442"/>
        </pc:sldMkLst>
        <pc:spChg chg="add del">
          <ac:chgData name="Honda, Keiko" userId="375496db-4b17-4194-84b5-e6f9bb884af8" providerId="ADAL" clId="{F7CF527C-2471-481A-9057-C5CD703C1E49}" dt="2026-10-13T02:19:02.207" v="1460" actId="478"/>
          <ac:spMkLst>
            <pc:docMk/>
            <pc:sldMk cId="3909189937" sldId="2147483442"/>
            <ac:spMk id="5" creationId="{C9A850F4-4CEA-75A5-6E1F-973A6ADA0B7E}"/>
          </ac:spMkLst>
        </pc:spChg>
        <pc:graphicFrameChg chg="mod modGraphic">
          <ac:chgData name="Honda, Keiko" userId="375496db-4b17-4194-84b5-e6f9bb884af8" providerId="ADAL" clId="{F7CF527C-2471-481A-9057-C5CD703C1E49}" dt="2026-10-13T03:31:38.772" v="1537" actId="20577"/>
          <ac:graphicFrameMkLst>
            <pc:docMk/>
            <pc:sldMk cId="3909189937" sldId="2147483442"/>
            <ac:graphicFrameMk id="7" creationId="{E1C95EFB-FE24-552E-F57D-765EB6D6D9EB}"/>
          </ac:graphicFrameMkLst>
        </pc:graphicFrameChg>
      </pc:sldChg>
      <pc:sldChg chg="addSp delSp add mod">
        <pc:chgData name="Honda, Keiko" userId="375496db-4b17-4194-84b5-e6f9bb884af8" providerId="ADAL" clId="{F7CF527C-2471-481A-9057-C5CD703C1E49}" dt="2026-10-13T02:19:07.180" v="1463" actId="478"/>
        <pc:sldMkLst>
          <pc:docMk/>
          <pc:sldMk cId="2716819494" sldId="2147483443"/>
        </pc:sldMkLst>
        <pc:spChg chg="add del">
          <ac:chgData name="Honda, Keiko" userId="375496db-4b17-4194-84b5-e6f9bb884af8" providerId="ADAL" clId="{F7CF527C-2471-481A-9057-C5CD703C1E49}" dt="2026-10-13T02:19:07.180" v="1463" actId="478"/>
          <ac:spMkLst>
            <pc:docMk/>
            <pc:sldMk cId="2716819494" sldId="2147483443"/>
            <ac:spMk id="7" creationId="{93EA2302-2119-B7E3-FAE5-CF32B97DBB3A}"/>
          </ac:spMkLst>
        </pc:spChg>
      </pc:sldChg>
      <pc:sldChg chg="addSp delSp add mod">
        <pc:chgData name="Honda, Keiko" userId="375496db-4b17-4194-84b5-e6f9bb884af8" providerId="ADAL" clId="{F7CF527C-2471-481A-9057-C5CD703C1E49}" dt="2026-10-13T02:19:05.543" v="1462" actId="478"/>
        <pc:sldMkLst>
          <pc:docMk/>
          <pc:sldMk cId="61962872" sldId="2147483444"/>
        </pc:sldMkLst>
        <pc:spChg chg="add del">
          <ac:chgData name="Honda, Keiko" userId="375496db-4b17-4194-84b5-e6f9bb884af8" providerId="ADAL" clId="{F7CF527C-2471-481A-9057-C5CD703C1E49}" dt="2026-10-13T02:19:05.543" v="1462" actId="478"/>
          <ac:spMkLst>
            <pc:docMk/>
            <pc:sldMk cId="61962872" sldId="2147483444"/>
            <ac:spMk id="5" creationId="{9BC9F062-D4EF-A510-2F17-8E014060A8FF}"/>
          </ac:spMkLst>
        </pc:spChg>
      </pc:sldChg>
      <pc:sldChg chg="addSp delSp add mod">
        <pc:chgData name="Honda, Keiko" userId="375496db-4b17-4194-84b5-e6f9bb884af8" providerId="ADAL" clId="{F7CF527C-2471-481A-9057-C5CD703C1E49}" dt="2026-10-13T02:19:04.240" v="1461" actId="478"/>
        <pc:sldMkLst>
          <pc:docMk/>
          <pc:sldMk cId="348946050" sldId="2147483449"/>
        </pc:sldMkLst>
        <pc:spChg chg="add del">
          <ac:chgData name="Honda, Keiko" userId="375496db-4b17-4194-84b5-e6f9bb884af8" providerId="ADAL" clId="{F7CF527C-2471-481A-9057-C5CD703C1E49}" dt="2026-10-13T02:19:04.240" v="1461" actId="478"/>
          <ac:spMkLst>
            <pc:docMk/>
            <pc:sldMk cId="348946050" sldId="2147483449"/>
            <ac:spMk id="7" creationId="{816BCCEB-2594-2B27-F9BB-43CB0F7F4E43}"/>
          </ac:spMkLst>
        </pc:spChg>
      </pc:sldChg>
    </pc:docChg>
  </pc:docChgLst>
  <pc:docChgLst>
    <pc:chgData name="Nakazawa, Masato" userId="1233bff8-608b-4080-8826-e11782bff050" providerId="ADAL" clId="{916A5C74-C9E2-42DE-B8FB-29CE5C8966F7}"/>
    <pc:docChg chg="addSld delSld modSld delMainMaster delSection modSection">
      <pc:chgData name="Nakazawa, Masato" userId="1233bff8-608b-4080-8826-e11782bff050" providerId="ADAL" clId="{916A5C74-C9E2-42DE-B8FB-29CE5C8966F7}" dt="2026-10-05T04:20:15.427" v="4" actId="17851"/>
      <pc:docMkLst>
        <pc:docMk/>
      </pc:docMkLst>
      <pc:sldChg chg="add del">
        <pc:chgData name="Nakazawa, Masato" userId="1233bff8-608b-4080-8826-e11782bff050" providerId="ADAL" clId="{916A5C74-C9E2-42DE-B8FB-29CE5C8966F7}" dt="2026-10-05T04:20:05.604" v="3"/>
        <pc:sldMkLst>
          <pc:docMk/>
          <pc:sldMk cId="595883249" sldId="2147483397"/>
        </pc:sldMkLst>
      </pc:sldChg>
      <pc:sldMasterChg chg="delSldLayout">
        <pc:chgData name="Nakazawa, Masato" userId="1233bff8-608b-4080-8826-e11782bff050" providerId="ADAL" clId="{916A5C74-C9E2-42DE-B8FB-29CE5C8966F7}" dt="2026-10-05T04:19:50.434" v="0" actId="47"/>
        <pc:sldMasterMkLst>
          <pc:docMk/>
          <pc:sldMasterMk cId="767315000" sldId="2147483727"/>
        </pc:sldMasterMkLst>
      </pc:sldMasterChg>
    </pc:docChg>
  </pc:docChgLst>
  <pc:docChgLst>
    <pc:chgData name="Mukai, Chiaki" userId="4981200e-0e53-4de9-9471-8cf3db9590d5" providerId="ADAL" clId="{CB8EC4D2-7CBD-49BA-B42A-A3090EE21873}"/>
    <pc:docChg chg="custSel modSld">
      <pc:chgData name="Mukai, Chiaki" userId="4981200e-0e53-4de9-9471-8cf3db9590d5" providerId="ADAL" clId="{CB8EC4D2-7CBD-49BA-B42A-A3090EE21873}" dt="2026-10-13T01:55:51.802" v="1156" actId="20577"/>
      <pc:docMkLst>
        <pc:docMk/>
      </pc:docMkLst>
      <pc:sldChg chg="addSp modSp mod">
        <pc:chgData name="Mukai, Chiaki" userId="4981200e-0e53-4de9-9471-8cf3db9590d5" providerId="ADAL" clId="{CB8EC4D2-7CBD-49BA-B42A-A3090EE21873}" dt="2026-10-13T01:55:51.802" v="1156" actId="20577"/>
        <pc:sldMkLst>
          <pc:docMk/>
          <pc:sldMk cId="1890492439" sldId="324"/>
        </pc:sldMkLst>
        <pc:spChg chg="add mod">
          <ac:chgData name="Mukai, Chiaki" userId="4981200e-0e53-4de9-9471-8cf3db9590d5" providerId="ADAL" clId="{CB8EC4D2-7CBD-49BA-B42A-A3090EE21873}" dt="2026-10-13T01:54:11.954" v="1072" actId="14100"/>
          <ac:spMkLst>
            <pc:docMk/>
            <pc:sldMk cId="1890492439" sldId="324"/>
            <ac:spMk id="5" creationId="{644FA821-445F-A6B0-8480-D037565EC425}"/>
          </ac:spMkLst>
        </pc:spChg>
        <pc:spChg chg="mod">
          <ac:chgData name="Mukai, Chiaki" userId="4981200e-0e53-4de9-9471-8cf3db9590d5" providerId="ADAL" clId="{CB8EC4D2-7CBD-49BA-B42A-A3090EE21873}" dt="2026-10-13T01:55:38.152" v="1140" actId="13926"/>
          <ac:spMkLst>
            <pc:docMk/>
            <pc:sldMk cId="1890492439" sldId="324"/>
            <ac:spMk id="10" creationId="{211C5006-A916-6F9B-F491-A9E7F02DE4E4}"/>
          </ac:spMkLst>
        </pc:spChg>
        <pc:spChg chg="mod">
          <ac:chgData name="Mukai, Chiaki" userId="4981200e-0e53-4de9-9471-8cf3db9590d5" providerId="ADAL" clId="{CB8EC4D2-7CBD-49BA-B42A-A3090EE21873}" dt="2026-10-13T01:55:10.644" v="1139" actId="20577"/>
          <ac:spMkLst>
            <pc:docMk/>
            <pc:sldMk cId="1890492439" sldId="324"/>
            <ac:spMk id="11" creationId="{ECF1BE7C-B5D4-0B32-BAE2-CF13FADCC9E0}"/>
          </ac:spMkLst>
        </pc:spChg>
        <pc:spChg chg="add mod">
          <ac:chgData name="Mukai, Chiaki" userId="4981200e-0e53-4de9-9471-8cf3db9590d5" providerId="ADAL" clId="{CB8EC4D2-7CBD-49BA-B42A-A3090EE21873}" dt="2026-10-13T01:55:51.802" v="1156" actId="20577"/>
          <ac:spMkLst>
            <pc:docMk/>
            <pc:sldMk cId="1890492439" sldId="324"/>
            <ac:spMk id="14" creationId="{F325B36E-BEF1-AEA0-70A4-773A13459020}"/>
          </ac:spMkLst>
        </pc:spChg>
        <pc:cxnChg chg="add mod">
          <ac:chgData name="Mukai, Chiaki" userId="4981200e-0e53-4de9-9471-8cf3db9590d5" providerId="ADAL" clId="{CB8EC4D2-7CBD-49BA-B42A-A3090EE21873}" dt="2026-10-13T01:53:54.576" v="1012" actId="14100"/>
          <ac:cxnSpMkLst>
            <pc:docMk/>
            <pc:sldMk cId="1890492439" sldId="324"/>
            <ac:cxnSpMk id="12" creationId="{5165E6D7-73A0-D855-83B1-C7AFDAEDAB9D}"/>
          </ac:cxnSpMkLst>
        </pc:cxnChg>
        <pc:cxnChg chg="add mod">
          <ac:chgData name="Mukai, Chiaki" userId="4981200e-0e53-4de9-9471-8cf3db9590d5" providerId="ADAL" clId="{CB8EC4D2-7CBD-49BA-B42A-A3090EE21873}" dt="2026-10-13T01:55:47.907" v="1142" actId="14100"/>
          <ac:cxnSpMkLst>
            <pc:docMk/>
            <pc:sldMk cId="1890492439" sldId="324"/>
            <ac:cxnSpMk id="15" creationId="{229C66AB-49A4-678F-2DA6-3EA2F0E2269E}"/>
          </ac:cxnSpMkLst>
        </pc:cxnChg>
      </pc:sldChg>
      <pc:sldChg chg="addSp modSp mod">
        <pc:chgData name="Mukai, Chiaki" userId="4981200e-0e53-4de9-9471-8cf3db9590d5" providerId="ADAL" clId="{CB8EC4D2-7CBD-49BA-B42A-A3090EE21873}" dt="2026-10-13T01:53:22.064" v="1010" actId="11529"/>
        <pc:sldMkLst>
          <pc:docMk/>
          <pc:sldMk cId="2668377432" sldId="348"/>
        </pc:sldMkLst>
        <pc:spChg chg="add mod">
          <ac:chgData name="Mukai, Chiaki" userId="4981200e-0e53-4de9-9471-8cf3db9590d5" providerId="ADAL" clId="{CB8EC4D2-7CBD-49BA-B42A-A3090EE21873}" dt="2026-10-13T01:49:41.017" v="556" actId="1076"/>
          <ac:spMkLst>
            <pc:docMk/>
            <pc:sldMk cId="2668377432" sldId="348"/>
            <ac:spMk id="2" creationId="{13025582-57EA-E060-62C2-250B14E1DD65}"/>
          </ac:spMkLst>
        </pc:spChg>
        <pc:spChg chg="add mod">
          <ac:chgData name="Mukai, Chiaki" userId="4981200e-0e53-4de9-9471-8cf3db9590d5" providerId="ADAL" clId="{CB8EC4D2-7CBD-49BA-B42A-A3090EE21873}" dt="2026-10-13T01:53:14.104" v="1009" actId="20577"/>
          <ac:spMkLst>
            <pc:docMk/>
            <pc:sldMk cId="2668377432" sldId="348"/>
            <ac:spMk id="4" creationId="{D2858778-EEB2-85E5-6A61-686AA30A7DAD}"/>
          </ac:spMkLst>
        </pc:spChg>
        <pc:spChg chg="mod">
          <ac:chgData name="Mukai, Chiaki" userId="4981200e-0e53-4de9-9471-8cf3db9590d5" providerId="ADAL" clId="{CB8EC4D2-7CBD-49BA-B42A-A3090EE21873}" dt="2026-10-13T01:48:37.807" v="509" actId="20577"/>
          <ac:spMkLst>
            <pc:docMk/>
            <pc:sldMk cId="2668377432" sldId="348"/>
            <ac:spMk id="8" creationId="{04C7A161-6370-59E9-0E21-BF88EB115B87}"/>
          </ac:spMkLst>
        </pc:spChg>
        <pc:spChg chg="mod">
          <ac:chgData name="Mukai, Chiaki" userId="4981200e-0e53-4de9-9471-8cf3db9590d5" providerId="ADAL" clId="{CB8EC4D2-7CBD-49BA-B42A-A3090EE21873}" dt="2026-10-13T01:49:31.559" v="555" actId="20577"/>
          <ac:spMkLst>
            <pc:docMk/>
            <pc:sldMk cId="2668377432" sldId="348"/>
            <ac:spMk id="21" creationId="{8C036D8B-CD3A-824A-A735-99A7D0ECF23D}"/>
          </ac:spMkLst>
        </pc:spChg>
        <pc:cxnChg chg="add">
          <ac:chgData name="Mukai, Chiaki" userId="4981200e-0e53-4de9-9471-8cf3db9590d5" providerId="ADAL" clId="{CB8EC4D2-7CBD-49BA-B42A-A3090EE21873}" dt="2026-10-13T01:53:22.064" v="1010" actId="11529"/>
          <ac:cxnSpMkLst>
            <pc:docMk/>
            <pc:sldMk cId="2668377432" sldId="348"/>
            <ac:cxnSpMk id="6" creationId="{CA8EDBB3-930C-2685-E88A-E470CF3FCB4C}"/>
          </ac:cxnSpMkLst>
        </pc:cxnChg>
      </pc:sldChg>
      <pc:sldChg chg="modSp mod">
        <pc:chgData name="Mukai, Chiaki" userId="4981200e-0e53-4de9-9471-8cf3db9590d5" providerId="ADAL" clId="{CB8EC4D2-7CBD-49BA-B42A-A3090EE21873}" dt="2026-10-13T01:41:45.612" v="9" actId="20577"/>
        <pc:sldMkLst>
          <pc:docMk/>
          <pc:sldMk cId="595883249" sldId="2147483397"/>
        </pc:sldMkLst>
        <pc:spChg chg="mod">
          <ac:chgData name="Mukai, Chiaki" userId="4981200e-0e53-4de9-9471-8cf3db9590d5" providerId="ADAL" clId="{CB8EC4D2-7CBD-49BA-B42A-A3090EE21873}" dt="2026-10-13T01:41:45.612" v="9" actId="20577"/>
          <ac:spMkLst>
            <pc:docMk/>
            <pc:sldMk cId="595883249" sldId="2147483397"/>
            <ac:spMk id="3" creationId="{A0CD0069-7296-5C95-4100-5FD1F67D4F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63E022-68E8-4175-B175-D1FDC5859CB1}" type="datetimeFigureOut">
              <a:rPr kumimoji="1" lang="ja-JP" altLang="en-US" smtClean="0"/>
              <a:t>2026/10/12</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E31D0F-2B0E-4C4E-B97D-B2F1DED60C87}" type="slidenum">
              <a:rPr kumimoji="1" lang="ja-JP" altLang="en-US" smtClean="0"/>
              <a:t>‹#›</a:t>
            </a:fld>
            <a:endParaRPr kumimoji="1" lang="ja-JP" altLang="en-US"/>
          </a:p>
        </p:txBody>
      </p:sp>
    </p:spTree>
    <p:extLst>
      <p:ext uri="{BB962C8B-B14F-4D97-AF65-F5344CB8AC3E}">
        <p14:creationId xmlns:p14="http://schemas.microsoft.com/office/powerpoint/2010/main" val="380228763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59481456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Masters/_rels/slideMaster3.xml.rels><?xml version='1.0' encoding='UTF-8' standalone='yes'?>
<Relationships xmlns="http://schemas.openxmlformats.org/package/2006/relationships"><Relationship Id="rId4" Type="http://schemas.openxmlformats.org/officeDocument/2006/relationships/slideLayout" Target="../slideLayouts/slideLayout23.xml"/><Relationship Id="rId10" Type="http://schemas.openxmlformats.org/officeDocument/2006/relationships/theme" Target="../theme/theme3.xml"/></Relationships>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000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2499646701"/>
      </p:ext>
    </p:extLst>
  </p:cSld>
  <p:clrMap bg1="lt1" tx1="dk1" bg2="lt2" tx2="dk2" accent1="accent1" accent2="accent2" accent3="accent3" accent4="accent4" accent5="accent5" accent6="accent6" hlink="hlink" folHlink="folHlink"/>
  <p:sldLayoutIdLst>
    <p:sldLayoutId id="2147483772" r:id="rId4"/>
  </p:sldLayoutIdLst>
  <p:hf hdr="0" ft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X．令和9年度案件の要求事項の詳細化について（1/9）</a:t>
            </a:r>
          </a:p>
        </p:txBody>
      </p:sp>
      <p:sp>
        <p:nvSpPr>
          <p:cNvPr id="4" name="リード"/>
          <p:cNvSpPr txBox="1"/>
          <p:nvPr/>
        </p:nvSpPr>
        <p:spPr>
          <a:xfrm>
            <a:off x="495300" y="736600"/>
            <a:ext cx="8915400" cy="43180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令和9年度案件のうち8件について、案件台帳の要求事項を詳細化した（案）。各案件の詳細は次ページ以降のとおり。</a:t>
            </a:r>
          </a:p>
          <a:p>
            <a:pPr marL="139700" indent="-139700">
              <a:spcAft>
                <a:spcPts val="100"/>
              </a:spcAft>
              <a:buChar char="•"/>
            </a:pPr>
            <a:r>
              <a:rPr sz="1200">
                <a:solidFill>
                  <a:srgbClr val="000000"/>
                </a:solidFill>
              </a:rPr>
              <a:t>各案件の「ご確認いただきたい事項」について、ご確認いただきたい。</a:t>
            </a:r>
          </a:p>
        </p:txBody>
      </p:sp>
      <p:graphicFrame>
        <p:nvGraphicFramePr>
          <p:cNvPr id="5" name="一覧表"/>
          <p:cNvGraphicFramePr>
            <a:graphicFrameLocks noGrp="1"/>
          </p:cNvGraphicFramePr>
          <p:nvPr/>
        </p:nvGraphicFramePr>
        <p:xfrm>
          <a:off x="152400" y="1270000"/>
          <a:ext cx="9601200" cy="3463289"/>
        </p:xfrm>
        <a:graphic>
          <a:graphicData uri="http://schemas.openxmlformats.org/drawingml/2006/table">
            <a:tbl>
              <a:tblPr firstRow="1" bandRow="0">
                <a:tableStyleId>{5940675A-B579-460E-94D1-54222C63F5DA}</a:tableStyleId>
              </a:tblPr>
              <a:tblGrid>
                <a:gridCol w="406400"/>
                <a:gridCol w="889000"/>
                <a:gridCol w="2895600"/>
                <a:gridCol w="508000"/>
                <a:gridCol w="2921000"/>
                <a:gridCol w="1981200"/>
              </a:tblGrid>
              <a:tr h="230504">
                <a:tc>
                  <a:txBody>
                    <a:bodyPr wrap="square"/>
                    <a:lstStyle/>
                    <a:p>
                      <a:pPr algn="ctr"/>
                      <a:r>
                        <a:rPr sz="900" b="1">
                          <a:solidFill>
                            <a:srgbClr val="FFFFFF"/>
                          </a:solidFill>
                        </a:rPr>
                        <a:t>ID</a:t>
                      </a:r>
                    </a:p>
                  </a:txBody>
                  <a:tcPr marL="38100" marR="38100" marT="25400" marB="25400" anchor="ctr">
                    <a:solidFill>
                      <a:srgbClr val="1F497D"/>
                    </a:solidFill>
                  </a:tcPr>
                </a:tc>
                <a:tc>
                  <a:txBody>
                    <a:bodyPr wrap="square"/>
                    <a:lstStyle/>
                    <a:p>
                      <a:pPr algn="ctr"/>
                      <a:r>
                        <a:rPr sz="900" b="1">
                          <a:solidFill>
                            <a:srgbClr val="FFFFFF"/>
                          </a:solidFill>
                        </a:rPr>
                        <a:t>区分</a:t>
                      </a:r>
                    </a:p>
                  </a:txBody>
                  <a:tcPr marL="38100" marR="38100" marT="25400" marB="25400" anchor="ctr">
                    <a:solidFill>
                      <a:srgbClr val="1F497D"/>
                    </a:solidFill>
                  </a:tcPr>
                </a:tc>
                <a:tc>
                  <a:txBody>
                    <a:bodyPr wrap="square"/>
                    <a:lstStyle/>
                    <a:p>
                      <a:pPr algn="ctr"/>
                      <a:r>
                        <a:rPr sz="900" b="1">
                          <a:solidFill>
                            <a:srgbClr val="FFFFFF"/>
                          </a:solidFill>
                        </a:rPr>
                        <a:t>案件名称</a:t>
                      </a:r>
                    </a:p>
                  </a:txBody>
                  <a:tcPr marL="38100" marR="38100" marT="25400" marB="25400" anchor="ctr">
                    <a:solidFill>
                      <a:srgbClr val="1F497D"/>
                    </a:solidFill>
                  </a:tcPr>
                </a:tc>
                <a:tc>
                  <a:txBody>
                    <a:bodyPr wrap="square"/>
                    <a:lstStyle/>
                    <a:p>
                      <a:pPr algn="ctr"/>
                      <a:r>
                        <a:rPr sz="900" b="1">
                          <a:solidFill>
                            <a:srgbClr val="FFFFFF"/>
                          </a:solidFill>
                        </a:rPr>
                        <a:t>優先度</a:t>
                      </a:r>
                    </a:p>
                  </a:txBody>
                  <a:tcPr marL="38100" marR="38100" marT="25400" marB="25400" anchor="ctr">
                    <a:solidFill>
                      <a:srgbClr val="1F497D"/>
                    </a:solidFill>
                  </a:tcPr>
                </a:tc>
                <a:tc>
                  <a:txBody>
                    <a:bodyPr wrap="square"/>
                    <a:lstStyle/>
                    <a:p>
                      <a:pPr algn="ctr"/>
                      <a:r>
                        <a:rPr sz="900" b="1">
                          <a:solidFill>
                            <a:srgbClr val="FFFFFF"/>
                          </a:solidFill>
                        </a:rPr>
                        <a:t>詳細化の概要</a:t>
                      </a:r>
                    </a:p>
                  </a:txBody>
                  <a:tcPr marL="38100" marR="38100" marT="25400" marB="25400" anchor="ctr">
                    <a:solidFill>
                      <a:srgbClr val="1F497D"/>
                    </a:solidFill>
                  </a:tcPr>
                </a:tc>
                <a:tc>
                  <a:txBody>
                    <a:bodyPr wrap="square"/>
                    <a:lstStyle/>
                    <a:p>
                      <a:pPr algn="ctr"/>
                      <a:r>
                        <a:rPr sz="900" b="1">
                          <a:solidFill>
                            <a:srgbClr val="FFFFFF"/>
                          </a:solidFill>
                        </a:rPr>
                        <a:t>ご確認いただきたい事項（要点）</a:t>
                      </a:r>
                    </a:p>
                  </a:txBody>
                  <a:tcPr marL="38100" marR="38100" marT="25400" marB="25400" anchor="ctr">
                    <a:solidFill>
                      <a:srgbClr val="1F497D"/>
                    </a:solidFill>
                  </a:tcPr>
                </a:tc>
              </a:tr>
              <a:tr h="384810">
                <a:tc>
                  <a:txBody>
                    <a:bodyPr wrap="square"/>
                    <a:lstStyle/>
                    <a:p>
                      <a:pPr algn="ctr"/>
                      <a:r>
                        <a:rPr sz="900" b="0">
                          <a:solidFill>
                            <a:srgbClr val="000000"/>
                          </a:solidFill>
                        </a:rPr>
                        <a:t>011</a:t>
                      </a:r>
                    </a:p>
                  </a:txBody>
                  <a:tcPr marL="38100" marR="38100" marT="25400" marB="25400" anchor="ctr">
                    <a:solidFill>
                      <a:srgbClr val="FFFFFF"/>
                    </a:solidFill>
                  </a:tcPr>
                </a:tc>
                <a:tc>
                  <a:txBody>
                    <a:bodyPr wrap="square"/>
                    <a:lstStyle/>
                    <a:p>
                      <a:r>
                        <a:rPr sz="900" b="0">
                          <a:solidFill>
                            <a:srgbClr val="000000"/>
                          </a:solidFill>
                        </a:rPr>
                        <a:t>健診文書</a:t>
                      </a:r>
                    </a:p>
                  </a:txBody>
                  <a:tcPr marL="38100" marR="38100" marT="25400" marB="25400" anchor="ctr">
                    <a:solidFill>
                      <a:srgbClr val="FFFFFF"/>
                    </a:solidFill>
                  </a:tcPr>
                </a:tc>
                <a:tc>
                  <a:txBody>
                    <a:bodyPr wrap="square"/>
                    <a:lstStyle/>
                    <a:p>
                      <a:r>
                        <a:rPr sz="900" b="0">
                          <a:solidFill>
                            <a:srgbClr val="000000"/>
                          </a:solidFill>
                        </a:rPr>
                        <a:t>健診PDF帳票の表示件数の拡張</a:t>
                      </a:r>
                    </a:p>
                  </a:txBody>
                  <a:tcPr marL="38100" marR="38100" marT="25400" marB="25400" anchor="ctr">
                    <a:solidFill>
                      <a:srgbClr val="FFFFFF"/>
                    </a:solidFill>
                  </a:tcPr>
                </a:tc>
                <a:tc>
                  <a:txBody>
                    <a:bodyPr wrap="square"/>
                    <a:lstStyle/>
                    <a:p>
                      <a:pPr algn="ctr"/>
                      <a:r>
                        <a:rPr sz="900" b="0">
                          <a:solidFill>
                            <a:srgbClr val="000000"/>
                          </a:solidFill>
                        </a:rPr>
                        <a:t>低※</a:t>
                      </a:r>
                    </a:p>
                  </a:txBody>
                  <a:tcPr marL="38100" marR="38100" marT="25400" marB="25400" anchor="ctr">
                    <a:solidFill>
                      <a:srgbClr val="FFFFFF"/>
                    </a:solidFill>
                  </a:tcPr>
                </a:tc>
                <a:tc>
                  <a:txBody>
                    <a:bodyPr wrap="square"/>
                    <a:lstStyle/>
                    <a:p>
                      <a:r>
                        <a:rPr sz="900" b="0">
                          <a:solidFill>
                            <a:srgbClr val="000000"/>
                          </a:solidFill>
                        </a:rPr>
                        <a:t>XML形式と同じ「過去5年分」にそろえる。対象・数え方・改ページの考え方</a:t>
                      </a:r>
                    </a:p>
                  </a:txBody>
                  <a:tcPr marL="38100" marR="38100" marT="25400" marB="25400" anchor="ctr">
                    <a:solidFill>
                      <a:srgbClr val="FFFFFF"/>
                    </a:solidFill>
                  </a:tcPr>
                </a:tc>
                <a:tc>
                  <a:txBody>
                    <a:bodyPr wrap="square"/>
                    <a:lstStyle/>
                    <a:p>
                      <a:r>
                        <a:rPr sz="900" b="0">
                          <a:solidFill>
                            <a:srgbClr val="000000"/>
                          </a:solidFill>
                        </a:rPr>
                        <a:t>優先度（中／低）、対象の帳票</a:t>
                      </a:r>
                    </a:p>
                  </a:txBody>
                  <a:tcPr marL="38100" marR="38100" marT="25400" marB="25400" anchor="ctr">
                    <a:solidFill>
                      <a:srgbClr val="FFFFFF"/>
                    </a:solidFill>
                  </a:tcPr>
                </a:tc>
              </a:tr>
              <a:tr h="384810">
                <a:tc>
                  <a:txBody>
                    <a:bodyPr wrap="square"/>
                    <a:lstStyle/>
                    <a:p>
                      <a:pPr algn="ctr"/>
                      <a:r>
                        <a:rPr sz="900" b="0">
                          <a:solidFill>
                            <a:srgbClr val="000000"/>
                          </a:solidFill>
                        </a:rPr>
                        <a:t>207</a:t>
                      </a:r>
                    </a:p>
                  </a:txBody>
                  <a:tcPr marL="38100" marR="38100" marT="25400" marB="25400" anchor="ctr">
                    <a:solidFill>
                      <a:srgbClr val="FFFFFF"/>
                    </a:solidFill>
                  </a:tcPr>
                </a:tc>
                <a:tc>
                  <a:txBody>
                    <a:bodyPr wrap="square"/>
                    <a:lstStyle/>
                    <a:p>
                      <a:r>
                        <a:rPr sz="900" b="0">
                          <a:solidFill>
                            <a:srgbClr val="000000"/>
                          </a:solidFill>
                        </a:rPr>
                        <a:t>患者サマリー</a:t>
                      </a:r>
                    </a:p>
                  </a:txBody>
                  <a:tcPr marL="38100" marR="38100" marT="25400" marB="25400" anchor="ctr">
                    <a:solidFill>
                      <a:srgbClr val="FFFFFF"/>
                    </a:solidFill>
                  </a:tcPr>
                </a:tc>
                <a:tc>
                  <a:txBody>
                    <a:bodyPr wrap="square"/>
                    <a:lstStyle/>
                    <a:p>
                      <a:r>
                        <a:rPr sz="900" b="0">
                          <a:solidFill>
                            <a:srgbClr val="000000"/>
                          </a:solidFill>
                        </a:rPr>
                        <a:t>自己情報提供不可フラグ設定した患者に対する患者サマリーの登録時のエラーのアドオンチェック</a:t>
                      </a:r>
                    </a:p>
                  </a:txBody>
                  <a:tcPr marL="38100" marR="38100" marT="25400" marB="25400" anchor="ctr">
                    <a:solidFill>
                      <a:srgbClr val="FFFFFF"/>
                    </a:solidFill>
                  </a:tcPr>
                </a:tc>
                <a:tc>
                  <a:txBody>
                    <a:bodyPr wrap="square"/>
                    <a:lstStyle/>
                    <a:p>
                      <a:pPr algn="ctr"/>
                      <a:r>
                        <a:rPr sz="900" b="0">
                          <a:solidFill>
                            <a:srgbClr val="000000"/>
                          </a:solidFill>
                        </a:rPr>
                        <a:t>高</a:t>
                      </a:r>
                    </a:p>
                  </a:txBody>
                  <a:tcPr marL="38100" marR="38100" marT="25400" marB="25400" anchor="ctr">
                    <a:solidFill>
                      <a:srgbClr val="FFFFFF"/>
                    </a:solidFill>
                  </a:tcPr>
                </a:tc>
                <a:tc>
                  <a:txBody>
                    <a:bodyPr wrap="square"/>
                    <a:lstStyle/>
                    <a:p>
                      <a:r>
                        <a:rPr sz="900" b="0">
                          <a:solidFill>
                            <a:srgbClr val="000000"/>
                          </a:solidFill>
                        </a:rPr>
                        <a:t>対象のフラグ、更新・削除の扱い、エラーの文言案</a:t>
                      </a:r>
                    </a:p>
                  </a:txBody>
                  <a:tcPr marL="38100" marR="38100" marT="25400" marB="25400" anchor="ctr">
                    <a:solidFill>
                      <a:srgbClr val="FFFFFF"/>
                    </a:solidFill>
                  </a:tcPr>
                </a:tc>
                <a:tc>
                  <a:txBody>
                    <a:bodyPr wrap="square"/>
                    <a:lstStyle/>
                    <a:p>
                      <a:r>
                        <a:rPr sz="900" b="0">
                          <a:solidFill>
                            <a:srgbClr val="000000"/>
                          </a:solidFill>
                        </a:rPr>
                        <a:t>エラーの文言、影響確認</a:t>
                      </a:r>
                    </a:p>
                  </a:txBody>
                  <a:tcPr marL="38100" marR="38100" marT="25400" marB="25400" anchor="ctr">
                    <a:solidFill>
                      <a:srgbClr val="FFFFFF"/>
                    </a:solidFill>
                  </a:tcPr>
                </a:tc>
              </a:tr>
              <a:tr h="384810">
                <a:tc>
                  <a:txBody>
                    <a:bodyPr wrap="square"/>
                    <a:lstStyle/>
                    <a:p>
                      <a:pPr algn="ctr"/>
                      <a:r>
                        <a:rPr sz="900" b="0">
                          <a:solidFill>
                            <a:srgbClr val="000000"/>
                          </a:solidFill>
                        </a:rPr>
                        <a:t>211</a:t>
                      </a:r>
                    </a:p>
                  </a:txBody>
                  <a:tcPr marL="38100" marR="38100" marT="25400" marB="25400" anchor="ctr">
                    <a:solidFill>
                      <a:srgbClr val="FFFFFF"/>
                    </a:solidFill>
                  </a:tcPr>
                </a:tc>
                <a:tc>
                  <a:txBody>
                    <a:bodyPr wrap="square"/>
                    <a:lstStyle/>
                    <a:p>
                      <a:r>
                        <a:rPr sz="900" b="0">
                          <a:solidFill>
                            <a:srgbClr val="000000"/>
                          </a:solidFill>
                        </a:rPr>
                        <a:t>標準マスタ</a:t>
                      </a:r>
                    </a:p>
                  </a:txBody>
                  <a:tcPr marL="38100" marR="38100" marT="25400" marB="25400" anchor="ctr">
                    <a:solidFill>
                      <a:srgbClr val="FFFFFF"/>
                    </a:solidFill>
                  </a:tcPr>
                </a:tc>
                <a:tc>
                  <a:txBody>
                    <a:bodyPr wrap="square"/>
                    <a:lstStyle/>
                    <a:p>
                      <a:r>
                        <a:rPr sz="900" b="0">
                          <a:solidFill>
                            <a:srgbClr val="000000"/>
                          </a:solidFill>
                        </a:rPr>
                        <a:t>標準マスタにおける1つのコードに対するdisplay値変更時における経過措置期間の設定機能の追加</a:t>
                      </a:r>
                    </a:p>
                  </a:txBody>
                  <a:tcPr marL="38100" marR="38100" marT="25400" marB="25400" anchor="ctr">
                    <a:solidFill>
                      <a:srgbClr val="FFFFFF"/>
                    </a:solidFill>
                  </a:tcPr>
                </a:tc>
                <a:tc>
                  <a:txBody>
                    <a:bodyPr wrap="square"/>
                    <a:lstStyle/>
                    <a:p>
                      <a:pPr algn="ctr"/>
                      <a:r>
                        <a:rPr sz="900" b="0">
                          <a:solidFill>
                            <a:srgbClr val="000000"/>
                          </a:solidFill>
                        </a:rPr>
                        <a:t>中</a:t>
                      </a:r>
                    </a:p>
                  </a:txBody>
                  <a:tcPr marL="38100" marR="38100" marT="25400" marB="25400" anchor="ctr">
                    <a:solidFill>
                      <a:srgbClr val="FFFFFF"/>
                    </a:solidFill>
                  </a:tcPr>
                </a:tc>
                <a:tc>
                  <a:txBody>
                    <a:bodyPr wrap="square"/>
                    <a:lstStyle/>
                    <a:p>
                      <a:r>
                        <a:rPr sz="900" b="0">
                          <a:solidFill>
                            <a:srgbClr val="000000"/>
                          </a:solidFill>
                        </a:rPr>
                        <a:t>対象マスタ、旧display値を受け付ける条件、方式の候補を②〜④に</a:t>
                      </a:r>
                    </a:p>
                  </a:txBody>
                  <a:tcPr marL="38100" marR="38100" marT="25400" marB="25400" anchor="ctr">
                    <a:solidFill>
                      <a:srgbClr val="FFFFFF"/>
                    </a:solidFill>
                  </a:tcPr>
                </a:tc>
                <a:tc>
                  <a:txBody>
                    <a:bodyPr wrap="square"/>
                    <a:lstStyle/>
                    <a:p>
                      <a:r>
                        <a:rPr sz="900" b="0">
                          <a:solidFill>
                            <a:srgbClr val="000000"/>
                          </a:solidFill>
                        </a:rPr>
                        <a:t>見積もり後に決める範囲</a:t>
                      </a:r>
                    </a:p>
                  </a:txBody>
                  <a:tcPr marL="38100" marR="38100" marT="25400" marB="25400" anchor="ctr">
                    <a:solidFill>
                      <a:srgbClr val="FFFFFF"/>
                    </a:solidFill>
                  </a:tcPr>
                </a:tc>
              </a:tr>
              <a:tr h="384810">
                <a:tc>
                  <a:txBody>
                    <a:bodyPr wrap="square"/>
                    <a:lstStyle/>
                    <a:p>
                      <a:pPr algn="ctr"/>
                      <a:r>
                        <a:rPr sz="900" b="0">
                          <a:solidFill>
                            <a:srgbClr val="000000"/>
                          </a:solidFill>
                        </a:rPr>
                        <a:t>216</a:t>
                      </a:r>
                    </a:p>
                  </a:txBody>
                  <a:tcPr marL="38100" marR="38100" marT="25400" marB="25400" anchor="ctr">
                    <a:solidFill>
                      <a:srgbClr val="FFFFFF"/>
                    </a:solidFill>
                  </a:tcPr>
                </a:tc>
                <a:tc>
                  <a:txBody>
                    <a:bodyPr wrap="square"/>
                    <a:lstStyle/>
                    <a:p>
                      <a:r>
                        <a:rPr sz="900" b="0">
                          <a:solidFill>
                            <a:srgbClr val="000000"/>
                          </a:solidFill>
                        </a:rPr>
                        <a:t>全体</a:t>
                      </a:r>
                    </a:p>
                  </a:txBody>
                  <a:tcPr marL="38100" marR="38100" marT="25400" marB="25400" anchor="ctr">
                    <a:solidFill>
                      <a:srgbClr val="FFFFFF"/>
                    </a:solidFill>
                  </a:tcPr>
                </a:tc>
                <a:tc>
                  <a:txBody>
                    <a:bodyPr wrap="square"/>
                    <a:lstStyle/>
                    <a:p>
                      <a:r>
                        <a:rPr sz="900" b="0">
                          <a:solidFill>
                            <a:srgbClr val="000000"/>
                          </a:solidFill>
                        </a:rPr>
                        <a:t>サポートするプロファイルバージョンの終了(令和9年度)</a:t>
                      </a:r>
                    </a:p>
                  </a:txBody>
                  <a:tcPr marL="38100" marR="38100" marT="25400" marB="25400" anchor="ctr">
                    <a:solidFill>
                      <a:srgbClr val="FFFFFF"/>
                    </a:solidFill>
                  </a:tcPr>
                </a:tc>
                <a:tc>
                  <a:txBody>
                    <a:bodyPr wrap="square"/>
                    <a:lstStyle/>
                    <a:p>
                      <a:pPr algn="ctr"/>
                      <a:r>
                        <a:rPr sz="900" b="0">
                          <a:solidFill>
                            <a:srgbClr val="000000"/>
                          </a:solidFill>
                        </a:rPr>
                        <a:t>高</a:t>
                      </a:r>
                    </a:p>
                  </a:txBody>
                  <a:tcPr marL="38100" marR="38100" marT="25400" marB="25400" anchor="ctr">
                    <a:solidFill>
                      <a:srgbClr val="FFFFFF"/>
                    </a:solidFill>
                  </a:tcPr>
                </a:tc>
                <a:tc>
                  <a:txBody>
                    <a:bodyPr wrap="square"/>
                    <a:lstStyle/>
                    <a:p>
                      <a:r>
                        <a:rPr sz="900" b="0">
                          <a:solidFill>
                            <a:srgbClr val="000000"/>
                          </a:solidFill>
                        </a:rPr>
                        <a:t>令和9年12月リリース、終了のしかたを案件192とそろえる</a:t>
                      </a:r>
                    </a:p>
                  </a:txBody>
                  <a:tcPr marL="38100" marR="38100" marT="25400" marB="25400" anchor="ctr">
                    <a:solidFill>
                      <a:srgbClr val="FFFFFF"/>
                    </a:solidFill>
                  </a:tcPr>
                </a:tc>
                <a:tc>
                  <a:txBody>
                    <a:bodyPr wrap="square"/>
                    <a:lstStyle/>
                    <a:p>
                      <a:r>
                        <a:rPr sz="900" b="0">
                          <a:solidFill>
                            <a:srgbClr val="000000"/>
                          </a:solidFill>
                        </a:rPr>
                        <a:t>リリース時期、周知</a:t>
                      </a:r>
                    </a:p>
                  </a:txBody>
                  <a:tcPr marL="38100" marR="38100" marT="25400" marB="25400" anchor="ctr">
                    <a:solidFill>
                      <a:srgbClr val="FFFFFF"/>
                    </a:solidFill>
                  </a:tcPr>
                </a:tc>
              </a:tr>
              <a:tr h="384810">
                <a:tc>
                  <a:txBody>
                    <a:bodyPr wrap="square"/>
                    <a:lstStyle/>
                    <a:p>
                      <a:pPr algn="ctr"/>
                      <a:r>
                        <a:rPr sz="900" b="0">
                          <a:solidFill>
                            <a:srgbClr val="000000"/>
                          </a:solidFill>
                        </a:rPr>
                        <a:t>218</a:t>
                      </a:r>
                    </a:p>
                  </a:txBody>
                  <a:tcPr marL="38100" marR="38100" marT="25400" marB="25400" anchor="ctr">
                    <a:solidFill>
                      <a:srgbClr val="FFFFFF"/>
                    </a:solidFill>
                  </a:tcPr>
                </a:tc>
                <a:tc>
                  <a:txBody>
                    <a:bodyPr wrap="square"/>
                    <a:lstStyle/>
                    <a:p>
                      <a:r>
                        <a:rPr sz="900" b="0">
                          <a:solidFill>
                            <a:srgbClr val="000000"/>
                          </a:solidFill>
                        </a:rPr>
                        <a:t>臨床情報：感染症・検査</a:t>
                      </a:r>
                    </a:p>
                  </a:txBody>
                  <a:tcPr marL="38100" marR="38100" marT="25400" marB="25400" anchor="ctr">
                    <a:solidFill>
                      <a:srgbClr val="FFFFFF"/>
                    </a:solidFill>
                  </a:tcPr>
                </a:tc>
                <a:tc>
                  <a:txBody>
                    <a:bodyPr wrap="square"/>
                    <a:lstStyle/>
                    <a:p>
                      <a:r>
                        <a:rPr sz="900" b="0">
                          <a:solidFill>
                            <a:srgbClr val="000000"/>
                          </a:solidFill>
                        </a:rPr>
                        <a:t>検査・感染症の検査結果に対する注意事項の追記</a:t>
                      </a:r>
                    </a:p>
                  </a:txBody>
                  <a:tcPr marL="38100" marR="38100" marT="25400" marB="25400" anchor="ctr">
                    <a:solidFill>
                      <a:srgbClr val="FFFFFF"/>
                    </a:solidFill>
                  </a:tcPr>
                </a:tc>
                <a:tc>
                  <a:txBody>
                    <a:bodyPr wrap="square"/>
                    <a:lstStyle/>
                    <a:p>
                      <a:pPr algn="ctr"/>
                      <a:r>
                        <a:rPr sz="900" b="0">
                          <a:solidFill>
                            <a:srgbClr val="000000"/>
                          </a:solidFill>
                        </a:rPr>
                        <a:t>高</a:t>
                      </a:r>
                    </a:p>
                  </a:txBody>
                  <a:tcPr marL="38100" marR="38100" marT="25400" marB="25400" anchor="ctr">
                    <a:solidFill>
                      <a:srgbClr val="FFFFFF"/>
                    </a:solidFill>
                  </a:tcPr>
                </a:tc>
                <a:tc>
                  <a:txBody>
                    <a:bodyPr wrap="square"/>
                    <a:lstStyle/>
                    <a:p>
                      <a:r>
                        <a:rPr sz="900" b="0">
                          <a:solidFill>
                            <a:srgbClr val="000000"/>
                          </a:solidFill>
                        </a:rPr>
                        <a:t>注意書きの表示の条件、対象の帳票・画面、文言案</a:t>
                      </a:r>
                    </a:p>
                  </a:txBody>
                  <a:tcPr marL="38100" marR="38100" marT="25400" marB="25400" anchor="ctr">
                    <a:solidFill>
                      <a:srgbClr val="FFFFFF"/>
                    </a:solidFill>
                  </a:tcPr>
                </a:tc>
                <a:tc>
                  <a:txBody>
                    <a:bodyPr wrap="square"/>
                    <a:lstStyle/>
                    <a:p>
                      <a:r>
                        <a:rPr sz="900" b="0">
                          <a:solidFill>
                            <a:srgbClr val="000000"/>
                          </a:solidFill>
                        </a:rPr>
                        <a:t>注意書きの文言</a:t>
                      </a:r>
                    </a:p>
                  </a:txBody>
                  <a:tcPr marL="38100" marR="38100" marT="25400" marB="25400" anchor="ctr">
                    <a:solidFill>
                      <a:srgbClr val="FFFFFF"/>
                    </a:solidFill>
                  </a:tcPr>
                </a:tc>
              </a:tr>
              <a:tr h="539115">
                <a:tc>
                  <a:txBody>
                    <a:bodyPr wrap="square"/>
                    <a:lstStyle/>
                    <a:p>
                      <a:pPr algn="ctr"/>
                      <a:r>
                        <a:rPr sz="900" b="0">
                          <a:solidFill>
                            <a:srgbClr val="000000"/>
                          </a:solidFill>
                        </a:rPr>
                        <a:t>219</a:t>
                      </a:r>
                    </a:p>
                  </a:txBody>
                  <a:tcPr marL="38100" marR="38100" marT="25400" marB="25400" anchor="ctr">
                    <a:solidFill>
                      <a:srgbClr val="FFFFFF"/>
                    </a:solidFill>
                  </a:tcPr>
                </a:tc>
                <a:tc>
                  <a:txBody>
                    <a:bodyPr wrap="square"/>
                    <a:lstStyle/>
                    <a:p>
                      <a:r>
                        <a:rPr sz="900" b="0">
                          <a:solidFill>
                            <a:srgbClr val="000000"/>
                          </a:solidFill>
                        </a:rPr>
                        <a:t>患者サマリー</a:t>
                      </a:r>
                    </a:p>
                  </a:txBody>
                  <a:tcPr marL="38100" marR="38100" marT="25400" marB="25400" anchor="ctr">
                    <a:solidFill>
                      <a:srgbClr val="FFFFFF"/>
                    </a:solidFill>
                  </a:tcPr>
                </a:tc>
                <a:tc>
                  <a:txBody>
                    <a:bodyPr wrap="square"/>
                    <a:lstStyle/>
                    <a:p>
                      <a:r>
                        <a:rPr sz="900" b="0">
                          <a:solidFill>
                            <a:srgbClr val="000000"/>
                          </a:solidFill>
                        </a:rPr>
                        <a:t>医療機関の承継が発生した際における患者サマリーのマイナポでの処方情報・検査情報の表示対象範囲の正規化</a:t>
                      </a:r>
                    </a:p>
                  </a:txBody>
                  <a:tcPr marL="38100" marR="38100" marT="25400" marB="25400" anchor="ctr">
                    <a:solidFill>
                      <a:srgbClr val="FFFFFF"/>
                    </a:solidFill>
                  </a:tcPr>
                </a:tc>
                <a:tc>
                  <a:txBody>
                    <a:bodyPr wrap="square"/>
                    <a:lstStyle/>
                    <a:p>
                      <a:pPr algn="ctr"/>
                      <a:r>
                        <a:rPr sz="900" b="0">
                          <a:solidFill>
                            <a:srgbClr val="000000"/>
                          </a:solidFill>
                        </a:rPr>
                        <a:t>高</a:t>
                      </a:r>
                    </a:p>
                  </a:txBody>
                  <a:tcPr marL="38100" marR="38100" marT="25400" marB="25400" anchor="ctr">
                    <a:solidFill>
                      <a:srgbClr val="FFFFFF"/>
                    </a:solidFill>
                  </a:tcPr>
                </a:tc>
                <a:tc>
                  <a:txBody>
                    <a:bodyPr wrap="square"/>
                    <a:lstStyle/>
                    <a:p>
                      <a:r>
                        <a:rPr sz="900" b="0">
                          <a:solidFill>
                            <a:srgbClr val="000000"/>
                          </a:solidFill>
                        </a:rPr>
                        <a:t>9/28の決定事項の反映、承継の判定方法、対象範囲</a:t>
                      </a:r>
                    </a:p>
                  </a:txBody>
                  <a:tcPr marL="38100" marR="38100" marT="25400" marB="25400" anchor="ctr">
                    <a:solidFill>
                      <a:srgbClr val="FFFFFF"/>
                    </a:solidFill>
                  </a:tcPr>
                </a:tc>
                <a:tc>
                  <a:txBody>
                    <a:bodyPr wrap="square"/>
                    <a:lstStyle/>
                    <a:p>
                      <a:r>
                        <a:rPr sz="900" b="0">
                          <a:solidFill>
                            <a:srgbClr val="000000"/>
                          </a:solidFill>
                        </a:rPr>
                        <a:t>承継の判定の時点</a:t>
                      </a:r>
                    </a:p>
                  </a:txBody>
                  <a:tcPr marL="38100" marR="38100" marT="25400" marB="25400" anchor="ctr">
                    <a:solidFill>
                      <a:srgbClr val="FFFFFF"/>
                    </a:solidFill>
                  </a:tcPr>
                </a:tc>
              </a:tr>
              <a:tr h="384810">
                <a:tc>
                  <a:txBody>
                    <a:bodyPr wrap="square"/>
                    <a:lstStyle/>
                    <a:p>
                      <a:pPr algn="ctr"/>
                      <a:r>
                        <a:rPr sz="900" b="0">
                          <a:solidFill>
                            <a:srgbClr val="000000"/>
                          </a:solidFill>
                        </a:rPr>
                        <a:t>220</a:t>
                      </a:r>
                    </a:p>
                  </a:txBody>
                  <a:tcPr marL="38100" marR="38100" marT="25400" marB="25400" anchor="ctr">
                    <a:solidFill>
                      <a:srgbClr val="FFFFFF"/>
                    </a:solidFill>
                  </a:tcPr>
                </a:tc>
                <a:tc>
                  <a:txBody>
                    <a:bodyPr wrap="square"/>
                    <a:lstStyle/>
                    <a:p>
                      <a:r>
                        <a:rPr sz="900" b="0">
                          <a:solidFill>
                            <a:srgbClr val="000000"/>
                          </a:solidFill>
                        </a:rPr>
                        <a:t>患者サマリー</a:t>
                      </a:r>
                    </a:p>
                  </a:txBody>
                  <a:tcPr marL="38100" marR="38100" marT="25400" marB="25400" anchor="ctr">
                    <a:solidFill>
                      <a:srgbClr val="FFFFFF"/>
                    </a:solidFill>
                  </a:tcPr>
                </a:tc>
                <a:tc>
                  <a:txBody>
                    <a:bodyPr wrap="square"/>
                    <a:lstStyle/>
                    <a:p>
                      <a:r>
                        <a:rPr sz="900" b="0">
                          <a:solidFill>
                            <a:srgbClr val="000000"/>
                          </a:solidFill>
                        </a:rPr>
                        <a:t>承継申請に基づく医療機関コードの変換処理における旧医療機関発行した患者サマリーの挙動の変更</a:t>
                      </a:r>
                    </a:p>
                  </a:txBody>
                  <a:tcPr marL="38100" marR="38100" marT="25400" marB="25400" anchor="ctr">
                    <a:solidFill>
                      <a:srgbClr val="FFFFFF"/>
                    </a:solidFill>
                  </a:tcPr>
                </a:tc>
                <a:tc>
                  <a:txBody>
                    <a:bodyPr wrap="square"/>
                    <a:lstStyle/>
                    <a:p>
                      <a:pPr algn="ctr"/>
                      <a:r>
                        <a:rPr sz="900" b="0">
                          <a:solidFill>
                            <a:srgbClr val="000000"/>
                          </a:solidFill>
                        </a:rPr>
                        <a:t>低</a:t>
                      </a:r>
                    </a:p>
                  </a:txBody>
                  <a:tcPr marL="38100" marR="38100" marT="25400" marB="25400" anchor="ctr">
                    <a:solidFill>
                      <a:srgbClr val="FFFFFF"/>
                    </a:solidFill>
                  </a:tcPr>
                </a:tc>
                <a:tc>
                  <a:txBody>
                    <a:bodyPr wrap="square"/>
                    <a:lstStyle/>
                    <a:p>
                      <a:r>
                        <a:rPr sz="900" b="0">
                          <a:solidFill>
                            <a:srgbClr val="000000"/>
                          </a:solidFill>
                        </a:rPr>
                        <a:t>変換の対象外とする条件、219と合わせた見え方</a:t>
                      </a:r>
                    </a:p>
                  </a:txBody>
                  <a:tcPr marL="38100" marR="38100" marT="25400" marB="25400" anchor="ctr">
                    <a:solidFill>
                      <a:srgbClr val="FFFFFF"/>
                    </a:solidFill>
                  </a:tcPr>
                </a:tc>
                <a:tc>
                  <a:txBody>
                    <a:bodyPr wrap="square"/>
                    <a:lstStyle/>
                    <a:p>
                      <a:r>
                        <a:rPr sz="900" b="0">
                          <a:solidFill>
                            <a:srgbClr val="000000"/>
                          </a:solidFill>
                        </a:rPr>
                        <a:t>本案件の要否</a:t>
                      </a:r>
                    </a:p>
                  </a:txBody>
                  <a:tcPr marL="38100" marR="38100" marT="25400" marB="25400" anchor="ctr">
                    <a:solidFill>
                      <a:srgbClr val="FFFFFF"/>
                    </a:solidFill>
                  </a:tcPr>
                </a:tc>
              </a:tr>
              <a:tr h="384810">
                <a:tc>
                  <a:txBody>
                    <a:bodyPr wrap="square"/>
                    <a:lstStyle/>
                    <a:p>
                      <a:pPr algn="ctr"/>
                      <a:r>
                        <a:rPr sz="900" b="0">
                          <a:solidFill>
                            <a:srgbClr val="000000"/>
                          </a:solidFill>
                        </a:rPr>
                        <a:t>223</a:t>
                      </a:r>
                    </a:p>
                  </a:txBody>
                  <a:tcPr marL="38100" marR="38100" marT="25400" marB="25400" anchor="ctr">
                    <a:solidFill>
                      <a:srgbClr val="FFFFFF"/>
                    </a:solidFill>
                  </a:tcPr>
                </a:tc>
                <a:tc>
                  <a:txBody>
                    <a:bodyPr wrap="square"/>
                    <a:lstStyle/>
                    <a:p>
                      <a:r>
                        <a:rPr sz="900" b="0">
                          <a:solidFill>
                            <a:srgbClr val="000000"/>
                          </a:solidFill>
                        </a:rPr>
                        <a:t>全体</a:t>
                      </a:r>
                    </a:p>
                  </a:txBody>
                  <a:tcPr marL="38100" marR="38100" marT="25400" marB="25400" anchor="ctr">
                    <a:solidFill>
                      <a:srgbClr val="FFFFFF"/>
                    </a:solidFill>
                  </a:tcPr>
                </a:tc>
                <a:tc>
                  <a:txBody>
                    <a:bodyPr wrap="square"/>
                    <a:lstStyle/>
                    <a:p>
                      <a:r>
                        <a:rPr sz="900" b="0">
                          <a:solidFill>
                            <a:srgbClr val="000000"/>
                          </a:solidFill>
                        </a:rPr>
                        <a:t>電子署名の危殆化対応</a:t>
                      </a:r>
                    </a:p>
                  </a:txBody>
                  <a:tcPr marL="38100" marR="38100" marT="25400" marB="25400" anchor="ctr">
                    <a:solidFill>
                      <a:srgbClr val="FFFFFF"/>
                    </a:solidFill>
                  </a:tcPr>
                </a:tc>
                <a:tc>
                  <a:txBody>
                    <a:bodyPr wrap="square"/>
                    <a:lstStyle/>
                    <a:p>
                      <a:pPr algn="ctr"/>
                      <a:r>
                        <a:rPr sz="900" b="0">
                          <a:solidFill>
                            <a:srgbClr val="000000"/>
                          </a:solidFill>
                        </a:rPr>
                        <a:t>高</a:t>
                      </a:r>
                    </a:p>
                  </a:txBody>
                  <a:tcPr marL="38100" marR="38100" marT="25400" marB="25400" anchor="ctr">
                    <a:solidFill>
                      <a:srgbClr val="FFFFFF"/>
                    </a:solidFill>
                  </a:tcPr>
                </a:tc>
                <a:tc>
                  <a:txBody>
                    <a:bodyPr wrap="square"/>
                    <a:lstStyle/>
                    <a:p>
                      <a:r>
                        <a:rPr sz="900" b="0">
                          <a:solidFill>
                            <a:srgbClr val="000000"/>
                          </a:solidFill>
                        </a:rPr>
                        <a:t>背景・目的の改め、2段階のリリース、将来の方式変更への備え</a:t>
                      </a:r>
                    </a:p>
                  </a:txBody>
                  <a:tcPr marL="38100" marR="38100" marT="25400" marB="25400" anchor="ctr">
                    <a:solidFill>
                      <a:srgbClr val="FFFFFF"/>
                    </a:solidFill>
                  </a:tcPr>
                </a:tc>
                <a:tc>
                  <a:txBody>
                    <a:bodyPr wrap="square"/>
                    <a:lstStyle/>
                    <a:p>
                      <a:r>
                        <a:rPr sz="900" b="0">
                          <a:solidFill>
                            <a:srgbClr val="000000"/>
                          </a:solidFill>
                        </a:rPr>
                        <a:t>耐量子への移行の扱い、周知</a:t>
                      </a:r>
                    </a:p>
                  </a:txBody>
                  <a:tcPr marL="38100" marR="38100" marT="25400" marB="25400" anchor="ctr">
                    <a:solidFill>
                      <a:srgbClr val="FFFFFF"/>
                    </a:solidFill>
                  </a:tcPr>
                </a:tc>
              </a:tr>
            </a:tbl>
          </a:graphicData>
        </a:graphic>
      </p:graphicFrame>
      <p:sp>
        <p:nvSpPr>
          <p:cNvPr id="6" name="注記"/>
          <p:cNvSpPr txBox="1"/>
          <p:nvPr/>
        </p:nvSpPr>
        <p:spPr>
          <a:xfrm>
            <a:off x="152400" y="5969000"/>
            <a:ext cx="9601200" cy="381000"/>
          </a:xfrm>
          <a:prstGeom prst="rect">
            <a:avLst/>
          </a:prstGeom>
          <a:noFill/>
        </p:spPr>
        <p:txBody>
          <a:bodyPr wrap="square" lIns="25400" rIns="25400" tIns="12700" bIns="12700">
            <a:spAutoFit/>
          </a:bodyPr>
          <a:lstStyle/>
          <a:p>
            <a:pPr>
              <a:spcAft>
                <a:spcPts val="100"/>
              </a:spcAft>
            </a:pPr>
            <a:r>
              <a:rPr sz="900">
                <a:solidFill>
                  <a:srgbClr val="000000"/>
                </a:solidFill>
              </a:rPr>
              <a:t>※優先度は10/5開発課題検討会資料の「8. 令和9年度案件について 一覧」による。011は一覧では「低」、同日の口頭説明では「中」（要確認）</a:t>
            </a:r>
          </a:p>
          <a:p>
            <a:pPr>
              <a:spcAft>
                <a:spcPts val="100"/>
              </a:spcAft>
            </a:pPr>
            <a:r>
              <a:rPr sz="900">
                <a:solidFill>
                  <a:srgbClr val="000000"/>
                </a:solidFill>
              </a:rPr>
              <a:t>※詳細化案の文言はいずれも（案）。案件台帳への反映は、ご確認の結果を踏まえて行う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X．令和9年度案件の要求事項の詳細化について（2/9）</a:t>
            </a:r>
          </a:p>
        </p:txBody>
      </p:sp>
      <p:sp>
        <p:nvSpPr>
          <p:cNvPr id="4" name="案件名"/>
          <p:cNvSpPr txBox="1"/>
          <p:nvPr/>
        </p:nvSpPr>
        <p:spPr>
          <a:xfrm>
            <a:off x="495300" y="723900"/>
            <a:ext cx="8915400" cy="254000"/>
          </a:xfrm>
          <a:prstGeom prst="rect">
            <a:avLst/>
          </a:prstGeom>
          <a:noFill/>
        </p:spPr>
        <p:txBody>
          <a:bodyPr wrap="square" lIns="25400" rIns="25400" tIns="12700" bIns="12700">
            <a:spAutoFit/>
          </a:bodyPr>
          <a:lstStyle/>
          <a:p>
            <a:pPr>
              <a:spcAft>
                <a:spcPts val="100"/>
              </a:spcAft>
            </a:pPr>
            <a:r>
              <a:rPr sz="1200" b="1">
                <a:solidFill>
                  <a:srgbClr val="000000"/>
                </a:solidFill>
              </a:rPr>
              <a:t>案件ID011「健診PDF帳票の表示件数の拡張」</a:t>
            </a:r>
          </a:p>
        </p:txBody>
      </p:sp>
      <p:sp>
        <p:nvSpPr>
          <p:cNvPr id="5" name="リード"/>
          <p:cNvSpPr txBox="1"/>
          <p:nvPr/>
        </p:nvSpPr>
        <p:spPr>
          <a:xfrm>
            <a:off x="495300" y="965200"/>
            <a:ext cx="8915400" cy="25527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健診PDFの表示範囲を、XML形式と同じ「過去5年分」にそろえるため、対象・数え方・レイアウトの考え方を具体化した。</a:t>
            </a:r>
          </a:p>
        </p:txBody>
      </p:sp>
      <p:sp>
        <p:nvSpPr>
          <p:cNvPr id="6" name="ラベル：背景"/>
          <p:cNvSpPr/>
          <p:nvPr/>
        </p:nvSpPr>
        <p:spPr>
          <a:xfrm>
            <a:off x="495300" y="1271270"/>
            <a:ext cx="16510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背景</a:t>
            </a:r>
          </a:p>
        </p:txBody>
      </p:sp>
      <p:sp>
        <p:nvSpPr>
          <p:cNvPr id="7" name="本文：背景"/>
          <p:cNvSpPr txBox="1"/>
          <p:nvPr/>
        </p:nvSpPr>
        <p:spPr>
          <a:xfrm>
            <a:off x="495300" y="1525270"/>
            <a:ext cx="8915400" cy="868680"/>
          </a:xfrm>
          <a:prstGeom prst="rect">
            <a:avLst/>
          </a:prstGeom>
          <a:noFill/>
        </p:spPr>
        <p:txBody>
          <a:bodyPr wrap="square" lIns="25400" rIns="25400" tIns="12700" bIns="12700">
            <a:spAutoFit/>
          </a:bodyPr>
          <a:lstStyle/>
          <a:p>
            <a:pPr marL="139700" indent="-139700">
              <a:spcAft>
                <a:spcPts val="100"/>
              </a:spcAft>
              <a:buChar char="•"/>
            </a:pPr>
            <a:r>
              <a:rPr sz="1200">
                <a:solidFill>
                  <a:srgbClr val="C00000"/>
                </a:solidFill>
              </a:rPr>
              <a:t>健診結果のPDF帳票は直近5回分までを表示している。一方、資格確認端末で「電子カルテ情報共有サービスを利用する」設定の場合、XML形式では過去5年間のすべての健診データ（同一年内の複数回受診を含む）を取得できる（技術解説書 v2.1.0）。</a:t>
            </a:r>
          </a:p>
          <a:p>
            <a:pPr marL="139700" indent="-139700">
              <a:spcAft>
                <a:spcPts val="100"/>
              </a:spcAft>
              <a:buChar char="•"/>
            </a:pPr>
            <a:r>
              <a:rPr sz="1200">
                <a:solidFill>
                  <a:srgbClr val="000000"/>
                </a:solidFill>
              </a:rPr>
              <a:t>健診結果報告書のオン資への保存期間は5年間と公開している（利活用WG）。</a:t>
            </a:r>
          </a:p>
        </p:txBody>
      </p:sp>
      <p:graphicFrame>
        <p:nvGraphicFramePr>
          <p:cNvPr id="8" name="表：背景"/>
          <p:cNvGraphicFramePr>
            <a:graphicFrameLocks noGrp="1"/>
          </p:cNvGraphicFramePr>
          <p:nvPr/>
        </p:nvGraphicFramePr>
        <p:xfrm>
          <a:off x="495300" y="2470150"/>
          <a:ext cx="8915400" cy="691512"/>
        </p:xfrm>
        <a:graphic>
          <a:graphicData uri="http://schemas.openxmlformats.org/drawingml/2006/table">
            <a:tbl>
              <a:tblPr firstRow="1" bandRow="0">
                <a:tableStyleId>{5940675A-B579-460E-94D1-54222C63F5DA}</a:tableStyleId>
              </a:tblPr>
              <a:tblGrid>
                <a:gridCol w="1778000"/>
                <a:gridCol w="3556000"/>
                <a:gridCol w="3581400"/>
              </a:tblGrid>
              <a:tr h="230504">
                <a:tc>
                  <a:txBody>
                    <a:bodyPr wrap="square"/>
                    <a:lstStyle/>
                    <a:p>
                      <a:pPr algn="ctr"/>
                      <a:r>
                        <a:rPr sz="900" b="1">
                          <a:solidFill>
                            <a:srgbClr val="FFFFFF"/>
                          </a:solidFill>
                        </a:rPr>
                        <a:t>取得の形式</a:t>
                      </a:r>
                    </a:p>
                  </a:txBody>
                  <a:tcPr marL="38100" marR="38100" marT="25400" marB="25400" anchor="ctr">
                    <a:solidFill>
                      <a:srgbClr val="1F497D"/>
                    </a:solidFill>
                  </a:tcPr>
                </a:tc>
                <a:tc>
                  <a:txBody>
                    <a:bodyPr wrap="square"/>
                    <a:lstStyle/>
                    <a:p>
                      <a:pPr algn="ctr"/>
                      <a:r>
                        <a:rPr sz="900" b="1">
                          <a:solidFill>
                            <a:srgbClr val="FFFFFF"/>
                          </a:solidFill>
                        </a:rPr>
                        <a:t>現行</a:t>
                      </a:r>
                    </a:p>
                  </a:txBody>
                  <a:tcPr marL="38100" marR="38100" marT="25400" marB="25400" anchor="ctr">
                    <a:solidFill>
                      <a:srgbClr val="1F497D"/>
                    </a:solidFill>
                  </a:tcPr>
                </a:tc>
                <a:tc>
                  <a:txBody>
                    <a:bodyPr wrap="square"/>
                    <a:lstStyle/>
                    <a:p>
                      <a:pPr algn="ctr"/>
                      <a:r>
                        <a:rPr sz="900" b="1">
                          <a:solidFill>
                            <a:srgbClr val="FFFFFF"/>
                          </a:solidFill>
                        </a:rPr>
                        <a:t>本案件の対応後</a:t>
                      </a:r>
                    </a:p>
                  </a:txBody>
                  <a:tcPr marL="38100" marR="38100" marT="25400" marB="25400" anchor="ctr">
                    <a:solidFill>
                      <a:srgbClr val="1F497D"/>
                    </a:solidFill>
                  </a:tcPr>
                </a:tc>
              </a:tr>
              <a:tr h="230504">
                <a:tc>
                  <a:txBody>
                    <a:bodyPr wrap="square"/>
                    <a:lstStyle/>
                    <a:p>
                      <a:r>
                        <a:rPr sz="900" b="0">
                          <a:solidFill>
                            <a:srgbClr val="000000"/>
                          </a:solidFill>
                        </a:rPr>
                        <a:t>XML形式</a:t>
                      </a:r>
                    </a:p>
                  </a:txBody>
                  <a:tcPr marL="38100" marR="38100" marT="25400" marB="25400" anchor="ctr">
                    <a:solidFill>
                      <a:srgbClr val="FFFFFF"/>
                    </a:solidFill>
                  </a:tcPr>
                </a:tc>
                <a:tc>
                  <a:txBody>
                    <a:bodyPr wrap="square"/>
                    <a:lstStyle/>
                    <a:p>
                      <a:r>
                        <a:rPr sz="900" b="0">
                          <a:solidFill>
                            <a:srgbClr val="000000"/>
                          </a:solidFill>
                        </a:rPr>
                        <a:t>過去5年間のすべての健診データ</a:t>
                      </a:r>
                    </a:p>
                  </a:txBody>
                  <a:tcPr marL="38100" marR="38100" marT="25400" marB="25400" anchor="ctr">
                    <a:solidFill>
                      <a:srgbClr val="FFFFFF"/>
                    </a:solidFill>
                  </a:tcPr>
                </a:tc>
                <a:tc>
                  <a:txBody>
                    <a:bodyPr wrap="square"/>
                    <a:lstStyle/>
                    <a:p>
                      <a:r>
                        <a:rPr sz="900" b="0">
                          <a:solidFill>
                            <a:srgbClr val="000000"/>
                          </a:solidFill>
                        </a:rPr>
                        <a:t>変更なし</a:t>
                      </a:r>
                    </a:p>
                  </a:txBody>
                  <a:tcPr marL="38100" marR="38100" marT="25400" marB="25400" anchor="ctr">
                    <a:solidFill>
                      <a:srgbClr val="FFFFFF"/>
                    </a:solidFill>
                  </a:tcPr>
                </a:tc>
              </a:tr>
              <a:tr h="230504">
                <a:tc>
                  <a:txBody>
                    <a:bodyPr wrap="square"/>
                    <a:lstStyle/>
                    <a:p>
                      <a:r>
                        <a:rPr sz="900" b="0">
                          <a:solidFill>
                            <a:srgbClr val="000000"/>
                          </a:solidFill>
                        </a:rPr>
                        <a:t>PDF形式（健診結果報告書）</a:t>
                      </a:r>
                    </a:p>
                  </a:txBody>
                  <a:tcPr marL="38100" marR="38100" marT="25400" marB="25400" anchor="ctr">
                    <a:solidFill>
                      <a:srgbClr val="FFFFFF"/>
                    </a:solidFill>
                  </a:tcPr>
                </a:tc>
                <a:tc>
                  <a:txBody>
                    <a:bodyPr wrap="square"/>
                    <a:lstStyle/>
                    <a:p>
                      <a:r>
                        <a:rPr sz="900" b="0">
                          <a:solidFill>
                            <a:srgbClr val="000000"/>
                          </a:solidFill>
                        </a:rPr>
                        <a:t>直近5回分</a:t>
                      </a:r>
                    </a:p>
                  </a:txBody>
                  <a:tcPr marL="38100" marR="38100" marT="25400" marB="25400" anchor="ctr">
                    <a:solidFill>
                      <a:srgbClr val="FFFFFF"/>
                    </a:solidFill>
                  </a:tcPr>
                </a:tc>
                <a:tc>
                  <a:txBody>
                    <a:bodyPr wrap="square"/>
                    <a:lstStyle/>
                    <a:p>
                      <a:r>
                        <a:rPr sz="900" b="0">
                          <a:solidFill>
                            <a:srgbClr val="000000"/>
                          </a:solidFill>
                        </a:rPr>
                        <a:t>過去5年間のすべての健診データ</a:t>
                      </a:r>
                    </a:p>
                  </a:txBody>
                  <a:tcPr marL="38100" marR="38100" marT="25400" marB="25400" anchor="ctr">
                    <a:solidFill>
                      <a:srgbClr val="FFFFFF"/>
                    </a:solidFill>
                  </a:tcPr>
                </a:tc>
              </a:tr>
            </a:tbl>
          </a:graphicData>
        </a:graphic>
      </p:graphicFrame>
      <p:sp>
        <p:nvSpPr>
          <p:cNvPr id="9" name="ラベル：要求事項（詳細化案）"/>
          <p:cNvSpPr/>
          <p:nvPr/>
        </p:nvSpPr>
        <p:spPr>
          <a:xfrm>
            <a:off x="495300" y="3237865"/>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要求事項（詳細化案）</a:t>
            </a:r>
          </a:p>
        </p:txBody>
      </p:sp>
      <p:sp>
        <p:nvSpPr>
          <p:cNvPr id="10" name="本文：要求事項（詳細化案）"/>
          <p:cNvSpPr txBox="1"/>
          <p:nvPr/>
        </p:nvSpPr>
        <p:spPr>
          <a:xfrm>
            <a:off x="495300" y="3491865"/>
            <a:ext cx="8915400" cy="130302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健診結果のPDF帳票の表示上限を5回分から5年分に変更する。</a:t>
            </a:r>
          </a:p>
          <a:p>
            <a:pPr marL="139700" indent="-139700">
              <a:spcAft>
                <a:spcPts val="100"/>
              </a:spcAft>
              <a:buChar char="•"/>
            </a:pPr>
            <a:r>
              <a:rPr sz="1200">
                <a:solidFill>
                  <a:srgbClr val="C00000"/>
                </a:solidFill>
              </a:rPr>
              <a:t>対象は「利用する」設定の場合の、医療機関向け・マイナポータル向けのPDF帳票とする。「利用しない」設定は現行どおり。</a:t>
            </a:r>
          </a:p>
          <a:p>
            <a:pPr marL="139700" indent="-139700">
              <a:spcAft>
                <a:spcPts val="100"/>
              </a:spcAft>
              <a:buChar char="•"/>
            </a:pPr>
            <a:r>
              <a:rPr sz="1200">
                <a:solidFill>
                  <a:srgbClr val="C00000"/>
                </a:solidFill>
              </a:rPr>
              <a:t>「5年分」はXML形式と同じく、受診日が過去5年以内の健診をすべて表示する（回数上限なし）。</a:t>
            </a:r>
          </a:p>
          <a:p>
            <a:pPr marL="139700" indent="-139700">
              <a:spcAft>
                <a:spcPts val="100"/>
              </a:spcAft>
              <a:buChar char="•"/>
            </a:pPr>
            <a:r>
              <a:rPr sz="1200">
                <a:solidFill>
                  <a:srgbClr val="C00000"/>
                </a:solidFill>
              </a:rPr>
              <a:t>6回分以上の場合は、現行の5回分の表を1単位として新しい順に改ページすることを想定する（レイアウトは要件定義で作成）。</a:t>
            </a:r>
          </a:p>
        </p:txBody>
      </p:sp>
      <p:sp>
        <p:nvSpPr>
          <p:cNvPr id="11" name="ラベル：ご確認いただきたい事項"/>
          <p:cNvSpPr/>
          <p:nvPr/>
        </p:nvSpPr>
        <p:spPr>
          <a:xfrm>
            <a:off x="495300" y="4871085"/>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ご確認いただきたい事項</a:t>
            </a:r>
          </a:p>
        </p:txBody>
      </p:sp>
      <p:sp>
        <p:nvSpPr>
          <p:cNvPr id="12" name="本文：ご確認いただきたい事項"/>
          <p:cNvSpPr txBox="1"/>
          <p:nvPr/>
        </p:nvSpPr>
        <p:spPr>
          <a:xfrm>
            <a:off x="495300" y="5125085"/>
            <a:ext cx="8915400" cy="68961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優先度について、10/5開発課題検討会での説明（中）と一覧（低）のどちらとするか、ご確認いただきたい。</a:t>
            </a:r>
          </a:p>
          <a:p>
            <a:pPr marL="139700" indent="-139700">
              <a:spcAft>
                <a:spcPts val="100"/>
              </a:spcAft>
              <a:buChar char="•"/>
            </a:pPr>
            <a:r>
              <a:rPr sz="1200">
                <a:solidFill>
                  <a:srgbClr val="000000"/>
                </a:solidFill>
              </a:rPr>
              <a:t>対象を医療機関向け・マイナポータル向けの両方とし、「利用しない」設定を対象外とする方向でよろしいでしょうか。</a:t>
            </a:r>
          </a:p>
          <a:p>
            <a:pPr marL="139700" indent="-139700">
              <a:spcAft>
                <a:spcPts val="100"/>
              </a:spcAft>
              <a:buChar char="•"/>
            </a:pPr>
            <a:r>
              <a:rPr sz="1200">
                <a:solidFill>
                  <a:srgbClr val="000000"/>
                </a:solidFill>
              </a:rPr>
              <a:t>保存期間の延長（案件178）とは連動させず、表示範囲は5年で固定する方向でよろしいでしょうか。</a:t>
            </a:r>
          </a:p>
        </p:txBody>
      </p:sp>
      <p:sp>
        <p:nvSpPr>
          <p:cNvPr id="13" name="注記：赤字"/>
          <p:cNvSpPr txBox="1"/>
          <p:nvPr/>
        </p:nvSpPr>
        <p:spPr>
          <a:xfrm>
            <a:off x="495300" y="6502400"/>
            <a:ext cx="8915400" cy="177800"/>
          </a:xfrm>
          <a:prstGeom prst="rect">
            <a:avLst/>
          </a:prstGeom>
          <a:noFill/>
        </p:spPr>
        <p:txBody>
          <a:bodyPr wrap="square" lIns="25400" rIns="25400" tIns="12700" bIns="12700">
            <a:spAutoFit/>
          </a:bodyPr>
          <a:lstStyle/>
          <a:p>
            <a:pPr>
              <a:spcAft>
                <a:spcPts val="100"/>
              </a:spcAft>
            </a:pPr>
            <a:r>
              <a:rPr sz="900">
                <a:solidFill>
                  <a:srgbClr val="000000"/>
                </a:solidFill>
              </a:rPr>
              <a:t>※赤字：案件台帳（10/13時点）の記載からの追記箇所（案）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X．令和9年度案件の要求事項の詳細化について（3/9）</a:t>
            </a:r>
          </a:p>
        </p:txBody>
      </p:sp>
      <p:sp>
        <p:nvSpPr>
          <p:cNvPr id="4" name="案件名"/>
          <p:cNvSpPr txBox="1"/>
          <p:nvPr/>
        </p:nvSpPr>
        <p:spPr>
          <a:xfrm>
            <a:off x="495300" y="723900"/>
            <a:ext cx="8915400" cy="254000"/>
          </a:xfrm>
          <a:prstGeom prst="rect">
            <a:avLst/>
          </a:prstGeom>
          <a:noFill/>
        </p:spPr>
        <p:txBody>
          <a:bodyPr wrap="square" lIns="25400" rIns="25400" tIns="12700" bIns="12700">
            <a:spAutoFit/>
          </a:bodyPr>
          <a:lstStyle/>
          <a:p>
            <a:pPr>
              <a:spcAft>
                <a:spcPts val="100"/>
              </a:spcAft>
            </a:pPr>
            <a:r>
              <a:rPr sz="1200" b="1">
                <a:solidFill>
                  <a:srgbClr val="000000"/>
                </a:solidFill>
              </a:rPr>
              <a:t>案件ID207「自己情報提供不可フラグ設定した患者に対する患者サマリーの登録時のエラーのアドオンチェック」</a:t>
            </a:r>
          </a:p>
        </p:txBody>
      </p:sp>
      <p:sp>
        <p:nvSpPr>
          <p:cNvPr id="5" name="リード"/>
          <p:cNvSpPr txBox="1"/>
          <p:nvPr/>
        </p:nvSpPr>
        <p:spPr>
          <a:xfrm>
            <a:off x="495300" y="965200"/>
            <a:ext cx="8915400" cy="25527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8/3にご議論いただいた方針に沿って、対象のフラグ・更新削除の扱い・エラーの文言案を具体化した。</a:t>
            </a:r>
          </a:p>
        </p:txBody>
      </p:sp>
      <p:sp>
        <p:nvSpPr>
          <p:cNvPr id="6" name="ラベル：背景"/>
          <p:cNvSpPr/>
          <p:nvPr/>
        </p:nvSpPr>
        <p:spPr>
          <a:xfrm>
            <a:off x="495300" y="1271270"/>
            <a:ext cx="16510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背景</a:t>
            </a:r>
          </a:p>
        </p:txBody>
      </p:sp>
      <p:sp>
        <p:nvSpPr>
          <p:cNvPr id="7" name="本文：背景"/>
          <p:cNvSpPr txBox="1"/>
          <p:nvPr/>
        </p:nvSpPr>
        <p:spPr>
          <a:xfrm>
            <a:off x="495300" y="1525270"/>
            <a:ext cx="8915400" cy="67056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自己情報提供不可フラグは、DV被害者等がマイナンバーカードを相手方のもとに置いてきた場合等に、再交付までマイナポータルでの閲覧を制限するフラグである。当該患者はマイナポータルで患者サマリーを閲覧できない。</a:t>
            </a:r>
          </a:p>
          <a:p>
            <a:pPr marL="139700" indent="-139700">
              <a:spcAft>
                <a:spcPts val="100"/>
              </a:spcAft>
              <a:buChar char="•"/>
            </a:pPr>
            <a:r>
              <a:rPr sz="1200">
                <a:solidFill>
                  <a:srgbClr val="000000"/>
                </a:solidFill>
              </a:rPr>
              <a:t>8/3開発課題検討会にて、当該患者の患者サマリーは登録エラーとし、臨床情報は現行どおり登録可とする方針となった。</a:t>
            </a:r>
          </a:p>
        </p:txBody>
      </p:sp>
      <p:sp>
        <p:nvSpPr>
          <p:cNvPr id="8" name="ラベル：要求事項（詳細化案）"/>
          <p:cNvSpPr/>
          <p:nvPr/>
        </p:nvSpPr>
        <p:spPr>
          <a:xfrm>
            <a:off x="495300" y="2272030"/>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要求事項（詳細化案）</a:t>
            </a:r>
          </a:p>
        </p:txBody>
      </p:sp>
      <p:sp>
        <p:nvSpPr>
          <p:cNvPr id="9" name="本文：要求事項（詳細化案）"/>
          <p:cNvSpPr txBox="1"/>
          <p:nvPr/>
        </p:nvSpPr>
        <p:spPr>
          <a:xfrm>
            <a:off x="495300" y="2526030"/>
            <a:ext cx="8915400" cy="110490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患者サマリー登録時、登録対象患者に自己情報提供不可フラグが設定されている場合は登録エラーを返却する。</a:t>
            </a:r>
          </a:p>
          <a:p>
            <a:pPr marL="139700" indent="-139700">
              <a:spcAft>
                <a:spcPts val="100"/>
              </a:spcAft>
              <a:buChar char="•"/>
            </a:pPr>
            <a:r>
              <a:rPr sz="1200">
                <a:solidFill>
                  <a:srgbClr val="C00000"/>
                </a:solidFill>
              </a:rPr>
              <a:t>対象は自己情報提供不可フラグのみとする（不開示該当フラグの患者はマイナポータルを閲覧できるため対象外）。</a:t>
            </a:r>
          </a:p>
          <a:p>
            <a:pPr marL="139700" indent="-139700">
              <a:spcAft>
                <a:spcPts val="100"/>
              </a:spcAft>
              <a:buChar char="•"/>
            </a:pPr>
            <a:r>
              <a:rPr sz="1200">
                <a:solidFill>
                  <a:srgbClr val="C00000"/>
                </a:solidFill>
              </a:rPr>
              <a:t>更新も同様に登録エラーとし、削除は受け付ける。フラグ設定前に登録された患者サマリーは削除・変更しない。</a:t>
            </a:r>
          </a:p>
          <a:p>
            <a:pPr marL="139700" indent="-139700">
              <a:spcAft>
                <a:spcPts val="100"/>
              </a:spcAft>
              <a:buChar char="•"/>
            </a:pPr>
            <a:r>
              <a:rPr sz="1200">
                <a:solidFill>
                  <a:srgbClr val="C00000"/>
                </a:solidFill>
              </a:rPr>
              <a:t>エラー時は、住所・郵便番号の不開示エラー（CISS1116E）と同様に、①登録できない理由 ②療養計画書を紙媒体等で交付することを画面に表示する。</a:t>
            </a:r>
          </a:p>
        </p:txBody>
      </p:sp>
      <p:sp>
        <p:nvSpPr>
          <p:cNvPr id="10" name="ラベル：ご確認いただきたい事項"/>
          <p:cNvSpPr/>
          <p:nvPr/>
        </p:nvSpPr>
        <p:spPr>
          <a:xfrm>
            <a:off x="495300" y="3707129"/>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ご確認いただきたい事項</a:t>
            </a:r>
          </a:p>
        </p:txBody>
      </p:sp>
      <p:sp>
        <p:nvSpPr>
          <p:cNvPr id="11" name="本文：ご確認いただきたい事項"/>
          <p:cNvSpPr txBox="1"/>
          <p:nvPr/>
        </p:nvSpPr>
        <p:spPr>
          <a:xfrm>
            <a:off x="495300" y="3961129"/>
            <a:ext cx="8915400" cy="88773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エラーメッセージの文言を「この患者はマイナポータルで患者サマリーを閲覧できない状態のため、患者サマリーを登録できません。療養計画書は紙媒体等で交付してください。」としてよろしいでしょうか。</a:t>
            </a:r>
          </a:p>
          <a:p>
            <a:pPr marL="139700" indent="-139700">
              <a:spcAft>
                <a:spcPts val="100"/>
              </a:spcAft>
              <a:buChar char="•"/>
            </a:pPr>
            <a:r>
              <a:rPr sz="1200">
                <a:solidFill>
                  <a:srgbClr val="000000"/>
                </a:solidFill>
              </a:rPr>
              <a:t>文言には「DV」「自己情報提供不可」等、フラグの種類が分かる表現を用いない方向でよろしいでしょうか。</a:t>
            </a:r>
          </a:p>
          <a:p>
            <a:pPr marL="139700" indent="-139700">
              <a:spcAft>
                <a:spcPts val="100"/>
              </a:spcAft>
              <a:buChar char="•"/>
            </a:pPr>
            <a:r>
              <a:rPr sz="1200">
                <a:solidFill>
                  <a:srgbClr val="000000"/>
                </a:solidFill>
              </a:rPr>
              <a:t>医療機関等への影響確認を「あり（紙の療養計画書への切り替えの周知）」とする方向でよろしいでしょうか。</a:t>
            </a:r>
          </a:p>
        </p:txBody>
      </p:sp>
      <p:sp>
        <p:nvSpPr>
          <p:cNvPr id="12" name="注記：赤字"/>
          <p:cNvSpPr txBox="1"/>
          <p:nvPr/>
        </p:nvSpPr>
        <p:spPr>
          <a:xfrm>
            <a:off x="495300" y="6502400"/>
            <a:ext cx="8915400" cy="177800"/>
          </a:xfrm>
          <a:prstGeom prst="rect">
            <a:avLst/>
          </a:prstGeom>
          <a:noFill/>
        </p:spPr>
        <p:txBody>
          <a:bodyPr wrap="square" lIns="25400" rIns="25400" tIns="12700" bIns="12700">
            <a:spAutoFit/>
          </a:bodyPr>
          <a:lstStyle/>
          <a:p>
            <a:pPr>
              <a:spcAft>
                <a:spcPts val="100"/>
              </a:spcAft>
            </a:pPr>
            <a:r>
              <a:rPr sz="900">
                <a:solidFill>
                  <a:srgbClr val="000000"/>
                </a:solidFill>
              </a:rPr>
              <a:t>※赤字：案件台帳（10/13時点）の記載からの追記箇所（案）</a:t>
            </a:r>
          </a:p>
        </p:txBody>
      </p:sp>
      <p:sp>
        <p:nvSpPr>
          <p:cNvPr id="13" name="注記：用語"/>
          <p:cNvSpPr txBox="1"/>
          <p:nvPr/>
        </p:nvSpPr>
        <p:spPr>
          <a:xfrm>
            <a:off x="495300" y="6350000"/>
            <a:ext cx="8915400" cy="152400"/>
          </a:xfrm>
          <a:prstGeom prst="rect">
            <a:avLst/>
          </a:prstGeom>
          <a:noFill/>
        </p:spPr>
        <p:txBody>
          <a:bodyPr wrap="square" lIns="25400" rIns="25400" tIns="12700" bIns="12700">
            <a:spAutoFit/>
          </a:bodyPr>
          <a:lstStyle/>
          <a:p>
            <a:pPr>
              <a:spcAft>
                <a:spcPts val="100"/>
              </a:spcAft>
            </a:pPr>
            <a:r>
              <a:rPr sz="900">
                <a:solidFill>
                  <a:srgbClr val="000000"/>
                </a:solidFill>
              </a:rPr>
              <a:t>※CISS1116E：住所・郵便番号が不開示のため診療情報提供書を登録・取得できないときのエラー（技術解説書 v2.1.0）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X．令和9年度案件の要求事項の詳細化について（4/9）</a:t>
            </a:r>
          </a:p>
        </p:txBody>
      </p:sp>
      <p:sp>
        <p:nvSpPr>
          <p:cNvPr id="4" name="案件名"/>
          <p:cNvSpPr txBox="1"/>
          <p:nvPr/>
        </p:nvSpPr>
        <p:spPr>
          <a:xfrm>
            <a:off x="495300" y="723900"/>
            <a:ext cx="8915400" cy="254000"/>
          </a:xfrm>
          <a:prstGeom prst="rect">
            <a:avLst/>
          </a:prstGeom>
          <a:noFill/>
        </p:spPr>
        <p:txBody>
          <a:bodyPr wrap="square" lIns="25400" rIns="25400" tIns="12700" bIns="12700">
            <a:spAutoFit/>
          </a:bodyPr>
          <a:lstStyle/>
          <a:p>
            <a:pPr>
              <a:spcAft>
                <a:spcPts val="100"/>
              </a:spcAft>
            </a:pPr>
            <a:r>
              <a:rPr sz="1200" b="1">
                <a:solidFill>
                  <a:srgbClr val="000000"/>
                </a:solidFill>
              </a:rPr>
              <a:t>案件ID211「標準マスタにおける1つのコードに対するdisplay値変更時における経過措置期間の設定機能の追加」</a:t>
            </a:r>
          </a:p>
        </p:txBody>
      </p:sp>
      <p:sp>
        <p:nvSpPr>
          <p:cNvPr id="5" name="リード"/>
          <p:cNvSpPr txBox="1"/>
          <p:nvPr/>
        </p:nvSpPr>
        <p:spPr>
          <a:xfrm>
            <a:off x="495300" y="965200"/>
            <a:ext cx="8915400" cy="25527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方式（②〜④）は見積もり結果を踏まえて決定するが、方式によらず決められる対象・判定の条件を具体化した。</a:t>
            </a:r>
          </a:p>
        </p:txBody>
      </p:sp>
      <p:sp>
        <p:nvSpPr>
          <p:cNvPr id="6" name="ラベル：背景"/>
          <p:cNvSpPr/>
          <p:nvPr/>
        </p:nvSpPr>
        <p:spPr>
          <a:xfrm>
            <a:off x="495300" y="1271270"/>
            <a:ext cx="16510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背景</a:t>
            </a:r>
          </a:p>
        </p:txBody>
      </p:sp>
      <p:sp>
        <p:nvSpPr>
          <p:cNvPr id="7" name="本文：背景"/>
          <p:cNvSpPr txBox="1"/>
          <p:nvPr/>
        </p:nvSpPr>
        <p:spPr>
          <a:xfrm>
            <a:off x="495300" y="1525270"/>
            <a:ext cx="8915400" cy="86868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中央基盤のマスタチェックは、標準マスタで終了日が最新のレコードのdisplay値と一致しない場合はエラーとしている。一部のJ-FAGY・JLACコードでdisplay値のみが変更となり、旧display値で登録するとエラーとなった。</a:t>
            </a:r>
          </a:p>
          <a:p>
            <a:pPr marL="139700" indent="-139700">
              <a:spcAft>
                <a:spcPts val="100"/>
              </a:spcAft>
              <a:buChar char="•"/>
            </a:pPr>
            <a:r>
              <a:rPr sz="1200">
                <a:solidFill>
                  <a:srgbClr val="000000"/>
                </a:solidFill>
              </a:rPr>
              <a:t>9/28開発課題検討会にて、パターン②〜④のいずれかを採用する方向とし、運用負荷と改修費用を踏まえて方式を決定することとなった（見積もりは10/19目途）。</a:t>
            </a:r>
          </a:p>
        </p:txBody>
      </p:sp>
      <p:sp>
        <p:nvSpPr>
          <p:cNvPr id="8" name="ラベル：要求事項（詳細化案）"/>
          <p:cNvSpPr/>
          <p:nvPr/>
        </p:nvSpPr>
        <p:spPr>
          <a:xfrm>
            <a:off x="495300" y="2470150"/>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要求事項（詳細化案）</a:t>
            </a:r>
          </a:p>
        </p:txBody>
      </p:sp>
      <p:sp>
        <p:nvSpPr>
          <p:cNvPr id="9" name="本文：要求事項（詳細化案）"/>
          <p:cNvSpPr txBox="1"/>
          <p:nvPr/>
        </p:nvSpPr>
        <p:spPr>
          <a:xfrm>
            <a:off x="495300" y="2724150"/>
            <a:ext cx="8915400" cy="130302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1つのコードに対してdisplay値のみの変更があった場合、経過措置期間内であれば旧display値でもワーニングを返却して登録できるようにする。</a:t>
            </a:r>
          </a:p>
          <a:p>
            <a:pPr marL="139700" indent="-139700">
              <a:spcAft>
                <a:spcPts val="100"/>
              </a:spcAft>
              <a:buChar char="•"/>
            </a:pPr>
            <a:r>
              <a:rPr sz="1200">
                <a:solidFill>
                  <a:srgbClr val="C00000"/>
                </a:solidFill>
              </a:rPr>
              <a:t>対象は、codeとdisplayの整合性チェックの対象となる標準マスタとする（健診マスタ・医療機関等マスタは対象外）。</a:t>
            </a:r>
          </a:p>
          <a:p>
            <a:pPr marL="139700" indent="-139700">
              <a:spcAft>
                <a:spcPts val="100"/>
              </a:spcAft>
              <a:buChar char="•"/>
            </a:pPr>
            <a:r>
              <a:rPr sz="1200">
                <a:solidFill>
                  <a:srgbClr val="C00000"/>
                </a:solidFill>
              </a:rPr>
              <a:t>チェック対象日付が「旧display値の適用終了日＋経過措置日数」以前であれば受け付ける。ワーニングでは新しいdisplay値と期限を示す。</a:t>
            </a:r>
          </a:p>
          <a:p>
            <a:pPr marL="139700" indent="-139700">
              <a:spcAft>
                <a:spcPts val="100"/>
              </a:spcAft>
              <a:buChar char="•"/>
            </a:pPr>
            <a:r>
              <a:rPr sz="1200">
                <a:solidFill>
                  <a:srgbClr val="C00000"/>
                </a:solidFill>
              </a:rPr>
              <a:t>設定方式の候補は②マスタのバージョンごと／③マスタごと／④全マスタ統一とする（①レコードごとは削除）。</a:t>
            </a:r>
          </a:p>
        </p:txBody>
      </p:sp>
      <p:sp>
        <p:nvSpPr>
          <p:cNvPr id="10" name="ラベル：ご確認いただきたい事項"/>
          <p:cNvSpPr/>
          <p:nvPr/>
        </p:nvSpPr>
        <p:spPr>
          <a:xfrm>
            <a:off x="495300" y="4103370"/>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ご確認いただきたい事項</a:t>
            </a:r>
          </a:p>
        </p:txBody>
      </p:sp>
      <p:sp>
        <p:nvSpPr>
          <p:cNvPr id="11" name="本文：ご確認いただきたい事項"/>
          <p:cNvSpPr txBox="1"/>
          <p:nvPr/>
        </p:nvSpPr>
        <p:spPr>
          <a:xfrm>
            <a:off x="495300" y="4357370"/>
            <a:ext cx="8915400" cy="67056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方式・日数の初期値・日数の設定の運用は見積もり結果を踏まえて決定し、それ以外は上記で確定する方向でよろしいでしょうか。</a:t>
            </a:r>
          </a:p>
          <a:p>
            <a:pPr marL="139700" indent="-139700">
              <a:spcAft>
                <a:spcPts val="100"/>
              </a:spcAft>
              <a:buChar char="•"/>
            </a:pPr>
            <a:r>
              <a:rPr sz="1200">
                <a:solidFill>
                  <a:srgbClr val="000000"/>
                </a:solidFill>
              </a:rPr>
              <a:t>医療機関等マスタ（診療情報提供書の宛先）を対象外とする方向でよろしいでしょうか。</a:t>
            </a:r>
          </a:p>
        </p:txBody>
      </p:sp>
      <p:sp>
        <p:nvSpPr>
          <p:cNvPr id="12" name="注記：赤字"/>
          <p:cNvSpPr txBox="1"/>
          <p:nvPr/>
        </p:nvSpPr>
        <p:spPr>
          <a:xfrm>
            <a:off x="495300" y="6502400"/>
            <a:ext cx="8915400" cy="177800"/>
          </a:xfrm>
          <a:prstGeom prst="rect">
            <a:avLst/>
          </a:prstGeom>
          <a:noFill/>
        </p:spPr>
        <p:txBody>
          <a:bodyPr wrap="square" lIns="25400" rIns="25400" tIns="12700" bIns="12700">
            <a:spAutoFit/>
          </a:bodyPr>
          <a:lstStyle/>
          <a:p>
            <a:pPr>
              <a:spcAft>
                <a:spcPts val="100"/>
              </a:spcAft>
            </a:pPr>
            <a:r>
              <a:rPr sz="900">
                <a:solidFill>
                  <a:srgbClr val="000000"/>
                </a:solidFill>
              </a:rPr>
              <a:t>※赤字：案件台帳（10/13時点）の記載からの追記箇所（案）</a:t>
            </a:r>
          </a:p>
        </p:txBody>
      </p:sp>
      <p:sp>
        <p:nvSpPr>
          <p:cNvPr id="13" name="注記：用語"/>
          <p:cNvSpPr txBox="1"/>
          <p:nvPr/>
        </p:nvSpPr>
        <p:spPr>
          <a:xfrm>
            <a:off x="495300" y="6350000"/>
            <a:ext cx="8915400" cy="152400"/>
          </a:xfrm>
          <a:prstGeom prst="rect">
            <a:avLst/>
          </a:prstGeom>
          <a:noFill/>
        </p:spPr>
        <p:txBody>
          <a:bodyPr wrap="square" lIns="25400" rIns="25400" tIns="12700" bIns="12700">
            <a:spAutoFit/>
          </a:bodyPr>
          <a:lstStyle/>
          <a:p>
            <a:pPr>
              <a:spcAft>
                <a:spcPts val="100"/>
              </a:spcAft>
            </a:pPr>
            <a:r>
              <a:rPr sz="900">
                <a:solidFill>
                  <a:srgbClr val="000000"/>
                </a:solidFill>
              </a:rPr>
              <a:t>※display値：コードに対応する名称。codeとdisplayの整合性チェック：登録された名称が標準マスタの名称と一致するかの確認（技術解説書 v2.1.0 表35）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X．令和9年度案件の要求事項の詳細化について（5/9）</a:t>
            </a:r>
          </a:p>
        </p:txBody>
      </p:sp>
      <p:sp>
        <p:nvSpPr>
          <p:cNvPr id="4" name="案件名"/>
          <p:cNvSpPr txBox="1"/>
          <p:nvPr/>
        </p:nvSpPr>
        <p:spPr>
          <a:xfrm>
            <a:off x="495300" y="723900"/>
            <a:ext cx="8915400" cy="254000"/>
          </a:xfrm>
          <a:prstGeom prst="rect">
            <a:avLst/>
          </a:prstGeom>
          <a:noFill/>
        </p:spPr>
        <p:txBody>
          <a:bodyPr wrap="square" lIns="25400" rIns="25400" tIns="12700" bIns="12700">
            <a:spAutoFit/>
          </a:bodyPr>
          <a:lstStyle/>
          <a:p>
            <a:pPr>
              <a:spcAft>
                <a:spcPts val="100"/>
              </a:spcAft>
            </a:pPr>
            <a:r>
              <a:rPr sz="1200" b="1">
                <a:solidFill>
                  <a:srgbClr val="000000"/>
                </a:solidFill>
              </a:rPr>
              <a:t>案件ID216「サポートするプロファイルバージョンの終了(令和9年度)」</a:t>
            </a:r>
          </a:p>
        </p:txBody>
      </p:sp>
      <p:sp>
        <p:nvSpPr>
          <p:cNvPr id="5" name="リード"/>
          <p:cNvSpPr txBox="1"/>
          <p:nvPr/>
        </p:nvSpPr>
        <p:spPr>
          <a:xfrm>
            <a:off x="495300" y="965200"/>
            <a:ext cx="8915400" cy="45339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案件192に続き、CLINS1.12.0を令和9年12月リリース（10/5の説明のとおり）でシステム的に利用終了とする方向で、終了のしかたを案件192とそろえて具体化した。</a:t>
            </a:r>
          </a:p>
        </p:txBody>
      </p:sp>
      <p:sp>
        <p:nvSpPr>
          <p:cNvPr id="6" name="ラベル：背景"/>
          <p:cNvSpPr/>
          <p:nvPr/>
        </p:nvSpPr>
        <p:spPr>
          <a:xfrm>
            <a:off x="495300" y="1469390"/>
            <a:ext cx="16510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背景</a:t>
            </a:r>
          </a:p>
        </p:txBody>
      </p:sp>
      <p:sp>
        <p:nvSpPr>
          <p:cNvPr id="7" name="本文：背景"/>
          <p:cNvSpPr txBox="1"/>
          <p:nvPr/>
        </p:nvSpPr>
        <p:spPr>
          <a:xfrm>
            <a:off x="495300" y="1723389"/>
            <a:ext cx="8915400" cy="86868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CLINS1.13.0より、感染症において患者共有フラグをFHIRで記述できるようになった。全国的な運用開始版の技術解説書では、CLINS1.13.0版に対応することと記述する予定である。</a:t>
            </a:r>
          </a:p>
          <a:p>
            <a:pPr marL="139700" indent="-139700">
              <a:spcAft>
                <a:spcPts val="100"/>
              </a:spcAft>
              <a:buChar char="•"/>
            </a:pPr>
            <a:r>
              <a:rPr sz="1200">
                <a:solidFill>
                  <a:srgbClr val="C00000"/>
                </a:solidFill>
              </a:rPr>
              <a:t>案件192「サポートするプロファイルバージョンの終了(令和9年3末)」にて、CLINS1.12.0はモデルベンダの改修スケジュールを考慮し、令和9年度の改修に合わせて利用終了とすることとした。モデル医療機関へは2026年9月に周知済み。</a:t>
            </a:r>
          </a:p>
        </p:txBody>
      </p:sp>
      <p:graphicFrame>
        <p:nvGraphicFramePr>
          <p:cNvPr id="8" name="表：背景"/>
          <p:cNvGraphicFramePr>
            <a:graphicFrameLocks noGrp="1"/>
          </p:cNvGraphicFramePr>
          <p:nvPr/>
        </p:nvGraphicFramePr>
        <p:xfrm>
          <a:off x="495300" y="2668270"/>
          <a:ext cx="8915400" cy="691512"/>
        </p:xfrm>
        <a:graphic>
          <a:graphicData uri="http://schemas.openxmlformats.org/drawingml/2006/table">
            <a:tbl>
              <a:tblPr firstRow="1" bandRow="0">
                <a:tableStyleId>{5940675A-B579-460E-94D1-54222C63F5DA}</a:tableStyleId>
              </a:tblPr>
              <a:tblGrid>
                <a:gridCol w="1778000"/>
                <a:gridCol w="4318000"/>
                <a:gridCol w="2819400"/>
              </a:tblGrid>
              <a:tr h="230504">
                <a:tc>
                  <a:txBody>
                    <a:bodyPr wrap="square"/>
                    <a:lstStyle/>
                    <a:p>
                      <a:pPr algn="ctr"/>
                      <a:r>
                        <a:rPr sz="900" b="1">
                          <a:solidFill>
                            <a:srgbClr val="FFFFFF"/>
                          </a:solidFill>
                        </a:rPr>
                        <a:t>案件</a:t>
                      </a:r>
                    </a:p>
                  </a:txBody>
                  <a:tcPr marL="38100" marR="38100" marT="25400" marB="25400" anchor="ctr">
                    <a:solidFill>
                      <a:srgbClr val="1F497D"/>
                    </a:solidFill>
                  </a:tcPr>
                </a:tc>
                <a:tc>
                  <a:txBody>
                    <a:bodyPr wrap="square"/>
                    <a:lstStyle/>
                    <a:p>
                      <a:pPr algn="ctr"/>
                      <a:r>
                        <a:rPr sz="900" b="1">
                          <a:solidFill>
                            <a:srgbClr val="FFFFFF"/>
                          </a:solidFill>
                        </a:rPr>
                        <a:t>利用終了とするバージョン</a:t>
                      </a:r>
                    </a:p>
                  </a:txBody>
                  <a:tcPr marL="38100" marR="38100" marT="25400" marB="25400" anchor="ctr">
                    <a:solidFill>
                      <a:srgbClr val="1F497D"/>
                    </a:solidFill>
                  </a:tcPr>
                </a:tc>
                <a:tc>
                  <a:txBody>
                    <a:bodyPr wrap="square"/>
                    <a:lstStyle/>
                    <a:p>
                      <a:pPr algn="ctr"/>
                      <a:r>
                        <a:rPr sz="900" b="1">
                          <a:solidFill>
                            <a:srgbClr val="FFFFFF"/>
                          </a:solidFill>
                        </a:rPr>
                        <a:t>リリース</a:t>
                      </a:r>
                    </a:p>
                  </a:txBody>
                  <a:tcPr marL="38100" marR="38100" marT="25400" marB="25400" anchor="ctr">
                    <a:solidFill>
                      <a:srgbClr val="1F497D"/>
                    </a:solidFill>
                  </a:tcPr>
                </a:tc>
              </a:tr>
              <a:tr h="230504">
                <a:tc>
                  <a:txBody>
                    <a:bodyPr wrap="square"/>
                    <a:lstStyle/>
                    <a:p>
                      <a:r>
                        <a:rPr sz="900" b="0">
                          <a:solidFill>
                            <a:srgbClr val="000000"/>
                          </a:solidFill>
                        </a:rPr>
                        <a:t>192（令和8年度）</a:t>
                      </a:r>
                    </a:p>
                  </a:txBody>
                  <a:tcPr marL="38100" marR="38100" marT="25400" marB="25400" anchor="ctr">
                    <a:solidFill>
                      <a:srgbClr val="FFFFFF"/>
                    </a:solidFill>
                  </a:tcPr>
                </a:tc>
                <a:tc>
                  <a:txBody>
                    <a:bodyPr wrap="square"/>
                    <a:lstStyle/>
                    <a:p>
                      <a:r>
                        <a:rPr sz="900" b="0">
                          <a:solidFill>
                            <a:srgbClr val="000000"/>
                          </a:solidFill>
                        </a:rPr>
                        <a:t>CLINS 1.10.0・1.11.0、健診 1.5.0</a:t>
                      </a:r>
                    </a:p>
                  </a:txBody>
                  <a:tcPr marL="38100" marR="38100" marT="25400" marB="25400" anchor="ctr">
                    <a:solidFill>
                      <a:srgbClr val="FFFFFF"/>
                    </a:solidFill>
                  </a:tcPr>
                </a:tc>
                <a:tc>
                  <a:txBody>
                    <a:bodyPr wrap="square"/>
                    <a:lstStyle/>
                    <a:p>
                      <a:r>
                        <a:rPr sz="900" b="0">
                          <a:solidFill>
                            <a:srgbClr val="000000"/>
                          </a:solidFill>
                        </a:rPr>
                        <a:t>令和8年度3月</a:t>
                      </a:r>
                    </a:p>
                  </a:txBody>
                  <a:tcPr marL="38100" marR="38100" marT="25400" marB="25400" anchor="ctr">
                    <a:solidFill>
                      <a:srgbClr val="FFFFFF"/>
                    </a:solidFill>
                  </a:tcPr>
                </a:tc>
              </a:tr>
              <a:tr h="230504">
                <a:tc>
                  <a:txBody>
                    <a:bodyPr wrap="square"/>
                    <a:lstStyle/>
                    <a:p>
                      <a:r>
                        <a:rPr sz="900" b="0">
                          <a:solidFill>
                            <a:srgbClr val="000000"/>
                          </a:solidFill>
                        </a:rPr>
                        <a:t>216（本案件）</a:t>
                      </a:r>
                    </a:p>
                  </a:txBody>
                  <a:tcPr marL="38100" marR="38100" marT="25400" marB="25400" anchor="ctr">
                    <a:solidFill>
                      <a:srgbClr val="FFFFFF"/>
                    </a:solidFill>
                  </a:tcPr>
                </a:tc>
                <a:tc>
                  <a:txBody>
                    <a:bodyPr wrap="square"/>
                    <a:lstStyle/>
                    <a:p>
                      <a:r>
                        <a:rPr sz="900" b="0">
                          <a:solidFill>
                            <a:srgbClr val="000000"/>
                          </a:solidFill>
                        </a:rPr>
                        <a:t>CLINS 1.12.0</a:t>
                      </a:r>
                    </a:p>
                  </a:txBody>
                  <a:tcPr marL="38100" marR="38100" marT="25400" marB="25400" anchor="ctr">
                    <a:solidFill>
                      <a:srgbClr val="FFFFFF"/>
                    </a:solidFill>
                  </a:tcPr>
                </a:tc>
                <a:tc>
                  <a:txBody>
                    <a:bodyPr wrap="square"/>
                    <a:lstStyle/>
                    <a:p>
                      <a:r>
                        <a:rPr sz="900" b="0">
                          <a:solidFill>
                            <a:srgbClr val="000000"/>
                          </a:solidFill>
                        </a:rPr>
                        <a:t>令和9年12月</a:t>
                      </a:r>
                    </a:p>
                  </a:txBody>
                  <a:tcPr marL="38100" marR="38100" marT="25400" marB="25400" anchor="ctr">
                    <a:solidFill>
                      <a:srgbClr val="FFFFFF"/>
                    </a:solidFill>
                  </a:tcPr>
                </a:tc>
              </a:tr>
            </a:tbl>
          </a:graphicData>
        </a:graphic>
      </p:graphicFrame>
      <p:sp>
        <p:nvSpPr>
          <p:cNvPr id="9" name="ラベル：要求事項（詳細化案）"/>
          <p:cNvSpPr/>
          <p:nvPr/>
        </p:nvSpPr>
        <p:spPr>
          <a:xfrm>
            <a:off x="495300" y="3435985"/>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要求事項（詳細化案）</a:t>
            </a:r>
          </a:p>
        </p:txBody>
      </p:sp>
      <p:sp>
        <p:nvSpPr>
          <p:cNvPr id="10" name="本文：要求事項（詳細化案）"/>
          <p:cNvSpPr txBox="1"/>
          <p:nvPr/>
        </p:nvSpPr>
        <p:spPr>
          <a:xfrm>
            <a:off x="495300" y="3689985"/>
            <a:ext cx="8915400" cy="108585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CLINS1.12.0をシステム的に利用終了とする。</a:t>
            </a:r>
          </a:p>
          <a:p>
            <a:pPr marL="139700" indent="-139700">
              <a:spcAft>
                <a:spcPts val="100"/>
              </a:spcAft>
              <a:buChar char="•"/>
            </a:pPr>
            <a:r>
              <a:rPr sz="1200">
                <a:solidFill>
                  <a:srgbClr val="C00000"/>
                </a:solidFill>
              </a:rPr>
              <a:t>令和9年12月リリース以降、CLINS1.12.0の形式で作成したデータの登録（新規・更新）はエラーとする。エラーの返し方は案件192と同じとする。</a:t>
            </a:r>
          </a:p>
          <a:p>
            <a:pPr marL="139700" indent="-139700">
              <a:spcAft>
                <a:spcPts val="100"/>
              </a:spcAft>
              <a:buChar char="•"/>
            </a:pPr>
            <a:r>
              <a:rPr sz="1200">
                <a:solidFill>
                  <a:srgbClr val="C00000"/>
                </a:solidFill>
              </a:rPr>
              <a:t>利用終了前にCLINS1.12.0で登録されたデータは引き続き閲覧でき、削除も受け付ける。更新はCLINS1.13.0以降でデータ全体を送信してもらうことを想定する（要件整理で現行の作りを確認のうえ確定）。</a:t>
            </a:r>
          </a:p>
        </p:txBody>
      </p:sp>
      <p:sp>
        <p:nvSpPr>
          <p:cNvPr id="11" name="ラベル：ご確認いただきたい事項"/>
          <p:cNvSpPr/>
          <p:nvPr/>
        </p:nvSpPr>
        <p:spPr>
          <a:xfrm>
            <a:off x="495300" y="4852035"/>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ご確認いただきたい事項</a:t>
            </a:r>
          </a:p>
        </p:txBody>
      </p:sp>
      <p:sp>
        <p:nvSpPr>
          <p:cNvPr id="12" name="本文：ご確認いただきたい事項"/>
          <p:cNvSpPr txBox="1"/>
          <p:nvPr/>
        </p:nvSpPr>
        <p:spPr>
          <a:xfrm>
            <a:off x="495300" y="5106035"/>
            <a:ext cx="8915400" cy="67056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リリース時期を令和9年12月と明記し、終了のしかたを案件192とそろえる方向でよろしいでしょうか。</a:t>
            </a:r>
          </a:p>
          <a:p>
            <a:pPr marL="139700" indent="-139700">
              <a:spcAft>
                <a:spcPts val="100"/>
              </a:spcAft>
              <a:buChar char="•"/>
            </a:pPr>
            <a:r>
              <a:rPr sz="1200">
                <a:solidFill>
                  <a:srgbClr val="000000"/>
                </a:solidFill>
              </a:rPr>
              <a:t>全国の医療機関・ベンダーへは、技術解説書（全国的な運用開始版）等で、終了の時期とエラーの内容を周知する方向でよろしいでしょうか。</a:t>
            </a:r>
          </a:p>
        </p:txBody>
      </p:sp>
      <p:sp>
        <p:nvSpPr>
          <p:cNvPr id="13" name="注記：赤字"/>
          <p:cNvSpPr txBox="1"/>
          <p:nvPr/>
        </p:nvSpPr>
        <p:spPr>
          <a:xfrm>
            <a:off x="495300" y="6502400"/>
            <a:ext cx="8915400" cy="177800"/>
          </a:xfrm>
          <a:prstGeom prst="rect">
            <a:avLst/>
          </a:prstGeom>
          <a:noFill/>
        </p:spPr>
        <p:txBody>
          <a:bodyPr wrap="square" lIns="25400" rIns="25400" tIns="12700" bIns="12700">
            <a:spAutoFit/>
          </a:bodyPr>
          <a:lstStyle/>
          <a:p>
            <a:pPr>
              <a:spcAft>
                <a:spcPts val="100"/>
              </a:spcAft>
            </a:pPr>
            <a:r>
              <a:rPr sz="900">
                <a:solidFill>
                  <a:srgbClr val="000000"/>
                </a:solidFill>
              </a:rPr>
              <a:t>※赤字：案件台帳（10/13時点）の記載からの追記箇所（案）</a:t>
            </a:r>
          </a:p>
        </p:txBody>
      </p:sp>
      <p:sp>
        <p:nvSpPr>
          <p:cNvPr id="14" name="注記：用語"/>
          <p:cNvSpPr txBox="1"/>
          <p:nvPr/>
        </p:nvSpPr>
        <p:spPr>
          <a:xfrm>
            <a:off x="495300" y="6350000"/>
            <a:ext cx="8915400" cy="152400"/>
          </a:xfrm>
          <a:prstGeom prst="rect">
            <a:avLst/>
          </a:prstGeom>
          <a:noFill/>
        </p:spPr>
        <p:txBody>
          <a:bodyPr wrap="square" lIns="25400" rIns="25400" tIns="12700" bIns="12700">
            <a:spAutoFit/>
          </a:bodyPr>
          <a:lstStyle/>
          <a:p>
            <a:pPr>
              <a:spcAft>
                <a:spcPts val="100"/>
              </a:spcAft>
            </a:pPr>
            <a:r>
              <a:rPr sz="900">
                <a:solidFill>
                  <a:srgbClr val="000000"/>
                </a:solidFill>
              </a:rPr>
              <a:t>※CLINS：電子カルテ情報共有サービスのFHIR実装ガイド（JP-CLINS）。1.12.0・1.13.0はその版。医療機関はデータを送るときに準拠する版を記載する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X．令和9年度案件の要求事項の詳細化について（6/9）</a:t>
            </a:r>
          </a:p>
        </p:txBody>
      </p:sp>
      <p:sp>
        <p:nvSpPr>
          <p:cNvPr id="4" name="案件名"/>
          <p:cNvSpPr txBox="1"/>
          <p:nvPr/>
        </p:nvSpPr>
        <p:spPr>
          <a:xfrm>
            <a:off x="495300" y="723900"/>
            <a:ext cx="8915400" cy="254000"/>
          </a:xfrm>
          <a:prstGeom prst="rect">
            <a:avLst/>
          </a:prstGeom>
          <a:noFill/>
        </p:spPr>
        <p:txBody>
          <a:bodyPr wrap="square" lIns="25400" rIns="25400" tIns="12700" bIns="12700">
            <a:spAutoFit/>
          </a:bodyPr>
          <a:lstStyle/>
          <a:p>
            <a:pPr>
              <a:spcAft>
                <a:spcPts val="100"/>
              </a:spcAft>
            </a:pPr>
            <a:r>
              <a:rPr sz="1200" b="1">
                <a:solidFill>
                  <a:srgbClr val="000000"/>
                </a:solidFill>
              </a:rPr>
              <a:t>案件ID218「検査・感染症の検査結果に対する注意事項の追記」</a:t>
            </a:r>
          </a:p>
        </p:txBody>
      </p:sp>
      <p:sp>
        <p:nvSpPr>
          <p:cNvPr id="5" name="リード"/>
          <p:cNvSpPr txBox="1"/>
          <p:nvPr/>
        </p:nvSpPr>
        <p:spPr>
          <a:xfrm>
            <a:off x="495300" y="965200"/>
            <a:ext cx="8915400" cy="45339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10/5にご説明した方針（「検出せず」は「0」で登録し、閲覧時に注意書きを表示する）に沿って、表示の条件と文言案を具体化した。</a:t>
            </a:r>
          </a:p>
        </p:txBody>
      </p:sp>
      <p:sp>
        <p:nvSpPr>
          <p:cNvPr id="6" name="ラベル：背景"/>
          <p:cNvSpPr/>
          <p:nvPr/>
        </p:nvSpPr>
        <p:spPr>
          <a:xfrm>
            <a:off x="495300" y="1469390"/>
            <a:ext cx="16510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背景</a:t>
            </a:r>
          </a:p>
        </p:txBody>
      </p:sp>
      <p:sp>
        <p:nvSpPr>
          <p:cNvPr id="7" name="本文：背景"/>
          <p:cNvSpPr txBox="1"/>
          <p:nvPr/>
        </p:nvSpPr>
        <p:spPr>
          <a:xfrm>
            <a:off x="495300" y="1723389"/>
            <a:ext cx="8915400" cy="86868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定量検査の結果は、数値か「検査結果を登録できない理由」を設定する仕様であり、「検出せず」は登録できない理由として連携するよう案内している。この場合、当該結果は他医療機関へ共有されない。</a:t>
            </a:r>
          </a:p>
          <a:p>
            <a:pPr marL="139700" indent="-139700">
              <a:spcAft>
                <a:spcPts val="100"/>
              </a:spcAft>
              <a:buChar char="•"/>
            </a:pPr>
            <a:r>
              <a:rPr sz="1200">
                <a:solidFill>
                  <a:srgbClr val="C00000"/>
                </a:solidFill>
              </a:rPr>
              <a:t>10/5開発課題検討会にて、「検出せず」は「0」として登録する方針とし、閲覧時の注意書きを整えたうえで、技術解説書・FAQ等で周知する方針を説明した。</a:t>
            </a:r>
          </a:p>
        </p:txBody>
      </p:sp>
      <p:sp>
        <p:nvSpPr>
          <p:cNvPr id="8" name="ラベル：要求事項（詳細化案）"/>
          <p:cNvSpPr/>
          <p:nvPr/>
        </p:nvSpPr>
        <p:spPr>
          <a:xfrm>
            <a:off x="495300" y="2668270"/>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要求事項（詳細化案）</a:t>
            </a:r>
          </a:p>
        </p:txBody>
      </p:sp>
      <p:sp>
        <p:nvSpPr>
          <p:cNvPr id="9" name="本文：要求事項（詳細化案）"/>
          <p:cNvSpPr txBox="1"/>
          <p:nvPr/>
        </p:nvSpPr>
        <p:spPr>
          <a:xfrm>
            <a:off x="495300" y="2922270"/>
            <a:ext cx="8915400" cy="108585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PDF帳票（他医療機関向け臨床情報・マイナポータル向け臨床情報・マイナポータル向け患者サマリー）と資格確認端末の臨床情報詳細画面の注意書き欄に、結果値「0」には「検出せず」が含まれる場合がある旨を追記する。</a:t>
            </a:r>
          </a:p>
          <a:p>
            <a:pPr marL="139700" indent="-139700">
              <a:spcAft>
                <a:spcPts val="100"/>
              </a:spcAft>
              <a:buChar char="•"/>
            </a:pPr>
            <a:r>
              <a:rPr sz="1200">
                <a:solidFill>
                  <a:srgbClr val="C00000"/>
                </a:solidFill>
              </a:rPr>
              <a:t>注意書きは、検査情報・感染症情報の欄がある場合に、結果値によらず常に表示する。</a:t>
            </a:r>
          </a:p>
          <a:p>
            <a:pPr marL="139700" indent="-139700">
              <a:spcAft>
                <a:spcPts val="100"/>
              </a:spcAft>
              <a:buChar char="•"/>
            </a:pPr>
            <a:r>
              <a:rPr sz="1200">
                <a:solidFill>
                  <a:srgbClr val="C00000"/>
                </a:solidFill>
              </a:rPr>
              <a:t>「0」として登録する対象は「検出せず」の場合とし、「定量下限未満」は現行どおり登録できない理由を設定する。周知は本案件のリリース以降に厚労省にて行う。</a:t>
            </a:r>
          </a:p>
        </p:txBody>
      </p:sp>
      <p:sp>
        <p:nvSpPr>
          <p:cNvPr id="10" name="ラベル：ご確認いただきたい事項"/>
          <p:cNvSpPr/>
          <p:nvPr/>
        </p:nvSpPr>
        <p:spPr>
          <a:xfrm>
            <a:off x="495300" y="4084320"/>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ご確認いただきたい事項</a:t>
            </a:r>
          </a:p>
        </p:txBody>
      </p:sp>
      <p:sp>
        <p:nvSpPr>
          <p:cNvPr id="11" name="本文：ご確認いただきたい事項"/>
          <p:cNvSpPr txBox="1"/>
          <p:nvPr/>
        </p:nvSpPr>
        <p:spPr>
          <a:xfrm>
            <a:off x="495300" y="4338320"/>
            <a:ext cx="8915400" cy="130302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注意書きの文言を、以下としてよろしいでしょうか。</a:t>
            </a:r>
          </a:p>
          <a:p>
            <a:pPr marL="139700" indent="-139700">
              <a:spcAft>
                <a:spcPts val="100"/>
              </a:spcAft>
              <a:buChar char="•"/>
            </a:pPr>
            <a:r>
              <a:rPr sz="1200">
                <a:solidFill>
                  <a:srgbClr val="000000"/>
                </a:solidFill>
              </a:rPr>
              <a:t>　他医療機関向け：「検査情報・感染症情報の結果値『0』には、検出せず（検出限界未満）の結果が含まれる場合があります。」</a:t>
            </a:r>
          </a:p>
          <a:p>
            <a:pPr marL="139700" indent="-139700">
              <a:spcAft>
                <a:spcPts val="100"/>
              </a:spcAft>
              <a:buChar char="•"/>
            </a:pPr>
            <a:r>
              <a:rPr sz="1200">
                <a:solidFill>
                  <a:srgbClr val="000000"/>
                </a:solidFill>
              </a:rPr>
              <a:t>　マイナポータル向け：「検査の結果が『0』となっている場合、検査で検出されなかった（検出せず）ことを表している場合があります。」</a:t>
            </a:r>
          </a:p>
          <a:p>
            <a:pPr marL="139700" indent="-139700">
              <a:spcAft>
                <a:spcPts val="100"/>
              </a:spcAft>
              <a:buChar char="•"/>
            </a:pPr>
            <a:r>
              <a:rPr sz="1200">
                <a:solidFill>
                  <a:srgbClr val="000000"/>
                </a:solidFill>
              </a:rPr>
              <a:t>注意書きを常に表示し、対象の帳票・画面を上記の4つとする方向でよろしいでしょうか。</a:t>
            </a:r>
          </a:p>
        </p:txBody>
      </p:sp>
      <p:sp>
        <p:nvSpPr>
          <p:cNvPr id="12" name="注記：赤字"/>
          <p:cNvSpPr txBox="1"/>
          <p:nvPr/>
        </p:nvSpPr>
        <p:spPr>
          <a:xfrm>
            <a:off x="495300" y="6502400"/>
            <a:ext cx="8915400" cy="177800"/>
          </a:xfrm>
          <a:prstGeom prst="rect">
            <a:avLst/>
          </a:prstGeom>
          <a:noFill/>
        </p:spPr>
        <p:txBody>
          <a:bodyPr wrap="square" lIns="25400" rIns="25400" tIns="12700" bIns="12700">
            <a:spAutoFit/>
          </a:bodyPr>
          <a:lstStyle/>
          <a:p>
            <a:pPr>
              <a:spcAft>
                <a:spcPts val="100"/>
              </a:spcAft>
            </a:pPr>
            <a:r>
              <a:rPr sz="900">
                <a:solidFill>
                  <a:srgbClr val="000000"/>
                </a:solidFill>
              </a:rPr>
              <a:t>※赤字：案件台帳（10/13時点）の記載からの追記箇所（案）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X．令和9年度案件の要求事項の詳細化について（7/9）</a:t>
            </a:r>
          </a:p>
        </p:txBody>
      </p:sp>
      <p:sp>
        <p:nvSpPr>
          <p:cNvPr id="4" name="案件名"/>
          <p:cNvSpPr txBox="1"/>
          <p:nvPr/>
        </p:nvSpPr>
        <p:spPr>
          <a:xfrm>
            <a:off x="495300" y="723900"/>
            <a:ext cx="8915400" cy="254000"/>
          </a:xfrm>
          <a:prstGeom prst="rect">
            <a:avLst/>
          </a:prstGeom>
          <a:noFill/>
        </p:spPr>
        <p:txBody>
          <a:bodyPr wrap="square" lIns="25400" rIns="25400" tIns="12700" bIns="12700">
            <a:spAutoFit/>
          </a:bodyPr>
          <a:lstStyle/>
          <a:p>
            <a:pPr>
              <a:spcAft>
                <a:spcPts val="100"/>
              </a:spcAft>
            </a:pPr>
            <a:r>
              <a:rPr sz="1200" b="1">
                <a:solidFill>
                  <a:srgbClr val="000000"/>
                </a:solidFill>
              </a:rPr>
              <a:t>案件ID219「医療機関の承継が発生した際における患者サマリーのマイナポでの処方情報・検査情報の表示対象範囲の正規化」</a:t>
            </a:r>
          </a:p>
        </p:txBody>
      </p:sp>
      <p:sp>
        <p:nvSpPr>
          <p:cNvPr id="5" name="リード"/>
          <p:cNvSpPr txBox="1"/>
          <p:nvPr/>
        </p:nvSpPr>
        <p:spPr>
          <a:xfrm>
            <a:off x="495300" y="965200"/>
            <a:ext cx="8915400" cy="25527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9/28に決定した整理結果を要求事項に反映し、承継の判定方法と対象範囲を具体化した。</a:t>
            </a:r>
          </a:p>
        </p:txBody>
      </p:sp>
      <p:sp>
        <p:nvSpPr>
          <p:cNvPr id="6" name="ラベル：背景"/>
          <p:cNvSpPr/>
          <p:nvPr/>
        </p:nvSpPr>
        <p:spPr>
          <a:xfrm>
            <a:off x="495300" y="1271270"/>
            <a:ext cx="16510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背景</a:t>
            </a:r>
          </a:p>
        </p:txBody>
      </p:sp>
      <p:sp>
        <p:nvSpPr>
          <p:cNvPr id="7" name="本文：背景"/>
          <p:cNvSpPr txBox="1"/>
          <p:nvPr/>
        </p:nvSpPr>
        <p:spPr>
          <a:xfrm>
            <a:off x="495300" y="1525270"/>
            <a:ext cx="8915400" cy="86868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患者サマリーの処方・検査情報は、患者サマリーに記述された医療機関コードを基に紐づけて表示している。承継で医療機関コードが変わると、承継後に登録した患者サマリーには承継前の処方・検査情報が表示されない。</a:t>
            </a:r>
          </a:p>
          <a:p>
            <a:pPr marL="139700" indent="-139700">
              <a:spcAft>
                <a:spcPts val="100"/>
              </a:spcAft>
              <a:buChar char="•"/>
            </a:pPr>
            <a:r>
              <a:rPr sz="1200">
                <a:solidFill>
                  <a:srgbClr val="000000"/>
                </a:solidFill>
              </a:rPr>
              <a:t>9/28開発課題検討会にて、指導日から30日間の処方・検査情報を承継の前後を問わず表示すること、処方・検査情報ごとの登録医療機関名は表示しないことを決定した。</a:t>
            </a:r>
          </a:p>
        </p:txBody>
      </p:sp>
      <p:sp>
        <p:nvSpPr>
          <p:cNvPr id="8" name="ラベル：要求事項（詳細化案）"/>
          <p:cNvSpPr/>
          <p:nvPr/>
        </p:nvSpPr>
        <p:spPr>
          <a:xfrm>
            <a:off x="495300" y="2470150"/>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要求事項（詳細化案）</a:t>
            </a:r>
          </a:p>
        </p:txBody>
      </p:sp>
      <p:sp>
        <p:nvSpPr>
          <p:cNvPr id="9" name="本文：要求事項（詳細化案）"/>
          <p:cNvSpPr txBox="1"/>
          <p:nvPr/>
        </p:nvSpPr>
        <p:spPr>
          <a:xfrm>
            <a:off x="495300" y="2724150"/>
            <a:ext cx="8915400" cy="150114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承継後に登録された患者サマリーについて、承継元医療機関として登録した処方・検査情報も含めて、指導日から30日間分を抽出・表示する。</a:t>
            </a:r>
          </a:p>
          <a:p>
            <a:pPr marL="139700" indent="-139700">
              <a:spcAft>
                <a:spcPts val="100"/>
              </a:spcAft>
              <a:buChar char="•"/>
            </a:pPr>
            <a:r>
              <a:rPr sz="1200">
                <a:solidFill>
                  <a:srgbClr val="C00000"/>
                </a:solidFill>
              </a:rPr>
              <a:t>承継の有無は、総合ポータルサイトの承継の届出により判定する（案件141と同様）。届出のない吸収合併等は承継として扱わない。</a:t>
            </a:r>
          </a:p>
          <a:p>
            <a:pPr marL="139700" indent="-139700">
              <a:spcAft>
                <a:spcPts val="100"/>
              </a:spcAft>
              <a:buChar char="•"/>
            </a:pPr>
            <a:r>
              <a:rPr sz="1200">
                <a:solidFill>
                  <a:srgbClr val="C00000"/>
                </a:solidFill>
              </a:rPr>
              <a:t>統合により承継元が複数ある場合、承継が複数回行われている場合も、紐づくすべての承継元を含める。</a:t>
            </a:r>
          </a:p>
          <a:p>
            <a:pPr marL="139700" indent="-139700">
              <a:spcAft>
                <a:spcPts val="100"/>
              </a:spcAft>
              <a:buChar char="•"/>
            </a:pPr>
            <a:r>
              <a:rPr sz="1200">
                <a:solidFill>
                  <a:srgbClr val="C00000"/>
                </a:solidFill>
              </a:rPr>
              <a:t>対象は患者サマリーの臨床情報閲覧機能（PDF・XML）とする。技術解説書（患者サマリー編）の「同一医療機関が…」の記載はあわせて改訂する。</a:t>
            </a:r>
          </a:p>
        </p:txBody>
      </p:sp>
      <p:sp>
        <p:nvSpPr>
          <p:cNvPr id="10" name="ラベル：ご確認いただきたい事項"/>
          <p:cNvSpPr/>
          <p:nvPr/>
        </p:nvSpPr>
        <p:spPr>
          <a:xfrm>
            <a:off x="495300" y="4301490"/>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ご確認いただきたい事項</a:t>
            </a:r>
          </a:p>
        </p:txBody>
      </p:sp>
      <p:sp>
        <p:nvSpPr>
          <p:cNvPr id="11" name="本文：ご確認いただきたい事項"/>
          <p:cNvSpPr txBox="1"/>
          <p:nvPr/>
        </p:nvSpPr>
        <p:spPr>
          <a:xfrm>
            <a:off x="495300" y="4555490"/>
            <a:ext cx="8915400" cy="47244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承継の判定を、案件141と同じく登録時点の承継の届出で行う方向でよろしいでしょうか。</a:t>
            </a:r>
          </a:p>
          <a:p>
            <a:pPr marL="139700" indent="-139700">
              <a:spcAft>
                <a:spcPts val="100"/>
              </a:spcAft>
              <a:buChar char="•"/>
            </a:pPr>
            <a:r>
              <a:rPr sz="1200">
                <a:solidFill>
                  <a:srgbClr val="000000"/>
                </a:solidFill>
              </a:rPr>
              <a:t>本案件のリリース前に登録された患者サマリーは対象外とする方向でよろしいでしょうか。</a:t>
            </a:r>
          </a:p>
        </p:txBody>
      </p:sp>
      <p:sp>
        <p:nvSpPr>
          <p:cNvPr id="12" name="注記：赤字"/>
          <p:cNvSpPr txBox="1"/>
          <p:nvPr/>
        </p:nvSpPr>
        <p:spPr>
          <a:xfrm>
            <a:off x="495300" y="6502400"/>
            <a:ext cx="8915400" cy="177800"/>
          </a:xfrm>
          <a:prstGeom prst="rect">
            <a:avLst/>
          </a:prstGeom>
          <a:noFill/>
        </p:spPr>
        <p:txBody>
          <a:bodyPr wrap="square" lIns="25400" rIns="25400" tIns="12700" bIns="12700">
            <a:spAutoFit/>
          </a:bodyPr>
          <a:lstStyle/>
          <a:p>
            <a:pPr>
              <a:spcAft>
                <a:spcPts val="100"/>
              </a:spcAft>
            </a:pPr>
            <a:r>
              <a:rPr sz="900">
                <a:solidFill>
                  <a:srgbClr val="000000"/>
                </a:solidFill>
              </a:rPr>
              <a:t>※赤字：案件台帳（10/13時点）の記載からの追記箇所（案）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X．令和9年度案件の要求事項の詳細化について（8/9）</a:t>
            </a:r>
          </a:p>
        </p:txBody>
      </p:sp>
      <p:sp>
        <p:nvSpPr>
          <p:cNvPr id="4" name="案件名"/>
          <p:cNvSpPr txBox="1"/>
          <p:nvPr/>
        </p:nvSpPr>
        <p:spPr>
          <a:xfrm>
            <a:off x="495300" y="723900"/>
            <a:ext cx="8915400" cy="254000"/>
          </a:xfrm>
          <a:prstGeom prst="rect">
            <a:avLst/>
          </a:prstGeom>
          <a:noFill/>
        </p:spPr>
        <p:txBody>
          <a:bodyPr wrap="square" lIns="25400" rIns="25400" tIns="12700" bIns="12700">
            <a:spAutoFit/>
          </a:bodyPr>
          <a:lstStyle/>
          <a:p>
            <a:pPr>
              <a:spcAft>
                <a:spcPts val="100"/>
              </a:spcAft>
            </a:pPr>
            <a:r>
              <a:rPr sz="1200" b="1">
                <a:solidFill>
                  <a:srgbClr val="000000"/>
                </a:solidFill>
              </a:rPr>
              <a:t>案件ID220「承継申請に基づく医療機関コードの変換処理における旧医療機関発行した患者サマリーの挙動の変更」</a:t>
            </a:r>
          </a:p>
        </p:txBody>
      </p:sp>
      <p:sp>
        <p:nvSpPr>
          <p:cNvPr id="5" name="リード"/>
          <p:cNvSpPr txBox="1"/>
          <p:nvPr/>
        </p:nvSpPr>
        <p:spPr>
          <a:xfrm>
            <a:off x="495300" y="965200"/>
            <a:ext cx="8915400" cy="45339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案件141の改修により、承継前に指導した患者サマリーを更新すると指導医療機関名が変わる点の対応である。9/28の方針と合わせて要否をご判断いただきたい。</a:t>
            </a:r>
          </a:p>
        </p:txBody>
      </p:sp>
      <p:sp>
        <p:nvSpPr>
          <p:cNvPr id="6" name="ラベル：背景"/>
          <p:cNvSpPr/>
          <p:nvPr/>
        </p:nvSpPr>
        <p:spPr>
          <a:xfrm>
            <a:off x="495300" y="1469390"/>
            <a:ext cx="16510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背景</a:t>
            </a:r>
          </a:p>
        </p:txBody>
      </p:sp>
      <p:sp>
        <p:nvSpPr>
          <p:cNvPr id="7" name="本文：背景"/>
          <p:cNvSpPr txBox="1"/>
          <p:nvPr/>
        </p:nvSpPr>
        <p:spPr>
          <a:xfrm>
            <a:off x="495300" y="1723389"/>
            <a:ext cx="8915400" cy="67056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案件141にて、承継の届出が行われている場合は承継先の医療機関名称を表示する改修を行った。その結果、承継元で登録した患者サマリーを承継後に更新すると、指導医療機関が承継先と表示される。</a:t>
            </a:r>
          </a:p>
          <a:p>
            <a:pPr marL="139700" indent="-139700">
              <a:spcAft>
                <a:spcPts val="100"/>
              </a:spcAft>
              <a:buChar char="•"/>
            </a:pPr>
            <a:r>
              <a:rPr sz="1200">
                <a:solidFill>
                  <a:srgbClr val="000000"/>
                </a:solidFill>
              </a:rPr>
              <a:t>一方、9/28開発課題検討会にて、医療機関名を承継しない案件205は改修しない方針として取り下げた。</a:t>
            </a:r>
          </a:p>
        </p:txBody>
      </p:sp>
      <p:sp>
        <p:nvSpPr>
          <p:cNvPr id="8" name="ラベル：要求事項（詳細化案）"/>
          <p:cNvSpPr/>
          <p:nvPr/>
        </p:nvSpPr>
        <p:spPr>
          <a:xfrm>
            <a:off x="495300" y="2470150"/>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要求事項（詳細化案）</a:t>
            </a:r>
          </a:p>
        </p:txBody>
      </p:sp>
      <p:sp>
        <p:nvSpPr>
          <p:cNvPr id="9" name="本文：要求事項（詳細化案）"/>
          <p:cNvSpPr txBox="1"/>
          <p:nvPr/>
        </p:nvSpPr>
        <p:spPr>
          <a:xfrm>
            <a:off x="495300" y="2724150"/>
            <a:ext cx="8915400" cy="86868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指導日が承継日より前の患者サマリーの更新の場合は、医療機関名・医療機関コードを承継先に変換する処理の対象外とする。</a:t>
            </a:r>
          </a:p>
          <a:p>
            <a:pPr marL="139700" indent="-139700">
              <a:spcAft>
                <a:spcPts val="100"/>
              </a:spcAft>
              <a:buChar char="•"/>
            </a:pPr>
            <a:r>
              <a:rPr sz="1200">
                <a:solidFill>
                  <a:srgbClr val="C00000"/>
                </a:solidFill>
              </a:rPr>
              <a:t>承継日は総合ポータルサイトの届出の承継日、指導日は患者サマリーに記録された指導日とする。指導日が承継日以後の場合は現行どおり変換する。</a:t>
            </a:r>
          </a:p>
        </p:txBody>
      </p:sp>
      <p:graphicFrame>
        <p:nvGraphicFramePr>
          <p:cNvPr id="10" name="表：要求事項（詳細化案）"/>
          <p:cNvGraphicFramePr>
            <a:graphicFrameLocks noGrp="1"/>
          </p:cNvGraphicFramePr>
          <p:nvPr/>
        </p:nvGraphicFramePr>
        <p:xfrm>
          <a:off x="495300" y="3669029"/>
          <a:ext cx="8915400" cy="922016"/>
        </p:xfrm>
        <a:graphic>
          <a:graphicData uri="http://schemas.openxmlformats.org/drawingml/2006/table">
            <a:tbl>
              <a:tblPr firstRow="1" bandRow="0">
                <a:tableStyleId>{5940675A-B579-460E-94D1-54222C63F5DA}</a:tableStyleId>
              </a:tblPr>
              <a:tblGrid>
                <a:gridCol w="3175000"/>
                <a:gridCol w="3175000"/>
                <a:gridCol w="2565400"/>
              </a:tblGrid>
              <a:tr h="230504">
                <a:tc>
                  <a:txBody>
                    <a:bodyPr wrap="square"/>
                    <a:lstStyle/>
                    <a:p>
                      <a:pPr algn="ctr"/>
                      <a:r>
                        <a:rPr sz="900" b="1">
                          <a:solidFill>
                            <a:srgbClr val="FFFFFF"/>
                          </a:solidFill>
                        </a:rPr>
                        <a:t>例：A病院がB病院に承継（承継日4/1）</a:t>
                      </a:r>
                    </a:p>
                  </a:txBody>
                  <a:tcPr marL="38100" marR="38100" marT="25400" marB="25400" anchor="ctr">
                    <a:solidFill>
                      <a:srgbClr val="1F497D"/>
                    </a:solidFill>
                  </a:tcPr>
                </a:tc>
                <a:tc>
                  <a:txBody>
                    <a:bodyPr wrap="square"/>
                    <a:lstStyle/>
                    <a:p>
                      <a:pPr algn="ctr"/>
                      <a:r>
                        <a:rPr sz="900" b="1">
                          <a:solidFill>
                            <a:srgbClr val="FFFFFF"/>
                          </a:solidFill>
                        </a:rPr>
                        <a:t>指導医療機関の表示（現行 → 本案件の対応後）</a:t>
                      </a:r>
                    </a:p>
                  </a:txBody>
                  <a:tcPr marL="38100" marR="38100" marT="25400" marB="25400" anchor="ctr">
                    <a:solidFill>
                      <a:srgbClr val="1F497D"/>
                    </a:solidFill>
                  </a:tcPr>
                </a:tc>
                <a:tc>
                  <a:txBody>
                    <a:bodyPr wrap="square"/>
                    <a:lstStyle/>
                    <a:p>
                      <a:pPr algn="ctr"/>
                      <a:r>
                        <a:rPr sz="900" b="1">
                          <a:solidFill>
                            <a:srgbClr val="FFFFFF"/>
                          </a:solidFill>
                        </a:rPr>
                        <a:t>処方・検査情報（案件219の対応後）</a:t>
                      </a:r>
                    </a:p>
                  </a:txBody>
                  <a:tcPr marL="38100" marR="38100" marT="25400" marB="25400" anchor="ctr">
                    <a:solidFill>
                      <a:srgbClr val="1F497D"/>
                    </a:solidFill>
                  </a:tcPr>
                </a:tc>
              </a:tr>
              <a:tr h="230504">
                <a:tc>
                  <a:txBody>
                    <a:bodyPr wrap="square"/>
                    <a:lstStyle/>
                    <a:p>
                      <a:r>
                        <a:rPr sz="900" b="0">
                          <a:solidFill>
                            <a:srgbClr val="000000"/>
                          </a:solidFill>
                        </a:rPr>
                        <a:t>①A病院が3/20に指導・登録（更新なし）</a:t>
                      </a:r>
                    </a:p>
                  </a:txBody>
                  <a:tcPr marL="38100" marR="38100" marT="25400" marB="25400" anchor="ctr">
                    <a:solidFill>
                      <a:srgbClr val="FFFFFF"/>
                    </a:solidFill>
                  </a:tcPr>
                </a:tc>
                <a:tc>
                  <a:txBody>
                    <a:bodyPr wrap="square"/>
                    <a:lstStyle/>
                    <a:p>
                      <a:r>
                        <a:rPr sz="900" b="0">
                          <a:solidFill>
                            <a:srgbClr val="000000"/>
                          </a:solidFill>
                        </a:rPr>
                        <a:t>A病院（変更なし）</a:t>
                      </a:r>
                    </a:p>
                  </a:txBody>
                  <a:tcPr marL="38100" marR="38100" marT="25400" marB="25400" anchor="ctr">
                    <a:solidFill>
                      <a:srgbClr val="FFFFFF"/>
                    </a:solidFill>
                  </a:tcPr>
                </a:tc>
                <a:tc>
                  <a:txBody>
                    <a:bodyPr wrap="square"/>
                    <a:lstStyle/>
                    <a:p>
                      <a:r>
                        <a:rPr sz="900" b="0">
                          <a:solidFill>
                            <a:srgbClr val="000000"/>
                          </a:solidFill>
                        </a:rPr>
                        <a:t>A病院の分</a:t>
                      </a:r>
                    </a:p>
                  </a:txBody>
                  <a:tcPr marL="38100" marR="38100" marT="25400" marB="25400" anchor="ctr">
                    <a:solidFill>
                      <a:srgbClr val="FFFFFF"/>
                    </a:solidFill>
                  </a:tcPr>
                </a:tc>
              </a:tr>
              <a:tr h="230504">
                <a:tc>
                  <a:txBody>
                    <a:bodyPr wrap="square"/>
                    <a:lstStyle/>
                    <a:p>
                      <a:r>
                        <a:rPr sz="900" b="0">
                          <a:solidFill>
                            <a:srgbClr val="000000"/>
                          </a:solidFill>
                        </a:rPr>
                        <a:t>②①をB病院が4/10に更新</a:t>
                      </a:r>
                    </a:p>
                  </a:txBody>
                  <a:tcPr marL="38100" marR="38100" marT="25400" marB="25400" anchor="ctr">
                    <a:solidFill>
                      <a:srgbClr val="FFFFFF"/>
                    </a:solidFill>
                  </a:tcPr>
                </a:tc>
                <a:tc>
                  <a:txBody>
                    <a:bodyPr wrap="square"/>
                    <a:lstStyle/>
                    <a:p>
                      <a:r>
                        <a:rPr sz="900" b="0">
                          <a:solidFill>
                            <a:srgbClr val="000000"/>
                          </a:solidFill>
                        </a:rPr>
                        <a:t>B病院 → A病院</a:t>
                      </a:r>
                    </a:p>
                  </a:txBody>
                  <a:tcPr marL="38100" marR="38100" marT="25400" marB="25400" anchor="ctr">
                    <a:solidFill>
                      <a:srgbClr val="FFFFFF"/>
                    </a:solidFill>
                  </a:tcPr>
                </a:tc>
                <a:tc>
                  <a:txBody>
                    <a:bodyPr wrap="square"/>
                    <a:lstStyle/>
                    <a:p>
                      <a:r>
                        <a:rPr sz="900" b="0">
                          <a:solidFill>
                            <a:srgbClr val="000000"/>
                          </a:solidFill>
                        </a:rPr>
                        <a:t>A病院の分</a:t>
                      </a:r>
                    </a:p>
                  </a:txBody>
                  <a:tcPr marL="38100" marR="38100" marT="25400" marB="25400" anchor="ctr">
                    <a:solidFill>
                      <a:srgbClr val="FFFFFF"/>
                    </a:solidFill>
                  </a:tcPr>
                </a:tc>
              </a:tr>
              <a:tr h="230504">
                <a:tc>
                  <a:txBody>
                    <a:bodyPr wrap="square"/>
                    <a:lstStyle/>
                    <a:p>
                      <a:r>
                        <a:rPr sz="900" b="0">
                          <a:solidFill>
                            <a:srgbClr val="000000"/>
                          </a:solidFill>
                        </a:rPr>
                        <a:t>③B病院が4/15に指導・登録</a:t>
                      </a:r>
                    </a:p>
                  </a:txBody>
                  <a:tcPr marL="38100" marR="38100" marT="25400" marB="25400" anchor="ctr">
                    <a:solidFill>
                      <a:srgbClr val="FFFFFF"/>
                    </a:solidFill>
                  </a:tcPr>
                </a:tc>
                <a:tc>
                  <a:txBody>
                    <a:bodyPr wrap="square"/>
                    <a:lstStyle/>
                    <a:p>
                      <a:r>
                        <a:rPr sz="900" b="0">
                          <a:solidFill>
                            <a:srgbClr val="000000"/>
                          </a:solidFill>
                        </a:rPr>
                        <a:t>B病院（変更なし）</a:t>
                      </a:r>
                    </a:p>
                  </a:txBody>
                  <a:tcPr marL="38100" marR="38100" marT="25400" marB="25400" anchor="ctr">
                    <a:solidFill>
                      <a:srgbClr val="FFFFFF"/>
                    </a:solidFill>
                  </a:tcPr>
                </a:tc>
                <a:tc>
                  <a:txBody>
                    <a:bodyPr wrap="square"/>
                    <a:lstStyle/>
                    <a:p>
                      <a:r>
                        <a:rPr sz="900" b="0">
                          <a:solidFill>
                            <a:srgbClr val="000000"/>
                          </a:solidFill>
                        </a:rPr>
                        <a:t>A病院・B病院の分</a:t>
                      </a:r>
                    </a:p>
                  </a:txBody>
                  <a:tcPr marL="38100" marR="38100" marT="25400" marB="25400" anchor="ctr">
                    <a:solidFill>
                      <a:srgbClr val="FFFFFF"/>
                    </a:solidFill>
                  </a:tcPr>
                </a:tc>
              </a:tr>
            </a:tbl>
          </a:graphicData>
        </a:graphic>
      </p:graphicFrame>
      <p:sp>
        <p:nvSpPr>
          <p:cNvPr id="11" name="ラベル：ご確認いただきたい事項"/>
          <p:cNvSpPr/>
          <p:nvPr/>
        </p:nvSpPr>
        <p:spPr>
          <a:xfrm>
            <a:off x="495300" y="4667250"/>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ご確認いただきたい事項</a:t>
            </a:r>
          </a:p>
        </p:txBody>
      </p:sp>
      <p:sp>
        <p:nvSpPr>
          <p:cNvPr id="12" name="本文：ご確認いただきたい事項"/>
          <p:cNvSpPr txBox="1"/>
          <p:nvPr/>
        </p:nvSpPr>
        <p:spPr>
          <a:xfrm>
            <a:off x="495300" y="4921250"/>
            <a:ext cx="8915400" cy="86868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案件205の取り下げと同じ考え方で本案件を見送るか、更新の前後で名称が変わらないよう対応するか、ご判断いただきたい。</a:t>
            </a:r>
          </a:p>
          <a:p>
            <a:pPr marL="139700" indent="-139700">
              <a:spcAft>
                <a:spcPts val="100"/>
              </a:spcAft>
              <a:buChar char="•"/>
            </a:pPr>
            <a:r>
              <a:rPr sz="1200">
                <a:solidFill>
                  <a:srgbClr val="000000"/>
                </a:solidFill>
              </a:rPr>
              <a:t>対応する場合、承継後に承継前の指導日の患者サマリーを新規に登録した場合も、変換の対象外とする方向でよろしいでしょうか。</a:t>
            </a:r>
          </a:p>
        </p:txBody>
      </p:sp>
      <p:sp>
        <p:nvSpPr>
          <p:cNvPr id="13" name="注記：赤字"/>
          <p:cNvSpPr txBox="1"/>
          <p:nvPr/>
        </p:nvSpPr>
        <p:spPr>
          <a:xfrm>
            <a:off x="495300" y="6502400"/>
            <a:ext cx="8915400" cy="177800"/>
          </a:xfrm>
          <a:prstGeom prst="rect">
            <a:avLst/>
          </a:prstGeom>
          <a:noFill/>
        </p:spPr>
        <p:txBody>
          <a:bodyPr wrap="square" lIns="25400" rIns="25400" tIns="12700" bIns="12700">
            <a:spAutoFit/>
          </a:bodyPr>
          <a:lstStyle/>
          <a:p>
            <a:pPr>
              <a:spcAft>
                <a:spcPts val="100"/>
              </a:spcAft>
            </a:pPr>
            <a:r>
              <a:rPr sz="900">
                <a:solidFill>
                  <a:srgbClr val="000000"/>
                </a:solidFill>
              </a:rPr>
              <a:t>※赤字：案件台帳（10/13時点）の記載からの追記箇所（案）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X．令和9年度案件の要求事項の詳細化について（9/9）</a:t>
            </a:r>
          </a:p>
        </p:txBody>
      </p:sp>
      <p:sp>
        <p:nvSpPr>
          <p:cNvPr id="4" name="案件名"/>
          <p:cNvSpPr txBox="1"/>
          <p:nvPr/>
        </p:nvSpPr>
        <p:spPr>
          <a:xfrm>
            <a:off x="495300" y="723900"/>
            <a:ext cx="8915400" cy="254000"/>
          </a:xfrm>
          <a:prstGeom prst="rect">
            <a:avLst/>
          </a:prstGeom>
          <a:noFill/>
        </p:spPr>
        <p:txBody>
          <a:bodyPr wrap="square" lIns="25400" rIns="25400" tIns="12700" bIns="12700">
            <a:spAutoFit/>
          </a:bodyPr>
          <a:lstStyle/>
          <a:p>
            <a:pPr>
              <a:spcAft>
                <a:spcPts val="100"/>
              </a:spcAft>
            </a:pPr>
            <a:r>
              <a:rPr sz="1200" b="1">
                <a:solidFill>
                  <a:srgbClr val="000000"/>
                </a:solidFill>
              </a:rPr>
              <a:t>案件ID223「電子署名の危殆化対応」</a:t>
            </a:r>
          </a:p>
        </p:txBody>
      </p:sp>
      <p:sp>
        <p:nvSpPr>
          <p:cNvPr id="5" name="リード"/>
          <p:cNvSpPr txBox="1"/>
          <p:nvPr/>
        </p:nvSpPr>
        <p:spPr>
          <a:xfrm>
            <a:off x="495300" y="965200"/>
            <a:ext cx="8915400" cy="45339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TSAの署名方式をRSA-2048からECDSAへ移行する対応を、2段階（2027年9月・2028年3月）で進める。背景は案件台帳の記載から差し替える案（確認中）とし、将来の方式変更への備えを追加した。</a:t>
            </a:r>
          </a:p>
        </p:txBody>
      </p:sp>
      <p:sp>
        <p:nvSpPr>
          <p:cNvPr id="6" name="ラベル：背景（案）"/>
          <p:cNvSpPr/>
          <p:nvPr/>
        </p:nvSpPr>
        <p:spPr>
          <a:xfrm>
            <a:off x="495300" y="1469390"/>
            <a:ext cx="16510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背景（案）</a:t>
            </a:r>
          </a:p>
        </p:txBody>
      </p:sp>
      <p:sp>
        <p:nvSpPr>
          <p:cNvPr id="7" name="本文：背景（案）"/>
          <p:cNvSpPr txBox="1"/>
          <p:nvPr/>
        </p:nvSpPr>
        <p:spPr>
          <a:xfrm>
            <a:off x="495300" y="1723389"/>
            <a:ext cx="8915400" cy="868680"/>
          </a:xfrm>
          <a:prstGeom prst="rect">
            <a:avLst/>
          </a:prstGeom>
          <a:noFill/>
        </p:spPr>
        <p:txBody>
          <a:bodyPr wrap="square" lIns="25400" rIns="25400" tIns="12700" bIns="12700">
            <a:spAutoFit/>
          </a:bodyPr>
          <a:lstStyle/>
          <a:p>
            <a:pPr marL="139700" indent="-139700">
              <a:spcAft>
                <a:spcPts val="100"/>
              </a:spcAft>
              <a:buChar char="•"/>
            </a:pPr>
            <a:r>
              <a:rPr sz="1200">
                <a:solidFill>
                  <a:srgbClr val="C00000"/>
                </a:solidFill>
              </a:rPr>
              <a:t>【検討中】電子カルテ情報共有サービスのTSA（Time Stamp Authority）は、RSA-2048を用いてタイムスタンプ署名を行っている。現行のEE証明書は2027年10月に有効期限を迎える。</a:t>
            </a:r>
          </a:p>
          <a:p>
            <a:pPr marL="139700" indent="-139700">
              <a:spcAft>
                <a:spcPts val="100"/>
              </a:spcAft>
              <a:buChar char="•"/>
            </a:pPr>
            <a:r>
              <a:rPr sz="1200">
                <a:solidFill>
                  <a:srgbClr val="C00000"/>
                </a:solidFill>
              </a:rPr>
              <a:t>【検討中】RSA-2048は2030年までが移行完遂期間とされており、より高いセキュリティ強度を有する署名方式への移行が必要となる。</a:t>
            </a:r>
          </a:p>
        </p:txBody>
      </p:sp>
      <p:sp>
        <p:nvSpPr>
          <p:cNvPr id="8" name="ラベル：要求事項（詳細化案）"/>
          <p:cNvSpPr/>
          <p:nvPr/>
        </p:nvSpPr>
        <p:spPr>
          <a:xfrm>
            <a:off x="495300" y="2668270"/>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要求事項（詳細化案）</a:t>
            </a:r>
          </a:p>
        </p:txBody>
      </p:sp>
      <p:sp>
        <p:nvSpPr>
          <p:cNvPr id="9" name="本文：要求事項（詳細化案）"/>
          <p:cNvSpPr txBox="1"/>
          <p:nvPr/>
        </p:nvSpPr>
        <p:spPr>
          <a:xfrm>
            <a:off x="495300" y="2922270"/>
            <a:ext cx="8915400" cy="130302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①TSAのEE証明書を、RSA鍵を用いた現行方式のまま更新する（2027年9月リリース予定）。</a:t>
            </a:r>
          </a:p>
          <a:p>
            <a:pPr marL="139700" indent="-139700">
              <a:spcAft>
                <a:spcPts val="100"/>
              </a:spcAft>
              <a:buChar char="•"/>
            </a:pPr>
            <a:r>
              <a:rPr sz="1200">
                <a:solidFill>
                  <a:srgbClr val="000000"/>
                </a:solidFill>
              </a:rPr>
              <a:t>②署名検証機能及びタイムスタンプ付与・検証機能を、新たな署名方式（ECDSA-256/384を想定）に対応させる（2028年3月リリース予定）。</a:t>
            </a:r>
          </a:p>
          <a:p>
            <a:pPr marL="139700" indent="-139700">
              <a:spcAft>
                <a:spcPts val="100"/>
              </a:spcAft>
              <a:buChar char="•"/>
            </a:pPr>
            <a:r>
              <a:rPr sz="1200">
                <a:solidFill>
                  <a:srgbClr val="C00000"/>
                </a:solidFill>
              </a:rPr>
              <a:t>③将来の暗号方式の変更に備え、署名アルゴリズムを差し替えやすい構成とする。</a:t>
            </a:r>
          </a:p>
          <a:p>
            <a:pPr marL="139700" indent="-139700">
              <a:spcAft>
                <a:spcPts val="100"/>
              </a:spcAft>
              <a:buChar char="•"/>
            </a:pPr>
            <a:r>
              <a:rPr sz="1200">
                <a:solidFill>
                  <a:srgbClr val="C00000"/>
                </a:solidFill>
              </a:rPr>
              <a:t>④②より前にRSA-2048のタイムスタンプが付与された文書について、2030年以降も署名の有効性を確認できるよう、新たな署名方式によるアーカイブタイムスタンプの付与の要否を要件定義にて整理する。</a:t>
            </a:r>
          </a:p>
        </p:txBody>
      </p:sp>
      <p:sp>
        <p:nvSpPr>
          <p:cNvPr id="10" name="ラベル：ご確認いただきたい事項"/>
          <p:cNvSpPr/>
          <p:nvPr/>
        </p:nvSpPr>
        <p:spPr>
          <a:xfrm>
            <a:off x="495300" y="4301490"/>
            <a:ext cx="2222500" cy="228600"/>
          </a:xfrm>
          <a:prstGeom prst="round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FFFFFF"/>
                </a:solidFill>
              </a:rPr>
              <a:t>ご確認いただきたい事項</a:t>
            </a:r>
          </a:p>
        </p:txBody>
      </p:sp>
      <p:sp>
        <p:nvSpPr>
          <p:cNvPr id="11" name="本文：ご確認いただきたい事項"/>
          <p:cNvSpPr txBox="1"/>
          <p:nvPr/>
        </p:nvSpPr>
        <p:spPr>
          <a:xfrm>
            <a:off x="495300" y="4555490"/>
            <a:ext cx="8915400" cy="868680"/>
          </a:xfrm>
          <a:prstGeom prst="rect">
            <a:avLst/>
          </a:prstGeom>
          <a:noFill/>
        </p:spPr>
        <p:txBody>
          <a:bodyPr wrap="square" lIns="25400" rIns="25400" tIns="12700" bIns="12700">
            <a:spAutoFit/>
          </a:bodyPr>
          <a:lstStyle/>
          <a:p>
            <a:pPr marL="139700" indent="-139700">
              <a:spcAft>
                <a:spcPts val="100"/>
              </a:spcAft>
              <a:buChar char="•"/>
            </a:pPr>
            <a:r>
              <a:rPr sz="1200">
                <a:solidFill>
                  <a:srgbClr val="000000"/>
                </a:solidFill>
              </a:rPr>
              <a:t>耐量子計算機暗号への移行（9/28開発課題検討会のアジェンダ「電子署名の暗号方式変更」）は本案件の対象外とし、本案件では③の備えにとどめる方向でよろしいでしょうか。</a:t>
            </a:r>
          </a:p>
          <a:p>
            <a:pPr marL="139700" indent="-139700">
              <a:spcAft>
                <a:spcPts val="100"/>
              </a:spcAft>
              <a:buChar char="•"/>
            </a:pPr>
            <a:r>
              <a:rPr sz="1200">
                <a:solidFill>
                  <a:srgbClr val="000000"/>
                </a:solidFill>
              </a:rPr>
              <a:t>取得した文書の署名検証を実装している医療機関・ベンダーに、②のリリースまでに新方式への対応を周知する方向でよろしいでしょうか。</a:t>
            </a:r>
          </a:p>
        </p:txBody>
      </p:sp>
      <p:sp>
        <p:nvSpPr>
          <p:cNvPr id="12" name="注記：赤字"/>
          <p:cNvSpPr txBox="1"/>
          <p:nvPr/>
        </p:nvSpPr>
        <p:spPr>
          <a:xfrm>
            <a:off x="495300" y="6502400"/>
            <a:ext cx="8915400" cy="177800"/>
          </a:xfrm>
          <a:prstGeom prst="rect">
            <a:avLst/>
          </a:prstGeom>
          <a:noFill/>
        </p:spPr>
        <p:txBody>
          <a:bodyPr wrap="square" lIns="25400" rIns="25400" tIns="12700" bIns="12700">
            <a:spAutoFit/>
          </a:bodyPr>
          <a:lstStyle/>
          <a:p>
            <a:pPr>
              <a:spcAft>
                <a:spcPts val="100"/>
              </a:spcAft>
            </a:pPr>
            <a:r>
              <a:rPr sz="900">
                <a:solidFill>
                  <a:srgbClr val="000000"/>
                </a:solidFill>
              </a:rPr>
              <a:t>※赤字：案件台帳（10/13時点）の記載からの追記箇所（案）。【検討中】は、台帳の背景・目的から差し替える案（確認中）</a:t>
            </a:r>
          </a:p>
        </p:txBody>
      </p:sp>
      <p:sp>
        <p:nvSpPr>
          <p:cNvPr id="13" name="注記：用語"/>
          <p:cNvSpPr txBox="1"/>
          <p:nvPr/>
        </p:nvSpPr>
        <p:spPr>
          <a:xfrm>
            <a:off x="495300" y="6197600"/>
            <a:ext cx="8915400" cy="304800"/>
          </a:xfrm>
          <a:prstGeom prst="rect">
            <a:avLst/>
          </a:prstGeom>
          <a:noFill/>
        </p:spPr>
        <p:txBody>
          <a:bodyPr wrap="square" lIns="25400" rIns="25400" tIns="12700" bIns="12700">
            <a:spAutoFit/>
          </a:bodyPr>
          <a:lstStyle/>
          <a:p>
            <a:pPr>
              <a:spcAft>
                <a:spcPts val="100"/>
              </a:spcAft>
            </a:pPr>
            <a:r>
              <a:rPr sz="900">
                <a:solidFill>
                  <a:srgbClr val="000000"/>
                </a:solidFill>
              </a:rPr>
              <a:t>※TSA：文書に「この時刻に存在した」ことの証明（タイムスタンプ）を付ける仕組み。EE証明書：TSAが署名に使う証明書。ECDSA：RSAより強度の高い署名方式</a:t>
            </a:r>
          </a:p>
          <a:p>
            <a:pPr>
              <a:spcAft>
                <a:spcPts val="100"/>
              </a:spcAft>
            </a:pPr>
            <a:r>
              <a:rPr sz="900">
                <a:solidFill>
                  <a:srgbClr val="000000"/>
                </a:solidFill>
              </a:rPr>
              <a:t>※アーカイブタイムスタンプ：長期保存する文書の署名の有効性を延ばすために、新たに付けるタイムスタンプ</a:t>
            </a:r>
          </a:p>
        </p:txBody>
      </p:sp>
    </p:spTree>
  </p:cSld>
  <p:clrMapOvr>
    <a:masterClrMapping/>
  </p:clrMapOvr>
</p:sld>
</file>

<file path=ppt/theme/theme1.xml><?xml version="1.0" encoding="utf-8"?>
<a:theme xmlns:a="http://schemas.openxmlformats.org/drawingml/2006/main" name="4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spPr>
      <a:bodyPr wrap="square" lIns="36000" tIns="36000" rIns="36000" bIns="36000" rtlCol="0" anchor="ctr">
        <a:noAutofit/>
      </a:bodyPr>
      <a:lstStyle>
        <a:defPPr algn="l">
          <a:defRPr kumimoji="1" i="0" dirty="0">
            <a:latin typeface="+mn-ea"/>
            <a:ea typeface="+mn-ea"/>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AD26169CDAAF6B41B8B557D8EAD22A36" ma:contentTypeVersion="11" ma:contentTypeDescription="新しいドキュメントを作成します。" ma:contentTypeScope="" ma:versionID="a52047099d1dd8de6e74bf87a4a73917">
  <xsd:schema xmlns:xsd="http://www.w3.org/2001/XMLSchema" xmlns:xs="http://www.w3.org/2001/XMLSchema" xmlns:p="http://schemas.microsoft.com/office/2006/metadata/properties" xmlns:ns2="e356ba7c-6f75-4160-892e-139003efe231" targetNamespace="http://schemas.microsoft.com/office/2006/metadata/properties" ma:root="true" ma:fieldsID="429bb204e7b0455599c34819c2da32be" ns2:_="">
    <xsd:import namespace="e356ba7c-6f75-4160-892e-139003efe2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56ba7c-6f75-4160-892e-139003efe2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0347f584-7be2-4218-8e94-402d99aedf0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356ba7c-6f75-4160-892e-139003efe23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F48A0E4-4D1B-4E4C-B906-BD4DA9161B06}">
  <ds:schemaRefs>
    <ds:schemaRef ds:uri="http://schemas.microsoft.com/sharepoint/v3/contenttype/forms"/>
  </ds:schemaRefs>
</ds:datastoreItem>
</file>

<file path=customXml/itemProps2.xml><?xml version="1.0" encoding="utf-8"?>
<ds:datastoreItem xmlns:ds="http://schemas.openxmlformats.org/officeDocument/2006/customXml" ds:itemID="{45AA4B71-8032-41CE-BE07-8D57822F10FF}"/>
</file>

<file path=customXml/itemProps3.xml><?xml version="1.0" encoding="utf-8"?>
<ds:datastoreItem xmlns:ds="http://schemas.openxmlformats.org/officeDocument/2006/customXml" ds:itemID="{84DD748C-A2BA-4D10-83E4-34BB4A36DC06}">
  <ds:schemaRefs>
    <ds:schemaRef ds:uri="22093b91-50a3-4498-82d5-91368db29ba4"/>
    <ds:schemaRef ds:uri="70c72344-a901-41cd-a6da-bfcf15d570e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A4 Paper (210x297 mm)</PresentationFormat>
  <Slides>9</Slides>
  <Notes>0</Notes>
  <HiddenSlides>0</HiddenSlides>
  <ScaleCrop>false</ScaleCrop>
  <HeadingPairs>
    <vt:vector size="4" baseType="variant">
      <vt:variant>
        <vt:lpstr>Theme</vt:lpstr>
      </vt:variant>
      <vt:variant>
        <vt:i4>3</vt:i4>
      </vt:variant>
      <vt:variant>
        <vt:lpstr>Slide Titles</vt:lpstr>
      </vt:variant>
      <vt:variant>
        <vt:i4>9</vt:i4>
      </vt:variant>
    </vt:vector>
  </HeadingPairs>
  <TitlesOfParts>
    <vt:vector size="12" baseType="lpstr">
      <vt:lpstr>4_テーマ２（ACN用）</vt:lpstr>
      <vt:lpstr>2_テーマ２（ACN用）</vt:lpstr>
      <vt:lpstr>0</vt:lpstr>
      <vt:lpstr>厚労省側付議事項</vt:lpstr>
      <vt:lpstr>PowerPoint Presentation</vt:lpstr>
      <vt:lpstr>PowerPoint Presentation</vt:lpstr>
      <vt:lpstr>PowerPoint Presentation</vt:lpstr>
      <vt:lpstr>2. 血液型の共有停止に向けたモデル期間データの論理削除・登録抑止に係るご依頼（1/2）</vt:lpstr>
      <vt:lpstr>2. 血液型の共有停止に向けたモデル期間データの論理削除・登録抑止に係る相談（2/2）</vt:lpstr>
      <vt:lpstr>3.  案件台帳の更新箇所の報告（1005断面）</vt:lpstr>
      <vt:lpstr>3.  案件台帳の更新箇所の報告（1005断面）</vt:lpstr>
      <vt:lpstr>3.  案件台帳の更新箇所の報告（1005断面）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2026-06-26T02:59:36Z</dcterms:created>
  <dcterms:modified xsi:type="dcterms:W3CDTF">2026-10-13T03:44:03Z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0x010100AD26169CDAAF6B41B8B557D8EAD22A36</vt:lpwstr>
  </property>
</Properties>
</file>